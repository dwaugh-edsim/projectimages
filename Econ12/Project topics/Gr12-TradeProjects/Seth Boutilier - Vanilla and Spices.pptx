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regular.fntdata"/><Relationship Id="rId10" Type="http://schemas.openxmlformats.org/officeDocument/2006/relationships/slide" Target="slides/slide5.xml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41302e5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41302e5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41302e5a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e41302e5a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41302e5a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41302e5a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41302e5a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41302e5a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Vanilla &amp; Spices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Seth Boutilier</a:t>
            </a: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03600"/>
            <a:ext cx="2739902" cy="2739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4100" y="0"/>
            <a:ext cx="2739900" cy="27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Profile</a:t>
            </a:r>
            <a:endParaRPr/>
          </a:p>
        </p:txBody>
      </p:sp>
      <p:sp>
        <p:nvSpPr>
          <p:cNvPr id="71" name="Google Shape;71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Madagascar which supplies roughly 80% of the world’s vanilla, employs over 20,000 children to produce vanilla and other spices like cloves. Ethically sourced vanilla and spices can cost between 20% and 80% more than the standard products.</a:t>
            </a: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752" y="2830902"/>
            <a:ext cx="3553250" cy="220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Ethical Priming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In order to sell a product of equal quality for a higher price, it would greatly beneficial for the customer to feel like they are taking the ethical high road by choosing the more expensive product. By taking a transparent approach and showing what farms the vanilla/spices are coming from, and who they are supporting, customers will feel more inclined to support them despite the higher price.</a:t>
            </a: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20550" y="3020050"/>
            <a:ext cx="2123450" cy="21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Highlighting Fair Trade Advantages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No child labor: Organizations that produce vanilla and spices in Madagascar for lower prices, use children to reduce their labor costs.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Living Wages / Fair Payment: The more expensive product is paying workers adequately for their labor, rather than relying on cheap foreign labor.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more expensive product’s company has more reasonable shifts, and does not force their employees to work without gloves or lung protection for pesticides.</a:t>
            </a:r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4774" y="3566874"/>
            <a:ext cx="2369225" cy="15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Pitch</a:t>
            </a:r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27100"/>
            <a:ext cx="994250" cy="220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/>
          <p:nvPr/>
        </p:nvSpPr>
        <p:spPr>
          <a:xfrm rot="-10377529">
            <a:off x="447744" y="2034784"/>
            <a:ext cx="584911" cy="503011"/>
          </a:xfrm>
          <a:prstGeom prst="bentUpArrow">
            <a:avLst>
              <a:gd fmla="val 25000" name="adj1"/>
              <a:gd fmla="val 25000" name="adj2"/>
              <a:gd fmla="val 50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4" name="Google Shape;94;p17"/>
          <p:cNvSpPr/>
          <p:nvPr/>
        </p:nvSpPr>
        <p:spPr>
          <a:xfrm flipH="1" rot="-10239923">
            <a:off x="8390320" y="1750443"/>
            <a:ext cx="597411" cy="65847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1296175" y="1348575"/>
            <a:ext cx="3041400" cy="355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Made by a sweet elderly Madagascaranese lady, who works short shifts and gets paid well above minimum wage and works in a safe environment. $32.00.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572400" y="1348575"/>
            <a:ext cx="3282000" cy="3555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Made by poor African children who get paid unlivable wages for extremely difficult labor. $18.00.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2650" y="2619800"/>
            <a:ext cx="1061350" cy="235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