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49414876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4941487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78df14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78df14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d78df148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d78df148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78df1483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78df1483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49414876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d49414876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document/d/1dWF_gL5BsFVBQ8sTB_KyScS0ZpDIMEpiR_mzKutfehA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F83"/>
            </a:gs>
            <a:gs pos="100000">
              <a:srgbClr val="E3F609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82700" y="649950"/>
            <a:ext cx="82362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Brainstorming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 and Selecting an Essay Topic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Before you start writing an essay it is important to consider and think about the topic you are going to write about. When selecting a topic for an essay it is important that the topic meets the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requirements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of the essay and that the topic you select is something you are interested in. Follow the “I Can” statements below to complete this activity.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I can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select three different essay topics I would consider picking for a topic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I can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provide 3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different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facts about each of the topics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I can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use 2 to 3 different sources for each topic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I can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pick one of the three topics to write my essay 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LINK TO ASSIGNMENT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598125" y="270375"/>
            <a:ext cx="8234400" cy="4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Quick and Easy Research Tips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Ask the teacher or instructor for any further explanation of the assignment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 reliable sources (</a:t>
            </a: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ask a teacher for clarification if needed</a:t>
            </a: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AutoNum type="alphaLcPeriod"/>
            </a:pP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This means no Wikipedia (except for the exceptions….)</a:t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AutoNum type="alphaLcPeriod"/>
            </a:pP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Look for sites that end with .edu, .org, .gov</a:t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AutoNum type="alphaLcPeriod"/>
            </a:pP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.com can work but you have to make sure you trust the source</a:t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AutoNum type="alphaLcPeriod"/>
            </a:pP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 multiple sources (books, magazines, and articles)</a:t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 Google or any other reliable search engines and be specific in your search (</a:t>
            </a: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don’t open every link, skim the writing underneath</a:t>
            </a: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Bookmark anything interesting before you move on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Make a list of key words and use quotations when searching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Turn off social media (</a:t>
            </a: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check in spurts</a:t>
            </a: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 not be a thief! (</a:t>
            </a:r>
            <a:r>
              <a:rPr lang="en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 your own words</a:t>
            </a: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6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Code Pro"/>
              <a:buAutoNum type="arabicPeriod"/>
            </a:pPr>
            <a:r>
              <a:rPr lang="en" sz="16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Organize what you find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2762750" y="692900"/>
            <a:ext cx="59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F83"/>
            </a:gs>
            <a:gs pos="100000">
              <a:srgbClr val="E3F60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696450" y="450650"/>
            <a:ext cx="7759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Source Code Pro"/>
                <a:ea typeface="Source Code Pro"/>
                <a:cs typeface="Source Code Pro"/>
                <a:sym typeface="Source Code Pro"/>
              </a:rPr>
              <a:t>Essay Topic:</a:t>
            </a:r>
            <a:endParaRPr b="1" u="sng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Which of the three topics are you going select to write your essay on and why?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