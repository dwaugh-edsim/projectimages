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299605d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299605d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299605da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299605da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299605da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299605da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5500" y="1716725"/>
            <a:ext cx="4089900" cy="18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Victoria Cross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950" y="111550"/>
            <a:ext cx="4521050" cy="503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Victoria Cross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Victoria Cross is awarded for bravery or some daring act of valor, self-sacrifice, or extreme devotion to duty in the presence of the enemy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was introduced on January 29 1856 by Queen Victoria to honor acts of valor during the Crimean War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is the highest and most </a:t>
            </a:r>
            <a:r>
              <a:rPr lang="en" sz="13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prestigious</a:t>
            </a:r>
            <a:r>
              <a:rPr lang="en" sz="13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award of the British honors system and has been awarded to 99 Canadians (WW1 - 73, WW2 - 16)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Since WW2  it has only been awarded 15 times. 11 to British soldiers and 4 to Australian soldiers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There is a rumor that the medals are made from old russian cannons that were captured in a famous </a:t>
            </a: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battle</a:t>
            </a: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during the Crimean War but historians say they are made out of  1914 cannons from China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medal was awarded by the british military to any members of the commonwealth (former territory of the British empire)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Canada now has its own Victoria Cross which was established in 1993, but no one has been awarded one yet.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39474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4932800" y="235475"/>
            <a:ext cx="39660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VC winner I have chosen to look at is Wallace Algie.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 Oct 11, 1918, he was able to take on an enemy machine-gun unit.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He was able to take over the unit allowing for his party to reach the village.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He was able to take another machine gun unit capturing an officer and 10 men.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4. Sadly he would be later killed in battle but his bravery saved many lives.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25" y="483375"/>
            <a:ext cx="8240950" cy="42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