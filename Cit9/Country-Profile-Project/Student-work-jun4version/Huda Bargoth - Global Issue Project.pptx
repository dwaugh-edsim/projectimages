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bd8558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bd8558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bd8558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bd8558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bd8558c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bd8558c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4bd8558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4bd8558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bd8558c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bd8558c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bd8558c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bd8558c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bd8558c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4bd8558c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Political Freedom and Economic sanctions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