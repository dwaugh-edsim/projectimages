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aleway Black"/>
      <p:bold r:id="rId14"/>
      <p:boldItalic r:id="rId15"/>
    </p:embeddedFont>
    <p:embeddedFont>
      <p:font typeface="Francois One"/>
      <p:regular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Black-boldItalic.fntdata"/><Relationship Id="rId14" Type="http://schemas.openxmlformats.org/officeDocument/2006/relationships/font" Target="fonts/RalewayBlack-bold.fntdata"/><Relationship Id="rId16" Type="http://schemas.openxmlformats.org/officeDocument/2006/relationships/font" Target="fonts/FrancoisOn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ed3583c164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ed3583c16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d3583c164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d3583c164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d3583c164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ed3583c164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d3583c164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ed3583c164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ed3583c164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ed3583c164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ed3583c164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ed3583c164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e85b187f6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e85b187f6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gif"/><Relationship Id="rId5" Type="http://schemas.openxmlformats.org/officeDocument/2006/relationships/image" Target="../media/image1.gif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gif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gif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.gif"/><Relationship Id="rId5" Type="http://schemas.openxmlformats.org/officeDocument/2006/relationships/image" Target="../media/image1.gif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fist is holding up a flag with the sun on it (Provided by Tenor)" id="54" name="Google Shape;5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546250" y="2780075"/>
            <a:ext cx="2436375" cy="2431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red white and blue flag with a yellow sun and stars (Provided by Tenor)" id="55" name="Google Shape;55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54575" y="0"/>
            <a:ext cx="1689426" cy="16894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ublic Domain Clip Art Image | Christmas L5 | ID: 13529430611755 ..." id="56" name="Google Shape;56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16725" y="0"/>
            <a:ext cx="1741900" cy="183827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1744200" y="871925"/>
            <a:ext cx="56556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1B61A6"/>
                </a:solidFill>
                <a:latin typeface="Raleway Black"/>
                <a:ea typeface="Raleway Black"/>
                <a:cs typeface="Raleway Black"/>
                <a:sym typeface="Raleway Black"/>
              </a:rPr>
              <a:t>Philippines</a:t>
            </a:r>
            <a:endParaRPr sz="5900">
              <a:solidFill>
                <a:srgbClr val="1B61A6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0" y="0"/>
            <a:ext cx="3000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Char char="●"/>
            </a:pPr>
            <a:r>
              <a:rPr lang="en" sz="1100">
                <a:solidFill>
                  <a:srgbClr val="0F172A"/>
                </a:solidFill>
              </a:rPr>
              <a:t>What disasters happen?</a:t>
            </a:r>
            <a:endParaRPr sz="1100">
              <a:solidFill>
                <a:srgbClr val="0F172A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Char char="●"/>
            </a:pPr>
            <a:r>
              <a:rPr lang="en" sz="1100">
                <a:solidFill>
                  <a:srgbClr val="0F172A"/>
                </a:solidFill>
              </a:rPr>
              <a:t>How does the government prepare?</a:t>
            </a:r>
            <a:endParaRPr sz="1100">
              <a:solidFill>
                <a:srgbClr val="0F172A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Char char="●"/>
            </a:pPr>
            <a:r>
              <a:rPr lang="en" sz="1100">
                <a:solidFill>
                  <a:srgbClr val="0F172A"/>
                </a:solidFill>
              </a:rPr>
              <a:t>What role does geography play?</a:t>
            </a:r>
            <a:endParaRPr sz="1100">
              <a:solidFill>
                <a:srgbClr val="0F172A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fist is holding up a flag with the sun on it (Provided by Tenor)"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41600" y="2712025"/>
            <a:ext cx="2436375" cy="2431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ublic Domain Clip Art Image | Christmas L5 | ID: 13529430611755 ..." id="64" name="Google Shape;6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2100" y="0"/>
            <a:ext cx="1741900" cy="18382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" name="Google Shape;65;p14"/>
          <p:cNvGrpSpPr/>
          <p:nvPr/>
        </p:nvGrpSpPr>
        <p:grpSpPr>
          <a:xfrm>
            <a:off x="-16729" y="903443"/>
            <a:ext cx="2448491" cy="4240050"/>
            <a:chOff x="148121" y="273443"/>
            <a:chExt cx="2448491" cy="4240050"/>
          </a:xfrm>
        </p:grpSpPr>
        <p:grpSp>
          <p:nvGrpSpPr>
            <p:cNvPr id="66" name="Google Shape;66;p14"/>
            <p:cNvGrpSpPr/>
            <p:nvPr/>
          </p:nvGrpSpPr>
          <p:grpSpPr>
            <a:xfrm>
              <a:off x="343584" y="362044"/>
              <a:ext cx="2253028" cy="1394557"/>
              <a:chOff x="4762375" y="2628450"/>
              <a:chExt cx="1785425" cy="1105125"/>
            </a:xfrm>
          </p:grpSpPr>
          <p:sp>
            <p:nvSpPr>
              <p:cNvPr id="67" name="Google Shape;67;p14"/>
              <p:cNvSpPr/>
              <p:nvPr/>
            </p:nvSpPr>
            <p:spPr>
              <a:xfrm>
                <a:off x="4762375" y="2628450"/>
                <a:ext cx="956350" cy="646050"/>
              </a:xfrm>
              <a:custGeom>
                <a:rect b="b" l="l" r="r" t="t"/>
                <a:pathLst>
                  <a:path extrusionOk="0" h="25842" w="38254">
                    <a:moveTo>
                      <a:pt x="28661" y="0"/>
                    </a:moveTo>
                    <a:lnTo>
                      <a:pt x="27448" y="78"/>
                    </a:lnTo>
                    <a:lnTo>
                      <a:pt x="26155" y="196"/>
                    </a:lnTo>
                    <a:lnTo>
                      <a:pt x="24785" y="392"/>
                    </a:lnTo>
                    <a:lnTo>
                      <a:pt x="23336" y="627"/>
                    </a:lnTo>
                    <a:lnTo>
                      <a:pt x="21809" y="940"/>
                    </a:lnTo>
                    <a:lnTo>
                      <a:pt x="20165" y="1331"/>
                    </a:lnTo>
                    <a:lnTo>
                      <a:pt x="17072" y="2193"/>
                    </a:lnTo>
                    <a:lnTo>
                      <a:pt x="14331" y="3015"/>
                    </a:lnTo>
                    <a:lnTo>
                      <a:pt x="11982" y="3798"/>
                    </a:lnTo>
                    <a:lnTo>
                      <a:pt x="9907" y="4503"/>
                    </a:lnTo>
                    <a:lnTo>
                      <a:pt x="8145" y="5168"/>
                    </a:lnTo>
                    <a:lnTo>
                      <a:pt x="6657" y="5756"/>
                    </a:lnTo>
                    <a:lnTo>
                      <a:pt x="5326" y="6265"/>
                    </a:lnTo>
                    <a:lnTo>
                      <a:pt x="4229" y="6656"/>
                    </a:lnTo>
                    <a:lnTo>
                      <a:pt x="3211" y="6969"/>
                    </a:lnTo>
                    <a:lnTo>
                      <a:pt x="2389" y="7165"/>
                    </a:lnTo>
                    <a:lnTo>
                      <a:pt x="1645" y="7322"/>
                    </a:lnTo>
                    <a:lnTo>
                      <a:pt x="1058" y="7400"/>
                    </a:lnTo>
                    <a:lnTo>
                      <a:pt x="588" y="7478"/>
                    </a:lnTo>
                    <a:lnTo>
                      <a:pt x="1" y="7478"/>
                    </a:lnTo>
                    <a:lnTo>
                      <a:pt x="1959" y="25607"/>
                    </a:lnTo>
                    <a:lnTo>
                      <a:pt x="1959" y="25646"/>
                    </a:lnTo>
                    <a:lnTo>
                      <a:pt x="2037" y="25724"/>
                    </a:lnTo>
                    <a:lnTo>
                      <a:pt x="2233" y="25802"/>
                    </a:lnTo>
                    <a:lnTo>
                      <a:pt x="2507" y="25841"/>
                    </a:lnTo>
                    <a:lnTo>
                      <a:pt x="2937" y="25841"/>
                    </a:lnTo>
                    <a:lnTo>
                      <a:pt x="3564" y="25802"/>
                    </a:lnTo>
                    <a:lnTo>
                      <a:pt x="4425" y="25646"/>
                    </a:lnTo>
                    <a:lnTo>
                      <a:pt x="5522" y="25372"/>
                    </a:lnTo>
                    <a:lnTo>
                      <a:pt x="7988" y="24667"/>
                    </a:lnTo>
                    <a:lnTo>
                      <a:pt x="10455" y="23845"/>
                    </a:lnTo>
                    <a:lnTo>
                      <a:pt x="15192" y="22239"/>
                    </a:lnTo>
                    <a:lnTo>
                      <a:pt x="17307" y="21574"/>
                    </a:lnTo>
                    <a:lnTo>
                      <a:pt x="19499" y="20869"/>
                    </a:lnTo>
                    <a:lnTo>
                      <a:pt x="26860" y="18637"/>
                    </a:lnTo>
                    <a:lnTo>
                      <a:pt x="28191" y="18246"/>
                    </a:lnTo>
                    <a:lnTo>
                      <a:pt x="29405" y="17972"/>
                    </a:lnTo>
                    <a:lnTo>
                      <a:pt x="30580" y="17776"/>
                    </a:lnTo>
                    <a:lnTo>
                      <a:pt x="31676" y="17619"/>
                    </a:lnTo>
                    <a:lnTo>
                      <a:pt x="32694" y="17541"/>
                    </a:lnTo>
                    <a:lnTo>
                      <a:pt x="33634" y="17502"/>
                    </a:lnTo>
                    <a:lnTo>
                      <a:pt x="34495" y="17502"/>
                    </a:lnTo>
                    <a:lnTo>
                      <a:pt x="35239" y="17541"/>
                    </a:lnTo>
                    <a:lnTo>
                      <a:pt x="35944" y="17580"/>
                    </a:lnTo>
                    <a:lnTo>
                      <a:pt x="36570" y="17658"/>
                    </a:lnTo>
                    <a:lnTo>
                      <a:pt x="37510" y="17854"/>
                    </a:lnTo>
                    <a:lnTo>
                      <a:pt x="38058" y="18011"/>
                    </a:lnTo>
                    <a:lnTo>
                      <a:pt x="38254" y="18050"/>
                    </a:lnTo>
                    <a:lnTo>
                      <a:pt x="38254" y="18050"/>
                    </a:lnTo>
                    <a:lnTo>
                      <a:pt x="38215" y="17697"/>
                    </a:lnTo>
                    <a:lnTo>
                      <a:pt x="38097" y="16562"/>
                    </a:lnTo>
                    <a:lnTo>
                      <a:pt x="37941" y="14526"/>
                    </a:lnTo>
                    <a:lnTo>
                      <a:pt x="37784" y="11590"/>
                    </a:lnTo>
                    <a:lnTo>
                      <a:pt x="37745" y="9906"/>
                    </a:lnTo>
                    <a:lnTo>
                      <a:pt x="37706" y="8418"/>
                    </a:lnTo>
                    <a:lnTo>
                      <a:pt x="37745" y="5951"/>
                    </a:lnTo>
                    <a:lnTo>
                      <a:pt x="37823" y="4385"/>
                    </a:lnTo>
                    <a:lnTo>
                      <a:pt x="37862" y="3798"/>
                    </a:lnTo>
                    <a:lnTo>
                      <a:pt x="37902" y="3367"/>
                    </a:lnTo>
                    <a:lnTo>
                      <a:pt x="37941" y="2937"/>
                    </a:lnTo>
                    <a:lnTo>
                      <a:pt x="37941" y="2584"/>
                    </a:lnTo>
                    <a:lnTo>
                      <a:pt x="37902" y="2193"/>
                    </a:lnTo>
                    <a:lnTo>
                      <a:pt x="37862" y="1997"/>
                    </a:lnTo>
                    <a:lnTo>
                      <a:pt x="37745" y="1762"/>
                    </a:lnTo>
                    <a:lnTo>
                      <a:pt x="37510" y="1527"/>
                    </a:lnTo>
                    <a:lnTo>
                      <a:pt x="37236" y="1292"/>
                    </a:lnTo>
                    <a:lnTo>
                      <a:pt x="36805" y="1096"/>
                    </a:lnTo>
                    <a:lnTo>
                      <a:pt x="36218" y="861"/>
                    </a:lnTo>
                    <a:lnTo>
                      <a:pt x="35396" y="627"/>
                    </a:lnTo>
                    <a:lnTo>
                      <a:pt x="34221" y="352"/>
                    </a:lnTo>
                    <a:lnTo>
                      <a:pt x="33516" y="235"/>
                    </a:lnTo>
                    <a:lnTo>
                      <a:pt x="32694" y="157"/>
                    </a:lnTo>
                    <a:lnTo>
                      <a:pt x="31833" y="78"/>
                    </a:lnTo>
                    <a:lnTo>
                      <a:pt x="30854" y="0"/>
                    </a:lnTo>
                    <a:close/>
                  </a:path>
                </a:pathLst>
              </a:custGeom>
              <a:solidFill>
                <a:srgbClr val="1B61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14"/>
              <p:cNvSpPr/>
              <p:nvPr/>
            </p:nvSpPr>
            <p:spPr>
              <a:xfrm>
                <a:off x="4811325" y="3060100"/>
                <a:ext cx="984750" cy="673475"/>
              </a:xfrm>
              <a:custGeom>
                <a:rect b="b" l="l" r="r" t="t"/>
                <a:pathLst>
                  <a:path extrusionOk="0" h="26939" w="39390">
                    <a:moveTo>
                      <a:pt x="31754" y="1"/>
                    </a:moveTo>
                    <a:lnTo>
                      <a:pt x="30619" y="40"/>
                    </a:lnTo>
                    <a:lnTo>
                      <a:pt x="29483" y="157"/>
                    </a:lnTo>
                    <a:lnTo>
                      <a:pt x="28348" y="353"/>
                    </a:lnTo>
                    <a:lnTo>
                      <a:pt x="27212" y="588"/>
                    </a:lnTo>
                    <a:lnTo>
                      <a:pt x="26116" y="862"/>
                    </a:lnTo>
                    <a:lnTo>
                      <a:pt x="25020" y="1136"/>
                    </a:lnTo>
                    <a:lnTo>
                      <a:pt x="22984" y="1802"/>
                    </a:lnTo>
                    <a:lnTo>
                      <a:pt x="21065" y="2467"/>
                    </a:lnTo>
                    <a:lnTo>
                      <a:pt x="19342" y="3055"/>
                    </a:lnTo>
                    <a:lnTo>
                      <a:pt x="15427" y="4269"/>
                    </a:lnTo>
                    <a:lnTo>
                      <a:pt x="10807" y="5796"/>
                    </a:lnTo>
                    <a:lnTo>
                      <a:pt x="6461" y="7205"/>
                    </a:lnTo>
                    <a:lnTo>
                      <a:pt x="3564" y="8106"/>
                    </a:lnTo>
                    <a:lnTo>
                      <a:pt x="2702" y="8341"/>
                    </a:lnTo>
                    <a:lnTo>
                      <a:pt x="1958" y="8458"/>
                    </a:lnTo>
                    <a:lnTo>
                      <a:pt x="1332" y="8497"/>
                    </a:lnTo>
                    <a:lnTo>
                      <a:pt x="823" y="8497"/>
                    </a:lnTo>
                    <a:lnTo>
                      <a:pt x="470" y="8458"/>
                    </a:lnTo>
                    <a:lnTo>
                      <a:pt x="196" y="8419"/>
                    </a:lnTo>
                    <a:lnTo>
                      <a:pt x="1" y="8341"/>
                    </a:lnTo>
                    <a:lnTo>
                      <a:pt x="1" y="8341"/>
                    </a:lnTo>
                    <a:lnTo>
                      <a:pt x="1802" y="26938"/>
                    </a:lnTo>
                    <a:lnTo>
                      <a:pt x="2115" y="26860"/>
                    </a:lnTo>
                    <a:lnTo>
                      <a:pt x="2585" y="26743"/>
                    </a:lnTo>
                    <a:lnTo>
                      <a:pt x="3211" y="26547"/>
                    </a:lnTo>
                    <a:lnTo>
                      <a:pt x="4112" y="26273"/>
                    </a:lnTo>
                    <a:lnTo>
                      <a:pt x="5208" y="25842"/>
                    </a:lnTo>
                    <a:lnTo>
                      <a:pt x="6618" y="25294"/>
                    </a:lnTo>
                    <a:lnTo>
                      <a:pt x="8262" y="24589"/>
                    </a:lnTo>
                    <a:lnTo>
                      <a:pt x="9162" y="24198"/>
                    </a:lnTo>
                    <a:lnTo>
                      <a:pt x="10024" y="23767"/>
                    </a:lnTo>
                    <a:lnTo>
                      <a:pt x="11747" y="22906"/>
                    </a:lnTo>
                    <a:lnTo>
                      <a:pt x="13469" y="22005"/>
                    </a:lnTo>
                    <a:lnTo>
                      <a:pt x="15349" y="21065"/>
                    </a:lnTo>
                    <a:lnTo>
                      <a:pt x="16367" y="20596"/>
                    </a:lnTo>
                    <a:lnTo>
                      <a:pt x="17463" y="20087"/>
                    </a:lnTo>
                    <a:lnTo>
                      <a:pt x="18638" y="19617"/>
                    </a:lnTo>
                    <a:lnTo>
                      <a:pt x="19930" y="19108"/>
                    </a:lnTo>
                    <a:lnTo>
                      <a:pt x="21339" y="18599"/>
                    </a:lnTo>
                    <a:lnTo>
                      <a:pt x="22866" y="18090"/>
                    </a:lnTo>
                    <a:lnTo>
                      <a:pt x="24511" y="17581"/>
                    </a:lnTo>
                    <a:lnTo>
                      <a:pt x="26312" y="17072"/>
                    </a:lnTo>
                    <a:lnTo>
                      <a:pt x="27251" y="16798"/>
                    </a:lnTo>
                    <a:lnTo>
                      <a:pt x="28113" y="16602"/>
                    </a:lnTo>
                    <a:lnTo>
                      <a:pt x="28974" y="16445"/>
                    </a:lnTo>
                    <a:lnTo>
                      <a:pt x="29757" y="16289"/>
                    </a:lnTo>
                    <a:lnTo>
                      <a:pt x="30540" y="16210"/>
                    </a:lnTo>
                    <a:lnTo>
                      <a:pt x="31284" y="16132"/>
                    </a:lnTo>
                    <a:lnTo>
                      <a:pt x="31950" y="16054"/>
                    </a:lnTo>
                    <a:lnTo>
                      <a:pt x="33829" y="16054"/>
                    </a:lnTo>
                    <a:lnTo>
                      <a:pt x="34886" y="16132"/>
                    </a:lnTo>
                    <a:lnTo>
                      <a:pt x="35826" y="16289"/>
                    </a:lnTo>
                    <a:lnTo>
                      <a:pt x="36648" y="16524"/>
                    </a:lnTo>
                    <a:lnTo>
                      <a:pt x="37314" y="16759"/>
                    </a:lnTo>
                    <a:lnTo>
                      <a:pt x="37901" y="16993"/>
                    </a:lnTo>
                    <a:lnTo>
                      <a:pt x="38410" y="17228"/>
                    </a:lnTo>
                    <a:lnTo>
                      <a:pt x="38763" y="17502"/>
                    </a:lnTo>
                    <a:lnTo>
                      <a:pt x="39037" y="17698"/>
                    </a:lnTo>
                    <a:lnTo>
                      <a:pt x="39232" y="17894"/>
                    </a:lnTo>
                    <a:lnTo>
                      <a:pt x="39389" y="18051"/>
                    </a:lnTo>
                    <a:lnTo>
                      <a:pt x="39389" y="18051"/>
                    </a:lnTo>
                    <a:lnTo>
                      <a:pt x="39193" y="17268"/>
                    </a:lnTo>
                    <a:lnTo>
                      <a:pt x="38645" y="15271"/>
                    </a:lnTo>
                    <a:lnTo>
                      <a:pt x="37979" y="12491"/>
                    </a:lnTo>
                    <a:lnTo>
                      <a:pt x="37627" y="10925"/>
                    </a:lnTo>
                    <a:lnTo>
                      <a:pt x="37314" y="9319"/>
                    </a:lnTo>
                    <a:lnTo>
                      <a:pt x="37040" y="7753"/>
                    </a:lnTo>
                    <a:lnTo>
                      <a:pt x="36805" y="6226"/>
                    </a:lnTo>
                    <a:lnTo>
                      <a:pt x="36648" y="4778"/>
                    </a:lnTo>
                    <a:lnTo>
                      <a:pt x="36492" y="3485"/>
                    </a:lnTo>
                    <a:lnTo>
                      <a:pt x="36335" y="1528"/>
                    </a:lnTo>
                    <a:lnTo>
                      <a:pt x="36296" y="784"/>
                    </a:lnTo>
                    <a:lnTo>
                      <a:pt x="35748" y="588"/>
                    </a:lnTo>
                    <a:lnTo>
                      <a:pt x="35200" y="431"/>
                    </a:lnTo>
                    <a:lnTo>
                      <a:pt x="34612" y="275"/>
                    </a:lnTo>
                    <a:lnTo>
                      <a:pt x="34064" y="197"/>
                    </a:lnTo>
                    <a:lnTo>
                      <a:pt x="33477" y="79"/>
                    </a:lnTo>
                    <a:lnTo>
                      <a:pt x="32929" y="40"/>
                    </a:lnTo>
                    <a:lnTo>
                      <a:pt x="31754" y="1"/>
                    </a:lnTo>
                    <a:close/>
                  </a:path>
                </a:pathLst>
              </a:custGeom>
              <a:solidFill>
                <a:srgbClr val="F502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14"/>
              <p:cNvSpPr/>
              <p:nvPr/>
            </p:nvSpPr>
            <p:spPr>
              <a:xfrm>
                <a:off x="5724575" y="2654875"/>
                <a:ext cx="751775" cy="543275"/>
              </a:xfrm>
              <a:custGeom>
                <a:rect b="b" l="l" r="r" t="t"/>
                <a:pathLst>
                  <a:path extrusionOk="0" h="21731" w="30071">
                    <a:moveTo>
                      <a:pt x="21692" y="0"/>
                    </a:moveTo>
                    <a:lnTo>
                      <a:pt x="20439" y="39"/>
                    </a:lnTo>
                    <a:lnTo>
                      <a:pt x="19069" y="79"/>
                    </a:lnTo>
                    <a:lnTo>
                      <a:pt x="17620" y="157"/>
                    </a:lnTo>
                    <a:lnTo>
                      <a:pt x="16093" y="235"/>
                    </a:lnTo>
                    <a:lnTo>
                      <a:pt x="14488" y="392"/>
                    </a:lnTo>
                    <a:lnTo>
                      <a:pt x="12921" y="548"/>
                    </a:lnTo>
                    <a:lnTo>
                      <a:pt x="9985" y="901"/>
                    </a:lnTo>
                    <a:lnTo>
                      <a:pt x="7283" y="1331"/>
                    </a:lnTo>
                    <a:lnTo>
                      <a:pt x="4895" y="1723"/>
                    </a:lnTo>
                    <a:lnTo>
                      <a:pt x="2937" y="2115"/>
                    </a:lnTo>
                    <a:lnTo>
                      <a:pt x="1449" y="2467"/>
                    </a:lnTo>
                    <a:lnTo>
                      <a:pt x="157" y="2741"/>
                    </a:lnTo>
                    <a:lnTo>
                      <a:pt x="1" y="7400"/>
                    </a:lnTo>
                    <a:lnTo>
                      <a:pt x="1" y="8340"/>
                    </a:lnTo>
                    <a:lnTo>
                      <a:pt x="1" y="9358"/>
                    </a:lnTo>
                    <a:lnTo>
                      <a:pt x="118" y="11629"/>
                    </a:lnTo>
                    <a:lnTo>
                      <a:pt x="236" y="13978"/>
                    </a:lnTo>
                    <a:lnTo>
                      <a:pt x="432" y="16327"/>
                    </a:lnTo>
                    <a:lnTo>
                      <a:pt x="784" y="20164"/>
                    </a:lnTo>
                    <a:lnTo>
                      <a:pt x="980" y="21730"/>
                    </a:lnTo>
                    <a:lnTo>
                      <a:pt x="1645" y="21574"/>
                    </a:lnTo>
                    <a:lnTo>
                      <a:pt x="2546" y="21378"/>
                    </a:lnTo>
                    <a:lnTo>
                      <a:pt x="3838" y="21104"/>
                    </a:lnTo>
                    <a:lnTo>
                      <a:pt x="5600" y="20830"/>
                    </a:lnTo>
                    <a:lnTo>
                      <a:pt x="7832" y="20438"/>
                    </a:lnTo>
                    <a:lnTo>
                      <a:pt x="10611" y="20047"/>
                    </a:lnTo>
                    <a:lnTo>
                      <a:pt x="13939" y="19655"/>
                    </a:lnTo>
                    <a:lnTo>
                      <a:pt x="15701" y="19460"/>
                    </a:lnTo>
                    <a:lnTo>
                      <a:pt x="17346" y="19264"/>
                    </a:lnTo>
                    <a:lnTo>
                      <a:pt x="20400" y="19029"/>
                    </a:lnTo>
                    <a:lnTo>
                      <a:pt x="22984" y="18911"/>
                    </a:lnTo>
                    <a:lnTo>
                      <a:pt x="25177" y="18872"/>
                    </a:lnTo>
                    <a:lnTo>
                      <a:pt x="26899" y="18833"/>
                    </a:lnTo>
                    <a:lnTo>
                      <a:pt x="28191" y="18872"/>
                    </a:lnTo>
                    <a:lnTo>
                      <a:pt x="29209" y="18911"/>
                    </a:lnTo>
                    <a:lnTo>
                      <a:pt x="29131" y="16719"/>
                    </a:lnTo>
                    <a:lnTo>
                      <a:pt x="29092" y="14644"/>
                    </a:lnTo>
                    <a:lnTo>
                      <a:pt x="29092" y="12725"/>
                    </a:lnTo>
                    <a:lnTo>
                      <a:pt x="29131" y="10963"/>
                    </a:lnTo>
                    <a:lnTo>
                      <a:pt x="29170" y="9358"/>
                    </a:lnTo>
                    <a:lnTo>
                      <a:pt x="29249" y="7909"/>
                    </a:lnTo>
                    <a:lnTo>
                      <a:pt x="29327" y="6617"/>
                    </a:lnTo>
                    <a:lnTo>
                      <a:pt x="29444" y="5443"/>
                    </a:lnTo>
                    <a:lnTo>
                      <a:pt x="29640" y="3524"/>
                    </a:lnTo>
                    <a:lnTo>
                      <a:pt x="29836" y="2193"/>
                    </a:lnTo>
                    <a:lnTo>
                      <a:pt x="29992" y="1410"/>
                    </a:lnTo>
                    <a:lnTo>
                      <a:pt x="30071" y="1136"/>
                    </a:lnTo>
                    <a:lnTo>
                      <a:pt x="29405" y="862"/>
                    </a:lnTo>
                    <a:lnTo>
                      <a:pt x="28465" y="627"/>
                    </a:lnTo>
                    <a:lnTo>
                      <a:pt x="27291" y="392"/>
                    </a:lnTo>
                    <a:lnTo>
                      <a:pt x="26547" y="274"/>
                    </a:lnTo>
                    <a:lnTo>
                      <a:pt x="25764" y="196"/>
                    </a:lnTo>
                    <a:lnTo>
                      <a:pt x="24863" y="118"/>
                    </a:lnTo>
                    <a:lnTo>
                      <a:pt x="23884" y="79"/>
                    </a:lnTo>
                    <a:lnTo>
                      <a:pt x="22827" y="39"/>
                    </a:lnTo>
                    <a:lnTo>
                      <a:pt x="21692" y="0"/>
                    </a:lnTo>
                    <a:close/>
                  </a:path>
                </a:pathLst>
              </a:custGeom>
              <a:solidFill>
                <a:srgbClr val="1B61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14"/>
              <p:cNvSpPr/>
              <p:nvPr/>
            </p:nvSpPr>
            <p:spPr>
              <a:xfrm>
                <a:off x="5551325" y="3119825"/>
                <a:ext cx="996475" cy="579500"/>
              </a:xfrm>
              <a:custGeom>
                <a:rect b="b" l="l" r="r" t="t"/>
                <a:pathLst>
                  <a:path extrusionOk="0" h="23180" w="39859">
                    <a:moveTo>
                      <a:pt x="29718" y="0"/>
                    </a:moveTo>
                    <a:lnTo>
                      <a:pt x="27995" y="39"/>
                    </a:lnTo>
                    <a:lnTo>
                      <a:pt x="26116" y="118"/>
                    </a:lnTo>
                    <a:lnTo>
                      <a:pt x="24002" y="274"/>
                    </a:lnTo>
                    <a:lnTo>
                      <a:pt x="21653" y="470"/>
                    </a:lnTo>
                    <a:lnTo>
                      <a:pt x="19147" y="783"/>
                    </a:lnTo>
                    <a:lnTo>
                      <a:pt x="16445" y="1214"/>
                    </a:lnTo>
                    <a:lnTo>
                      <a:pt x="13509" y="1723"/>
                    </a:lnTo>
                    <a:lnTo>
                      <a:pt x="10415" y="2349"/>
                    </a:lnTo>
                    <a:lnTo>
                      <a:pt x="8810" y="2741"/>
                    </a:lnTo>
                    <a:lnTo>
                      <a:pt x="7127" y="3132"/>
                    </a:lnTo>
                    <a:lnTo>
                      <a:pt x="157" y="4503"/>
                    </a:lnTo>
                    <a:lnTo>
                      <a:pt x="1" y="22083"/>
                    </a:lnTo>
                    <a:lnTo>
                      <a:pt x="40" y="22161"/>
                    </a:lnTo>
                    <a:lnTo>
                      <a:pt x="236" y="22357"/>
                    </a:lnTo>
                    <a:lnTo>
                      <a:pt x="588" y="22592"/>
                    </a:lnTo>
                    <a:lnTo>
                      <a:pt x="823" y="22748"/>
                    </a:lnTo>
                    <a:lnTo>
                      <a:pt x="1097" y="22866"/>
                    </a:lnTo>
                    <a:lnTo>
                      <a:pt x="1410" y="22983"/>
                    </a:lnTo>
                    <a:lnTo>
                      <a:pt x="1802" y="23062"/>
                    </a:lnTo>
                    <a:lnTo>
                      <a:pt x="2232" y="23140"/>
                    </a:lnTo>
                    <a:lnTo>
                      <a:pt x="2702" y="23179"/>
                    </a:lnTo>
                    <a:lnTo>
                      <a:pt x="3211" y="23179"/>
                    </a:lnTo>
                    <a:lnTo>
                      <a:pt x="3799" y="23101"/>
                    </a:lnTo>
                    <a:lnTo>
                      <a:pt x="4464" y="23022"/>
                    </a:lnTo>
                    <a:lnTo>
                      <a:pt x="5169" y="22827"/>
                    </a:lnTo>
                    <a:lnTo>
                      <a:pt x="5913" y="22592"/>
                    </a:lnTo>
                    <a:lnTo>
                      <a:pt x="6657" y="22357"/>
                    </a:lnTo>
                    <a:lnTo>
                      <a:pt x="8184" y="21770"/>
                    </a:lnTo>
                    <a:lnTo>
                      <a:pt x="9906" y="21104"/>
                    </a:lnTo>
                    <a:lnTo>
                      <a:pt x="10846" y="20791"/>
                    </a:lnTo>
                    <a:lnTo>
                      <a:pt x="11903" y="20438"/>
                    </a:lnTo>
                    <a:lnTo>
                      <a:pt x="13039" y="20086"/>
                    </a:lnTo>
                    <a:lnTo>
                      <a:pt x="14292" y="19734"/>
                    </a:lnTo>
                    <a:lnTo>
                      <a:pt x="15662" y="19420"/>
                    </a:lnTo>
                    <a:lnTo>
                      <a:pt x="17189" y="19107"/>
                    </a:lnTo>
                    <a:lnTo>
                      <a:pt x="18873" y="18833"/>
                    </a:lnTo>
                    <a:lnTo>
                      <a:pt x="20713" y="18559"/>
                    </a:lnTo>
                    <a:lnTo>
                      <a:pt x="22749" y="18324"/>
                    </a:lnTo>
                    <a:lnTo>
                      <a:pt x="25020" y="18128"/>
                    </a:lnTo>
                    <a:lnTo>
                      <a:pt x="29209" y="17815"/>
                    </a:lnTo>
                    <a:lnTo>
                      <a:pt x="32576" y="17658"/>
                    </a:lnTo>
                    <a:lnTo>
                      <a:pt x="35200" y="17619"/>
                    </a:lnTo>
                    <a:lnTo>
                      <a:pt x="37118" y="17619"/>
                    </a:lnTo>
                    <a:lnTo>
                      <a:pt x="38449" y="17698"/>
                    </a:lnTo>
                    <a:lnTo>
                      <a:pt x="39311" y="17776"/>
                    </a:lnTo>
                    <a:lnTo>
                      <a:pt x="39741" y="17854"/>
                    </a:lnTo>
                    <a:lnTo>
                      <a:pt x="39859" y="17893"/>
                    </a:lnTo>
                    <a:lnTo>
                      <a:pt x="39859" y="17893"/>
                    </a:lnTo>
                    <a:lnTo>
                      <a:pt x="39702" y="17619"/>
                    </a:lnTo>
                    <a:lnTo>
                      <a:pt x="39350" y="16758"/>
                    </a:lnTo>
                    <a:lnTo>
                      <a:pt x="38763" y="15388"/>
                    </a:lnTo>
                    <a:lnTo>
                      <a:pt x="38449" y="14487"/>
                    </a:lnTo>
                    <a:lnTo>
                      <a:pt x="38097" y="13430"/>
                    </a:lnTo>
                    <a:lnTo>
                      <a:pt x="37705" y="12255"/>
                    </a:lnTo>
                    <a:lnTo>
                      <a:pt x="37353" y="10963"/>
                    </a:lnTo>
                    <a:lnTo>
                      <a:pt x="36962" y="9514"/>
                    </a:lnTo>
                    <a:lnTo>
                      <a:pt x="36609" y="7948"/>
                    </a:lnTo>
                    <a:lnTo>
                      <a:pt x="36257" y="6226"/>
                    </a:lnTo>
                    <a:lnTo>
                      <a:pt x="35904" y="4385"/>
                    </a:lnTo>
                    <a:lnTo>
                      <a:pt x="35630" y="2428"/>
                    </a:lnTo>
                    <a:lnTo>
                      <a:pt x="35356" y="313"/>
                    </a:lnTo>
                    <a:lnTo>
                      <a:pt x="34886" y="274"/>
                    </a:lnTo>
                    <a:lnTo>
                      <a:pt x="33477" y="118"/>
                    </a:lnTo>
                    <a:lnTo>
                      <a:pt x="32459" y="78"/>
                    </a:lnTo>
                    <a:lnTo>
                      <a:pt x="31167" y="39"/>
                    </a:lnTo>
                    <a:lnTo>
                      <a:pt x="29718" y="0"/>
                    </a:lnTo>
                    <a:close/>
                  </a:path>
                </a:pathLst>
              </a:custGeom>
              <a:solidFill>
                <a:srgbClr val="F502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14"/>
              <p:cNvSpPr/>
              <p:nvPr/>
            </p:nvSpPr>
            <p:spPr>
              <a:xfrm>
                <a:off x="5531750" y="3459475"/>
                <a:ext cx="265300" cy="212425"/>
              </a:xfrm>
              <a:custGeom>
                <a:rect b="b" l="l" r="r" t="t"/>
                <a:pathLst>
                  <a:path extrusionOk="0" h="8497" w="10612">
                    <a:moveTo>
                      <a:pt x="4621" y="0"/>
                    </a:moveTo>
                    <a:lnTo>
                      <a:pt x="3485" y="40"/>
                    </a:lnTo>
                    <a:lnTo>
                      <a:pt x="2232" y="157"/>
                    </a:lnTo>
                    <a:lnTo>
                      <a:pt x="862" y="353"/>
                    </a:lnTo>
                    <a:lnTo>
                      <a:pt x="744" y="627"/>
                    </a:lnTo>
                    <a:lnTo>
                      <a:pt x="588" y="940"/>
                    </a:lnTo>
                    <a:lnTo>
                      <a:pt x="431" y="1449"/>
                    </a:lnTo>
                    <a:lnTo>
                      <a:pt x="275" y="2036"/>
                    </a:lnTo>
                    <a:lnTo>
                      <a:pt x="157" y="2780"/>
                    </a:lnTo>
                    <a:lnTo>
                      <a:pt x="40" y="3642"/>
                    </a:lnTo>
                    <a:lnTo>
                      <a:pt x="1" y="4660"/>
                    </a:lnTo>
                    <a:lnTo>
                      <a:pt x="1" y="5639"/>
                    </a:lnTo>
                    <a:lnTo>
                      <a:pt x="79" y="6461"/>
                    </a:lnTo>
                    <a:lnTo>
                      <a:pt x="196" y="7126"/>
                    </a:lnTo>
                    <a:lnTo>
                      <a:pt x="353" y="7635"/>
                    </a:lnTo>
                    <a:lnTo>
                      <a:pt x="510" y="8027"/>
                    </a:lnTo>
                    <a:lnTo>
                      <a:pt x="627" y="8301"/>
                    </a:lnTo>
                    <a:lnTo>
                      <a:pt x="784" y="8497"/>
                    </a:lnTo>
                    <a:lnTo>
                      <a:pt x="784" y="8379"/>
                    </a:lnTo>
                    <a:lnTo>
                      <a:pt x="784" y="8144"/>
                    </a:lnTo>
                    <a:lnTo>
                      <a:pt x="862" y="7753"/>
                    </a:lnTo>
                    <a:lnTo>
                      <a:pt x="940" y="7518"/>
                    </a:lnTo>
                    <a:lnTo>
                      <a:pt x="1097" y="7244"/>
                    </a:lnTo>
                    <a:lnTo>
                      <a:pt x="1293" y="6970"/>
                    </a:lnTo>
                    <a:lnTo>
                      <a:pt x="1528" y="6696"/>
                    </a:lnTo>
                    <a:lnTo>
                      <a:pt x="1841" y="6422"/>
                    </a:lnTo>
                    <a:lnTo>
                      <a:pt x="2232" y="6108"/>
                    </a:lnTo>
                    <a:lnTo>
                      <a:pt x="2702" y="5834"/>
                    </a:lnTo>
                    <a:lnTo>
                      <a:pt x="3250" y="5521"/>
                    </a:lnTo>
                    <a:lnTo>
                      <a:pt x="3916" y="5247"/>
                    </a:lnTo>
                    <a:lnTo>
                      <a:pt x="4660" y="4973"/>
                    </a:lnTo>
                    <a:lnTo>
                      <a:pt x="7440" y="4112"/>
                    </a:lnTo>
                    <a:lnTo>
                      <a:pt x="8536" y="3759"/>
                    </a:lnTo>
                    <a:lnTo>
                      <a:pt x="9358" y="3446"/>
                    </a:lnTo>
                    <a:lnTo>
                      <a:pt x="9711" y="3289"/>
                    </a:lnTo>
                    <a:lnTo>
                      <a:pt x="9985" y="3133"/>
                    </a:lnTo>
                    <a:lnTo>
                      <a:pt x="10220" y="2976"/>
                    </a:lnTo>
                    <a:lnTo>
                      <a:pt x="10415" y="2820"/>
                    </a:lnTo>
                    <a:lnTo>
                      <a:pt x="10533" y="2663"/>
                    </a:lnTo>
                    <a:lnTo>
                      <a:pt x="10611" y="2467"/>
                    </a:lnTo>
                    <a:lnTo>
                      <a:pt x="10611" y="2271"/>
                    </a:lnTo>
                    <a:lnTo>
                      <a:pt x="10572" y="2076"/>
                    </a:lnTo>
                    <a:lnTo>
                      <a:pt x="10494" y="1919"/>
                    </a:lnTo>
                    <a:lnTo>
                      <a:pt x="10141" y="1606"/>
                    </a:lnTo>
                    <a:lnTo>
                      <a:pt x="9867" y="1410"/>
                    </a:lnTo>
                    <a:lnTo>
                      <a:pt x="9554" y="1175"/>
                    </a:lnTo>
                    <a:lnTo>
                      <a:pt x="9123" y="940"/>
                    </a:lnTo>
                    <a:lnTo>
                      <a:pt x="8614" y="705"/>
                    </a:lnTo>
                    <a:lnTo>
                      <a:pt x="8027" y="509"/>
                    </a:lnTo>
                    <a:lnTo>
                      <a:pt x="7322" y="314"/>
                    </a:lnTo>
                    <a:lnTo>
                      <a:pt x="6539" y="157"/>
                    </a:lnTo>
                    <a:lnTo>
                      <a:pt x="5639" y="40"/>
                    </a:lnTo>
                    <a:lnTo>
                      <a:pt x="4621" y="0"/>
                    </a:lnTo>
                    <a:close/>
                  </a:path>
                </a:pathLst>
              </a:custGeom>
              <a:solidFill>
                <a:srgbClr val="96263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14"/>
              <p:cNvSpPr/>
              <p:nvPr/>
            </p:nvSpPr>
            <p:spPr>
              <a:xfrm>
                <a:off x="4762375" y="2815400"/>
                <a:ext cx="564825" cy="918175"/>
              </a:xfrm>
              <a:custGeom>
                <a:rect b="b" l="l" r="r" t="t"/>
                <a:pathLst>
                  <a:path extrusionOk="0" h="36727" w="22593">
                    <a:moveTo>
                      <a:pt x="1" y="0"/>
                    </a:moveTo>
                    <a:lnTo>
                      <a:pt x="3760" y="36726"/>
                    </a:lnTo>
                    <a:lnTo>
                      <a:pt x="4308" y="35904"/>
                    </a:lnTo>
                    <a:lnTo>
                      <a:pt x="4934" y="34925"/>
                    </a:lnTo>
                    <a:lnTo>
                      <a:pt x="5796" y="33712"/>
                    </a:lnTo>
                    <a:lnTo>
                      <a:pt x="6814" y="32263"/>
                    </a:lnTo>
                    <a:lnTo>
                      <a:pt x="8027" y="30658"/>
                    </a:lnTo>
                    <a:lnTo>
                      <a:pt x="9359" y="28935"/>
                    </a:lnTo>
                    <a:lnTo>
                      <a:pt x="10846" y="27212"/>
                    </a:lnTo>
                    <a:lnTo>
                      <a:pt x="12530" y="25215"/>
                    </a:lnTo>
                    <a:lnTo>
                      <a:pt x="14409" y="22905"/>
                    </a:lnTo>
                    <a:lnTo>
                      <a:pt x="16367" y="20439"/>
                    </a:lnTo>
                    <a:lnTo>
                      <a:pt x="18246" y="18050"/>
                    </a:lnTo>
                    <a:lnTo>
                      <a:pt x="21340" y="14057"/>
                    </a:lnTo>
                    <a:lnTo>
                      <a:pt x="22592" y="1241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14"/>
              <p:cNvSpPr/>
              <p:nvPr/>
            </p:nvSpPr>
            <p:spPr>
              <a:xfrm>
                <a:off x="4783925" y="2876075"/>
                <a:ext cx="72450" cy="73450"/>
              </a:xfrm>
              <a:custGeom>
                <a:rect b="b" l="l" r="r" t="t"/>
                <a:pathLst>
                  <a:path extrusionOk="0" h="2938" w="2898">
                    <a:moveTo>
                      <a:pt x="1214" y="1"/>
                    </a:moveTo>
                    <a:lnTo>
                      <a:pt x="1097" y="1136"/>
                    </a:lnTo>
                    <a:lnTo>
                      <a:pt x="0" y="1371"/>
                    </a:lnTo>
                    <a:lnTo>
                      <a:pt x="1018" y="1802"/>
                    </a:lnTo>
                    <a:lnTo>
                      <a:pt x="901" y="2937"/>
                    </a:lnTo>
                    <a:lnTo>
                      <a:pt x="1684" y="2115"/>
                    </a:lnTo>
                    <a:lnTo>
                      <a:pt x="2702" y="2546"/>
                    </a:lnTo>
                    <a:lnTo>
                      <a:pt x="2154" y="1567"/>
                    </a:lnTo>
                    <a:lnTo>
                      <a:pt x="2898" y="745"/>
                    </a:lnTo>
                    <a:lnTo>
                      <a:pt x="1801" y="980"/>
                    </a:lnTo>
                    <a:lnTo>
                      <a:pt x="1214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14"/>
              <p:cNvSpPr/>
              <p:nvPr/>
            </p:nvSpPr>
            <p:spPr>
              <a:xfrm>
                <a:off x="5217550" y="3098275"/>
                <a:ext cx="72450" cy="74425"/>
              </a:xfrm>
              <a:custGeom>
                <a:rect b="b" l="l" r="r" t="t"/>
                <a:pathLst>
                  <a:path extrusionOk="0" h="2977" w="2898">
                    <a:moveTo>
                      <a:pt x="1214" y="1"/>
                    </a:moveTo>
                    <a:lnTo>
                      <a:pt x="1097" y="1136"/>
                    </a:lnTo>
                    <a:lnTo>
                      <a:pt x="0" y="1371"/>
                    </a:lnTo>
                    <a:lnTo>
                      <a:pt x="1018" y="1841"/>
                    </a:lnTo>
                    <a:lnTo>
                      <a:pt x="901" y="2976"/>
                    </a:lnTo>
                    <a:lnTo>
                      <a:pt x="1684" y="2115"/>
                    </a:lnTo>
                    <a:lnTo>
                      <a:pt x="2702" y="2585"/>
                    </a:lnTo>
                    <a:lnTo>
                      <a:pt x="2702" y="2585"/>
                    </a:lnTo>
                    <a:lnTo>
                      <a:pt x="2154" y="1606"/>
                    </a:lnTo>
                    <a:lnTo>
                      <a:pt x="2898" y="745"/>
                    </a:lnTo>
                    <a:lnTo>
                      <a:pt x="1801" y="980"/>
                    </a:lnTo>
                    <a:lnTo>
                      <a:pt x="1214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14"/>
              <p:cNvSpPr/>
              <p:nvPr/>
            </p:nvSpPr>
            <p:spPr>
              <a:xfrm>
                <a:off x="4861250" y="3544625"/>
                <a:ext cx="73425" cy="74425"/>
              </a:xfrm>
              <a:custGeom>
                <a:rect b="b" l="l" r="r" t="t"/>
                <a:pathLst>
                  <a:path extrusionOk="0" h="2977" w="2937">
                    <a:moveTo>
                      <a:pt x="1253" y="1"/>
                    </a:moveTo>
                    <a:lnTo>
                      <a:pt x="1136" y="1136"/>
                    </a:lnTo>
                    <a:lnTo>
                      <a:pt x="0" y="1371"/>
                    </a:lnTo>
                    <a:lnTo>
                      <a:pt x="1058" y="1841"/>
                    </a:lnTo>
                    <a:lnTo>
                      <a:pt x="940" y="2976"/>
                    </a:lnTo>
                    <a:lnTo>
                      <a:pt x="1684" y="2115"/>
                    </a:lnTo>
                    <a:lnTo>
                      <a:pt x="2741" y="2585"/>
                    </a:lnTo>
                    <a:lnTo>
                      <a:pt x="2154" y="1606"/>
                    </a:lnTo>
                    <a:lnTo>
                      <a:pt x="2937" y="745"/>
                    </a:lnTo>
                    <a:lnTo>
                      <a:pt x="1801" y="980"/>
                    </a:lnTo>
                    <a:lnTo>
                      <a:pt x="1253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14"/>
              <p:cNvSpPr/>
              <p:nvPr/>
            </p:nvSpPr>
            <p:spPr>
              <a:xfrm>
                <a:off x="4940525" y="3004325"/>
                <a:ext cx="43100" cy="106700"/>
              </a:xfrm>
              <a:custGeom>
                <a:rect b="b" l="l" r="r" t="t"/>
                <a:pathLst>
                  <a:path extrusionOk="0" h="4268" w="1724">
                    <a:moveTo>
                      <a:pt x="745" y="0"/>
                    </a:moveTo>
                    <a:lnTo>
                      <a:pt x="1" y="705"/>
                    </a:lnTo>
                    <a:lnTo>
                      <a:pt x="1097" y="4268"/>
                    </a:lnTo>
                    <a:lnTo>
                      <a:pt x="1410" y="4189"/>
                    </a:lnTo>
                    <a:lnTo>
                      <a:pt x="1724" y="4111"/>
                    </a:lnTo>
                    <a:lnTo>
                      <a:pt x="1645" y="352"/>
                    </a:lnTo>
                    <a:lnTo>
                      <a:pt x="745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p14"/>
              <p:cNvSpPr/>
              <p:nvPr/>
            </p:nvSpPr>
            <p:spPr>
              <a:xfrm>
                <a:off x="4985550" y="3220625"/>
                <a:ext cx="48000" cy="124350"/>
              </a:xfrm>
              <a:custGeom>
                <a:rect b="b" l="l" r="r" t="t"/>
                <a:pathLst>
                  <a:path extrusionOk="0" h="4974" w="1920">
                    <a:moveTo>
                      <a:pt x="667" y="1"/>
                    </a:moveTo>
                    <a:lnTo>
                      <a:pt x="353" y="79"/>
                    </a:lnTo>
                    <a:lnTo>
                      <a:pt x="314" y="79"/>
                    </a:lnTo>
                    <a:lnTo>
                      <a:pt x="1" y="158"/>
                    </a:lnTo>
                    <a:lnTo>
                      <a:pt x="79" y="4504"/>
                    </a:lnTo>
                    <a:lnTo>
                      <a:pt x="1097" y="4973"/>
                    </a:lnTo>
                    <a:lnTo>
                      <a:pt x="1919" y="4112"/>
                    </a:lnTo>
                    <a:lnTo>
                      <a:pt x="667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14"/>
              <p:cNvSpPr/>
              <p:nvPr/>
            </p:nvSpPr>
            <p:spPr>
              <a:xfrm>
                <a:off x="4987525" y="3016050"/>
                <a:ext cx="19600" cy="85200"/>
              </a:xfrm>
              <a:custGeom>
                <a:rect b="b" l="l" r="r" t="t"/>
                <a:pathLst>
                  <a:path extrusionOk="0" h="3408" w="784">
                    <a:moveTo>
                      <a:pt x="157" y="1"/>
                    </a:moveTo>
                    <a:lnTo>
                      <a:pt x="0" y="3407"/>
                    </a:lnTo>
                    <a:lnTo>
                      <a:pt x="274" y="3407"/>
                    </a:lnTo>
                    <a:lnTo>
                      <a:pt x="783" y="275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14"/>
              <p:cNvSpPr/>
              <p:nvPr/>
            </p:nvSpPr>
            <p:spPr>
              <a:xfrm>
                <a:off x="4920950" y="3029775"/>
                <a:ext cx="42125" cy="80275"/>
              </a:xfrm>
              <a:custGeom>
                <a:rect b="b" l="l" r="r" t="t"/>
                <a:pathLst>
                  <a:path extrusionOk="0" h="3211" w="1685">
                    <a:moveTo>
                      <a:pt x="510" y="0"/>
                    </a:moveTo>
                    <a:lnTo>
                      <a:pt x="1" y="509"/>
                    </a:lnTo>
                    <a:lnTo>
                      <a:pt x="1449" y="3211"/>
                    </a:lnTo>
                    <a:lnTo>
                      <a:pt x="1684" y="3093"/>
                    </a:lnTo>
                    <a:lnTo>
                      <a:pt x="510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14"/>
              <p:cNvSpPr/>
              <p:nvPr/>
            </p:nvSpPr>
            <p:spPr>
              <a:xfrm>
                <a:off x="4960100" y="3231400"/>
                <a:ext cx="21575" cy="97925"/>
              </a:xfrm>
              <a:custGeom>
                <a:rect b="b" l="l" r="r" t="t"/>
                <a:pathLst>
                  <a:path extrusionOk="0" h="3917" w="863">
                    <a:moveTo>
                      <a:pt x="588" y="1"/>
                    </a:moveTo>
                    <a:lnTo>
                      <a:pt x="1" y="3564"/>
                    </a:lnTo>
                    <a:lnTo>
                      <a:pt x="706" y="3916"/>
                    </a:lnTo>
                    <a:lnTo>
                      <a:pt x="862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14"/>
              <p:cNvSpPr/>
              <p:nvPr/>
            </p:nvSpPr>
            <p:spPr>
              <a:xfrm>
                <a:off x="5008075" y="3222600"/>
                <a:ext cx="47975" cy="93000"/>
              </a:xfrm>
              <a:custGeom>
                <a:rect b="b" l="l" r="r" t="t"/>
                <a:pathLst>
                  <a:path extrusionOk="0" h="3720" w="1919">
                    <a:moveTo>
                      <a:pt x="235" y="0"/>
                    </a:moveTo>
                    <a:lnTo>
                      <a:pt x="0" y="118"/>
                    </a:lnTo>
                    <a:lnTo>
                      <a:pt x="1371" y="3720"/>
                    </a:lnTo>
                    <a:lnTo>
                      <a:pt x="1919" y="3093"/>
                    </a:lnTo>
                    <a:lnTo>
                      <a:pt x="235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p14"/>
              <p:cNvSpPr/>
              <p:nvPr/>
            </p:nvSpPr>
            <p:spPr>
              <a:xfrm>
                <a:off x="5038425" y="3110025"/>
                <a:ext cx="113550" cy="50925"/>
              </a:xfrm>
              <a:custGeom>
                <a:rect b="b" l="l" r="r" t="t"/>
                <a:pathLst>
                  <a:path extrusionOk="0" h="2037" w="4542">
                    <a:moveTo>
                      <a:pt x="3759" y="1"/>
                    </a:moveTo>
                    <a:lnTo>
                      <a:pt x="0" y="1371"/>
                    </a:lnTo>
                    <a:lnTo>
                      <a:pt x="78" y="1723"/>
                    </a:lnTo>
                    <a:lnTo>
                      <a:pt x="118" y="2037"/>
                    </a:lnTo>
                    <a:lnTo>
                      <a:pt x="4150" y="1763"/>
                    </a:lnTo>
                    <a:lnTo>
                      <a:pt x="4542" y="745"/>
                    </a:lnTo>
                    <a:lnTo>
                      <a:pt x="4503" y="745"/>
                    </a:lnTo>
                    <a:lnTo>
                      <a:pt x="3759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14"/>
              <p:cNvSpPr/>
              <p:nvPr/>
            </p:nvSpPr>
            <p:spPr>
              <a:xfrm>
                <a:off x="4819150" y="3168750"/>
                <a:ext cx="110650" cy="51900"/>
              </a:xfrm>
              <a:custGeom>
                <a:rect b="b" l="l" r="r" t="t"/>
                <a:pathLst>
                  <a:path extrusionOk="0" h="2076" w="4426">
                    <a:moveTo>
                      <a:pt x="4347" y="1"/>
                    </a:moveTo>
                    <a:lnTo>
                      <a:pt x="471" y="275"/>
                    </a:lnTo>
                    <a:lnTo>
                      <a:pt x="1" y="1254"/>
                    </a:lnTo>
                    <a:lnTo>
                      <a:pt x="1" y="1293"/>
                    </a:lnTo>
                    <a:lnTo>
                      <a:pt x="666" y="2076"/>
                    </a:lnTo>
                    <a:lnTo>
                      <a:pt x="4425" y="666"/>
                    </a:lnTo>
                    <a:lnTo>
                      <a:pt x="4386" y="353"/>
                    </a:lnTo>
                    <a:lnTo>
                      <a:pt x="4386" y="314"/>
                    </a:lnTo>
                    <a:lnTo>
                      <a:pt x="4347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14"/>
              <p:cNvSpPr/>
              <p:nvPr/>
            </p:nvSpPr>
            <p:spPr>
              <a:xfrm>
                <a:off x="5048200" y="3164850"/>
                <a:ext cx="90075" cy="17625"/>
              </a:xfrm>
              <a:custGeom>
                <a:rect b="b" l="l" r="r" t="t"/>
                <a:pathLst>
                  <a:path extrusionOk="0" h="705" w="3603">
                    <a:moveTo>
                      <a:pt x="1" y="0"/>
                    </a:moveTo>
                    <a:lnTo>
                      <a:pt x="1" y="274"/>
                    </a:lnTo>
                    <a:lnTo>
                      <a:pt x="3290" y="705"/>
                    </a:lnTo>
                    <a:lnTo>
                      <a:pt x="3603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14"/>
              <p:cNvSpPr/>
              <p:nvPr/>
            </p:nvSpPr>
            <p:spPr>
              <a:xfrm>
                <a:off x="5041350" y="3090450"/>
                <a:ext cx="84200" cy="48000"/>
              </a:xfrm>
              <a:custGeom>
                <a:rect b="b" l="l" r="r" t="t"/>
                <a:pathLst>
                  <a:path extrusionOk="0" h="1920" w="3368">
                    <a:moveTo>
                      <a:pt x="2820" y="1"/>
                    </a:moveTo>
                    <a:lnTo>
                      <a:pt x="1" y="1684"/>
                    </a:lnTo>
                    <a:lnTo>
                      <a:pt x="79" y="1919"/>
                    </a:lnTo>
                    <a:lnTo>
                      <a:pt x="3368" y="470"/>
                    </a:lnTo>
                    <a:lnTo>
                      <a:pt x="2820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14"/>
              <p:cNvSpPr/>
              <p:nvPr/>
            </p:nvSpPr>
            <p:spPr>
              <a:xfrm>
                <a:off x="4835800" y="3148200"/>
                <a:ext cx="87150" cy="17650"/>
              </a:xfrm>
              <a:custGeom>
                <a:rect b="b" l="l" r="r" t="t"/>
                <a:pathLst>
                  <a:path extrusionOk="0" h="706" w="3486">
                    <a:moveTo>
                      <a:pt x="353" y="1"/>
                    </a:moveTo>
                    <a:lnTo>
                      <a:pt x="0" y="705"/>
                    </a:lnTo>
                    <a:lnTo>
                      <a:pt x="0" y="705"/>
                    </a:lnTo>
                    <a:lnTo>
                      <a:pt x="3446" y="666"/>
                    </a:lnTo>
                    <a:lnTo>
                      <a:pt x="3485" y="431"/>
                    </a:lnTo>
                    <a:lnTo>
                      <a:pt x="353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14"/>
              <p:cNvSpPr/>
              <p:nvPr/>
            </p:nvSpPr>
            <p:spPr>
              <a:xfrm>
                <a:off x="4842650" y="3191275"/>
                <a:ext cx="85175" cy="50925"/>
              </a:xfrm>
              <a:custGeom>
                <a:rect b="b" l="l" r="r" t="t"/>
                <a:pathLst>
                  <a:path extrusionOk="0" h="2037" w="3407">
                    <a:moveTo>
                      <a:pt x="3329" y="0"/>
                    </a:moveTo>
                    <a:lnTo>
                      <a:pt x="0" y="1488"/>
                    </a:lnTo>
                    <a:lnTo>
                      <a:pt x="509" y="2036"/>
                    </a:lnTo>
                    <a:lnTo>
                      <a:pt x="3407" y="235"/>
                    </a:lnTo>
                    <a:lnTo>
                      <a:pt x="3329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14"/>
              <p:cNvSpPr/>
              <p:nvPr/>
            </p:nvSpPr>
            <p:spPr>
              <a:xfrm>
                <a:off x="5011000" y="3024875"/>
                <a:ext cx="78350" cy="96925"/>
              </a:xfrm>
              <a:custGeom>
                <a:rect b="b" l="l" r="r" t="t"/>
                <a:pathLst>
                  <a:path extrusionOk="0" h="3877" w="3134">
                    <a:moveTo>
                      <a:pt x="1724" y="0"/>
                    </a:moveTo>
                    <a:lnTo>
                      <a:pt x="1" y="3485"/>
                    </a:lnTo>
                    <a:lnTo>
                      <a:pt x="236" y="3681"/>
                    </a:lnTo>
                    <a:lnTo>
                      <a:pt x="275" y="3681"/>
                    </a:lnTo>
                    <a:lnTo>
                      <a:pt x="510" y="3876"/>
                    </a:lnTo>
                    <a:lnTo>
                      <a:pt x="3133" y="901"/>
                    </a:lnTo>
                    <a:lnTo>
                      <a:pt x="2742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14"/>
              <p:cNvSpPr/>
              <p:nvPr/>
            </p:nvSpPr>
            <p:spPr>
              <a:xfrm>
                <a:off x="4873975" y="3209875"/>
                <a:ext cx="84200" cy="106725"/>
              </a:xfrm>
              <a:custGeom>
                <a:rect b="b" l="l" r="r" t="t"/>
                <a:pathLst>
                  <a:path extrusionOk="0" h="4269" w="3368">
                    <a:moveTo>
                      <a:pt x="2819" y="0"/>
                    </a:moveTo>
                    <a:lnTo>
                      <a:pt x="0" y="3172"/>
                    </a:lnTo>
                    <a:lnTo>
                      <a:pt x="314" y="4229"/>
                    </a:lnTo>
                    <a:lnTo>
                      <a:pt x="314" y="4268"/>
                    </a:lnTo>
                    <a:lnTo>
                      <a:pt x="353" y="4229"/>
                    </a:lnTo>
                    <a:lnTo>
                      <a:pt x="1410" y="4268"/>
                    </a:lnTo>
                    <a:lnTo>
                      <a:pt x="3368" y="353"/>
                    </a:lnTo>
                    <a:lnTo>
                      <a:pt x="3094" y="196"/>
                    </a:lnTo>
                    <a:lnTo>
                      <a:pt x="3094" y="157"/>
                    </a:lnTo>
                    <a:lnTo>
                      <a:pt x="2819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14"/>
              <p:cNvSpPr/>
              <p:nvPr/>
            </p:nvSpPr>
            <p:spPr>
              <a:xfrm>
                <a:off x="5030575" y="3057175"/>
                <a:ext cx="70525" cy="67550"/>
              </a:xfrm>
              <a:custGeom>
                <a:rect b="b" l="l" r="r" t="t"/>
                <a:pathLst>
                  <a:path extrusionOk="0" h="2702" w="2821">
                    <a:moveTo>
                      <a:pt x="2546" y="0"/>
                    </a:moveTo>
                    <a:lnTo>
                      <a:pt x="1" y="2506"/>
                    </a:lnTo>
                    <a:lnTo>
                      <a:pt x="197" y="2702"/>
                    </a:lnTo>
                    <a:lnTo>
                      <a:pt x="2820" y="666"/>
                    </a:lnTo>
                    <a:lnTo>
                      <a:pt x="2546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14"/>
              <p:cNvSpPr/>
              <p:nvPr/>
            </p:nvSpPr>
            <p:spPr>
              <a:xfrm>
                <a:off x="5004150" y="3024875"/>
                <a:ext cx="40175" cy="80275"/>
              </a:xfrm>
              <a:custGeom>
                <a:rect b="b" l="l" r="r" t="t"/>
                <a:pathLst>
                  <a:path extrusionOk="0" h="3211" w="1607">
                    <a:moveTo>
                      <a:pt x="1606" y="0"/>
                    </a:moveTo>
                    <a:lnTo>
                      <a:pt x="862" y="39"/>
                    </a:lnTo>
                    <a:lnTo>
                      <a:pt x="1" y="3133"/>
                    </a:lnTo>
                    <a:lnTo>
                      <a:pt x="236" y="3211"/>
                    </a:lnTo>
                    <a:lnTo>
                      <a:pt x="1606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14"/>
              <p:cNvSpPr/>
              <p:nvPr/>
            </p:nvSpPr>
            <p:spPr>
              <a:xfrm>
                <a:off x="4865175" y="3206925"/>
                <a:ext cx="72450" cy="71500"/>
              </a:xfrm>
              <a:custGeom>
                <a:rect b="b" l="l" r="r" t="t"/>
                <a:pathLst>
                  <a:path extrusionOk="0" h="2860" w="2898">
                    <a:moveTo>
                      <a:pt x="2741" y="1"/>
                    </a:moveTo>
                    <a:lnTo>
                      <a:pt x="0" y="2115"/>
                    </a:lnTo>
                    <a:lnTo>
                      <a:pt x="196" y="2859"/>
                    </a:lnTo>
                    <a:lnTo>
                      <a:pt x="2897" y="197"/>
                    </a:lnTo>
                    <a:lnTo>
                      <a:pt x="2741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14"/>
              <p:cNvSpPr/>
              <p:nvPr/>
            </p:nvSpPr>
            <p:spPr>
              <a:xfrm>
                <a:off x="4920950" y="3226500"/>
                <a:ext cx="44075" cy="90100"/>
              </a:xfrm>
              <a:custGeom>
                <a:rect b="b" l="l" r="r" t="t"/>
                <a:pathLst>
                  <a:path extrusionOk="0" h="3604" w="1763">
                    <a:moveTo>
                      <a:pt x="1528" y="1"/>
                    </a:moveTo>
                    <a:lnTo>
                      <a:pt x="1" y="3603"/>
                    </a:lnTo>
                    <a:lnTo>
                      <a:pt x="745" y="3603"/>
                    </a:lnTo>
                    <a:lnTo>
                      <a:pt x="1763" y="118"/>
                    </a:lnTo>
                    <a:lnTo>
                      <a:pt x="1528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14"/>
              <p:cNvSpPr/>
              <p:nvPr/>
            </p:nvSpPr>
            <p:spPr>
              <a:xfrm>
                <a:off x="4851450" y="3064025"/>
                <a:ext cx="93025" cy="76375"/>
              </a:xfrm>
              <a:custGeom>
                <a:rect b="b" l="l" r="r" t="t"/>
                <a:pathLst>
                  <a:path extrusionOk="0" h="3055" w="3721">
                    <a:moveTo>
                      <a:pt x="1058" y="0"/>
                    </a:moveTo>
                    <a:lnTo>
                      <a:pt x="118" y="392"/>
                    </a:lnTo>
                    <a:lnTo>
                      <a:pt x="79" y="392"/>
                    </a:lnTo>
                    <a:lnTo>
                      <a:pt x="79" y="431"/>
                    </a:lnTo>
                    <a:lnTo>
                      <a:pt x="1" y="1449"/>
                    </a:lnTo>
                    <a:lnTo>
                      <a:pt x="3329" y="3054"/>
                    </a:lnTo>
                    <a:lnTo>
                      <a:pt x="3525" y="2780"/>
                    </a:lnTo>
                    <a:lnTo>
                      <a:pt x="3720" y="2506"/>
                    </a:lnTo>
                    <a:lnTo>
                      <a:pt x="1058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14"/>
              <p:cNvSpPr/>
              <p:nvPr/>
            </p:nvSpPr>
            <p:spPr>
              <a:xfrm>
                <a:off x="5026675" y="3190300"/>
                <a:ext cx="100850" cy="85175"/>
              </a:xfrm>
              <a:custGeom>
                <a:rect b="b" l="l" r="r" t="t"/>
                <a:pathLst>
                  <a:path extrusionOk="0" h="3407" w="4034">
                    <a:moveTo>
                      <a:pt x="353" y="0"/>
                    </a:moveTo>
                    <a:lnTo>
                      <a:pt x="196" y="274"/>
                    </a:lnTo>
                    <a:lnTo>
                      <a:pt x="157" y="274"/>
                    </a:lnTo>
                    <a:lnTo>
                      <a:pt x="0" y="548"/>
                    </a:lnTo>
                    <a:lnTo>
                      <a:pt x="3015" y="3407"/>
                    </a:lnTo>
                    <a:lnTo>
                      <a:pt x="4033" y="2937"/>
                    </a:lnTo>
                    <a:lnTo>
                      <a:pt x="4033" y="1762"/>
                    </a:lnTo>
                    <a:lnTo>
                      <a:pt x="353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14"/>
              <p:cNvSpPr/>
              <p:nvPr/>
            </p:nvSpPr>
            <p:spPr>
              <a:xfrm>
                <a:off x="4887675" y="3053250"/>
                <a:ext cx="60725" cy="66600"/>
              </a:xfrm>
              <a:custGeom>
                <a:rect b="b" l="l" r="r" t="t"/>
                <a:pathLst>
                  <a:path extrusionOk="0" h="2664" w="2429">
                    <a:moveTo>
                      <a:pt x="666" y="1"/>
                    </a:moveTo>
                    <a:lnTo>
                      <a:pt x="1" y="275"/>
                    </a:lnTo>
                    <a:lnTo>
                      <a:pt x="2232" y="2663"/>
                    </a:lnTo>
                    <a:lnTo>
                      <a:pt x="2428" y="2507"/>
                    </a:lnTo>
                    <a:lnTo>
                      <a:pt x="666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14"/>
              <p:cNvSpPr/>
              <p:nvPr/>
            </p:nvSpPr>
            <p:spPr>
              <a:xfrm>
                <a:off x="4849500" y="3110025"/>
                <a:ext cx="78325" cy="38200"/>
              </a:xfrm>
              <a:custGeom>
                <a:rect b="b" l="l" r="r" t="t"/>
                <a:pathLst>
                  <a:path extrusionOk="0" h="1528" w="3133">
                    <a:moveTo>
                      <a:pt x="40" y="1"/>
                    </a:moveTo>
                    <a:lnTo>
                      <a:pt x="1" y="745"/>
                    </a:lnTo>
                    <a:lnTo>
                      <a:pt x="3055" y="1528"/>
                    </a:lnTo>
                    <a:lnTo>
                      <a:pt x="3133" y="1293"/>
                    </a:lnTo>
                    <a:lnTo>
                      <a:pt x="40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14"/>
              <p:cNvSpPr/>
              <p:nvPr/>
            </p:nvSpPr>
            <p:spPr>
              <a:xfrm>
                <a:off x="5022750" y="3211825"/>
                <a:ext cx="68550" cy="76375"/>
              </a:xfrm>
              <a:custGeom>
                <a:rect b="b" l="l" r="r" t="t"/>
                <a:pathLst>
                  <a:path extrusionOk="0" h="3055" w="2742">
                    <a:moveTo>
                      <a:pt x="197" y="1"/>
                    </a:moveTo>
                    <a:lnTo>
                      <a:pt x="1" y="196"/>
                    </a:lnTo>
                    <a:lnTo>
                      <a:pt x="2037" y="3055"/>
                    </a:lnTo>
                    <a:lnTo>
                      <a:pt x="2741" y="2741"/>
                    </a:lnTo>
                    <a:lnTo>
                      <a:pt x="197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14"/>
              <p:cNvSpPr/>
              <p:nvPr/>
            </p:nvSpPr>
            <p:spPr>
              <a:xfrm>
                <a:off x="5043300" y="3182450"/>
                <a:ext cx="84225" cy="41150"/>
              </a:xfrm>
              <a:custGeom>
                <a:rect b="b" l="l" r="r" t="t"/>
                <a:pathLst>
                  <a:path extrusionOk="0" h="1646" w="3369">
                    <a:moveTo>
                      <a:pt x="79" y="1"/>
                    </a:moveTo>
                    <a:lnTo>
                      <a:pt x="1" y="236"/>
                    </a:lnTo>
                    <a:lnTo>
                      <a:pt x="3368" y="1645"/>
                    </a:lnTo>
                    <a:lnTo>
                      <a:pt x="3329" y="823"/>
                    </a:lnTo>
                    <a:lnTo>
                      <a:pt x="79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14"/>
              <p:cNvSpPr/>
              <p:nvPr/>
            </p:nvSpPr>
            <p:spPr>
              <a:xfrm>
                <a:off x="4912150" y="3093400"/>
                <a:ext cx="142925" cy="146850"/>
              </a:xfrm>
              <a:custGeom>
                <a:rect b="b" l="l" r="r" t="t"/>
                <a:pathLst>
                  <a:path extrusionOk="0" h="5874" w="5717">
                    <a:moveTo>
                      <a:pt x="2702" y="0"/>
                    </a:moveTo>
                    <a:lnTo>
                      <a:pt x="2389" y="78"/>
                    </a:lnTo>
                    <a:lnTo>
                      <a:pt x="2115" y="157"/>
                    </a:lnTo>
                    <a:lnTo>
                      <a:pt x="1841" y="235"/>
                    </a:lnTo>
                    <a:lnTo>
                      <a:pt x="1606" y="352"/>
                    </a:lnTo>
                    <a:lnTo>
                      <a:pt x="1371" y="509"/>
                    </a:lnTo>
                    <a:lnTo>
                      <a:pt x="1136" y="705"/>
                    </a:lnTo>
                    <a:lnTo>
                      <a:pt x="940" y="861"/>
                    </a:lnTo>
                    <a:lnTo>
                      <a:pt x="744" y="1096"/>
                    </a:lnTo>
                    <a:lnTo>
                      <a:pt x="588" y="1292"/>
                    </a:lnTo>
                    <a:lnTo>
                      <a:pt x="431" y="1527"/>
                    </a:lnTo>
                    <a:lnTo>
                      <a:pt x="274" y="1801"/>
                    </a:lnTo>
                    <a:lnTo>
                      <a:pt x="196" y="2075"/>
                    </a:lnTo>
                    <a:lnTo>
                      <a:pt x="118" y="2349"/>
                    </a:lnTo>
                    <a:lnTo>
                      <a:pt x="40" y="2623"/>
                    </a:lnTo>
                    <a:lnTo>
                      <a:pt x="0" y="2897"/>
                    </a:lnTo>
                    <a:lnTo>
                      <a:pt x="0" y="3171"/>
                    </a:lnTo>
                    <a:lnTo>
                      <a:pt x="40" y="3485"/>
                    </a:lnTo>
                    <a:lnTo>
                      <a:pt x="79" y="3759"/>
                    </a:lnTo>
                    <a:lnTo>
                      <a:pt x="157" y="4072"/>
                    </a:lnTo>
                    <a:lnTo>
                      <a:pt x="274" y="4346"/>
                    </a:lnTo>
                    <a:lnTo>
                      <a:pt x="392" y="4581"/>
                    </a:lnTo>
                    <a:lnTo>
                      <a:pt x="549" y="4816"/>
                    </a:lnTo>
                    <a:lnTo>
                      <a:pt x="744" y="5012"/>
                    </a:lnTo>
                    <a:lnTo>
                      <a:pt x="940" y="5207"/>
                    </a:lnTo>
                    <a:lnTo>
                      <a:pt x="1136" y="5403"/>
                    </a:lnTo>
                    <a:lnTo>
                      <a:pt x="1371" y="5521"/>
                    </a:lnTo>
                    <a:lnTo>
                      <a:pt x="1645" y="5638"/>
                    </a:lnTo>
                    <a:lnTo>
                      <a:pt x="1880" y="5756"/>
                    </a:lnTo>
                    <a:lnTo>
                      <a:pt x="2154" y="5834"/>
                    </a:lnTo>
                    <a:lnTo>
                      <a:pt x="2428" y="5873"/>
                    </a:lnTo>
                    <a:lnTo>
                      <a:pt x="3015" y="5873"/>
                    </a:lnTo>
                    <a:lnTo>
                      <a:pt x="3289" y="5834"/>
                    </a:lnTo>
                    <a:lnTo>
                      <a:pt x="3603" y="5756"/>
                    </a:lnTo>
                    <a:lnTo>
                      <a:pt x="3877" y="5638"/>
                    </a:lnTo>
                    <a:lnTo>
                      <a:pt x="4151" y="5521"/>
                    </a:lnTo>
                    <a:lnTo>
                      <a:pt x="4386" y="5364"/>
                    </a:lnTo>
                    <a:lnTo>
                      <a:pt x="4621" y="5168"/>
                    </a:lnTo>
                    <a:lnTo>
                      <a:pt x="4816" y="4973"/>
                    </a:lnTo>
                    <a:lnTo>
                      <a:pt x="5012" y="4738"/>
                    </a:lnTo>
                    <a:lnTo>
                      <a:pt x="5208" y="4503"/>
                    </a:lnTo>
                    <a:lnTo>
                      <a:pt x="5325" y="4268"/>
                    </a:lnTo>
                    <a:lnTo>
                      <a:pt x="5482" y="3994"/>
                    </a:lnTo>
                    <a:lnTo>
                      <a:pt x="5560" y="3720"/>
                    </a:lnTo>
                    <a:lnTo>
                      <a:pt x="5638" y="3446"/>
                    </a:lnTo>
                    <a:lnTo>
                      <a:pt x="5678" y="3171"/>
                    </a:lnTo>
                    <a:lnTo>
                      <a:pt x="5717" y="2858"/>
                    </a:lnTo>
                    <a:lnTo>
                      <a:pt x="5717" y="2545"/>
                    </a:lnTo>
                    <a:lnTo>
                      <a:pt x="5678" y="2271"/>
                    </a:lnTo>
                    <a:lnTo>
                      <a:pt x="5599" y="1958"/>
                    </a:lnTo>
                    <a:lnTo>
                      <a:pt x="5521" y="1723"/>
                    </a:lnTo>
                    <a:lnTo>
                      <a:pt x="5404" y="1449"/>
                    </a:lnTo>
                    <a:lnTo>
                      <a:pt x="5247" y="1214"/>
                    </a:lnTo>
                    <a:lnTo>
                      <a:pt x="5090" y="979"/>
                    </a:lnTo>
                    <a:lnTo>
                      <a:pt x="4895" y="783"/>
                    </a:lnTo>
                    <a:lnTo>
                      <a:pt x="4699" y="626"/>
                    </a:lnTo>
                    <a:lnTo>
                      <a:pt x="4503" y="470"/>
                    </a:lnTo>
                    <a:lnTo>
                      <a:pt x="4268" y="313"/>
                    </a:lnTo>
                    <a:lnTo>
                      <a:pt x="4033" y="196"/>
                    </a:lnTo>
                    <a:lnTo>
                      <a:pt x="3759" y="117"/>
                    </a:lnTo>
                    <a:lnTo>
                      <a:pt x="3524" y="39"/>
                    </a:lnTo>
                    <a:lnTo>
                      <a:pt x="3250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14"/>
              <p:cNvSpPr/>
              <p:nvPr/>
            </p:nvSpPr>
            <p:spPr>
              <a:xfrm>
                <a:off x="5705975" y="2708700"/>
                <a:ext cx="81275" cy="489450"/>
              </a:xfrm>
              <a:custGeom>
                <a:rect b="b" l="l" r="r" t="t"/>
                <a:pathLst>
                  <a:path extrusionOk="0" h="19578" w="3251">
                    <a:moveTo>
                      <a:pt x="2742" y="1"/>
                    </a:moveTo>
                    <a:lnTo>
                      <a:pt x="118" y="588"/>
                    </a:lnTo>
                    <a:lnTo>
                      <a:pt x="79" y="1214"/>
                    </a:lnTo>
                    <a:lnTo>
                      <a:pt x="1" y="2937"/>
                    </a:lnTo>
                    <a:lnTo>
                      <a:pt x="1" y="5521"/>
                    </a:lnTo>
                    <a:lnTo>
                      <a:pt x="1" y="7127"/>
                    </a:lnTo>
                    <a:lnTo>
                      <a:pt x="40" y="8810"/>
                    </a:lnTo>
                    <a:lnTo>
                      <a:pt x="158" y="11786"/>
                    </a:lnTo>
                    <a:lnTo>
                      <a:pt x="236" y="13352"/>
                    </a:lnTo>
                    <a:lnTo>
                      <a:pt x="392" y="14879"/>
                    </a:lnTo>
                    <a:lnTo>
                      <a:pt x="588" y="16915"/>
                    </a:lnTo>
                    <a:lnTo>
                      <a:pt x="784" y="18403"/>
                    </a:lnTo>
                    <a:lnTo>
                      <a:pt x="941" y="19577"/>
                    </a:lnTo>
                    <a:lnTo>
                      <a:pt x="3251" y="19029"/>
                    </a:lnTo>
                    <a:lnTo>
                      <a:pt x="3055" y="17698"/>
                    </a:lnTo>
                    <a:lnTo>
                      <a:pt x="2859" y="16054"/>
                    </a:lnTo>
                    <a:lnTo>
                      <a:pt x="2702" y="13861"/>
                    </a:lnTo>
                    <a:lnTo>
                      <a:pt x="2546" y="11120"/>
                    </a:lnTo>
                    <a:lnTo>
                      <a:pt x="2507" y="9554"/>
                    </a:lnTo>
                    <a:lnTo>
                      <a:pt x="2468" y="7871"/>
                    </a:lnTo>
                    <a:lnTo>
                      <a:pt x="2507" y="6069"/>
                    </a:lnTo>
                    <a:lnTo>
                      <a:pt x="2546" y="4151"/>
                    </a:lnTo>
                    <a:lnTo>
                      <a:pt x="2624" y="2115"/>
                    </a:lnTo>
                    <a:lnTo>
                      <a:pt x="2742" y="1"/>
                    </a:lnTo>
                    <a:close/>
                  </a:path>
                </a:pathLst>
              </a:custGeom>
              <a:solidFill>
                <a:srgbClr val="004E8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14"/>
              <p:cNvSpPr/>
              <p:nvPr/>
            </p:nvSpPr>
            <p:spPr>
              <a:xfrm>
                <a:off x="5729475" y="3184425"/>
                <a:ext cx="96925" cy="356325"/>
              </a:xfrm>
              <a:custGeom>
                <a:rect b="b" l="l" r="r" t="t"/>
                <a:pathLst>
                  <a:path extrusionOk="0" h="14253" w="3877">
                    <a:moveTo>
                      <a:pt x="2311" y="0"/>
                    </a:moveTo>
                    <a:lnTo>
                      <a:pt x="1" y="548"/>
                    </a:lnTo>
                    <a:lnTo>
                      <a:pt x="118" y="1292"/>
                    </a:lnTo>
                    <a:lnTo>
                      <a:pt x="549" y="3524"/>
                    </a:lnTo>
                    <a:lnTo>
                      <a:pt x="1371" y="7439"/>
                    </a:lnTo>
                    <a:lnTo>
                      <a:pt x="1958" y="10024"/>
                    </a:lnTo>
                    <a:lnTo>
                      <a:pt x="2663" y="13078"/>
                    </a:lnTo>
                    <a:lnTo>
                      <a:pt x="2702" y="13195"/>
                    </a:lnTo>
                    <a:lnTo>
                      <a:pt x="2663" y="13313"/>
                    </a:lnTo>
                    <a:lnTo>
                      <a:pt x="2624" y="13508"/>
                    </a:lnTo>
                    <a:lnTo>
                      <a:pt x="2546" y="13704"/>
                    </a:lnTo>
                    <a:lnTo>
                      <a:pt x="2428" y="13900"/>
                    </a:lnTo>
                    <a:lnTo>
                      <a:pt x="2193" y="14096"/>
                    </a:lnTo>
                    <a:lnTo>
                      <a:pt x="1880" y="14252"/>
                    </a:lnTo>
                    <a:lnTo>
                      <a:pt x="1880" y="14252"/>
                    </a:lnTo>
                    <a:lnTo>
                      <a:pt x="2193" y="14135"/>
                    </a:lnTo>
                    <a:lnTo>
                      <a:pt x="2506" y="13939"/>
                    </a:lnTo>
                    <a:lnTo>
                      <a:pt x="2859" y="13704"/>
                    </a:lnTo>
                    <a:lnTo>
                      <a:pt x="3055" y="13508"/>
                    </a:lnTo>
                    <a:lnTo>
                      <a:pt x="3250" y="13313"/>
                    </a:lnTo>
                    <a:lnTo>
                      <a:pt x="3407" y="13078"/>
                    </a:lnTo>
                    <a:lnTo>
                      <a:pt x="3564" y="12804"/>
                    </a:lnTo>
                    <a:lnTo>
                      <a:pt x="3681" y="12490"/>
                    </a:lnTo>
                    <a:lnTo>
                      <a:pt x="3798" y="12138"/>
                    </a:lnTo>
                    <a:lnTo>
                      <a:pt x="3877" y="11746"/>
                    </a:lnTo>
                    <a:lnTo>
                      <a:pt x="3877" y="11355"/>
                    </a:lnTo>
                    <a:lnTo>
                      <a:pt x="3877" y="10846"/>
                    </a:lnTo>
                    <a:lnTo>
                      <a:pt x="3838" y="10298"/>
                    </a:lnTo>
                    <a:lnTo>
                      <a:pt x="3720" y="8966"/>
                    </a:lnTo>
                    <a:lnTo>
                      <a:pt x="3485" y="7479"/>
                    </a:lnTo>
                    <a:lnTo>
                      <a:pt x="3250" y="5912"/>
                    </a:lnTo>
                    <a:lnTo>
                      <a:pt x="2702" y="2702"/>
                    </a:lnTo>
                    <a:lnTo>
                      <a:pt x="2467" y="1253"/>
                    </a:lnTo>
                    <a:lnTo>
                      <a:pt x="2311" y="0"/>
                    </a:lnTo>
                    <a:close/>
                  </a:path>
                </a:pathLst>
              </a:custGeom>
              <a:solidFill>
                <a:srgbClr val="96263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14"/>
              <p:cNvSpPr/>
              <p:nvPr/>
            </p:nvSpPr>
            <p:spPr>
              <a:xfrm>
                <a:off x="5729475" y="3118850"/>
                <a:ext cx="705775" cy="79300"/>
              </a:xfrm>
              <a:custGeom>
                <a:rect b="b" l="l" r="r" t="t"/>
                <a:pathLst>
                  <a:path extrusionOk="0" h="3172" w="28231">
                    <a:moveTo>
                      <a:pt x="21104" y="0"/>
                    </a:moveTo>
                    <a:lnTo>
                      <a:pt x="19342" y="39"/>
                    </a:lnTo>
                    <a:lnTo>
                      <a:pt x="17541" y="117"/>
                    </a:lnTo>
                    <a:lnTo>
                      <a:pt x="15779" y="235"/>
                    </a:lnTo>
                    <a:lnTo>
                      <a:pt x="13978" y="392"/>
                    </a:lnTo>
                    <a:lnTo>
                      <a:pt x="12216" y="587"/>
                    </a:lnTo>
                    <a:lnTo>
                      <a:pt x="10455" y="861"/>
                    </a:lnTo>
                    <a:lnTo>
                      <a:pt x="8693" y="1135"/>
                    </a:lnTo>
                    <a:lnTo>
                      <a:pt x="6931" y="1488"/>
                    </a:lnTo>
                    <a:lnTo>
                      <a:pt x="5169" y="1840"/>
                    </a:lnTo>
                    <a:lnTo>
                      <a:pt x="3446" y="2232"/>
                    </a:lnTo>
                    <a:lnTo>
                      <a:pt x="1723" y="2702"/>
                    </a:lnTo>
                    <a:lnTo>
                      <a:pt x="1" y="3171"/>
                    </a:lnTo>
                    <a:lnTo>
                      <a:pt x="1723" y="2780"/>
                    </a:lnTo>
                    <a:lnTo>
                      <a:pt x="3485" y="2388"/>
                    </a:lnTo>
                    <a:lnTo>
                      <a:pt x="5208" y="2036"/>
                    </a:lnTo>
                    <a:lnTo>
                      <a:pt x="6970" y="1723"/>
                    </a:lnTo>
                    <a:lnTo>
                      <a:pt x="8732" y="1410"/>
                    </a:lnTo>
                    <a:lnTo>
                      <a:pt x="10494" y="1135"/>
                    </a:lnTo>
                    <a:lnTo>
                      <a:pt x="12256" y="901"/>
                    </a:lnTo>
                    <a:lnTo>
                      <a:pt x="13117" y="783"/>
                    </a:lnTo>
                    <a:lnTo>
                      <a:pt x="14018" y="705"/>
                    </a:lnTo>
                    <a:lnTo>
                      <a:pt x="15779" y="509"/>
                    </a:lnTo>
                    <a:lnTo>
                      <a:pt x="17541" y="392"/>
                    </a:lnTo>
                    <a:lnTo>
                      <a:pt x="19342" y="313"/>
                    </a:lnTo>
                    <a:lnTo>
                      <a:pt x="21104" y="235"/>
                    </a:lnTo>
                    <a:lnTo>
                      <a:pt x="24667" y="235"/>
                    </a:lnTo>
                    <a:lnTo>
                      <a:pt x="26468" y="274"/>
                    </a:lnTo>
                    <a:lnTo>
                      <a:pt x="28230" y="352"/>
                    </a:lnTo>
                    <a:lnTo>
                      <a:pt x="26468" y="196"/>
                    </a:lnTo>
                    <a:lnTo>
                      <a:pt x="24667" y="78"/>
                    </a:lnTo>
                    <a:lnTo>
                      <a:pt x="22905" y="39"/>
                    </a:lnTo>
                    <a:lnTo>
                      <a:pt x="21104" y="0"/>
                    </a:lnTo>
                    <a:close/>
                  </a:path>
                </a:pathLst>
              </a:custGeom>
              <a:solidFill>
                <a:srgbClr val="004E8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14"/>
              <p:cNvSpPr/>
              <p:nvPr/>
            </p:nvSpPr>
            <p:spPr>
              <a:xfrm>
                <a:off x="5703050" y="2693050"/>
                <a:ext cx="11775" cy="384700"/>
              </a:xfrm>
              <a:custGeom>
                <a:rect b="b" l="l" r="r" t="t"/>
                <a:pathLst>
                  <a:path extrusionOk="0" h="15388" w="471">
                    <a:moveTo>
                      <a:pt x="314" y="0"/>
                    </a:moveTo>
                    <a:lnTo>
                      <a:pt x="157" y="1919"/>
                    </a:lnTo>
                    <a:lnTo>
                      <a:pt x="40" y="3837"/>
                    </a:lnTo>
                    <a:lnTo>
                      <a:pt x="0" y="5756"/>
                    </a:lnTo>
                    <a:lnTo>
                      <a:pt x="0" y="7674"/>
                    </a:lnTo>
                    <a:lnTo>
                      <a:pt x="40" y="9593"/>
                    </a:lnTo>
                    <a:lnTo>
                      <a:pt x="79" y="10572"/>
                    </a:lnTo>
                    <a:lnTo>
                      <a:pt x="118" y="11551"/>
                    </a:lnTo>
                    <a:lnTo>
                      <a:pt x="275" y="13469"/>
                    </a:lnTo>
                    <a:lnTo>
                      <a:pt x="470" y="15388"/>
                    </a:lnTo>
                    <a:lnTo>
                      <a:pt x="431" y="13469"/>
                    </a:lnTo>
                    <a:lnTo>
                      <a:pt x="392" y="12490"/>
                    </a:lnTo>
                    <a:lnTo>
                      <a:pt x="353" y="11511"/>
                    </a:lnTo>
                    <a:lnTo>
                      <a:pt x="314" y="7674"/>
                    </a:lnTo>
                    <a:lnTo>
                      <a:pt x="314" y="3837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004E8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14"/>
              <p:cNvSpPr/>
              <p:nvPr/>
            </p:nvSpPr>
            <p:spPr>
              <a:xfrm>
                <a:off x="4861250" y="3123725"/>
                <a:ext cx="467900" cy="602025"/>
              </a:xfrm>
              <a:custGeom>
                <a:rect b="b" l="l" r="r" t="t"/>
                <a:pathLst>
                  <a:path extrusionOk="0" h="24081" w="18716">
                    <a:moveTo>
                      <a:pt x="18559" y="1"/>
                    </a:moveTo>
                    <a:lnTo>
                      <a:pt x="16132" y="2937"/>
                    </a:lnTo>
                    <a:lnTo>
                      <a:pt x="13743" y="5913"/>
                    </a:lnTo>
                    <a:lnTo>
                      <a:pt x="11355" y="8849"/>
                    </a:lnTo>
                    <a:lnTo>
                      <a:pt x="9006" y="11864"/>
                    </a:lnTo>
                    <a:lnTo>
                      <a:pt x="6696" y="14879"/>
                    </a:lnTo>
                    <a:lnTo>
                      <a:pt x="4425" y="17894"/>
                    </a:lnTo>
                    <a:lnTo>
                      <a:pt x="2154" y="20987"/>
                    </a:lnTo>
                    <a:lnTo>
                      <a:pt x="1058" y="22514"/>
                    </a:lnTo>
                    <a:lnTo>
                      <a:pt x="0" y="24080"/>
                    </a:lnTo>
                    <a:lnTo>
                      <a:pt x="1097" y="22553"/>
                    </a:lnTo>
                    <a:lnTo>
                      <a:pt x="2271" y="21026"/>
                    </a:lnTo>
                    <a:lnTo>
                      <a:pt x="4581" y="18011"/>
                    </a:lnTo>
                    <a:lnTo>
                      <a:pt x="6931" y="15036"/>
                    </a:lnTo>
                    <a:lnTo>
                      <a:pt x="9280" y="12060"/>
                    </a:lnTo>
                    <a:lnTo>
                      <a:pt x="11629" y="9084"/>
                    </a:lnTo>
                    <a:lnTo>
                      <a:pt x="13978" y="6109"/>
                    </a:lnTo>
                    <a:lnTo>
                      <a:pt x="18716" y="157"/>
                    </a:lnTo>
                    <a:lnTo>
                      <a:pt x="18559" y="1"/>
                    </a:lnTo>
                    <a:close/>
                  </a:path>
                </a:pathLst>
              </a:custGeom>
              <a:solidFill>
                <a:srgbClr val="AE01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14"/>
              <p:cNvSpPr/>
              <p:nvPr/>
            </p:nvSpPr>
            <p:spPr>
              <a:xfrm>
                <a:off x="4762375" y="2815400"/>
                <a:ext cx="940700" cy="314225"/>
              </a:xfrm>
              <a:custGeom>
                <a:rect b="b" l="l" r="r" t="t"/>
                <a:pathLst>
                  <a:path extrusionOk="0" h="12569" w="37628">
                    <a:moveTo>
                      <a:pt x="1" y="0"/>
                    </a:moveTo>
                    <a:lnTo>
                      <a:pt x="2781" y="1606"/>
                    </a:lnTo>
                    <a:lnTo>
                      <a:pt x="5600" y="3172"/>
                    </a:lnTo>
                    <a:lnTo>
                      <a:pt x="11238" y="6304"/>
                    </a:lnTo>
                    <a:lnTo>
                      <a:pt x="16876" y="9436"/>
                    </a:lnTo>
                    <a:lnTo>
                      <a:pt x="22514" y="12530"/>
                    </a:lnTo>
                    <a:lnTo>
                      <a:pt x="22592" y="12569"/>
                    </a:lnTo>
                    <a:lnTo>
                      <a:pt x="22671" y="12530"/>
                    </a:lnTo>
                    <a:lnTo>
                      <a:pt x="23571" y="12138"/>
                    </a:lnTo>
                    <a:lnTo>
                      <a:pt x="24511" y="11786"/>
                    </a:lnTo>
                    <a:lnTo>
                      <a:pt x="25451" y="11433"/>
                    </a:lnTo>
                    <a:lnTo>
                      <a:pt x="26390" y="11120"/>
                    </a:lnTo>
                    <a:lnTo>
                      <a:pt x="27330" y="10846"/>
                    </a:lnTo>
                    <a:lnTo>
                      <a:pt x="28309" y="10572"/>
                    </a:lnTo>
                    <a:lnTo>
                      <a:pt x="29249" y="10337"/>
                    </a:lnTo>
                    <a:lnTo>
                      <a:pt x="30227" y="10141"/>
                    </a:lnTo>
                    <a:lnTo>
                      <a:pt x="31245" y="9945"/>
                    </a:lnTo>
                    <a:lnTo>
                      <a:pt x="32224" y="9828"/>
                    </a:lnTo>
                    <a:lnTo>
                      <a:pt x="33203" y="9750"/>
                    </a:lnTo>
                    <a:lnTo>
                      <a:pt x="34691" y="9750"/>
                    </a:lnTo>
                    <a:lnTo>
                      <a:pt x="35200" y="9789"/>
                    </a:lnTo>
                    <a:lnTo>
                      <a:pt x="35709" y="9828"/>
                    </a:lnTo>
                    <a:lnTo>
                      <a:pt x="36179" y="9906"/>
                    </a:lnTo>
                    <a:lnTo>
                      <a:pt x="36688" y="10024"/>
                    </a:lnTo>
                    <a:lnTo>
                      <a:pt x="37158" y="10141"/>
                    </a:lnTo>
                    <a:lnTo>
                      <a:pt x="37627" y="10298"/>
                    </a:lnTo>
                    <a:lnTo>
                      <a:pt x="37158" y="10102"/>
                    </a:lnTo>
                    <a:lnTo>
                      <a:pt x="36688" y="9985"/>
                    </a:lnTo>
                    <a:lnTo>
                      <a:pt x="36218" y="9867"/>
                    </a:lnTo>
                    <a:lnTo>
                      <a:pt x="35709" y="9750"/>
                    </a:lnTo>
                    <a:lnTo>
                      <a:pt x="35200" y="9671"/>
                    </a:lnTo>
                    <a:lnTo>
                      <a:pt x="34730" y="9632"/>
                    </a:lnTo>
                    <a:lnTo>
                      <a:pt x="33203" y="9632"/>
                    </a:lnTo>
                    <a:lnTo>
                      <a:pt x="32185" y="9671"/>
                    </a:lnTo>
                    <a:lnTo>
                      <a:pt x="31206" y="9789"/>
                    </a:lnTo>
                    <a:lnTo>
                      <a:pt x="30188" y="9945"/>
                    </a:lnTo>
                    <a:lnTo>
                      <a:pt x="29209" y="10141"/>
                    </a:lnTo>
                    <a:lnTo>
                      <a:pt x="28231" y="10337"/>
                    </a:lnTo>
                    <a:lnTo>
                      <a:pt x="27252" y="10611"/>
                    </a:lnTo>
                    <a:lnTo>
                      <a:pt x="26312" y="10885"/>
                    </a:lnTo>
                    <a:lnTo>
                      <a:pt x="25333" y="11198"/>
                    </a:lnTo>
                    <a:lnTo>
                      <a:pt x="24394" y="11512"/>
                    </a:lnTo>
                    <a:lnTo>
                      <a:pt x="23454" y="11903"/>
                    </a:lnTo>
                    <a:lnTo>
                      <a:pt x="22619" y="12266"/>
                    </a:lnTo>
                    <a:lnTo>
                      <a:pt x="22619" y="12266"/>
                    </a:lnTo>
                    <a:lnTo>
                      <a:pt x="17033" y="9162"/>
                    </a:lnTo>
                    <a:lnTo>
                      <a:pt x="11355" y="6069"/>
                    </a:lnTo>
                    <a:lnTo>
                      <a:pt x="5678" y="3015"/>
                    </a:lnTo>
                    <a:lnTo>
                      <a:pt x="2820" y="148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4E8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14"/>
              <p:cNvSpPr/>
              <p:nvPr/>
            </p:nvSpPr>
            <p:spPr>
              <a:xfrm>
                <a:off x="5549375" y="3213775"/>
                <a:ext cx="249625" cy="458125"/>
              </a:xfrm>
              <a:custGeom>
                <a:rect b="b" l="l" r="r" t="t"/>
                <a:pathLst>
                  <a:path extrusionOk="0" h="18325" w="9985">
                    <a:moveTo>
                      <a:pt x="7165" y="1"/>
                    </a:moveTo>
                    <a:lnTo>
                      <a:pt x="7792" y="3055"/>
                    </a:lnTo>
                    <a:lnTo>
                      <a:pt x="8457" y="6070"/>
                    </a:lnTo>
                    <a:lnTo>
                      <a:pt x="9123" y="9124"/>
                    </a:lnTo>
                    <a:lnTo>
                      <a:pt x="9436" y="10651"/>
                    </a:lnTo>
                    <a:lnTo>
                      <a:pt x="9593" y="11395"/>
                    </a:lnTo>
                    <a:lnTo>
                      <a:pt x="9671" y="11786"/>
                    </a:lnTo>
                    <a:lnTo>
                      <a:pt x="9671" y="12139"/>
                    </a:lnTo>
                    <a:lnTo>
                      <a:pt x="9632" y="12295"/>
                    </a:lnTo>
                    <a:lnTo>
                      <a:pt x="9593" y="12452"/>
                    </a:lnTo>
                    <a:lnTo>
                      <a:pt x="9515" y="12569"/>
                    </a:lnTo>
                    <a:lnTo>
                      <a:pt x="9397" y="12687"/>
                    </a:lnTo>
                    <a:lnTo>
                      <a:pt x="9084" y="12882"/>
                    </a:lnTo>
                    <a:lnTo>
                      <a:pt x="8771" y="13039"/>
                    </a:lnTo>
                    <a:lnTo>
                      <a:pt x="8027" y="13313"/>
                    </a:lnTo>
                    <a:lnTo>
                      <a:pt x="7283" y="13509"/>
                    </a:lnTo>
                    <a:lnTo>
                      <a:pt x="5795" y="13900"/>
                    </a:lnTo>
                    <a:lnTo>
                      <a:pt x="5051" y="14096"/>
                    </a:lnTo>
                    <a:lnTo>
                      <a:pt x="4307" y="14370"/>
                    </a:lnTo>
                    <a:lnTo>
                      <a:pt x="3563" y="14644"/>
                    </a:lnTo>
                    <a:lnTo>
                      <a:pt x="2859" y="14958"/>
                    </a:lnTo>
                    <a:lnTo>
                      <a:pt x="2154" y="15310"/>
                    </a:lnTo>
                    <a:lnTo>
                      <a:pt x="1488" y="15741"/>
                    </a:lnTo>
                    <a:lnTo>
                      <a:pt x="1175" y="15976"/>
                    </a:lnTo>
                    <a:lnTo>
                      <a:pt x="862" y="16210"/>
                    </a:lnTo>
                    <a:lnTo>
                      <a:pt x="588" y="16524"/>
                    </a:lnTo>
                    <a:lnTo>
                      <a:pt x="353" y="16837"/>
                    </a:lnTo>
                    <a:lnTo>
                      <a:pt x="157" y="17150"/>
                    </a:lnTo>
                    <a:lnTo>
                      <a:pt x="39" y="17542"/>
                    </a:lnTo>
                    <a:lnTo>
                      <a:pt x="0" y="17737"/>
                    </a:lnTo>
                    <a:lnTo>
                      <a:pt x="0" y="17933"/>
                    </a:lnTo>
                    <a:lnTo>
                      <a:pt x="79" y="18325"/>
                    </a:lnTo>
                    <a:lnTo>
                      <a:pt x="39" y="17933"/>
                    </a:lnTo>
                    <a:lnTo>
                      <a:pt x="39" y="17737"/>
                    </a:lnTo>
                    <a:lnTo>
                      <a:pt x="79" y="17542"/>
                    </a:lnTo>
                    <a:lnTo>
                      <a:pt x="235" y="17189"/>
                    </a:lnTo>
                    <a:lnTo>
                      <a:pt x="431" y="16876"/>
                    </a:lnTo>
                    <a:lnTo>
                      <a:pt x="666" y="16563"/>
                    </a:lnTo>
                    <a:lnTo>
                      <a:pt x="979" y="16328"/>
                    </a:lnTo>
                    <a:lnTo>
                      <a:pt x="1253" y="16093"/>
                    </a:lnTo>
                    <a:lnTo>
                      <a:pt x="1566" y="15858"/>
                    </a:lnTo>
                    <a:lnTo>
                      <a:pt x="2232" y="15467"/>
                    </a:lnTo>
                    <a:lnTo>
                      <a:pt x="2937" y="15153"/>
                    </a:lnTo>
                    <a:lnTo>
                      <a:pt x="3642" y="14840"/>
                    </a:lnTo>
                    <a:lnTo>
                      <a:pt x="4386" y="14605"/>
                    </a:lnTo>
                    <a:lnTo>
                      <a:pt x="5873" y="14135"/>
                    </a:lnTo>
                    <a:lnTo>
                      <a:pt x="7361" y="13783"/>
                    </a:lnTo>
                    <a:lnTo>
                      <a:pt x="8144" y="13587"/>
                    </a:lnTo>
                    <a:lnTo>
                      <a:pt x="8888" y="13313"/>
                    </a:lnTo>
                    <a:lnTo>
                      <a:pt x="9241" y="13157"/>
                    </a:lnTo>
                    <a:lnTo>
                      <a:pt x="9436" y="13039"/>
                    </a:lnTo>
                    <a:lnTo>
                      <a:pt x="9593" y="12922"/>
                    </a:lnTo>
                    <a:lnTo>
                      <a:pt x="9750" y="12765"/>
                    </a:lnTo>
                    <a:lnTo>
                      <a:pt x="9867" y="12569"/>
                    </a:lnTo>
                    <a:lnTo>
                      <a:pt x="9906" y="12491"/>
                    </a:lnTo>
                    <a:lnTo>
                      <a:pt x="9945" y="12373"/>
                    </a:lnTo>
                    <a:lnTo>
                      <a:pt x="9984" y="12139"/>
                    </a:lnTo>
                    <a:lnTo>
                      <a:pt x="9945" y="11747"/>
                    </a:lnTo>
                    <a:lnTo>
                      <a:pt x="9906" y="11355"/>
                    </a:lnTo>
                    <a:lnTo>
                      <a:pt x="9750" y="10572"/>
                    </a:lnTo>
                    <a:lnTo>
                      <a:pt x="9397" y="9045"/>
                    </a:lnTo>
                    <a:lnTo>
                      <a:pt x="8692" y="6031"/>
                    </a:lnTo>
                    <a:lnTo>
                      <a:pt x="7949" y="3016"/>
                    </a:lnTo>
                    <a:lnTo>
                      <a:pt x="7165" y="1"/>
                    </a:lnTo>
                    <a:close/>
                  </a:path>
                </a:pathLst>
              </a:custGeom>
              <a:solidFill>
                <a:srgbClr val="96263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14"/>
              <p:cNvSpPr/>
              <p:nvPr/>
            </p:nvSpPr>
            <p:spPr>
              <a:xfrm>
                <a:off x="5553275" y="3454575"/>
                <a:ext cx="242800" cy="56800"/>
              </a:xfrm>
              <a:custGeom>
                <a:rect b="b" l="l" r="r" t="t"/>
                <a:pathLst>
                  <a:path extrusionOk="0" h="2272" w="9712">
                    <a:moveTo>
                      <a:pt x="3172" y="1"/>
                    </a:moveTo>
                    <a:lnTo>
                      <a:pt x="2507" y="40"/>
                    </a:lnTo>
                    <a:lnTo>
                      <a:pt x="1880" y="118"/>
                    </a:lnTo>
                    <a:lnTo>
                      <a:pt x="1254" y="236"/>
                    </a:lnTo>
                    <a:lnTo>
                      <a:pt x="627" y="353"/>
                    </a:lnTo>
                    <a:lnTo>
                      <a:pt x="1" y="549"/>
                    </a:lnTo>
                    <a:lnTo>
                      <a:pt x="627" y="431"/>
                    </a:lnTo>
                    <a:lnTo>
                      <a:pt x="1254" y="392"/>
                    </a:lnTo>
                    <a:lnTo>
                      <a:pt x="2546" y="314"/>
                    </a:lnTo>
                    <a:lnTo>
                      <a:pt x="3172" y="275"/>
                    </a:lnTo>
                    <a:lnTo>
                      <a:pt x="3799" y="314"/>
                    </a:lnTo>
                    <a:lnTo>
                      <a:pt x="4425" y="353"/>
                    </a:lnTo>
                    <a:lnTo>
                      <a:pt x="5052" y="431"/>
                    </a:lnTo>
                    <a:lnTo>
                      <a:pt x="5678" y="510"/>
                    </a:lnTo>
                    <a:lnTo>
                      <a:pt x="6305" y="666"/>
                    </a:lnTo>
                    <a:lnTo>
                      <a:pt x="6892" y="823"/>
                    </a:lnTo>
                    <a:lnTo>
                      <a:pt x="7518" y="1019"/>
                    </a:lnTo>
                    <a:lnTo>
                      <a:pt x="8067" y="1293"/>
                    </a:lnTo>
                    <a:lnTo>
                      <a:pt x="8654" y="1567"/>
                    </a:lnTo>
                    <a:lnTo>
                      <a:pt x="9202" y="1880"/>
                    </a:lnTo>
                    <a:lnTo>
                      <a:pt x="9711" y="2272"/>
                    </a:lnTo>
                    <a:lnTo>
                      <a:pt x="9476" y="2037"/>
                    </a:lnTo>
                    <a:lnTo>
                      <a:pt x="9241" y="1841"/>
                    </a:lnTo>
                    <a:lnTo>
                      <a:pt x="9006" y="1606"/>
                    </a:lnTo>
                    <a:lnTo>
                      <a:pt x="8732" y="1449"/>
                    </a:lnTo>
                    <a:lnTo>
                      <a:pt x="8184" y="1097"/>
                    </a:lnTo>
                    <a:lnTo>
                      <a:pt x="7597" y="823"/>
                    </a:lnTo>
                    <a:lnTo>
                      <a:pt x="7009" y="549"/>
                    </a:lnTo>
                    <a:lnTo>
                      <a:pt x="6383" y="353"/>
                    </a:lnTo>
                    <a:lnTo>
                      <a:pt x="5757" y="236"/>
                    </a:lnTo>
                    <a:lnTo>
                      <a:pt x="5091" y="118"/>
                    </a:lnTo>
                    <a:lnTo>
                      <a:pt x="4464" y="40"/>
                    </a:lnTo>
                    <a:lnTo>
                      <a:pt x="3799" y="1"/>
                    </a:lnTo>
                    <a:close/>
                  </a:path>
                </a:pathLst>
              </a:custGeom>
              <a:solidFill>
                <a:srgbClr val="96263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9" name="Google Shape;109;p14"/>
            <p:cNvGrpSpPr/>
            <p:nvPr/>
          </p:nvGrpSpPr>
          <p:grpSpPr>
            <a:xfrm>
              <a:off x="148121" y="273443"/>
              <a:ext cx="602093" cy="4240050"/>
              <a:chOff x="4628275" y="2567750"/>
              <a:chExt cx="413100" cy="2909125"/>
            </a:xfrm>
          </p:grpSpPr>
          <p:sp>
            <p:nvSpPr>
              <p:cNvPr id="110" name="Google Shape;110;p14"/>
              <p:cNvSpPr/>
              <p:nvPr/>
            </p:nvSpPr>
            <p:spPr>
              <a:xfrm>
                <a:off x="4698750" y="2758625"/>
                <a:ext cx="342625" cy="2718250"/>
              </a:xfrm>
              <a:custGeom>
                <a:rect b="b" l="l" r="r" t="t"/>
                <a:pathLst>
                  <a:path extrusionOk="0" h="108730" w="13705">
                    <a:moveTo>
                      <a:pt x="1528" y="0"/>
                    </a:moveTo>
                    <a:lnTo>
                      <a:pt x="1097" y="40"/>
                    </a:lnTo>
                    <a:lnTo>
                      <a:pt x="706" y="118"/>
                    </a:lnTo>
                    <a:lnTo>
                      <a:pt x="432" y="235"/>
                    </a:lnTo>
                    <a:lnTo>
                      <a:pt x="197" y="314"/>
                    </a:lnTo>
                    <a:lnTo>
                      <a:pt x="1" y="431"/>
                    </a:lnTo>
                    <a:lnTo>
                      <a:pt x="11199" y="108221"/>
                    </a:lnTo>
                    <a:lnTo>
                      <a:pt x="11395" y="108417"/>
                    </a:lnTo>
                    <a:lnTo>
                      <a:pt x="11630" y="108573"/>
                    </a:lnTo>
                    <a:lnTo>
                      <a:pt x="11864" y="108652"/>
                    </a:lnTo>
                    <a:lnTo>
                      <a:pt x="12060" y="108730"/>
                    </a:lnTo>
                    <a:lnTo>
                      <a:pt x="12491" y="108730"/>
                    </a:lnTo>
                    <a:lnTo>
                      <a:pt x="12882" y="108613"/>
                    </a:lnTo>
                    <a:lnTo>
                      <a:pt x="13196" y="108456"/>
                    </a:lnTo>
                    <a:lnTo>
                      <a:pt x="13470" y="108299"/>
                    </a:lnTo>
                    <a:lnTo>
                      <a:pt x="13705" y="108104"/>
                    </a:lnTo>
                    <a:lnTo>
                      <a:pt x="2546" y="157"/>
                    </a:lnTo>
                    <a:lnTo>
                      <a:pt x="2272" y="79"/>
                    </a:lnTo>
                    <a:lnTo>
                      <a:pt x="2037" y="40"/>
                    </a:lnTo>
                    <a:lnTo>
                      <a:pt x="152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14"/>
              <p:cNvSpPr/>
              <p:nvPr/>
            </p:nvSpPr>
            <p:spPr>
              <a:xfrm>
                <a:off x="4628275" y="2567750"/>
                <a:ext cx="189925" cy="201675"/>
              </a:xfrm>
              <a:custGeom>
                <a:rect b="b" l="l" r="r" t="t"/>
                <a:pathLst>
                  <a:path extrusionOk="0" h="8067" w="7597">
                    <a:moveTo>
                      <a:pt x="3525" y="1"/>
                    </a:moveTo>
                    <a:lnTo>
                      <a:pt x="3329" y="157"/>
                    </a:lnTo>
                    <a:lnTo>
                      <a:pt x="3094" y="431"/>
                    </a:lnTo>
                    <a:lnTo>
                      <a:pt x="2820" y="744"/>
                    </a:lnTo>
                    <a:lnTo>
                      <a:pt x="2546" y="1097"/>
                    </a:lnTo>
                    <a:lnTo>
                      <a:pt x="2311" y="1488"/>
                    </a:lnTo>
                    <a:lnTo>
                      <a:pt x="2076" y="1880"/>
                    </a:lnTo>
                    <a:lnTo>
                      <a:pt x="1919" y="2232"/>
                    </a:lnTo>
                    <a:lnTo>
                      <a:pt x="1841" y="2546"/>
                    </a:lnTo>
                    <a:lnTo>
                      <a:pt x="1841" y="2859"/>
                    </a:lnTo>
                    <a:lnTo>
                      <a:pt x="1919" y="3211"/>
                    </a:lnTo>
                    <a:lnTo>
                      <a:pt x="2037" y="3603"/>
                    </a:lnTo>
                    <a:lnTo>
                      <a:pt x="2154" y="3955"/>
                    </a:lnTo>
                    <a:lnTo>
                      <a:pt x="2428" y="4542"/>
                    </a:lnTo>
                    <a:lnTo>
                      <a:pt x="2546" y="4777"/>
                    </a:lnTo>
                    <a:lnTo>
                      <a:pt x="2193" y="4621"/>
                    </a:lnTo>
                    <a:lnTo>
                      <a:pt x="1450" y="4307"/>
                    </a:lnTo>
                    <a:lnTo>
                      <a:pt x="1019" y="4151"/>
                    </a:lnTo>
                    <a:lnTo>
                      <a:pt x="627" y="4073"/>
                    </a:lnTo>
                    <a:lnTo>
                      <a:pt x="314" y="4073"/>
                    </a:lnTo>
                    <a:lnTo>
                      <a:pt x="157" y="4151"/>
                    </a:lnTo>
                    <a:lnTo>
                      <a:pt x="79" y="4229"/>
                    </a:lnTo>
                    <a:lnTo>
                      <a:pt x="40" y="4347"/>
                    </a:lnTo>
                    <a:lnTo>
                      <a:pt x="1" y="4464"/>
                    </a:lnTo>
                    <a:lnTo>
                      <a:pt x="40" y="4660"/>
                    </a:lnTo>
                    <a:lnTo>
                      <a:pt x="118" y="4856"/>
                    </a:lnTo>
                    <a:lnTo>
                      <a:pt x="353" y="5286"/>
                    </a:lnTo>
                    <a:lnTo>
                      <a:pt x="666" y="5756"/>
                    </a:lnTo>
                    <a:lnTo>
                      <a:pt x="1097" y="6187"/>
                    </a:lnTo>
                    <a:lnTo>
                      <a:pt x="1371" y="6383"/>
                    </a:lnTo>
                    <a:lnTo>
                      <a:pt x="1606" y="6539"/>
                    </a:lnTo>
                    <a:lnTo>
                      <a:pt x="1880" y="6696"/>
                    </a:lnTo>
                    <a:lnTo>
                      <a:pt x="2154" y="6813"/>
                    </a:lnTo>
                    <a:lnTo>
                      <a:pt x="2428" y="6892"/>
                    </a:lnTo>
                    <a:lnTo>
                      <a:pt x="2702" y="6931"/>
                    </a:lnTo>
                    <a:lnTo>
                      <a:pt x="2820" y="8066"/>
                    </a:lnTo>
                    <a:lnTo>
                      <a:pt x="5365" y="7792"/>
                    </a:lnTo>
                    <a:lnTo>
                      <a:pt x="5326" y="6657"/>
                    </a:lnTo>
                    <a:lnTo>
                      <a:pt x="5717" y="6343"/>
                    </a:lnTo>
                    <a:lnTo>
                      <a:pt x="6109" y="5991"/>
                    </a:lnTo>
                    <a:lnTo>
                      <a:pt x="6540" y="5560"/>
                    </a:lnTo>
                    <a:lnTo>
                      <a:pt x="6970" y="5091"/>
                    </a:lnTo>
                    <a:lnTo>
                      <a:pt x="7323" y="4582"/>
                    </a:lnTo>
                    <a:lnTo>
                      <a:pt x="7440" y="4347"/>
                    </a:lnTo>
                    <a:lnTo>
                      <a:pt x="7557" y="4112"/>
                    </a:lnTo>
                    <a:lnTo>
                      <a:pt x="7597" y="3877"/>
                    </a:lnTo>
                    <a:lnTo>
                      <a:pt x="7597" y="3681"/>
                    </a:lnTo>
                    <a:lnTo>
                      <a:pt x="7518" y="3485"/>
                    </a:lnTo>
                    <a:lnTo>
                      <a:pt x="7401" y="3407"/>
                    </a:lnTo>
                    <a:lnTo>
                      <a:pt x="7283" y="3329"/>
                    </a:lnTo>
                    <a:lnTo>
                      <a:pt x="7127" y="3329"/>
                    </a:lnTo>
                    <a:lnTo>
                      <a:pt x="6931" y="3368"/>
                    </a:lnTo>
                    <a:lnTo>
                      <a:pt x="6735" y="3446"/>
                    </a:lnTo>
                    <a:lnTo>
                      <a:pt x="6305" y="3642"/>
                    </a:lnTo>
                    <a:lnTo>
                      <a:pt x="5874" y="3877"/>
                    </a:lnTo>
                    <a:lnTo>
                      <a:pt x="5522" y="4151"/>
                    </a:lnTo>
                    <a:lnTo>
                      <a:pt x="5169" y="4386"/>
                    </a:lnTo>
                    <a:lnTo>
                      <a:pt x="5208" y="4268"/>
                    </a:lnTo>
                    <a:lnTo>
                      <a:pt x="5326" y="3877"/>
                    </a:lnTo>
                    <a:lnTo>
                      <a:pt x="5443" y="3329"/>
                    </a:lnTo>
                    <a:lnTo>
                      <a:pt x="5443" y="3015"/>
                    </a:lnTo>
                    <a:lnTo>
                      <a:pt x="5443" y="2702"/>
                    </a:lnTo>
                    <a:lnTo>
                      <a:pt x="5404" y="2506"/>
                    </a:lnTo>
                    <a:lnTo>
                      <a:pt x="5365" y="2311"/>
                    </a:lnTo>
                    <a:lnTo>
                      <a:pt x="5169" y="1880"/>
                    </a:lnTo>
                    <a:lnTo>
                      <a:pt x="4934" y="1371"/>
                    </a:lnTo>
                    <a:lnTo>
                      <a:pt x="4621" y="940"/>
                    </a:lnTo>
                    <a:lnTo>
                      <a:pt x="4308" y="510"/>
                    </a:lnTo>
                    <a:lnTo>
                      <a:pt x="3995" y="196"/>
                    </a:lnTo>
                    <a:lnTo>
                      <a:pt x="3838" y="118"/>
                    </a:lnTo>
                    <a:lnTo>
                      <a:pt x="3720" y="40"/>
                    </a:lnTo>
                    <a:lnTo>
                      <a:pt x="3603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14"/>
              <p:cNvSpPr/>
              <p:nvPr/>
            </p:nvSpPr>
            <p:spPr>
              <a:xfrm>
                <a:off x="4698750" y="2755700"/>
                <a:ext cx="63650" cy="13725"/>
              </a:xfrm>
              <a:custGeom>
                <a:rect b="b" l="l" r="r" t="t"/>
                <a:pathLst>
                  <a:path extrusionOk="0" h="549" w="2546">
                    <a:moveTo>
                      <a:pt x="1567" y="0"/>
                    </a:moveTo>
                    <a:lnTo>
                      <a:pt x="1254" y="39"/>
                    </a:lnTo>
                    <a:lnTo>
                      <a:pt x="901" y="117"/>
                    </a:lnTo>
                    <a:lnTo>
                      <a:pt x="588" y="196"/>
                    </a:lnTo>
                    <a:lnTo>
                      <a:pt x="275" y="352"/>
                    </a:lnTo>
                    <a:lnTo>
                      <a:pt x="1" y="548"/>
                    </a:lnTo>
                    <a:lnTo>
                      <a:pt x="627" y="313"/>
                    </a:lnTo>
                    <a:lnTo>
                      <a:pt x="941" y="235"/>
                    </a:lnTo>
                    <a:lnTo>
                      <a:pt x="1254" y="196"/>
                    </a:lnTo>
                    <a:lnTo>
                      <a:pt x="1567" y="157"/>
                    </a:lnTo>
                    <a:lnTo>
                      <a:pt x="1919" y="157"/>
                    </a:lnTo>
                    <a:lnTo>
                      <a:pt x="2233" y="196"/>
                    </a:lnTo>
                    <a:lnTo>
                      <a:pt x="2546" y="274"/>
                    </a:lnTo>
                    <a:lnTo>
                      <a:pt x="2546" y="274"/>
                    </a:lnTo>
                    <a:lnTo>
                      <a:pt x="2233" y="117"/>
                    </a:lnTo>
                    <a:lnTo>
                      <a:pt x="1919" y="39"/>
                    </a:lnTo>
                    <a:lnTo>
                      <a:pt x="156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p14"/>
              <p:cNvSpPr/>
              <p:nvPr/>
            </p:nvSpPr>
            <p:spPr>
              <a:xfrm>
                <a:off x="4652750" y="2695975"/>
                <a:ext cx="48000" cy="30375"/>
              </a:xfrm>
              <a:custGeom>
                <a:rect b="b" l="l" r="r" t="t"/>
                <a:pathLst>
                  <a:path extrusionOk="0" h="1215" w="1920">
                    <a:moveTo>
                      <a:pt x="1" y="1"/>
                    </a:moveTo>
                    <a:lnTo>
                      <a:pt x="118" y="236"/>
                    </a:lnTo>
                    <a:lnTo>
                      <a:pt x="314" y="510"/>
                    </a:lnTo>
                    <a:lnTo>
                      <a:pt x="549" y="705"/>
                    </a:lnTo>
                    <a:lnTo>
                      <a:pt x="784" y="901"/>
                    </a:lnTo>
                    <a:lnTo>
                      <a:pt x="1019" y="1058"/>
                    </a:lnTo>
                    <a:lnTo>
                      <a:pt x="1332" y="1136"/>
                    </a:lnTo>
                    <a:lnTo>
                      <a:pt x="1606" y="1214"/>
                    </a:lnTo>
                    <a:lnTo>
                      <a:pt x="1919" y="1214"/>
                    </a:lnTo>
                    <a:lnTo>
                      <a:pt x="1645" y="1136"/>
                    </a:lnTo>
                    <a:lnTo>
                      <a:pt x="1371" y="1019"/>
                    </a:lnTo>
                    <a:lnTo>
                      <a:pt x="1097" y="901"/>
                    </a:lnTo>
                    <a:lnTo>
                      <a:pt x="862" y="745"/>
                    </a:lnTo>
                    <a:lnTo>
                      <a:pt x="627" y="588"/>
                    </a:lnTo>
                    <a:lnTo>
                      <a:pt x="392" y="3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14"/>
              <p:cNvSpPr/>
              <p:nvPr/>
            </p:nvSpPr>
            <p:spPr>
              <a:xfrm>
                <a:off x="4755525" y="2673475"/>
                <a:ext cx="46050" cy="45050"/>
              </a:xfrm>
              <a:custGeom>
                <a:rect b="b" l="l" r="r" t="t"/>
                <a:pathLst>
                  <a:path extrusionOk="0" h="1802" w="1842">
                    <a:moveTo>
                      <a:pt x="1841" y="0"/>
                    </a:moveTo>
                    <a:lnTo>
                      <a:pt x="1450" y="509"/>
                    </a:lnTo>
                    <a:lnTo>
                      <a:pt x="1019" y="979"/>
                    </a:lnTo>
                    <a:lnTo>
                      <a:pt x="823" y="1214"/>
                    </a:lnTo>
                    <a:lnTo>
                      <a:pt x="549" y="1449"/>
                    </a:lnTo>
                    <a:lnTo>
                      <a:pt x="314" y="1645"/>
                    </a:lnTo>
                    <a:lnTo>
                      <a:pt x="1" y="1801"/>
                    </a:lnTo>
                    <a:lnTo>
                      <a:pt x="197" y="1762"/>
                    </a:lnTo>
                    <a:lnTo>
                      <a:pt x="353" y="1684"/>
                    </a:lnTo>
                    <a:lnTo>
                      <a:pt x="627" y="1527"/>
                    </a:lnTo>
                    <a:lnTo>
                      <a:pt x="901" y="1331"/>
                    </a:lnTo>
                    <a:lnTo>
                      <a:pt x="1136" y="1096"/>
                    </a:lnTo>
                    <a:lnTo>
                      <a:pt x="1371" y="862"/>
                    </a:lnTo>
                    <a:lnTo>
                      <a:pt x="1528" y="587"/>
                    </a:lnTo>
                    <a:lnTo>
                      <a:pt x="1724" y="274"/>
                    </a:lnTo>
                    <a:lnTo>
                      <a:pt x="184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14"/>
              <p:cNvSpPr/>
              <p:nvPr/>
            </p:nvSpPr>
            <p:spPr>
              <a:xfrm>
                <a:off x="4692875" y="2587325"/>
                <a:ext cx="26475" cy="91050"/>
              </a:xfrm>
              <a:custGeom>
                <a:rect b="b" l="l" r="r" t="t"/>
                <a:pathLst>
                  <a:path extrusionOk="0" h="3642" w="1059">
                    <a:moveTo>
                      <a:pt x="1058" y="1"/>
                    </a:moveTo>
                    <a:lnTo>
                      <a:pt x="941" y="40"/>
                    </a:lnTo>
                    <a:lnTo>
                      <a:pt x="862" y="118"/>
                    </a:lnTo>
                    <a:lnTo>
                      <a:pt x="667" y="314"/>
                    </a:lnTo>
                    <a:lnTo>
                      <a:pt x="393" y="745"/>
                    </a:lnTo>
                    <a:lnTo>
                      <a:pt x="158" y="1214"/>
                    </a:lnTo>
                    <a:lnTo>
                      <a:pt x="79" y="1449"/>
                    </a:lnTo>
                    <a:lnTo>
                      <a:pt x="40" y="1567"/>
                    </a:lnTo>
                    <a:lnTo>
                      <a:pt x="1" y="1723"/>
                    </a:lnTo>
                    <a:lnTo>
                      <a:pt x="1" y="1997"/>
                    </a:lnTo>
                    <a:lnTo>
                      <a:pt x="1" y="2232"/>
                    </a:lnTo>
                    <a:lnTo>
                      <a:pt x="79" y="2506"/>
                    </a:lnTo>
                    <a:lnTo>
                      <a:pt x="158" y="2741"/>
                    </a:lnTo>
                    <a:lnTo>
                      <a:pt x="353" y="3211"/>
                    </a:lnTo>
                    <a:lnTo>
                      <a:pt x="627" y="3642"/>
                    </a:lnTo>
                    <a:lnTo>
                      <a:pt x="432" y="3172"/>
                    </a:lnTo>
                    <a:lnTo>
                      <a:pt x="275" y="2702"/>
                    </a:lnTo>
                    <a:lnTo>
                      <a:pt x="197" y="2467"/>
                    </a:lnTo>
                    <a:lnTo>
                      <a:pt x="158" y="2232"/>
                    </a:lnTo>
                    <a:lnTo>
                      <a:pt x="118" y="1997"/>
                    </a:lnTo>
                    <a:lnTo>
                      <a:pt x="158" y="1723"/>
                    </a:lnTo>
                    <a:lnTo>
                      <a:pt x="158" y="1606"/>
                    </a:lnTo>
                    <a:lnTo>
                      <a:pt x="197" y="1528"/>
                    </a:lnTo>
                    <a:lnTo>
                      <a:pt x="314" y="1293"/>
                    </a:lnTo>
                    <a:lnTo>
                      <a:pt x="510" y="823"/>
                    </a:lnTo>
                    <a:lnTo>
                      <a:pt x="745" y="353"/>
                    </a:lnTo>
                    <a:lnTo>
                      <a:pt x="862" y="157"/>
                    </a:lnTo>
                    <a:lnTo>
                      <a:pt x="980" y="79"/>
                    </a:lnTo>
                    <a:lnTo>
                      <a:pt x="1058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6" name="Google Shape;116;p14"/>
          <p:cNvGrpSpPr/>
          <p:nvPr/>
        </p:nvGrpSpPr>
        <p:grpSpPr>
          <a:xfrm>
            <a:off x="586278" y="2712024"/>
            <a:ext cx="756827" cy="817413"/>
            <a:chOff x="7163475" y="1790075"/>
            <a:chExt cx="811350" cy="876300"/>
          </a:xfrm>
        </p:grpSpPr>
        <p:sp>
          <p:nvSpPr>
            <p:cNvPr id="117" name="Google Shape;117;p14"/>
            <p:cNvSpPr/>
            <p:nvPr/>
          </p:nvSpPr>
          <p:spPr>
            <a:xfrm>
              <a:off x="7527975" y="2346275"/>
              <a:ext cx="228100" cy="320100"/>
            </a:xfrm>
            <a:custGeom>
              <a:rect b="b" l="l" r="r" t="t"/>
              <a:pathLst>
                <a:path extrusionOk="0" h="12804" w="9124">
                  <a:moveTo>
                    <a:pt x="4425" y="0"/>
                  </a:moveTo>
                  <a:lnTo>
                    <a:pt x="3407" y="4033"/>
                  </a:lnTo>
                  <a:lnTo>
                    <a:pt x="3329" y="4307"/>
                  </a:lnTo>
                  <a:lnTo>
                    <a:pt x="3250" y="4542"/>
                  </a:lnTo>
                  <a:lnTo>
                    <a:pt x="3094" y="4738"/>
                  </a:lnTo>
                  <a:lnTo>
                    <a:pt x="2937" y="4934"/>
                  </a:lnTo>
                  <a:lnTo>
                    <a:pt x="2780" y="5129"/>
                  </a:lnTo>
                  <a:lnTo>
                    <a:pt x="2585" y="5286"/>
                  </a:lnTo>
                  <a:lnTo>
                    <a:pt x="2350" y="5443"/>
                  </a:lnTo>
                  <a:lnTo>
                    <a:pt x="2115" y="5560"/>
                  </a:lnTo>
                  <a:lnTo>
                    <a:pt x="1" y="6422"/>
                  </a:lnTo>
                  <a:lnTo>
                    <a:pt x="2115" y="7283"/>
                  </a:lnTo>
                  <a:lnTo>
                    <a:pt x="2350" y="7400"/>
                  </a:lnTo>
                  <a:lnTo>
                    <a:pt x="2585" y="7518"/>
                  </a:lnTo>
                  <a:lnTo>
                    <a:pt x="2780" y="7674"/>
                  </a:lnTo>
                  <a:lnTo>
                    <a:pt x="2937" y="7870"/>
                  </a:lnTo>
                  <a:lnTo>
                    <a:pt x="3094" y="8066"/>
                  </a:lnTo>
                  <a:lnTo>
                    <a:pt x="3250" y="8301"/>
                  </a:lnTo>
                  <a:lnTo>
                    <a:pt x="3329" y="8536"/>
                  </a:lnTo>
                  <a:lnTo>
                    <a:pt x="3407" y="8771"/>
                  </a:lnTo>
                  <a:lnTo>
                    <a:pt x="4425" y="12804"/>
                  </a:lnTo>
                  <a:lnTo>
                    <a:pt x="5443" y="8810"/>
                  </a:lnTo>
                  <a:lnTo>
                    <a:pt x="5521" y="8536"/>
                  </a:lnTo>
                  <a:lnTo>
                    <a:pt x="5639" y="8301"/>
                  </a:lnTo>
                  <a:lnTo>
                    <a:pt x="5756" y="8105"/>
                  </a:lnTo>
                  <a:lnTo>
                    <a:pt x="5952" y="7870"/>
                  </a:lnTo>
                  <a:lnTo>
                    <a:pt x="6108" y="7714"/>
                  </a:lnTo>
                  <a:lnTo>
                    <a:pt x="6343" y="7518"/>
                  </a:lnTo>
                  <a:lnTo>
                    <a:pt x="6539" y="7400"/>
                  </a:lnTo>
                  <a:lnTo>
                    <a:pt x="6813" y="7283"/>
                  </a:lnTo>
                  <a:lnTo>
                    <a:pt x="9123" y="6422"/>
                  </a:lnTo>
                  <a:lnTo>
                    <a:pt x="6813" y="5521"/>
                  </a:lnTo>
                  <a:lnTo>
                    <a:pt x="6539" y="5404"/>
                  </a:lnTo>
                  <a:lnTo>
                    <a:pt x="6343" y="5286"/>
                  </a:lnTo>
                  <a:lnTo>
                    <a:pt x="6108" y="5129"/>
                  </a:lnTo>
                  <a:lnTo>
                    <a:pt x="5952" y="4934"/>
                  </a:lnTo>
                  <a:lnTo>
                    <a:pt x="5756" y="4738"/>
                  </a:lnTo>
                  <a:lnTo>
                    <a:pt x="5639" y="4503"/>
                  </a:lnTo>
                  <a:lnTo>
                    <a:pt x="5521" y="4268"/>
                  </a:lnTo>
                  <a:lnTo>
                    <a:pt x="5443" y="3994"/>
                  </a:lnTo>
                  <a:lnTo>
                    <a:pt x="442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4"/>
            <p:cNvSpPr/>
            <p:nvPr/>
          </p:nvSpPr>
          <p:spPr>
            <a:xfrm>
              <a:off x="7163475" y="1790075"/>
              <a:ext cx="313250" cy="440500"/>
            </a:xfrm>
            <a:custGeom>
              <a:rect b="b" l="l" r="r" t="t"/>
              <a:pathLst>
                <a:path extrusionOk="0" h="17620" w="12530">
                  <a:moveTo>
                    <a:pt x="6108" y="0"/>
                  </a:moveTo>
                  <a:lnTo>
                    <a:pt x="4738" y="5560"/>
                  </a:lnTo>
                  <a:lnTo>
                    <a:pt x="4620" y="5912"/>
                  </a:lnTo>
                  <a:lnTo>
                    <a:pt x="4464" y="6226"/>
                  </a:lnTo>
                  <a:lnTo>
                    <a:pt x="4268" y="6539"/>
                  </a:lnTo>
                  <a:lnTo>
                    <a:pt x="4072" y="6813"/>
                  </a:lnTo>
                  <a:lnTo>
                    <a:pt x="3837" y="7048"/>
                  </a:lnTo>
                  <a:lnTo>
                    <a:pt x="3563" y="7283"/>
                  </a:lnTo>
                  <a:lnTo>
                    <a:pt x="3250" y="7479"/>
                  </a:lnTo>
                  <a:lnTo>
                    <a:pt x="2937" y="7635"/>
                  </a:lnTo>
                  <a:lnTo>
                    <a:pt x="0" y="8810"/>
                  </a:lnTo>
                  <a:lnTo>
                    <a:pt x="2937" y="9984"/>
                  </a:lnTo>
                  <a:lnTo>
                    <a:pt x="3250" y="10141"/>
                  </a:lnTo>
                  <a:lnTo>
                    <a:pt x="3563" y="10337"/>
                  </a:lnTo>
                  <a:lnTo>
                    <a:pt x="3837" y="10572"/>
                  </a:lnTo>
                  <a:lnTo>
                    <a:pt x="4072" y="10807"/>
                  </a:lnTo>
                  <a:lnTo>
                    <a:pt x="4268" y="11081"/>
                  </a:lnTo>
                  <a:lnTo>
                    <a:pt x="4464" y="11394"/>
                  </a:lnTo>
                  <a:lnTo>
                    <a:pt x="4620" y="11707"/>
                  </a:lnTo>
                  <a:lnTo>
                    <a:pt x="4738" y="12060"/>
                  </a:lnTo>
                  <a:lnTo>
                    <a:pt x="6108" y="17619"/>
                  </a:lnTo>
                  <a:lnTo>
                    <a:pt x="7518" y="12099"/>
                  </a:lnTo>
                  <a:lnTo>
                    <a:pt x="7596" y="11746"/>
                  </a:lnTo>
                  <a:lnTo>
                    <a:pt x="7752" y="11433"/>
                  </a:lnTo>
                  <a:lnTo>
                    <a:pt x="7948" y="11120"/>
                  </a:lnTo>
                  <a:lnTo>
                    <a:pt x="8183" y="10846"/>
                  </a:lnTo>
                  <a:lnTo>
                    <a:pt x="8418" y="10572"/>
                  </a:lnTo>
                  <a:lnTo>
                    <a:pt x="8731" y="10376"/>
                  </a:lnTo>
                  <a:lnTo>
                    <a:pt x="9045" y="10180"/>
                  </a:lnTo>
                  <a:lnTo>
                    <a:pt x="9358" y="10024"/>
                  </a:lnTo>
                  <a:lnTo>
                    <a:pt x="12529" y="8810"/>
                  </a:lnTo>
                  <a:lnTo>
                    <a:pt x="9358" y="7596"/>
                  </a:lnTo>
                  <a:lnTo>
                    <a:pt x="9045" y="7439"/>
                  </a:lnTo>
                  <a:lnTo>
                    <a:pt x="8731" y="7244"/>
                  </a:lnTo>
                  <a:lnTo>
                    <a:pt x="8418" y="7048"/>
                  </a:lnTo>
                  <a:lnTo>
                    <a:pt x="8183" y="6774"/>
                  </a:lnTo>
                  <a:lnTo>
                    <a:pt x="7948" y="6500"/>
                  </a:lnTo>
                  <a:lnTo>
                    <a:pt x="7752" y="6187"/>
                  </a:lnTo>
                  <a:lnTo>
                    <a:pt x="7596" y="5873"/>
                  </a:lnTo>
                  <a:lnTo>
                    <a:pt x="7518" y="5521"/>
                  </a:lnTo>
                  <a:lnTo>
                    <a:pt x="6108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4"/>
            <p:cNvSpPr/>
            <p:nvPr/>
          </p:nvSpPr>
          <p:spPr>
            <a:xfrm>
              <a:off x="7804475" y="1858375"/>
              <a:ext cx="170350" cy="192850"/>
            </a:xfrm>
            <a:custGeom>
              <a:rect b="b" l="l" r="r" t="t"/>
              <a:pathLst>
                <a:path extrusionOk="0" h="7714" w="6814">
                  <a:moveTo>
                    <a:pt x="2350" y="1"/>
                  </a:moveTo>
                  <a:lnTo>
                    <a:pt x="0" y="7714"/>
                  </a:lnTo>
                  <a:lnTo>
                    <a:pt x="6813" y="2507"/>
                  </a:lnTo>
                  <a:lnTo>
                    <a:pt x="2350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0" name="Google Shape;120;p14"/>
          <p:cNvSpPr/>
          <p:nvPr/>
        </p:nvSpPr>
        <p:spPr>
          <a:xfrm flipH="1">
            <a:off x="1485072" y="600700"/>
            <a:ext cx="215297" cy="302756"/>
          </a:xfrm>
          <a:custGeom>
            <a:rect b="b" l="l" r="r" t="t"/>
            <a:pathLst>
              <a:path extrusionOk="0" h="17620" w="12530">
                <a:moveTo>
                  <a:pt x="6108" y="0"/>
                </a:moveTo>
                <a:lnTo>
                  <a:pt x="4738" y="5560"/>
                </a:lnTo>
                <a:lnTo>
                  <a:pt x="4620" y="5912"/>
                </a:lnTo>
                <a:lnTo>
                  <a:pt x="4464" y="6226"/>
                </a:lnTo>
                <a:lnTo>
                  <a:pt x="4268" y="6539"/>
                </a:lnTo>
                <a:lnTo>
                  <a:pt x="4072" y="6813"/>
                </a:lnTo>
                <a:lnTo>
                  <a:pt x="3837" y="7048"/>
                </a:lnTo>
                <a:lnTo>
                  <a:pt x="3563" y="7283"/>
                </a:lnTo>
                <a:lnTo>
                  <a:pt x="3250" y="7479"/>
                </a:lnTo>
                <a:lnTo>
                  <a:pt x="2937" y="7635"/>
                </a:lnTo>
                <a:lnTo>
                  <a:pt x="0" y="8810"/>
                </a:lnTo>
                <a:lnTo>
                  <a:pt x="2937" y="9984"/>
                </a:lnTo>
                <a:lnTo>
                  <a:pt x="3250" y="10141"/>
                </a:lnTo>
                <a:lnTo>
                  <a:pt x="3563" y="10337"/>
                </a:lnTo>
                <a:lnTo>
                  <a:pt x="3837" y="10572"/>
                </a:lnTo>
                <a:lnTo>
                  <a:pt x="4072" y="10807"/>
                </a:lnTo>
                <a:lnTo>
                  <a:pt x="4268" y="11081"/>
                </a:lnTo>
                <a:lnTo>
                  <a:pt x="4464" y="11394"/>
                </a:lnTo>
                <a:lnTo>
                  <a:pt x="4620" y="11707"/>
                </a:lnTo>
                <a:lnTo>
                  <a:pt x="4738" y="12060"/>
                </a:lnTo>
                <a:lnTo>
                  <a:pt x="6108" y="17619"/>
                </a:lnTo>
                <a:lnTo>
                  <a:pt x="7518" y="12099"/>
                </a:lnTo>
                <a:lnTo>
                  <a:pt x="7596" y="11746"/>
                </a:lnTo>
                <a:lnTo>
                  <a:pt x="7752" y="11433"/>
                </a:lnTo>
                <a:lnTo>
                  <a:pt x="7948" y="11120"/>
                </a:lnTo>
                <a:lnTo>
                  <a:pt x="8183" y="10846"/>
                </a:lnTo>
                <a:lnTo>
                  <a:pt x="8418" y="10572"/>
                </a:lnTo>
                <a:lnTo>
                  <a:pt x="8731" y="10376"/>
                </a:lnTo>
                <a:lnTo>
                  <a:pt x="9045" y="10180"/>
                </a:lnTo>
                <a:lnTo>
                  <a:pt x="9358" y="10024"/>
                </a:lnTo>
                <a:lnTo>
                  <a:pt x="12529" y="8810"/>
                </a:lnTo>
                <a:lnTo>
                  <a:pt x="9358" y="7596"/>
                </a:lnTo>
                <a:lnTo>
                  <a:pt x="9045" y="7439"/>
                </a:lnTo>
                <a:lnTo>
                  <a:pt x="8731" y="7244"/>
                </a:lnTo>
                <a:lnTo>
                  <a:pt x="8418" y="7048"/>
                </a:lnTo>
                <a:lnTo>
                  <a:pt x="8183" y="6774"/>
                </a:lnTo>
                <a:lnTo>
                  <a:pt x="7948" y="6500"/>
                </a:lnTo>
                <a:lnTo>
                  <a:pt x="7752" y="6187"/>
                </a:lnTo>
                <a:lnTo>
                  <a:pt x="7596" y="5873"/>
                </a:lnTo>
                <a:lnTo>
                  <a:pt x="7518" y="5521"/>
                </a:lnTo>
                <a:lnTo>
                  <a:pt x="6108" y="0"/>
                </a:lnTo>
                <a:close/>
              </a:path>
            </a:pathLst>
          </a:custGeom>
          <a:solidFill>
            <a:srgbClr val="FFB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4"/>
          <p:cNvSpPr/>
          <p:nvPr/>
        </p:nvSpPr>
        <p:spPr>
          <a:xfrm flipH="1">
            <a:off x="2216447" y="0"/>
            <a:ext cx="215297" cy="302756"/>
          </a:xfrm>
          <a:custGeom>
            <a:rect b="b" l="l" r="r" t="t"/>
            <a:pathLst>
              <a:path extrusionOk="0" h="17620" w="12530">
                <a:moveTo>
                  <a:pt x="6108" y="0"/>
                </a:moveTo>
                <a:lnTo>
                  <a:pt x="4738" y="5560"/>
                </a:lnTo>
                <a:lnTo>
                  <a:pt x="4620" y="5912"/>
                </a:lnTo>
                <a:lnTo>
                  <a:pt x="4464" y="6226"/>
                </a:lnTo>
                <a:lnTo>
                  <a:pt x="4268" y="6539"/>
                </a:lnTo>
                <a:lnTo>
                  <a:pt x="4072" y="6813"/>
                </a:lnTo>
                <a:lnTo>
                  <a:pt x="3837" y="7048"/>
                </a:lnTo>
                <a:lnTo>
                  <a:pt x="3563" y="7283"/>
                </a:lnTo>
                <a:lnTo>
                  <a:pt x="3250" y="7479"/>
                </a:lnTo>
                <a:lnTo>
                  <a:pt x="2937" y="7635"/>
                </a:lnTo>
                <a:lnTo>
                  <a:pt x="0" y="8810"/>
                </a:lnTo>
                <a:lnTo>
                  <a:pt x="2937" y="9984"/>
                </a:lnTo>
                <a:lnTo>
                  <a:pt x="3250" y="10141"/>
                </a:lnTo>
                <a:lnTo>
                  <a:pt x="3563" y="10337"/>
                </a:lnTo>
                <a:lnTo>
                  <a:pt x="3837" y="10572"/>
                </a:lnTo>
                <a:lnTo>
                  <a:pt x="4072" y="10807"/>
                </a:lnTo>
                <a:lnTo>
                  <a:pt x="4268" y="11081"/>
                </a:lnTo>
                <a:lnTo>
                  <a:pt x="4464" y="11394"/>
                </a:lnTo>
                <a:lnTo>
                  <a:pt x="4620" y="11707"/>
                </a:lnTo>
                <a:lnTo>
                  <a:pt x="4738" y="12060"/>
                </a:lnTo>
                <a:lnTo>
                  <a:pt x="6108" y="17619"/>
                </a:lnTo>
                <a:lnTo>
                  <a:pt x="7518" y="12099"/>
                </a:lnTo>
                <a:lnTo>
                  <a:pt x="7596" y="11746"/>
                </a:lnTo>
                <a:lnTo>
                  <a:pt x="7752" y="11433"/>
                </a:lnTo>
                <a:lnTo>
                  <a:pt x="7948" y="11120"/>
                </a:lnTo>
                <a:lnTo>
                  <a:pt x="8183" y="10846"/>
                </a:lnTo>
                <a:lnTo>
                  <a:pt x="8418" y="10572"/>
                </a:lnTo>
                <a:lnTo>
                  <a:pt x="8731" y="10376"/>
                </a:lnTo>
                <a:lnTo>
                  <a:pt x="9045" y="10180"/>
                </a:lnTo>
                <a:lnTo>
                  <a:pt x="9358" y="10024"/>
                </a:lnTo>
                <a:lnTo>
                  <a:pt x="12529" y="8810"/>
                </a:lnTo>
                <a:lnTo>
                  <a:pt x="9358" y="7596"/>
                </a:lnTo>
                <a:lnTo>
                  <a:pt x="9045" y="7439"/>
                </a:lnTo>
                <a:lnTo>
                  <a:pt x="8731" y="7244"/>
                </a:lnTo>
                <a:lnTo>
                  <a:pt x="8418" y="7048"/>
                </a:lnTo>
                <a:lnTo>
                  <a:pt x="8183" y="6774"/>
                </a:lnTo>
                <a:lnTo>
                  <a:pt x="7948" y="6500"/>
                </a:lnTo>
                <a:lnTo>
                  <a:pt x="7752" y="6187"/>
                </a:lnTo>
                <a:lnTo>
                  <a:pt x="7596" y="5873"/>
                </a:lnTo>
                <a:lnTo>
                  <a:pt x="7518" y="5521"/>
                </a:lnTo>
                <a:lnTo>
                  <a:pt x="6108" y="0"/>
                </a:lnTo>
                <a:close/>
              </a:path>
            </a:pathLst>
          </a:custGeom>
          <a:solidFill>
            <a:srgbClr val="FFB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586275" y="3902775"/>
            <a:ext cx="3000000" cy="12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563EB"/>
                </a:solidFill>
              </a:rPr>
              <a:t>1. Clear Introduction</a:t>
            </a:r>
            <a:endParaRPr b="1" sz="1200">
              <a:solidFill>
                <a:srgbClr val="2563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1700"/>
              </a:spcAft>
              <a:buNone/>
            </a:pPr>
            <a:r>
              <a:rPr b="1" lang="en" sz="1200">
                <a:solidFill>
                  <a:srgbClr val="0F172A"/>
                </a:solidFill>
              </a:rPr>
              <a:t>Country and global issue are clearly introduced with relevant background information.</a:t>
            </a:r>
            <a:endParaRPr b="1" sz="1200">
              <a:solidFill>
                <a:srgbClr val="0F172A"/>
              </a:solidFill>
            </a:endParaRPr>
          </a:p>
        </p:txBody>
      </p:sp>
      <p:sp>
        <p:nvSpPr>
          <p:cNvPr id="123" name="Google Shape;123;p14"/>
          <p:cNvSpPr txBox="1"/>
          <p:nvPr/>
        </p:nvSpPr>
        <p:spPr>
          <a:xfrm>
            <a:off x="-16725" y="-12"/>
            <a:ext cx="30000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Francois One"/>
              <a:buChar char="●"/>
            </a:pPr>
            <a:r>
              <a:rPr lang="en" sz="1700">
                <a:solidFill>
                  <a:srgbClr val="0F172A"/>
                </a:solidFill>
                <a:latin typeface="Francois One"/>
                <a:ea typeface="Francois One"/>
                <a:cs typeface="Francois One"/>
                <a:sym typeface="Francois One"/>
              </a:rPr>
              <a:t>Brief background (geography, culture, language)</a:t>
            </a:r>
            <a:endParaRPr sz="1700">
              <a:solidFill>
                <a:srgbClr val="0F172A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2505901" y="173438"/>
            <a:ext cx="5059200" cy="1039200"/>
          </a:xfrm>
          <a:prstGeom prst="doubleWave">
            <a:avLst>
              <a:gd fmla="val 6250" name="adj1"/>
              <a:gd fmla="val 0" name="adj2"/>
            </a:avLst>
          </a:prstGeom>
          <a:solidFill>
            <a:srgbClr val="D308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2207700" y="343325"/>
            <a:ext cx="56556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F172A"/>
                </a:solidFill>
                <a:latin typeface="Francois One"/>
                <a:ea typeface="Francois One"/>
                <a:cs typeface="Francois One"/>
                <a:sym typeface="Francois One"/>
              </a:rPr>
              <a:t>Introduction</a:t>
            </a:r>
            <a:endParaRPr b="1" sz="3300">
              <a:solidFill>
                <a:schemeClr val="lt1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15"/>
          <p:cNvGrpSpPr/>
          <p:nvPr/>
        </p:nvGrpSpPr>
        <p:grpSpPr>
          <a:xfrm>
            <a:off x="164678" y="724499"/>
            <a:ext cx="756827" cy="817413"/>
            <a:chOff x="7163475" y="1790075"/>
            <a:chExt cx="811350" cy="876300"/>
          </a:xfrm>
        </p:grpSpPr>
        <p:sp>
          <p:nvSpPr>
            <p:cNvPr id="131" name="Google Shape;131;p15"/>
            <p:cNvSpPr/>
            <p:nvPr/>
          </p:nvSpPr>
          <p:spPr>
            <a:xfrm>
              <a:off x="7527975" y="2346275"/>
              <a:ext cx="228100" cy="320100"/>
            </a:xfrm>
            <a:custGeom>
              <a:rect b="b" l="l" r="r" t="t"/>
              <a:pathLst>
                <a:path extrusionOk="0" h="12804" w="9124">
                  <a:moveTo>
                    <a:pt x="4425" y="0"/>
                  </a:moveTo>
                  <a:lnTo>
                    <a:pt x="3407" y="4033"/>
                  </a:lnTo>
                  <a:lnTo>
                    <a:pt x="3329" y="4307"/>
                  </a:lnTo>
                  <a:lnTo>
                    <a:pt x="3250" y="4542"/>
                  </a:lnTo>
                  <a:lnTo>
                    <a:pt x="3094" y="4738"/>
                  </a:lnTo>
                  <a:lnTo>
                    <a:pt x="2937" y="4934"/>
                  </a:lnTo>
                  <a:lnTo>
                    <a:pt x="2780" y="5129"/>
                  </a:lnTo>
                  <a:lnTo>
                    <a:pt x="2585" y="5286"/>
                  </a:lnTo>
                  <a:lnTo>
                    <a:pt x="2350" y="5443"/>
                  </a:lnTo>
                  <a:lnTo>
                    <a:pt x="2115" y="5560"/>
                  </a:lnTo>
                  <a:lnTo>
                    <a:pt x="1" y="6422"/>
                  </a:lnTo>
                  <a:lnTo>
                    <a:pt x="2115" y="7283"/>
                  </a:lnTo>
                  <a:lnTo>
                    <a:pt x="2350" y="7400"/>
                  </a:lnTo>
                  <a:lnTo>
                    <a:pt x="2585" y="7518"/>
                  </a:lnTo>
                  <a:lnTo>
                    <a:pt x="2780" y="7674"/>
                  </a:lnTo>
                  <a:lnTo>
                    <a:pt x="2937" y="7870"/>
                  </a:lnTo>
                  <a:lnTo>
                    <a:pt x="3094" y="8066"/>
                  </a:lnTo>
                  <a:lnTo>
                    <a:pt x="3250" y="8301"/>
                  </a:lnTo>
                  <a:lnTo>
                    <a:pt x="3329" y="8536"/>
                  </a:lnTo>
                  <a:lnTo>
                    <a:pt x="3407" y="8771"/>
                  </a:lnTo>
                  <a:lnTo>
                    <a:pt x="4425" y="12804"/>
                  </a:lnTo>
                  <a:lnTo>
                    <a:pt x="5443" y="8810"/>
                  </a:lnTo>
                  <a:lnTo>
                    <a:pt x="5521" y="8536"/>
                  </a:lnTo>
                  <a:lnTo>
                    <a:pt x="5639" y="8301"/>
                  </a:lnTo>
                  <a:lnTo>
                    <a:pt x="5756" y="8105"/>
                  </a:lnTo>
                  <a:lnTo>
                    <a:pt x="5952" y="7870"/>
                  </a:lnTo>
                  <a:lnTo>
                    <a:pt x="6108" y="7714"/>
                  </a:lnTo>
                  <a:lnTo>
                    <a:pt x="6343" y="7518"/>
                  </a:lnTo>
                  <a:lnTo>
                    <a:pt x="6539" y="7400"/>
                  </a:lnTo>
                  <a:lnTo>
                    <a:pt x="6813" y="7283"/>
                  </a:lnTo>
                  <a:lnTo>
                    <a:pt x="9123" y="6422"/>
                  </a:lnTo>
                  <a:lnTo>
                    <a:pt x="6813" y="5521"/>
                  </a:lnTo>
                  <a:lnTo>
                    <a:pt x="6539" y="5404"/>
                  </a:lnTo>
                  <a:lnTo>
                    <a:pt x="6343" y="5286"/>
                  </a:lnTo>
                  <a:lnTo>
                    <a:pt x="6108" y="5129"/>
                  </a:lnTo>
                  <a:lnTo>
                    <a:pt x="5952" y="4934"/>
                  </a:lnTo>
                  <a:lnTo>
                    <a:pt x="5756" y="4738"/>
                  </a:lnTo>
                  <a:lnTo>
                    <a:pt x="5639" y="4503"/>
                  </a:lnTo>
                  <a:lnTo>
                    <a:pt x="5521" y="4268"/>
                  </a:lnTo>
                  <a:lnTo>
                    <a:pt x="5443" y="3994"/>
                  </a:lnTo>
                  <a:lnTo>
                    <a:pt x="442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7163475" y="1790075"/>
              <a:ext cx="313250" cy="440500"/>
            </a:xfrm>
            <a:custGeom>
              <a:rect b="b" l="l" r="r" t="t"/>
              <a:pathLst>
                <a:path extrusionOk="0" h="17620" w="12530">
                  <a:moveTo>
                    <a:pt x="6108" y="0"/>
                  </a:moveTo>
                  <a:lnTo>
                    <a:pt x="4738" y="5560"/>
                  </a:lnTo>
                  <a:lnTo>
                    <a:pt x="4620" y="5912"/>
                  </a:lnTo>
                  <a:lnTo>
                    <a:pt x="4464" y="6226"/>
                  </a:lnTo>
                  <a:lnTo>
                    <a:pt x="4268" y="6539"/>
                  </a:lnTo>
                  <a:lnTo>
                    <a:pt x="4072" y="6813"/>
                  </a:lnTo>
                  <a:lnTo>
                    <a:pt x="3837" y="7048"/>
                  </a:lnTo>
                  <a:lnTo>
                    <a:pt x="3563" y="7283"/>
                  </a:lnTo>
                  <a:lnTo>
                    <a:pt x="3250" y="7479"/>
                  </a:lnTo>
                  <a:lnTo>
                    <a:pt x="2937" y="7635"/>
                  </a:lnTo>
                  <a:lnTo>
                    <a:pt x="0" y="8810"/>
                  </a:lnTo>
                  <a:lnTo>
                    <a:pt x="2937" y="9984"/>
                  </a:lnTo>
                  <a:lnTo>
                    <a:pt x="3250" y="10141"/>
                  </a:lnTo>
                  <a:lnTo>
                    <a:pt x="3563" y="10337"/>
                  </a:lnTo>
                  <a:lnTo>
                    <a:pt x="3837" y="10572"/>
                  </a:lnTo>
                  <a:lnTo>
                    <a:pt x="4072" y="10807"/>
                  </a:lnTo>
                  <a:lnTo>
                    <a:pt x="4268" y="11081"/>
                  </a:lnTo>
                  <a:lnTo>
                    <a:pt x="4464" y="11394"/>
                  </a:lnTo>
                  <a:lnTo>
                    <a:pt x="4620" y="11707"/>
                  </a:lnTo>
                  <a:lnTo>
                    <a:pt x="4738" y="12060"/>
                  </a:lnTo>
                  <a:lnTo>
                    <a:pt x="6108" y="17619"/>
                  </a:lnTo>
                  <a:lnTo>
                    <a:pt x="7518" y="12099"/>
                  </a:lnTo>
                  <a:lnTo>
                    <a:pt x="7596" y="11746"/>
                  </a:lnTo>
                  <a:lnTo>
                    <a:pt x="7752" y="11433"/>
                  </a:lnTo>
                  <a:lnTo>
                    <a:pt x="7948" y="11120"/>
                  </a:lnTo>
                  <a:lnTo>
                    <a:pt x="8183" y="10846"/>
                  </a:lnTo>
                  <a:lnTo>
                    <a:pt x="8418" y="10572"/>
                  </a:lnTo>
                  <a:lnTo>
                    <a:pt x="8731" y="10376"/>
                  </a:lnTo>
                  <a:lnTo>
                    <a:pt x="9045" y="10180"/>
                  </a:lnTo>
                  <a:lnTo>
                    <a:pt x="9358" y="10024"/>
                  </a:lnTo>
                  <a:lnTo>
                    <a:pt x="12529" y="8810"/>
                  </a:lnTo>
                  <a:lnTo>
                    <a:pt x="9358" y="7596"/>
                  </a:lnTo>
                  <a:lnTo>
                    <a:pt x="9045" y="7439"/>
                  </a:lnTo>
                  <a:lnTo>
                    <a:pt x="8731" y="7244"/>
                  </a:lnTo>
                  <a:lnTo>
                    <a:pt x="8418" y="7048"/>
                  </a:lnTo>
                  <a:lnTo>
                    <a:pt x="8183" y="6774"/>
                  </a:lnTo>
                  <a:lnTo>
                    <a:pt x="7948" y="6500"/>
                  </a:lnTo>
                  <a:lnTo>
                    <a:pt x="7752" y="6187"/>
                  </a:lnTo>
                  <a:lnTo>
                    <a:pt x="7596" y="5873"/>
                  </a:lnTo>
                  <a:lnTo>
                    <a:pt x="7518" y="5521"/>
                  </a:lnTo>
                  <a:lnTo>
                    <a:pt x="6108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7804475" y="1858375"/>
              <a:ext cx="170350" cy="192850"/>
            </a:xfrm>
            <a:custGeom>
              <a:rect b="b" l="l" r="r" t="t"/>
              <a:pathLst>
                <a:path extrusionOk="0" h="7714" w="6814">
                  <a:moveTo>
                    <a:pt x="2350" y="1"/>
                  </a:moveTo>
                  <a:lnTo>
                    <a:pt x="0" y="7714"/>
                  </a:lnTo>
                  <a:lnTo>
                    <a:pt x="6813" y="2507"/>
                  </a:lnTo>
                  <a:lnTo>
                    <a:pt x="2350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" name="Google Shape;134;p15"/>
          <p:cNvSpPr/>
          <p:nvPr/>
        </p:nvSpPr>
        <p:spPr>
          <a:xfrm flipH="1">
            <a:off x="280497" y="117175"/>
            <a:ext cx="215297" cy="302756"/>
          </a:xfrm>
          <a:custGeom>
            <a:rect b="b" l="l" r="r" t="t"/>
            <a:pathLst>
              <a:path extrusionOk="0" h="17620" w="12530">
                <a:moveTo>
                  <a:pt x="6108" y="0"/>
                </a:moveTo>
                <a:lnTo>
                  <a:pt x="4738" y="5560"/>
                </a:lnTo>
                <a:lnTo>
                  <a:pt x="4620" y="5912"/>
                </a:lnTo>
                <a:lnTo>
                  <a:pt x="4464" y="6226"/>
                </a:lnTo>
                <a:lnTo>
                  <a:pt x="4268" y="6539"/>
                </a:lnTo>
                <a:lnTo>
                  <a:pt x="4072" y="6813"/>
                </a:lnTo>
                <a:lnTo>
                  <a:pt x="3837" y="7048"/>
                </a:lnTo>
                <a:lnTo>
                  <a:pt x="3563" y="7283"/>
                </a:lnTo>
                <a:lnTo>
                  <a:pt x="3250" y="7479"/>
                </a:lnTo>
                <a:lnTo>
                  <a:pt x="2937" y="7635"/>
                </a:lnTo>
                <a:lnTo>
                  <a:pt x="0" y="8810"/>
                </a:lnTo>
                <a:lnTo>
                  <a:pt x="2937" y="9984"/>
                </a:lnTo>
                <a:lnTo>
                  <a:pt x="3250" y="10141"/>
                </a:lnTo>
                <a:lnTo>
                  <a:pt x="3563" y="10337"/>
                </a:lnTo>
                <a:lnTo>
                  <a:pt x="3837" y="10572"/>
                </a:lnTo>
                <a:lnTo>
                  <a:pt x="4072" y="10807"/>
                </a:lnTo>
                <a:lnTo>
                  <a:pt x="4268" y="11081"/>
                </a:lnTo>
                <a:lnTo>
                  <a:pt x="4464" y="11394"/>
                </a:lnTo>
                <a:lnTo>
                  <a:pt x="4620" y="11707"/>
                </a:lnTo>
                <a:lnTo>
                  <a:pt x="4738" y="12060"/>
                </a:lnTo>
                <a:lnTo>
                  <a:pt x="6108" y="17619"/>
                </a:lnTo>
                <a:lnTo>
                  <a:pt x="7518" y="12099"/>
                </a:lnTo>
                <a:lnTo>
                  <a:pt x="7596" y="11746"/>
                </a:lnTo>
                <a:lnTo>
                  <a:pt x="7752" y="11433"/>
                </a:lnTo>
                <a:lnTo>
                  <a:pt x="7948" y="11120"/>
                </a:lnTo>
                <a:lnTo>
                  <a:pt x="8183" y="10846"/>
                </a:lnTo>
                <a:lnTo>
                  <a:pt x="8418" y="10572"/>
                </a:lnTo>
                <a:lnTo>
                  <a:pt x="8731" y="10376"/>
                </a:lnTo>
                <a:lnTo>
                  <a:pt x="9045" y="10180"/>
                </a:lnTo>
                <a:lnTo>
                  <a:pt x="9358" y="10024"/>
                </a:lnTo>
                <a:lnTo>
                  <a:pt x="12529" y="8810"/>
                </a:lnTo>
                <a:lnTo>
                  <a:pt x="9358" y="7596"/>
                </a:lnTo>
                <a:lnTo>
                  <a:pt x="9045" y="7439"/>
                </a:lnTo>
                <a:lnTo>
                  <a:pt x="8731" y="7244"/>
                </a:lnTo>
                <a:lnTo>
                  <a:pt x="8418" y="7048"/>
                </a:lnTo>
                <a:lnTo>
                  <a:pt x="8183" y="6774"/>
                </a:lnTo>
                <a:lnTo>
                  <a:pt x="7948" y="6500"/>
                </a:lnTo>
                <a:lnTo>
                  <a:pt x="7752" y="6187"/>
                </a:lnTo>
                <a:lnTo>
                  <a:pt x="7596" y="5873"/>
                </a:lnTo>
                <a:lnTo>
                  <a:pt x="7518" y="5521"/>
                </a:lnTo>
                <a:lnTo>
                  <a:pt x="6108" y="0"/>
                </a:lnTo>
                <a:close/>
              </a:path>
            </a:pathLst>
          </a:custGeom>
          <a:solidFill>
            <a:srgbClr val="FFB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5"/>
          <p:cNvSpPr/>
          <p:nvPr/>
        </p:nvSpPr>
        <p:spPr>
          <a:xfrm flipH="1">
            <a:off x="586272" y="329775"/>
            <a:ext cx="215297" cy="302756"/>
          </a:xfrm>
          <a:custGeom>
            <a:rect b="b" l="l" r="r" t="t"/>
            <a:pathLst>
              <a:path extrusionOk="0" h="17620" w="12530">
                <a:moveTo>
                  <a:pt x="6108" y="0"/>
                </a:moveTo>
                <a:lnTo>
                  <a:pt x="4738" y="5560"/>
                </a:lnTo>
                <a:lnTo>
                  <a:pt x="4620" y="5912"/>
                </a:lnTo>
                <a:lnTo>
                  <a:pt x="4464" y="6226"/>
                </a:lnTo>
                <a:lnTo>
                  <a:pt x="4268" y="6539"/>
                </a:lnTo>
                <a:lnTo>
                  <a:pt x="4072" y="6813"/>
                </a:lnTo>
                <a:lnTo>
                  <a:pt x="3837" y="7048"/>
                </a:lnTo>
                <a:lnTo>
                  <a:pt x="3563" y="7283"/>
                </a:lnTo>
                <a:lnTo>
                  <a:pt x="3250" y="7479"/>
                </a:lnTo>
                <a:lnTo>
                  <a:pt x="2937" y="7635"/>
                </a:lnTo>
                <a:lnTo>
                  <a:pt x="0" y="8810"/>
                </a:lnTo>
                <a:lnTo>
                  <a:pt x="2937" y="9984"/>
                </a:lnTo>
                <a:lnTo>
                  <a:pt x="3250" y="10141"/>
                </a:lnTo>
                <a:lnTo>
                  <a:pt x="3563" y="10337"/>
                </a:lnTo>
                <a:lnTo>
                  <a:pt x="3837" y="10572"/>
                </a:lnTo>
                <a:lnTo>
                  <a:pt x="4072" y="10807"/>
                </a:lnTo>
                <a:lnTo>
                  <a:pt x="4268" y="11081"/>
                </a:lnTo>
                <a:lnTo>
                  <a:pt x="4464" y="11394"/>
                </a:lnTo>
                <a:lnTo>
                  <a:pt x="4620" y="11707"/>
                </a:lnTo>
                <a:lnTo>
                  <a:pt x="4738" y="12060"/>
                </a:lnTo>
                <a:lnTo>
                  <a:pt x="6108" y="17619"/>
                </a:lnTo>
                <a:lnTo>
                  <a:pt x="7518" y="12099"/>
                </a:lnTo>
                <a:lnTo>
                  <a:pt x="7596" y="11746"/>
                </a:lnTo>
                <a:lnTo>
                  <a:pt x="7752" y="11433"/>
                </a:lnTo>
                <a:lnTo>
                  <a:pt x="7948" y="11120"/>
                </a:lnTo>
                <a:lnTo>
                  <a:pt x="8183" y="10846"/>
                </a:lnTo>
                <a:lnTo>
                  <a:pt x="8418" y="10572"/>
                </a:lnTo>
                <a:lnTo>
                  <a:pt x="8731" y="10376"/>
                </a:lnTo>
                <a:lnTo>
                  <a:pt x="9045" y="10180"/>
                </a:lnTo>
                <a:lnTo>
                  <a:pt x="9358" y="10024"/>
                </a:lnTo>
                <a:lnTo>
                  <a:pt x="12529" y="8810"/>
                </a:lnTo>
                <a:lnTo>
                  <a:pt x="9358" y="7596"/>
                </a:lnTo>
                <a:lnTo>
                  <a:pt x="9045" y="7439"/>
                </a:lnTo>
                <a:lnTo>
                  <a:pt x="8731" y="7244"/>
                </a:lnTo>
                <a:lnTo>
                  <a:pt x="8418" y="7048"/>
                </a:lnTo>
                <a:lnTo>
                  <a:pt x="8183" y="6774"/>
                </a:lnTo>
                <a:lnTo>
                  <a:pt x="7948" y="6500"/>
                </a:lnTo>
                <a:lnTo>
                  <a:pt x="7752" y="6187"/>
                </a:lnTo>
                <a:lnTo>
                  <a:pt x="7596" y="5873"/>
                </a:lnTo>
                <a:lnTo>
                  <a:pt x="7518" y="5521"/>
                </a:lnTo>
                <a:lnTo>
                  <a:pt x="6108" y="0"/>
                </a:lnTo>
                <a:close/>
              </a:path>
            </a:pathLst>
          </a:custGeom>
          <a:solidFill>
            <a:srgbClr val="FFB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56050" y="2489950"/>
            <a:ext cx="2616900" cy="14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563EB"/>
                </a:solidFill>
              </a:rPr>
              <a:t>2. Analysis of Actions &amp; Consequences</a:t>
            </a:r>
            <a:endParaRPr b="1" sz="1200">
              <a:solidFill>
                <a:srgbClr val="2563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1700"/>
              </a:spcAft>
              <a:buNone/>
            </a:pPr>
            <a:r>
              <a:rPr b="1" lang="en" sz="1200">
                <a:solidFill>
                  <a:srgbClr val="0F172A"/>
                </a:solidFill>
              </a:rPr>
              <a:t>Thorough analysis of how the country has responded (or not) and the resulting consequences.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0" y="3999900"/>
            <a:ext cx="30585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Francois One"/>
              <a:buChar char="●"/>
            </a:pPr>
            <a:r>
              <a:rPr lang="en">
                <a:solidFill>
                  <a:srgbClr val="0F172A"/>
                </a:solidFill>
                <a:latin typeface="Francois One"/>
                <a:ea typeface="Francois One"/>
                <a:cs typeface="Francois One"/>
                <a:sym typeface="Francois One"/>
              </a:rPr>
              <a:t>Clearly describe the issue (e.g., climate change, human rights, poverty)</a:t>
            </a:r>
            <a:endParaRPr>
              <a:solidFill>
                <a:srgbClr val="0F172A"/>
              </a:solidFill>
              <a:latin typeface="Francois One"/>
              <a:ea typeface="Francois One"/>
              <a:cs typeface="Francois One"/>
              <a:sym typeface="Francois On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Francois One"/>
              <a:buChar char="●"/>
            </a:pPr>
            <a:r>
              <a:rPr lang="en">
                <a:solidFill>
                  <a:srgbClr val="0F172A"/>
                </a:solidFill>
                <a:latin typeface="Francois One"/>
                <a:ea typeface="Francois One"/>
                <a:cs typeface="Francois One"/>
                <a:sym typeface="Francois One"/>
              </a:rPr>
              <a:t>Explain why it matters globally</a:t>
            </a:r>
            <a:endParaRPr>
              <a:solidFill>
                <a:srgbClr val="0F172A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2301101" y="-12"/>
            <a:ext cx="5059200" cy="1039200"/>
          </a:xfrm>
          <a:prstGeom prst="doubleWave">
            <a:avLst>
              <a:gd fmla="val 6250" name="adj1"/>
              <a:gd fmla="val 0" name="adj2"/>
            </a:avLst>
          </a:prstGeom>
          <a:solidFill>
            <a:srgbClr val="D308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1948950" y="221700"/>
            <a:ext cx="56556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F172A"/>
                </a:solidFill>
                <a:latin typeface="Francois One"/>
                <a:ea typeface="Francois One"/>
                <a:cs typeface="Francois One"/>
                <a:sym typeface="Francois One"/>
              </a:rPr>
              <a:t>Global Issue</a:t>
            </a:r>
            <a:endParaRPr b="1" sz="3300">
              <a:solidFill>
                <a:schemeClr val="lt1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fist is holding up a flag with the sun on it (Provided by Tenor)" id="144" name="Google Shape;14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41600" y="2712025"/>
            <a:ext cx="2436375" cy="24314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5" name="Google Shape;145;p16"/>
          <p:cNvGrpSpPr/>
          <p:nvPr/>
        </p:nvGrpSpPr>
        <p:grpSpPr>
          <a:xfrm rot="-109127">
            <a:off x="32739" y="-42935"/>
            <a:ext cx="3420276" cy="2117160"/>
            <a:chOff x="4762375" y="2628450"/>
            <a:chExt cx="1785425" cy="1105125"/>
          </a:xfrm>
        </p:grpSpPr>
        <p:sp>
          <p:nvSpPr>
            <p:cNvPr id="146" name="Google Shape;146;p16"/>
            <p:cNvSpPr/>
            <p:nvPr/>
          </p:nvSpPr>
          <p:spPr>
            <a:xfrm>
              <a:off x="4762375" y="2628450"/>
              <a:ext cx="956350" cy="646050"/>
            </a:xfrm>
            <a:custGeom>
              <a:rect b="b" l="l" r="r" t="t"/>
              <a:pathLst>
                <a:path extrusionOk="0" h="25842" w="38254">
                  <a:moveTo>
                    <a:pt x="28661" y="0"/>
                  </a:moveTo>
                  <a:lnTo>
                    <a:pt x="27448" y="78"/>
                  </a:lnTo>
                  <a:lnTo>
                    <a:pt x="26155" y="196"/>
                  </a:lnTo>
                  <a:lnTo>
                    <a:pt x="24785" y="392"/>
                  </a:lnTo>
                  <a:lnTo>
                    <a:pt x="23336" y="627"/>
                  </a:lnTo>
                  <a:lnTo>
                    <a:pt x="21809" y="940"/>
                  </a:lnTo>
                  <a:lnTo>
                    <a:pt x="20165" y="1331"/>
                  </a:lnTo>
                  <a:lnTo>
                    <a:pt x="17072" y="2193"/>
                  </a:lnTo>
                  <a:lnTo>
                    <a:pt x="14331" y="3015"/>
                  </a:lnTo>
                  <a:lnTo>
                    <a:pt x="11982" y="3798"/>
                  </a:lnTo>
                  <a:lnTo>
                    <a:pt x="9907" y="4503"/>
                  </a:lnTo>
                  <a:lnTo>
                    <a:pt x="8145" y="5168"/>
                  </a:lnTo>
                  <a:lnTo>
                    <a:pt x="6657" y="5756"/>
                  </a:lnTo>
                  <a:lnTo>
                    <a:pt x="5326" y="6265"/>
                  </a:lnTo>
                  <a:lnTo>
                    <a:pt x="4229" y="6656"/>
                  </a:lnTo>
                  <a:lnTo>
                    <a:pt x="3211" y="6969"/>
                  </a:lnTo>
                  <a:lnTo>
                    <a:pt x="2389" y="7165"/>
                  </a:lnTo>
                  <a:lnTo>
                    <a:pt x="1645" y="7322"/>
                  </a:lnTo>
                  <a:lnTo>
                    <a:pt x="1058" y="7400"/>
                  </a:lnTo>
                  <a:lnTo>
                    <a:pt x="588" y="7478"/>
                  </a:lnTo>
                  <a:lnTo>
                    <a:pt x="1" y="7478"/>
                  </a:lnTo>
                  <a:lnTo>
                    <a:pt x="1959" y="25607"/>
                  </a:lnTo>
                  <a:lnTo>
                    <a:pt x="1959" y="25646"/>
                  </a:lnTo>
                  <a:lnTo>
                    <a:pt x="2037" y="25724"/>
                  </a:lnTo>
                  <a:lnTo>
                    <a:pt x="2233" y="25802"/>
                  </a:lnTo>
                  <a:lnTo>
                    <a:pt x="2507" y="25841"/>
                  </a:lnTo>
                  <a:lnTo>
                    <a:pt x="2937" y="25841"/>
                  </a:lnTo>
                  <a:lnTo>
                    <a:pt x="3564" y="25802"/>
                  </a:lnTo>
                  <a:lnTo>
                    <a:pt x="4425" y="25646"/>
                  </a:lnTo>
                  <a:lnTo>
                    <a:pt x="5522" y="25372"/>
                  </a:lnTo>
                  <a:lnTo>
                    <a:pt x="7988" y="24667"/>
                  </a:lnTo>
                  <a:lnTo>
                    <a:pt x="10455" y="23845"/>
                  </a:lnTo>
                  <a:lnTo>
                    <a:pt x="15192" y="22239"/>
                  </a:lnTo>
                  <a:lnTo>
                    <a:pt x="17307" y="21574"/>
                  </a:lnTo>
                  <a:lnTo>
                    <a:pt x="19499" y="20869"/>
                  </a:lnTo>
                  <a:lnTo>
                    <a:pt x="26860" y="18637"/>
                  </a:lnTo>
                  <a:lnTo>
                    <a:pt x="28191" y="18246"/>
                  </a:lnTo>
                  <a:lnTo>
                    <a:pt x="29405" y="17972"/>
                  </a:lnTo>
                  <a:lnTo>
                    <a:pt x="30580" y="17776"/>
                  </a:lnTo>
                  <a:lnTo>
                    <a:pt x="31676" y="17619"/>
                  </a:lnTo>
                  <a:lnTo>
                    <a:pt x="32694" y="17541"/>
                  </a:lnTo>
                  <a:lnTo>
                    <a:pt x="33634" y="17502"/>
                  </a:lnTo>
                  <a:lnTo>
                    <a:pt x="34495" y="17502"/>
                  </a:lnTo>
                  <a:lnTo>
                    <a:pt x="35239" y="17541"/>
                  </a:lnTo>
                  <a:lnTo>
                    <a:pt x="35944" y="17580"/>
                  </a:lnTo>
                  <a:lnTo>
                    <a:pt x="36570" y="17658"/>
                  </a:lnTo>
                  <a:lnTo>
                    <a:pt x="37510" y="17854"/>
                  </a:lnTo>
                  <a:lnTo>
                    <a:pt x="38058" y="18011"/>
                  </a:lnTo>
                  <a:lnTo>
                    <a:pt x="38254" y="18050"/>
                  </a:lnTo>
                  <a:lnTo>
                    <a:pt x="38254" y="18050"/>
                  </a:lnTo>
                  <a:lnTo>
                    <a:pt x="38215" y="17697"/>
                  </a:lnTo>
                  <a:lnTo>
                    <a:pt x="38097" y="16562"/>
                  </a:lnTo>
                  <a:lnTo>
                    <a:pt x="37941" y="14526"/>
                  </a:lnTo>
                  <a:lnTo>
                    <a:pt x="37784" y="11590"/>
                  </a:lnTo>
                  <a:lnTo>
                    <a:pt x="37745" y="9906"/>
                  </a:lnTo>
                  <a:lnTo>
                    <a:pt x="37706" y="8418"/>
                  </a:lnTo>
                  <a:lnTo>
                    <a:pt x="37745" y="5951"/>
                  </a:lnTo>
                  <a:lnTo>
                    <a:pt x="37823" y="4385"/>
                  </a:lnTo>
                  <a:lnTo>
                    <a:pt x="37862" y="3798"/>
                  </a:lnTo>
                  <a:lnTo>
                    <a:pt x="37902" y="3367"/>
                  </a:lnTo>
                  <a:lnTo>
                    <a:pt x="37941" y="2937"/>
                  </a:lnTo>
                  <a:lnTo>
                    <a:pt x="37941" y="2584"/>
                  </a:lnTo>
                  <a:lnTo>
                    <a:pt x="37902" y="2193"/>
                  </a:lnTo>
                  <a:lnTo>
                    <a:pt x="37862" y="1997"/>
                  </a:lnTo>
                  <a:lnTo>
                    <a:pt x="37745" y="1762"/>
                  </a:lnTo>
                  <a:lnTo>
                    <a:pt x="37510" y="1527"/>
                  </a:lnTo>
                  <a:lnTo>
                    <a:pt x="37236" y="1292"/>
                  </a:lnTo>
                  <a:lnTo>
                    <a:pt x="36805" y="1096"/>
                  </a:lnTo>
                  <a:lnTo>
                    <a:pt x="36218" y="861"/>
                  </a:lnTo>
                  <a:lnTo>
                    <a:pt x="35396" y="627"/>
                  </a:lnTo>
                  <a:lnTo>
                    <a:pt x="34221" y="352"/>
                  </a:lnTo>
                  <a:lnTo>
                    <a:pt x="33516" y="235"/>
                  </a:lnTo>
                  <a:lnTo>
                    <a:pt x="32694" y="157"/>
                  </a:lnTo>
                  <a:lnTo>
                    <a:pt x="31833" y="78"/>
                  </a:lnTo>
                  <a:lnTo>
                    <a:pt x="30854" y="0"/>
                  </a:lnTo>
                  <a:close/>
                </a:path>
              </a:pathLst>
            </a:custGeom>
            <a:solidFill>
              <a:srgbClr val="1B61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6"/>
            <p:cNvSpPr/>
            <p:nvPr/>
          </p:nvSpPr>
          <p:spPr>
            <a:xfrm>
              <a:off x="4811325" y="3060100"/>
              <a:ext cx="984750" cy="673475"/>
            </a:xfrm>
            <a:custGeom>
              <a:rect b="b" l="l" r="r" t="t"/>
              <a:pathLst>
                <a:path extrusionOk="0" h="26939" w="39390">
                  <a:moveTo>
                    <a:pt x="31754" y="1"/>
                  </a:moveTo>
                  <a:lnTo>
                    <a:pt x="30619" y="40"/>
                  </a:lnTo>
                  <a:lnTo>
                    <a:pt x="29483" y="157"/>
                  </a:lnTo>
                  <a:lnTo>
                    <a:pt x="28348" y="353"/>
                  </a:lnTo>
                  <a:lnTo>
                    <a:pt x="27212" y="588"/>
                  </a:lnTo>
                  <a:lnTo>
                    <a:pt x="26116" y="862"/>
                  </a:lnTo>
                  <a:lnTo>
                    <a:pt x="25020" y="1136"/>
                  </a:lnTo>
                  <a:lnTo>
                    <a:pt x="22984" y="1802"/>
                  </a:lnTo>
                  <a:lnTo>
                    <a:pt x="21065" y="2467"/>
                  </a:lnTo>
                  <a:lnTo>
                    <a:pt x="19342" y="3055"/>
                  </a:lnTo>
                  <a:lnTo>
                    <a:pt x="15427" y="4269"/>
                  </a:lnTo>
                  <a:lnTo>
                    <a:pt x="10807" y="5796"/>
                  </a:lnTo>
                  <a:lnTo>
                    <a:pt x="6461" y="7205"/>
                  </a:lnTo>
                  <a:lnTo>
                    <a:pt x="3564" y="8106"/>
                  </a:lnTo>
                  <a:lnTo>
                    <a:pt x="2702" y="8341"/>
                  </a:lnTo>
                  <a:lnTo>
                    <a:pt x="1958" y="8458"/>
                  </a:lnTo>
                  <a:lnTo>
                    <a:pt x="1332" y="8497"/>
                  </a:lnTo>
                  <a:lnTo>
                    <a:pt x="823" y="8497"/>
                  </a:lnTo>
                  <a:lnTo>
                    <a:pt x="470" y="8458"/>
                  </a:lnTo>
                  <a:lnTo>
                    <a:pt x="196" y="8419"/>
                  </a:lnTo>
                  <a:lnTo>
                    <a:pt x="1" y="8341"/>
                  </a:lnTo>
                  <a:lnTo>
                    <a:pt x="1" y="8341"/>
                  </a:lnTo>
                  <a:lnTo>
                    <a:pt x="1802" y="26938"/>
                  </a:lnTo>
                  <a:lnTo>
                    <a:pt x="2115" y="26860"/>
                  </a:lnTo>
                  <a:lnTo>
                    <a:pt x="2585" y="26743"/>
                  </a:lnTo>
                  <a:lnTo>
                    <a:pt x="3211" y="26547"/>
                  </a:lnTo>
                  <a:lnTo>
                    <a:pt x="4112" y="26273"/>
                  </a:lnTo>
                  <a:lnTo>
                    <a:pt x="5208" y="25842"/>
                  </a:lnTo>
                  <a:lnTo>
                    <a:pt x="6618" y="25294"/>
                  </a:lnTo>
                  <a:lnTo>
                    <a:pt x="8262" y="24589"/>
                  </a:lnTo>
                  <a:lnTo>
                    <a:pt x="9162" y="24198"/>
                  </a:lnTo>
                  <a:lnTo>
                    <a:pt x="10024" y="23767"/>
                  </a:lnTo>
                  <a:lnTo>
                    <a:pt x="11747" y="22906"/>
                  </a:lnTo>
                  <a:lnTo>
                    <a:pt x="13469" y="22005"/>
                  </a:lnTo>
                  <a:lnTo>
                    <a:pt x="15349" y="21065"/>
                  </a:lnTo>
                  <a:lnTo>
                    <a:pt x="16367" y="20596"/>
                  </a:lnTo>
                  <a:lnTo>
                    <a:pt x="17463" y="20087"/>
                  </a:lnTo>
                  <a:lnTo>
                    <a:pt x="18638" y="19617"/>
                  </a:lnTo>
                  <a:lnTo>
                    <a:pt x="19930" y="19108"/>
                  </a:lnTo>
                  <a:lnTo>
                    <a:pt x="21339" y="18599"/>
                  </a:lnTo>
                  <a:lnTo>
                    <a:pt x="22866" y="18090"/>
                  </a:lnTo>
                  <a:lnTo>
                    <a:pt x="24511" y="17581"/>
                  </a:lnTo>
                  <a:lnTo>
                    <a:pt x="26312" y="17072"/>
                  </a:lnTo>
                  <a:lnTo>
                    <a:pt x="27251" y="16798"/>
                  </a:lnTo>
                  <a:lnTo>
                    <a:pt x="28113" y="16602"/>
                  </a:lnTo>
                  <a:lnTo>
                    <a:pt x="28974" y="16445"/>
                  </a:lnTo>
                  <a:lnTo>
                    <a:pt x="29757" y="16289"/>
                  </a:lnTo>
                  <a:lnTo>
                    <a:pt x="30540" y="16210"/>
                  </a:lnTo>
                  <a:lnTo>
                    <a:pt x="31284" y="16132"/>
                  </a:lnTo>
                  <a:lnTo>
                    <a:pt x="31950" y="16054"/>
                  </a:lnTo>
                  <a:lnTo>
                    <a:pt x="33829" y="16054"/>
                  </a:lnTo>
                  <a:lnTo>
                    <a:pt x="34886" y="16132"/>
                  </a:lnTo>
                  <a:lnTo>
                    <a:pt x="35826" y="16289"/>
                  </a:lnTo>
                  <a:lnTo>
                    <a:pt x="36648" y="16524"/>
                  </a:lnTo>
                  <a:lnTo>
                    <a:pt x="37314" y="16759"/>
                  </a:lnTo>
                  <a:lnTo>
                    <a:pt x="37901" y="16993"/>
                  </a:lnTo>
                  <a:lnTo>
                    <a:pt x="38410" y="17228"/>
                  </a:lnTo>
                  <a:lnTo>
                    <a:pt x="38763" y="17502"/>
                  </a:lnTo>
                  <a:lnTo>
                    <a:pt x="39037" y="17698"/>
                  </a:lnTo>
                  <a:lnTo>
                    <a:pt x="39232" y="17894"/>
                  </a:lnTo>
                  <a:lnTo>
                    <a:pt x="39389" y="18051"/>
                  </a:lnTo>
                  <a:lnTo>
                    <a:pt x="39389" y="18051"/>
                  </a:lnTo>
                  <a:lnTo>
                    <a:pt x="39193" y="17268"/>
                  </a:lnTo>
                  <a:lnTo>
                    <a:pt x="38645" y="15271"/>
                  </a:lnTo>
                  <a:lnTo>
                    <a:pt x="37979" y="12491"/>
                  </a:lnTo>
                  <a:lnTo>
                    <a:pt x="37627" y="10925"/>
                  </a:lnTo>
                  <a:lnTo>
                    <a:pt x="37314" y="9319"/>
                  </a:lnTo>
                  <a:lnTo>
                    <a:pt x="37040" y="7753"/>
                  </a:lnTo>
                  <a:lnTo>
                    <a:pt x="36805" y="6226"/>
                  </a:lnTo>
                  <a:lnTo>
                    <a:pt x="36648" y="4778"/>
                  </a:lnTo>
                  <a:lnTo>
                    <a:pt x="36492" y="3485"/>
                  </a:lnTo>
                  <a:lnTo>
                    <a:pt x="36335" y="1528"/>
                  </a:lnTo>
                  <a:lnTo>
                    <a:pt x="36296" y="784"/>
                  </a:lnTo>
                  <a:lnTo>
                    <a:pt x="35748" y="588"/>
                  </a:lnTo>
                  <a:lnTo>
                    <a:pt x="35200" y="431"/>
                  </a:lnTo>
                  <a:lnTo>
                    <a:pt x="34612" y="275"/>
                  </a:lnTo>
                  <a:lnTo>
                    <a:pt x="34064" y="197"/>
                  </a:lnTo>
                  <a:lnTo>
                    <a:pt x="33477" y="79"/>
                  </a:lnTo>
                  <a:lnTo>
                    <a:pt x="32929" y="40"/>
                  </a:lnTo>
                  <a:lnTo>
                    <a:pt x="31754" y="1"/>
                  </a:lnTo>
                  <a:close/>
                </a:path>
              </a:pathLst>
            </a:custGeom>
            <a:solidFill>
              <a:srgbClr val="F502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6"/>
            <p:cNvSpPr/>
            <p:nvPr/>
          </p:nvSpPr>
          <p:spPr>
            <a:xfrm>
              <a:off x="5724575" y="2654875"/>
              <a:ext cx="751775" cy="543275"/>
            </a:xfrm>
            <a:custGeom>
              <a:rect b="b" l="l" r="r" t="t"/>
              <a:pathLst>
                <a:path extrusionOk="0" h="21731" w="30071">
                  <a:moveTo>
                    <a:pt x="21692" y="0"/>
                  </a:moveTo>
                  <a:lnTo>
                    <a:pt x="20439" y="39"/>
                  </a:lnTo>
                  <a:lnTo>
                    <a:pt x="19069" y="79"/>
                  </a:lnTo>
                  <a:lnTo>
                    <a:pt x="17620" y="157"/>
                  </a:lnTo>
                  <a:lnTo>
                    <a:pt x="16093" y="235"/>
                  </a:lnTo>
                  <a:lnTo>
                    <a:pt x="14488" y="392"/>
                  </a:lnTo>
                  <a:lnTo>
                    <a:pt x="12921" y="548"/>
                  </a:lnTo>
                  <a:lnTo>
                    <a:pt x="9985" y="901"/>
                  </a:lnTo>
                  <a:lnTo>
                    <a:pt x="7283" y="1331"/>
                  </a:lnTo>
                  <a:lnTo>
                    <a:pt x="4895" y="1723"/>
                  </a:lnTo>
                  <a:lnTo>
                    <a:pt x="2937" y="2115"/>
                  </a:lnTo>
                  <a:lnTo>
                    <a:pt x="1449" y="2467"/>
                  </a:lnTo>
                  <a:lnTo>
                    <a:pt x="157" y="2741"/>
                  </a:lnTo>
                  <a:lnTo>
                    <a:pt x="1" y="7400"/>
                  </a:lnTo>
                  <a:lnTo>
                    <a:pt x="1" y="8340"/>
                  </a:lnTo>
                  <a:lnTo>
                    <a:pt x="1" y="9358"/>
                  </a:lnTo>
                  <a:lnTo>
                    <a:pt x="118" y="11629"/>
                  </a:lnTo>
                  <a:lnTo>
                    <a:pt x="236" y="13978"/>
                  </a:lnTo>
                  <a:lnTo>
                    <a:pt x="432" y="16327"/>
                  </a:lnTo>
                  <a:lnTo>
                    <a:pt x="784" y="20164"/>
                  </a:lnTo>
                  <a:lnTo>
                    <a:pt x="980" y="21730"/>
                  </a:lnTo>
                  <a:lnTo>
                    <a:pt x="1645" y="21574"/>
                  </a:lnTo>
                  <a:lnTo>
                    <a:pt x="2546" y="21378"/>
                  </a:lnTo>
                  <a:lnTo>
                    <a:pt x="3838" y="21104"/>
                  </a:lnTo>
                  <a:lnTo>
                    <a:pt x="5600" y="20830"/>
                  </a:lnTo>
                  <a:lnTo>
                    <a:pt x="7832" y="20438"/>
                  </a:lnTo>
                  <a:lnTo>
                    <a:pt x="10611" y="20047"/>
                  </a:lnTo>
                  <a:lnTo>
                    <a:pt x="13939" y="19655"/>
                  </a:lnTo>
                  <a:lnTo>
                    <a:pt x="15701" y="19460"/>
                  </a:lnTo>
                  <a:lnTo>
                    <a:pt x="17346" y="19264"/>
                  </a:lnTo>
                  <a:lnTo>
                    <a:pt x="20400" y="19029"/>
                  </a:lnTo>
                  <a:lnTo>
                    <a:pt x="22984" y="18911"/>
                  </a:lnTo>
                  <a:lnTo>
                    <a:pt x="25177" y="18872"/>
                  </a:lnTo>
                  <a:lnTo>
                    <a:pt x="26899" y="18833"/>
                  </a:lnTo>
                  <a:lnTo>
                    <a:pt x="28191" y="18872"/>
                  </a:lnTo>
                  <a:lnTo>
                    <a:pt x="29209" y="18911"/>
                  </a:lnTo>
                  <a:lnTo>
                    <a:pt x="29131" y="16719"/>
                  </a:lnTo>
                  <a:lnTo>
                    <a:pt x="29092" y="14644"/>
                  </a:lnTo>
                  <a:lnTo>
                    <a:pt x="29092" y="12725"/>
                  </a:lnTo>
                  <a:lnTo>
                    <a:pt x="29131" y="10963"/>
                  </a:lnTo>
                  <a:lnTo>
                    <a:pt x="29170" y="9358"/>
                  </a:lnTo>
                  <a:lnTo>
                    <a:pt x="29249" y="7909"/>
                  </a:lnTo>
                  <a:lnTo>
                    <a:pt x="29327" y="6617"/>
                  </a:lnTo>
                  <a:lnTo>
                    <a:pt x="29444" y="5443"/>
                  </a:lnTo>
                  <a:lnTo>
                    <a:pt x="29640" y="3524"/>
                  </a:lnTo>
                  <a:lnTo>
                    <a:pt x="29836" y="2193"/>
                  </a:lnTo>
                  <a:lnTo>
                    <a:pt x="29992" y="1410"/>
                  </a:lnTo>
                  <a:lnTo>
                    <a:pt x="30071" y="1136"/>
                  </a:lnTo>
                  <a:lnTo>
                    <a:pt x="29405" y="862"/>
                  </a:lnTo>
                  <a:lnTo>
                    <a:pt x="28465" y="627"/>
                  </a:lnTo>
                  <a:lnTo>
                    <a:pt x="27291" y="392"/>
                  </a:lnTo>
                  <a:lnTo>
                    <a:pt x="26547" y="274"/>
                  </a:lnTo>
                  <a:lnTo>
                    <a:pt x="25764" y="196"/>
                  </a:lnTo>
                  <a:lnTo>
                    <a:pt x="24863" y="118"/>
                  </a:lnTo>
                  <a:lnTo>
                    <a:pt x="23884" y="79"/>
                  </a:lnTo>
                  <a:lnTo>
                    <a:pt x="22827" y="39"/>
                  </a:lnTo>
                  <a:lnTo>
                    <a:pt x="21692" y="0"/>
                  </a:lnTo>
                  <a:close/>
                </a:path>
              </a:pathLst>
            </a:custGeom>
            <a:solidFill>
              <a:srgbClr val="1B61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6"/>
            <p:cNvSpPr/>
            <p:nvPr/>
          </p:nvSpPr>
          <p:spPr>
            <a:xfrm>
              <a:off x="5551325" y="3119825"/>
              <a:ext cx="996475" cy="579500"/>
            </a:xfrm>
            <a:custGeom>
              <a:rect b="b" l="l" r="r" t="t"/>
              <a:pathLst>
                <a:path extrusionOk="0" h="23180" w="39859">
                  <a:moveTo>
                    <a:pt x="29718" y="0"/>
                  </a:moveTo>
                  <a:lnTo>
                    <a:pt x="27995" y="39"/>
                  </a:lnTo>
                  <a:lnTo>
                    <a:pt x="26116" y="118"/>
                  </a:lnTo>
                  <a:lnTo>
                    <a:pt x="24002" y="274"/>
                  </a:lnTo>
                  <a:lnTo>
                    <a:pt x="21653" y="470"/>
                  </a:lnTo>
                  <a:lnTo>
                    <a:pt x="19147" y="783"/>
                  </a:lnTo>
                  <a:lnTo>
                    <a:pt x="16445" y="1214"/>
                  </a:lnTo>
                  <a:lnTo>
                    <a:pt x="13509" y="1723"/>
                  </a:lnTo>
                  <a:lnTo>
                    <a:pt x="10415" y="2349"/>
                  </a:lnTo>
                  <a:lnTo>
                    <a:pt x="8810" y="2741"/>
                  </a:lnTo>
                  <a:lnTo>
                    <a:pt x="7127" y="3132"/>
                  </a:lnTo>
                  <a:lnTo>
                    <a:pt x="157" y="4503"/>
                  </a:lnTo>
                  <a:lnTo>
                    <a:pt x="1" y="22083"/>
                  </a:lnTo>
                  <a:lnTo>
                    <a:pt x="40" y="22161"/>
                  </a:lnTo>
                  <a:lnTo>
                    <a:pt x="236" y="22357"/>
                  </a:lnTo>
                  <a:lnTo>
                    <a:pt x="588" y="22592"/>
                  </a:lnTo>
                  <a:lnTo>
                    <a:pt x="823" y="22748"/>
                  </a:lnTo>
                  <a:lnTo>
                    <a:pt x="1097" y="22866"/>
                  </a:lnTo>
                  <a:lnTo>
                    <a:pt x="1410" y="22983"/>
                  </a:lnTo>
                  <a:lnTo>
                    <a:pt x="1802" y="23062"/>
                  </a:lnTo>
                  <a:lnTo>
                    <a:pt x="2232" y="23140"/>
                  </a:lnTo>
                  <a:lnTo>
                    <a:pt x="2702" y="23179"/>
                  </a:lnTo>
                  <a:lnTo>
                    <a:pt x="3211" y="23179"/>
                  </a:lnTo>
                  <a:lnTo>
                    <a:pt x="3799" y="23101"/>
                  </a:lnTo>
                  <a:lnTo>
                    <a:pt x="4464" y="23022"/>
                  </a:lnTo>
                  <a:lnTo>
                    <a:pt x="5169" y="22827"/>
                  </a:lnTo>
                  <a:lnTo>
                    <a:pt x="5913" y="22592"/>
                  </a:lnTo>
                  <a:lnTo>
                    <a:pt x="6657" y="22357"/>
                  </a:lnTo>
                  <a:lnTo>
                    <a:pt x="8184" y="21770"/>
                  </a:lnTo>
                  <a:lnTo>
                    <a:pt x="9906" y="21104"/>
                  </a:lnTo>
                  <a:lnTo>
                    <a:pt x="10846" y="20791"/>
                  </a:lnTo>
                  <a:lnTo>
                    <a:pt x="11903" y="20438"/>
                  </a:lnTo>
                  <a:lnTo>
                    <a:pt x="13039" y="20086"/>
                  </a:lnTo>
                  <a:lnTo>
                    <a:pt x="14292" y="19734"/>
                  </a:lnTo>
                  <a:lnTo>
                    <a:pt x="15662" y="19420"/>
                  </a:lnTo>
                  <a:lnTo>
                    <a:pt x="17189" y="19107"/>
                  </a:lnTo>
                  <a:lnTo>
                    <a:pt x="18873" y="18833"/>
                  </a:lnTo>
                  <a:lnTo>
                    <a:pt x="20713" y="18559"/>
                  </a:lnTo>
                  <a:lnTo>
                    <a:pt x="22749" y="18324"/>
                  </a:lnTo>
                  <a:lnTo>
                    <a:pt x="25020" y="18128"/>
                  </a:lnTo>
                  <a:lnTo>
                    <a:pt x="29209" y="17815"/>
                  </a:lnTo>
                  <a:lnTo>
                    <a:pt x="32576" y="17658"/>
                  </a:lnTo>
                  <a:lnTo>
                    <a:pt x="35200" y="17619"/>
                  </a:lnTo>
                  <a:lnTo>
                    <a:pt x="37118" y="17619"/>
                  </a:lnTo>
                  <a:lnTo>
                    <a:pt x="38449" y="17698"/>
                  </a:lnTo>
                  <a:lnTo>
                    <a:pt x="39311" y="17776"/>
                  </a:lnTo>
                  <a:lnTo>
                    <a:pt x="39741" y="17854"/>
                  </a:lnTo>
                  <a:lnTo>
                    <a:pt x="39859" y="17893"/>
                  </a:lnTo>
                  <a:lnTo>
                    <a:pt x="39859" y="17893"/>
                  </a:lnTo>
                  <a:lnTo>
                    <a:pt x="39702" y="17619"/>
                  </a:lnTo>
                  <a:lnTo>
                    <a:pt x="39350" y="16758"/>
                  </a:lnTo>
                  <a:lnTo>
                    <a:pt x="38763" y="15388"/>
                  </a:lnTo>
                  <a:lnTo>
                    <a:pt x="38449" y="14487"/>
                  </a:lnTo>
                  <a:lnTo>
                    <a:pt x="38097" y="13430"/>
                  </a:lnTo>
                  <a:lnTo>
                    <a:pt x="37705" y="12255"/>
                  </a:lnTo>
                  <a:lnTo>
                    <a:pt x="37353" y="10963"/>
                  </a:lnTo>
                  <a:lnTo>
                    <a:pt x="36962" y="9514"/>
                  </a:lnTo>
                  <a:lnTo>
                    <a:pt x="36609" y="7948"/>
                  </a:lnTo>
                  <a:lnTo>
                    <a:pt x="36257" y="6226"/>
                  </a:lnTo>
                  <a:lnTo>
                    <a:pt x="35904" y="4385"/>
                  </a:lnTo>
                  <a:lnTo>
                    <a:pt x="35630" y="2428"/>
                  </a:lnTo>
                  <a:lnTo>
                    <a:pt x="35356" y="313"/>
                  </a:lnTo>
                  <a:lnTo>
                    <a:pt x="34886" y="274"/>
                  </a:lnTo>
                  <a:lnTo>
                    <a:pt x="33477" y="118"/>
                  </a:lnTo>
                  <a:lnTo>
                    <a:pt x="32459" y="78"/>
                  </a:lnTo>
                  <a:lnTo>
                    <a:pt x="31167" y="39"/>
                  </a:lnTo>
                  <a:lnTo>
                    <a:pt x="29718" y="0"/>
                  </a:lnTo>
                  <a:close/>
                </a:path>
              </a:pathLst>
            </a:custGeom>
            <a:solidFill>
              <a:srgbClr val="F502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6"/>
            <p:cNvSpPr/>
            <p:nvPr/>
          </p:nvSpPr>
          <p:spPr>
            <a:xfrm>
              <a:off x="5531750" y="3459475"/>
              <a:ext cx="265300" cy="212425"/>
            </a:xfrm>
            <a:custGeom>
              <a:rect b="b" l="l" r="r" t="t"/>
              <a:pathLst>
                <a:path extrusionOk="0" h="8497" w="10612">
                  <a:moveTo>
                    <a:pt x="4621" y="0"/>
                  </a:moveTo>
                  <a:lnTo>
                    <a:pt x="3485" y="40"/>
                  </a:lnTo>
                  <a:lnTo>
                    <a:pt x="2232" y="157"/>
                  </a:lnTo>
                  <a:lnTo>
                    <a:pt x="862" y="353"/>
                  </a:lnTo>
                  <a:lnTo>
                    <a:pt x="744" y="627"/>
                  </a:lnTo>
                  <a:lnTo>
                    <a:pt x="588" y="940"/>
                  </a:lnTo>
                  <a:lnTo>
                    <a:pt x="431" y="1449"/>
                  </a:lnTo>
                  <a:lnTo>
                    <a:pt x="275" y="2036"/>
                  </a:lnTo>
                  <a:lnTo>
                    <a:pt x="157" y="2780"/>
                  </a:lnTo>
                  <a:lnTo>
                    <a:pt x="40" y="3642"/>
                  </a:lnTo>
                  <a:lnTo>
                    <a:pt x="1" y="4660"/>
                  </a:lnTo>
                  <a:lnTo>
                    <a:pt x="1" y="5639"/>
                  </a:lnTo>
                  <a:lnTo>
                    <a:pt x="79" y="6461"/>
                  </a:lnTo>
                  <a:lnTo>
                    <a:pt x="196" y="7126"/>
                  </a:lnTo>
                  <a:lnTo>
                    <a:pt x="353" y="7635"/>
                  </a:lnTo>
                  <a:lnTo>
                    <a:pt x="510" y="8027"/>
                  </a:lnTo>
                  <a:lnTo>
                    <a:pt x="627" y="8301"/>
                  </a:lnTo>
                  <a:lnTo>
                    <a:pt x="784" y="8497"/>
                  </a:lnTo>
                  <a:lnTo>
                    <a:pt x="784" y="8379"/>
                  </a:lnTo>
                  <a:lnTo>
                    <a:pt x="784" y="8144"/>
                  </a:lnTo>
                  <a:lnTo>
                    <a:pt x="862" y="7753"/>
                  </a:lnTo>
                  <a:lnTo>
                    <a:pt x="940" y="7518"/>
                  </a:lnTo>
                  <a:lnTo>
                    <a:pt x="1097" y="7244"/>
                  </a:lnTo>
                  <a:lnTo>
                    <a:pt x="1293" y="6970"/>
                  </a:lnTo>
                  <a:lnTo>
                    <a:pt x="1528" y="6696"/>
                  </a:lnTo>
                  <a:lnTo>
                    <a:pt x="1841" y="6422"/>
                  </a:lnTo>
                  <a:lnTo>
                    <a:pt x="2232" y="6108"/>
                  </a:lnTo>
                  <a:lnTo>
                    <a:pt x="2702" y="5834"/>
                  </a:lnTo>
                  <a:lnTo>
                    <a:pt x="3250" y="5521"/>
                  </a:lnTo>
                  <a:lnTo>
                    <a:pt x="3916" y="5247"/>
                  </a:lnTo>
                  <a:lnTo>
                    <a:pt x="4660" y="4973"/>
                  </a:lnTo>
                  <a:lnTo>
                    <a:pt x="7440" y="4112"/>
                  </a:lnTo>
                  <a:lnTo>
                    <a:pt x="8536" y="3759"/>
                  </a:lnTo>
                  <a:lnTo>
                    <a:pt x="9358" y="3446"/>
                  </a:lnTo>
                  <a:lnTo>
                    <a:pt x="9711" y="3289"/>
                  </a:lnTo>
                  <a:lnTo>
                    <a:pt x="9985" y="3133"/>
                  </a:lnTo>
                  <a:lnTo>
                    <a:pt x="10220" y="2976"/>
                  </a:lnTo>
                  <a:lnTo>
                    <a:pt x="10415" y="2820"/>
                  </a:lnTo>
                  <a:lnTo>
                    <a:pt x="10533" y="2663"/>
                  </a:lnTo>
                  <a:lnTo>
                    <a:pt x="10611" y="2467"/>
                  </a:lnTo>
                  <a:lnTo>
                    <a:pt x="10611" y="2271"/>
                  </a:lnTo>
                  <a:lnTo>
                    <a:pt x="10572" y="2076"/>
                  </a:lnTo>
                  <a:lnTo>
                    <a:pt x="10494" y="1919"/>
                  </a:lnTo>
                  <a:lnTo>
                    <a:pt x="10141" y="1606"/>
                  </a:lnTo>
                  <a:lnTo>
                    <a:pt x="9867" y="1410"/>
                  </a:lnTo>
                  <a:lnTo>
                    <a:pt x="9554" y="1175"/>
                  </a:lnTo>
                  <a:lnTo>
                    <a:pt x="9123" y="940"/>
                  </a:lnTo>
                  <a:lnTo>
                    <a:pt x="8614" y="705"/>
                  </a:lnTo>
                  <a:lnTo>
                    <a:pt x="8027" y="509"/>
                  </a:lnTo>
                  <a:lnTo>
                    <a:pt x="7322" y="314"/>
                  </a:lnTo>
                  <a:lnTo>
                    <a:pt x="6539" y="157"/>
                  </a:lnTo>
                  <a:lnTo>
                    <a:pt x="5639" y="40"/>
                  </a:lnTo>
                  <a:lnTo>
                    <a:pt x="4621" y="0"/>
                  </a:lnTo>
                  <a:close/>
                </a:path>
              </a:pathLst>
            </a:custGeom>
            <a:solidFill>
              <a:srgbClr val="9626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6"/>
            <p:cNvSpPr/>
            <p:nvPr/>
          </p:nvSpPr>
          <p:spPr>
            <a:xfrm>
              <a:off x="4762375" y="2815400"/>
              <a:ext cx="564825" cy="918175"/>
            </a:xfrm>
            <a:custGeom>
              <a:rect b="b" l="l" r="r" t="t"/>
              <a:pathLst>
                <a:path extrusionOk="0" h="36727" w="22593">
                  <a:moveTo>
                    <a:pt x="1" y="0"/>
                  </a:moveTo>
                  <a:lnTo>
                    <a:pt x="3760" y="36726"/>
                  </a:lnTo>
                  <a:lnTo>
                    <a:pt x="4308" y="35904"/>
                  </a:lnTo>
                  <a:lnTo>
                    <a:pt x="4934" y="34925"/>
                  </a:lnTo>
                  <a:lnTo>
                    <a:pt x="5796" y="33712"/>
                  </a:lnTo>
                  <a:lnTo>
                    <a:pt x="6814" y="32263"/>
                  </a:lnTo>
                  <a:lnTo>
                    <a:pt x="8027" y="30658"/>
                  </a:lnTo>
                  <a:lnTo>
                    <a:pt x="9359" y="28935"/>
                  </a:lnTo>
                  <a:lnTo>
                    <a:pt x="10846" y="27212"/>
                  </a:lnTo>
                  <a:lnTo>
                    <a:pt x="12530" y="25215"/>
                  </a:lnTo>
                  <a:lnTo>
                    <a:pt x="14409" y="22905"/>
                  </a:lnTo>
                  <a:lnTo>
                    <a:pt x="16367" y="20439"/>
                  </a:lnTo>
                  <a:lnTo>
                    <a:pt x="18246" y="18050"/>
                  </a:lnTo>
                  <a:lnTo>
                    <a:pt x="21340" y="14057"/>
                  </a:lnTo>
                  <a:lnTo>
                    <a:pt x="22592" y="1241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6"/>
            <p:cNvSpPr/>
            <p:nvPr/>
          </p:nvSpPr>
          <p:spPr>
            <a:xfrm>
              <a:off x="4783925" y="2876075"/>
              <a:ext cx="72450" cy="73450"/>
            </a:xfrm>
            <a:custGeom>
              <a:rect b="b" l="l" r="r" t="t"/>
              <a:pathLst>
                <a:path extrusionOk="0" h="2938" w="2898">
                  <a:moveTo>
                    <a:pt x="1214" y="1"/>
                  </a:moveTo>
                  <a:lnTo>
                    <a:pt x="1097" y="1136"/>
                  </a:lnTo>
                  <a:lnTo>
                    <a:pt x="0" y="1371"/>
                  </a:lnTo>
                  <a:lnTo>
                    <a:pt x="1018" y="1802"/>
                  </a:lnTo>
                  <a:lnTo>
                    <a:pt x="901" y="2937"/>
                  </a:lnTo>
                  <a:lnTo>
                    <a:pt x="1684" y="2115"/>
                  </a:lnTo>
                  <a:lnTo>
                    <a:pt x="2702" y="2546"/>
                  </a:lnTo>
                  <a:lnTo>
                    <a:pt x="2154" y="1567"/>
                  </a:lnTo>
                  <a:lnTo>
                    <a:pt x="2898" y="745"/>
                  </a:lnTo>
                  <a:lnTo>
                    <a:pt x="1801" y="980"/>
                  </a:lnTo>
                  <a:lnTo>
                    <a:pt x="121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6"/>
            <p:cNvSpPr/>
            <p:nvPr/>
          </p:nvSpPr>
          <p:spPr>
            <a:xfrm>
              <a:off x="5217550" y="3098275"/>
              <a:ext cx="72450" cy="74425"/>
            </a:xfrm>
            <a:custGeom>
              <a:rect b="b" l="l" r="r" t="t"/>
              <a:pathLst>
                <a:path extrusionOk="0" h="2977" w="2898">
                  <a:moveTo>
                    <a:pt x="1214" y="1"/>
                  </a:moveTo>
                  <a:lnTo>
                    <a:pt x="1097" y="1136"/>
                  </a:lnTo>
                  <a:lnTo>
                    <a:pt x="0" y="1371"/>
                  </a:lnTo>
                  <a:lnTo>
                    <a:pt x="1018" y="1841"/>
                  </a:lnTo>
                  <a:lnTo>
                    <a:pt x="901" y="2976"/>
                  </a:lnTo>
                  <a:lnTo>
                    <a:pt x="1684" y="2115"/>
                  </a:lnTo>
                  <a:lnTo>
                    <a:pt x="2702" y="2585"/>
                  </a:lnTo>
                  <a:lnTo>
                    <a:pt x="2702" y="2585"/>
                  </a:lnTo>
                  <a:lnTo>
                    <a:pt x="2154" y="1606"/>
                  </a:lnTo>
                  <a:lnTo>
                    <a:pt x="2898" y="745"/>
                  </a:lnTo>
                  <a:lnTo>
                    <a:pt x="1801" y="980"/>
                  </a:lnTo>
                  <a:lnTo>
                    <a:pt x="121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6"/>
            <p:cNvSpPr/>
            <p:nvPr/>
          </p:nvSpPr>
          <p:spPr>
            <a:xfrm>
              <a:off x="4861250" y="3544625"/>
              <a:ext cx="73425" cy="74425"/>
            </a:xfrm>
            <a:custGeom>
              <a:rect b="b" l="l" r="r" t="t"/>
              <a:pathLst>
                <a:path extrusionOk="0" h="2977" w="2937">
                  <a:moveTo>
                    <a:pt x="1253" y="1"/>
                  </a:moveTo>
                  <a:lnTo>
                    <a:pt x="1136" y="1136"/>
                  </a:lnTo>
                  <a:lnTo>
                    <a:pt x="0" y="1371"/>
                  </a:lnTo>
                  <a:lnTo>
                    <a:pt x="1058" y="1841"/>
                  </a:lnTo>
                  <a:lnTo>
                    <a:pt x="940" y="2976"/>
                  </a:lnTo>
                  <a:lnTo>
                    <a:pt x="1684" y="2115"/>
                  </a:lnTo>
                  <a:lnTo>
                    <a:pt x="2741" y="2585"/>
                  </a:lnTo>
                  <a:lnTo>
                    <a:pt x="2154" y="1606"/>
                  </a:lnTo>
                  <a:lnTo>
                    <a:pt x="2937" y="745"/>
                  </a:lnTo>
                  <a:lnTo>
                    <a:pt x="1801" y="980"/>
                  </a:lnTo>
                  <a:lnTo>
                    <a:pt x="1253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6"/>
            <p:cNvSpPr/>
            <p:nvPr/>
          </p:nvSpPr>
          <p:spPr>
            <a:xfrm>
              <a:off x="4940525" y="3004325"/>
              <a:ext cx="43100" cy="106700"/>
            </a:xfrm>
            <a:custGeom>
              <a:rect b="b" l="l" r="r" t="t"/>
              <a:pathLst>
                <a:path extrusionOk="0" h="4268" w="1724">
                  <a:moveTo>
                    <a:pt x="745" y="0"/>
                  </a:moveTo>
                  <a:lnTo>
                    <a:pt x="1" y="705"/>
                  </a:lnTo>
                  <a:lnTo>
                    <a:pt x="1097" y="4268"/>
                  </a:lnTo>
                  <a:lnTo>
                    <a:pt x="1410" y="4189"/>
                  </a:lnTo>
                  <a:lnTo>
                    <a:pt x="1724" y="4111"/>
                  </a:lnTo>
                  <a:lnTo>
                    <a:pt x="1645" y="352"/>
                  </a:lnTo>
                  <a:lnTo>
                    <a:pt x="74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6"/>
            <p:cNvSpPr/>
            <p:nvPr/>
          </p:nvSpPr>
          <p:spPr>
            <a:xfrm>
              <a:off x="4985550" y="3220625"/>
              <a:ext cx="48000" cy="124350"/>
            </a:xfrm>
            <a:custGeom>
              <a:rect b="b" l="l" r="r" t="t"/>
              <a:pathLst>
                <a:path extrusionOk="0" h="4974" w="1920">
                  <a:moveTo>
                    <a:pt x="667" y="1"/>
                  </a:moveTo>
                  <a:lnTo>
                    <a:pt x="353" y="79"/>
                  </a:lnTo>
                  <a:lnTo>
                    <a:pt x="314" y="79"/>
                  </a:lnTo>
                  <a:lnTo>
                    <a:pt x="1" y="158"/>
                  </a:lnTo>
                  <a:lnTo>
                    <a:pt x="79" y="4504"/>
                  </a:lnTo>
                  <a:lnTo>
                    <a:pt x="1097" y="4973"/>
                  </a:lnTo>
                  <a:lnTo>
                    <a:pt x="1919" y="4112"/>
                  </a:lnTo>
                  <a:lnTo>
                    <a:pt x="667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6"/>
            <p:cNvSpPr/>
            <p:nvPr/>
          </p:nvSpPr>
          <p:spPr>
            <a:xfrm>
              <a:off x="4987525" y="3016050"/>
              <a:ext cx="19600" cy="85200"/>
            </a:xfrm>
            <a:custGeom>
              <a:rect b="b" l="l" r="r" t="t"/>
              <a:pathLst>
                <a:path extrusionOk="0" h="3408" w="784">
                  <a:moveTo>
                    <a:pt x="157" y="1"/>
                  </a:moveTo>
                  <a:lnTo>
                    <a:pt x="0" y="3407"/>
                  </a:lnTo>
                  <a:lnTo>
                    <a:pt x="274" y="3407"/>
                  </a:lnTo>
                  <a:lnTo>
                    <a:pt x="783" y="275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6"/>
            <p:cNvSpPr/>
            <p:nvPr/>
          </p:nvSpPr>
          <p:spPr>
            <a:xfrm>
              <a:off x="4920950" y="3029775"/>
              <a:ext cx="42125" cy="80275"/>
            </a:xfrm>
            <a:custGeom>
              <a:rect b="b" l="l" r="r" t="t"/>
              <a:pathLst>
                <a:path extrusionOk="0" h="3211" w="1685">
                  <a:moveTo>
                    <a:pt x="510" y="0"/>
                  </a:moveTo>
                  <a:lnTo>
                    <a:pt x="1" y="509"/>
                  </a:lnTo>
                  <a:lnTo>
                    <a:pt x="1449" y="3211"/>
                  </a:lnTo>
                  <a:lnTo>
                    <a:pt x="1684" y="3093"/>
                  </a:lnTo>
                  <a:lnTo>
                    <a:pt x="510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6"/>
            <p:cNvSpPr/>
            <p:nvPr/>
          </p:nvSpPr>
          <p:spPr>
            <a:xfrm>
              <a:off x="4960100" y="3231400"/>
              <a:ext cx="21575" cy="97925"/>
            </a:xfrm>
            <a:custGeom>
              <a:rect b="b" l="l" r="r" t="t"/>
              <a:pathLst>
                <a:path extrusionOk="0" h="3917" w="863">
                  <a:moveTo>
                    <a:pt x="588" y="1"/>
                  </a:moveTo>
                  <a:lnTo>
                    <a:pt x="1" y="3564"/>
                  </a:lnTo>
                  <a:lnTo>
                    <a:pt x="706" y="3916"/>
                  </a:lnTo>
                  <a:lnTo>
                    <a:pt x="862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6"/>
            <p:cNvSpPr/>
            <p:nvPr/>
          </p:nvSpPr>
          <p:spPr>
            <a:xfrm>
              <a:off x="5008075" y="3222600"/>
              <a:ext cx="47975" cy="93000"/>
            </a:xfrm>
            <a:custGeom>
              <a:rect b="b" l="l" r="r" t="t"/>
              <a:pathLst>
                <a:path extrusionOk="0" h="3720" w="1919">
                  <a:moveTo>
                    <a:pt x="235" y="0"/>
                  </a:moveTo>
                  <a:lnTo>
                    <a:pt x="0" y="118"/>
                  </a:lnTo>
                  <a:lnTo>
                    <a:pt x="1371" y="3720"/>
                  </a:lnTo>
                  <a:lnTo>
                    <a:pt x="1919" y="3093"/>
                  </a:lnTo>
                  <a:lnTo>
                    <a:pt x="23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6"/>
            <p:cNvSpPr/>
            <p:nvPr/>
          </p:nvSpPr>
          <p:spPr>
            <a:xfrm>
              <a:off x="5038425" y="3110025"/>
              <a:ext cx="113550" cy="50925"/>
            </a:xfrm>
            <a:custGeom>
              <a:rect b="b" l="l" r="r" t="t"/>
              <a:pathLst>
                <a:path extrusionOk="0" h="2037" w="4542">
                  <a:moveTo>
                    <a:pt x="3759" y="1"/>
                  </a:moveTo>
                  <a:lnTo>
                    <a:pt x="0" y="1371"/>
                  </a:lnTo>
                  <a:lnTo>
                    <a:pt x="78" y="1723"/>
                  </a:lnTo>
                  <a:lnTo>
                    <a:pt x="118" y="2037"/>
                  </a:lnTo>
                  <a:lnTo>
                    <a:pt x="4150" y="1763"/>
                  </a:lnTo>
                  <a:lnTo>
                    <a:pt x="4542" y="745"/>
                  </a:lnTo>
                  <a:lnTo>
                    <a:pt x="4503" y="745"/>
                  </a:lnTo>
                  <a:lnTo>
                    <a:pt x="3759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6"/>
            <p:cNvSpPr/>
            <p:nvPr/>
          </p:nvSpPr>
          <p:spPr>
            <a:xfrm>
              <a:off x="4819150" y="3168750"/>
              <a:ext cx="110650" cy="51900"/>
            </a:xfrm>
            <a:custGeom>
              <a:rect b="b" l="l" r="r" t="t"/>
              <a:pathLst>
                <a:path extrusionOk="0" h="2076" w="4426">
                  <a:moveTo>
                    <a:pt x="4347" y="1"/>
                  </a:moveTo>
                  <a:lnTo>
                    <a:pt x="471" y="275"/>
                  </a:lnTo>
                  <a:lnTo>
                    <a:pt x="1" y="1254"/>
                  </a:lnTo>
                  <a:lnTo>
                    <a:pt x="1" y="1293"/>
                  </a:lnTo>
                  <a:lnTo>
                    <a:pt x="666" y="2076"/>
                  </a:lnTo>
                  <a:lnTo>
                    <a:pt x="4425" y="666"/>
                  </a:lnTo>
                  <a:lnTo>
                    <a:pt x="4386" y="353"/>
                  </a:lnTo>
                  <a:lnTo>
                    <a:pt x="4386" y="314"/>
                  </a:lnTo>
                  <a:lnTo>
                    <a:pt x="4347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6"/>
            <p:cNvSpPr/>
            <p:nvPr/>
          </p:nvSpPr>
          <p:spPr>
            <a:xfrm>
              <a:off x="5048200" y="3164850"/>
              <a:ext cx="90075" cy="17625"/>
            </a:xfrm>
            <a:custGeom>
              <a:rect b="b" l="l" r="r" t="t"/>
              <a:pathLst>
                <a:path extrusionOk="0" h="705" w="3603">
                  <a:moveTo>
                    <a:pt x="1" y="0"/>
                  </a:moveTo>
                  <a:lnTo>
                    <a:pt x="1" y="274"/>
                  </a:lnTo>
                  <a:lnTo>
                    <a:pt x="3290" y="705"/>
                  </a:lnTo>
                  <a:lnTo>
                    <a:pt x="3603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6"/>
            <p:cNvSpPr/>
            <p:nvPr/>
          </p:nvSpPr>
          <p:spPr>
            <a:xfrm>
              <a:off x="5041350" y="3090450"/>
              <a:ext cx="84200" cy="48000"/>
            </a:xfrm>
            <a:custGeom>
              <a:rect b="b" l="l" r="r" t="t"/>
              <a:pathLst>
                <a:path extrusionOk="0" h="1920" w="3368">
                  <a:moveTo>
                    <a:pt x="2820" y="1"/>
                  </a:moveTo>
                  <a:lnTo>
                    <a:pt x="1" y="1684"/>
                  </a:lnTo>
                  <a:lnTo>
                    <a:pt x="79" y="1919"/>
                  </a:lnTo>
                  <a:lnTo>
                    <a:pt x="3368" y="470"/>
                  </a:lnTo>
                  <a:lnTo>
                    <a:pt x="2820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6"/>
            <p:cNvSpPr/>
            <p:nvPr/>
          </p:nvSpPr>
          <p:spPr>
            <a:xfrm>
              <a:off x="4835800" y="3148200"/>
              <a:ext cx="87150" cy="17650"/>
            </a:xfrm>
            <a:custGeom>
              <a:rect b="b" l="l" r="r" t="t"/>
              <a:pathLst>
                <a:path extrusionOk="0" h="706" w="3486">
                  <a:moveTo>
                    <a:pt x="353" y="1"/>
                  </a:moveTo>
                  <a:lnTo>
                    <a:pt x="0" y="705"/>
                  </a:lnTo>
                  <a:lnTo>
                    <a:pt x="0" y="705"/>
                  </a:lnTo>
                  <a:lnTo>
                    <a:pt x="3446" y="666"/>
                  </a:lnTo>
                  <a:lnTo>
                    <a:pt x="3485" y="431"/>
                  </a:lnTo>
                  <a:lnTo>
                    <a:pt x="353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6"/>
            <p:cNvSpPr/>
            <p:nvPr/>
          </p:nvSpPr>
          <p:spPr>
            <a:xfrm>
              <a:off x="4842650" y="3191275"/>
              <a:ext cx="85175" cy="50925"/>
            </a:xfrm>
            <a:custGeom>
              <a:rect b="b" l="l" r="r" t="t"/>
              <a:pathLst>
                <a:path extrusionOk="0" h="2037" w="3407">
                  <a:moveTo>
                    <a:pt x="3329" y="0"/>
                  </a:moveTo>
                  <a:lnTo>
                    <a:pt x="0" y="1488"/>
                  </a:lnTo>
                  <a:lnTo>
                    <a:pt x="509" y="2036"/>
                  </a:lnTo>
                  <a:lnTo>
                    <a:pt x="3407" y="235"/>
                  </a:lnTo>
                  <a:lnTo>
                    <a:pt x="3329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6"/>
            <p:cNvSpPr/>
            <p:nvPr/>
          </p:nvSpPr>
          <p:spPr>
            <a:xfrm>
              <a:off x="5011000" y="3024875"/>
              <a:ext cx="78350" cy="96925"/>
            </a:xfrm>
            <a:custGeom>
              <a:rect b="b" l="l" r="r" t="t"/>
              <a:pathLst>
                <a:path extrusionOk="0" h="3877" w="3134">
                  <a:moveTo>
                    <a:pt x="1724" y="0"/>
                  </a:moveTo>
                  <a:lnTo>
                    <a:pt x="1" y="3485"/>
                  </a:lnTo>
                  <a:lnTo>
                    <a:pt x="236" y="3681"/>
                  </a:lnTo>
                  <a:lnTo>
                    <a:pt x="275" y="3681"/>
                  </a:lnTo>
                  <a:lnTo>
                    <a:pt x="510" y="3876"/>
                  </a:lnTo>
                  <a:lnTo>
                    <a:pt x="3133" y="901"/>
                  </a:lnTo>
                  <a:lnTo>
                    <a:pt x="2742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6"/>
            <p:cNvSpPr/>
            <p:nvPr/>
          </p:nvSpPr>
          <p:spPr>
            <a:xfrm>
              <a:off x="4873975" y="3209875"/>
              <a:ext cx="84200" cy="106725"/>
            </a:xfrm>
            <a:custGeom>
              <a:rect b="b" l="l" r="r" t="t"/>
              <a:pathLst>
                <a:path extrusionOk="0" h="4269" w="3368">
                  <a:moveTo>
                    <a:pt x="2819" y="0"/>
                  </a:moveTo>
                  <a:lnTo>
                    <a:pt x="0" y="3172"/>
                  </a:lnTo>
                  <a:lnTo>
                    <a:pt x="314" y="4229"/>
                  </a:lnTo>
                  <a:lnTo>
                    <a:pt x="314" y="4268"/>
                  </a:lnTo>
                  <a:lnTo>
                    <a:pt x="353" y="4229"/>
                  </a:lnTo>
                  <a:lnTo>
                    <a:pt x="1410" y="4268"/>
                  </a:lnTo>
                  <a:lnTo>
                    <a:pt x="3368" y="353"/>
                  </a:lnTo>
                  <a:lnTo>
                    <a:pt x="3094" y="196"/>
                  </a:lnTo>
                  <a:lnTo>
                    <a:pt x="3094" y="157"/>
                  </a:lnTo>
                  <a:lnTo>
                    <a:pt x="2819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6"/>
            <p:cNvSpPr/>
            <p:nvPr/>
          </p:nvSpPr>
          <p:spPr>
            <a:xfrm>
              <a:off x="5030575" y="3057175"/>
              <a:ext cx="70525" cy="67550"/>
            </a:xfrm>
            <a:custGeom>
              <a:rect b="b" l="l" r="r" t="t"/>
              <a:pathLst>
                <a:path extrusionOk="0" h="2702" w="2821">
                  <a:moveTo>
                    <a:pt x="2546" y="0"/>
                  </a:moveTo>
                  <a:lnTo>
                    <a:pt x="1" y="2506"/>
                  </a:lnTo>
                  <a:lnTo>
                    <a:pt x="197" y="2702"/>
                  </a:lnTo>
                  <a:lnTo>
                    <a:pt x="2820" y="666"/>
                  </a:lnTo>
                  <a:lnTo>
                    <a:pt x="2546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6"/>
            <p:cNvSpPr/>
            <p:nvPr/>
          </p:nvSpPr>
          <p:spPr>
            <a:xfrm>
              <a:off x="5004150" y="3024875"/>
              <a:ext cx="40175" cy="80275"/>
            </a:xfrm>
            <a:custGeom>
              <a:rect b="b" l="l" r="r" t="t"/>
              <a:pathLst>
                <a:path extrusionOk="0" h="3211" w="1607">
                  <a:moveTo>
                    <a:pt x="1606" y="0"/>
                  </a:moveTo>
                  <a:lnTo>
                    <a:pt x="862" y="39"/>
                  </a:lnTo>
                  <a:lnTo>
                    <a:pt x="1" y="3133"/>
                  </a:lnTo>
                  <a:lnTo>
                    <a:pt x="236" y="3211"/>
                  </a:lnTo>
                  <a:lnTo>
                    <a:pt x="1606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6"/>
            <p:cNvSpPr/>
            <p:nvPr/>
          </p:nvSpPr>
          <p:spPr>
            <a:xfrm>
              <a:off x="4865175" y="3206925"/>
              <a:ext cx="72450" cy="71500"/>
            </a:xfrm>
            <a:custGeom>
              <a:rect b="b" l="l" r="r" t="t"/>
              <a:pathLst>
                <a:path extrusionOk="0" h="2860" w="2898">
                  <a:moveTo>
                    <a:pt x="2741" y="1"/>
                  </a:moveTo>
                  <a:lnTo>
                    <a:pt x="0" y="2115"/>
                  </a:lnTo>
                  <a:lnTo>
                    <a:pt x="196" y="2859"/>
                  </a:lnTo>
                  <a:lnTo>
                    <a:pt x="2897" y="197"/>
                  </a:lnTo>
                  <a:lnTo>
                    <a:pt x="2741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6"/>
            <p:cNvSpPr/>
            <p:nvPr/>
          </p:nvSpPr>
          <p:spPr>
            <a:xfrm>
              <a:off x="4920950" y="3226500"/>
              <a:ext cx="44075" cy="90100"/>
            </a:xfrm>
            <a:custGeom>
              <a:rect b="b" l="l" r="r" t="t"/>
              <a:pathLst>
                <a:path extrusionOk="0" h="3604" w="1763">
                  <a:moveTo>
                    <a:pt x="1528" y="1"/>
                  </a:moveTo>
                  <a:lnTo>
                    <a:pt x="1" y="3603"/>
                  </a:lnTo>
                  <a:lnTo>
                    <a:pt x="745" y="3603"/>
                  </a:lnTo>
                  <a:lnTo>
                    <a:pt x="1763" y="118"/>
                  </a:lnTo>
                  <a:lnTo>
                    <a:pt x="1528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6"/>
            <p:cNvSpPr/>
            <p:nvPr/>
          </p:nvSpPr>
          <p:spPr>
            <a:xfrm>
              <a:off x="4851450" y="3064025"/>
              <a:ext cx="93025" cy="76375"/>
            </a:xfrm>
            <a:custGeom>
              <a:rect b="b" l="l" r="r" t="t"/>
              <a:pathLst>
                <a:path extrusionOk="0" h="3055" w="3721">
                  <a:moveTo>
                    <a:pt x="1058" y="0"/>
                  </a:moveTo>
                  <a:lnTo>
                    <a:pt x="118" y="392"/>
                  </a:lnTo>
                  <a:lnTo>
                    <a:pt x="79" y="392"/>
                  </a:lnTo>
                  <a:lnTo>
                    <a:pt x="79" y="431"/>
                  </a:lnTo>
                  <a:lnTo>
                    <a:pt x="1" y="1449"/>
                  </a:lnTo>
                  <a:lnTo>
                    <a:pt x="3329" y="3054"/>
                  </a:lnTo>
                  <a:lnTo>
                    <a:pt x="3525" y="2780"/>
                  </a:lnTo>
                  <a:lnTo>
                    <a:pt x="3720" y="2506"/>
                  </a:lnTo>
                  <a:lnTo>
                    <a:pt x="1058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6"/>
            <p:cNvSpPr/>
            <p:nvPr/>
          </p:nvSpPr>
          <p:spPr>
            <a:xfrm>
              <a:off x="5026675" y="3190300"/>
              <a:ext cx="100850" cy="85175"/>
            </a:xfrm>
            <a:custGeom>
              <a:rect b="b" l="l" r="r" t="t"/>
              <a:pathLst>
                <a:path extrusionOk="0" h="3407" w="4034">
                  <a:moveTo>
                    <a:pt x="353" y="0"/>
                  </a:moveTo>
                  <a:lnTo>
                    <a:pt x="196" y="274"/>
                  </a:lnTo>
                  <a:lnTo>
                    <a:pt x="157" y="274"/>
                  </a:lnTo>
                  <a:lnTo>
                    <a:pt x="0" y="548"/>
                  </a:lnTo>
                  <a:lnTo>
                    <a:pt x="3015" y="3407"/>
                  </a:lnTo>
                  <a:lnTo>
                    <a:pt x="4033" y="2937"/>
                  </a:lnTo>
                  <a:lnTo>
                    <a:pt x="4033" y="1762"/>
                  </a:lnTo>
                  <a:lnTo>
                    <a:pt x="353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6"/>
            <p:cNvSpPr/>
            <p:nvPr/>
          </p:nvSpPr>
          <p:spPr>
            <a:xfrm>
              <a:off x="4887675" y="3053250"/>
              <a:ext cx="60725" cy="66600"/>
            </a:xfrm>
            <a:custGeom>
              <a:rect b="b" l="l" r="r" t="t"/>
              <a:pathLst>
                <a:path extrusionOk="0" h="2664" w="2429">
                  <a:moveTo>
                    <a:pt x="666" y="1"/>
                  </a:moveTo>
                  <a:lnTo>
                    <a:pt x="1" y="275"/>
                  </a:lnTo>
                  <a:lnTo>
                    <a:pt x="2232" y="2663"/>
                  </a:lnTo>
                  <a:lnTo>
                    <a:pt x="2428" y="2507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6"/>
            <p:cNvSpPr/>
            <p:nvPr/>
          </p:nvSpPr>
          <p:spPr>
            <a:xfrm>
              <a:off x="4849500" y="3110025"/>
              <a:ext cx="78325" cy="38200"/>
            </a:xfrm>
            <a:custGeom>
              <a:rect b="b" l="l" r="r" t="t"/>
              <a:pathLst>
                <a:path extrusionOk="0" h="1528" w="3133">
                  <a:moveTo>
                    <a:pt x="40" y="1"/>
                  </a:moveTo>
                  <a:lnTo>
                    <a:pt x="1" y="745"/>
                  </a:lnTo>
                  <a:lnTo>
                    <a:pt x="3055" y="1528"/>
                  </a:lnTo>
                  <a:lnTo>
                    <a:pt x="3133" y="1293"/>
                  </a:lnTo>
                  <a:lnTo>
                    <a:pt x="40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6"/>
            <p:cNvSpPr/>
            <p:nvPr/>
          </p:nvSpPr>
          <p:spPr>
            <a:xfrm>
              <a:off x="5022750" y="3211825"/>
              <a:ext cx="68550" cy="76375"/>
            </a:xfrm>
            <a:custGeom>
              <a:rect b="b" l="l" r="r" t="t"/>
              <a:pathLst>
                <a:path extrusionOk="0" h="3055" w="2742">
                  <a:moveTo>
                    <a:pt x="197" y="1"/>
                  </a:moveTo>
                  <a:lnTo>
                    <a:pt x="1" y="196"/>
                  </a:lnTo>
                  <a:lnTo>
                    <a:pt x="2037" y="3055"/>
                  </a:lnTo>
                  <a:lnTo>
                    <a:pt x="2741" y="2741"/>
                  </a:lnTo>
                  <a:lnTo>
                    <a:pt x="197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6"/>
            <p:cNvSpPr/>
            <p:nvPr/>
          </p:nvSpPr>
          <p:spPr>
            <a:xfrm>
              <a:off x="5043300" y="3182450"/>
              <a:ext cx="84225" cy="41150"/>
            </a:xfrm>
            <a:custGeom>
              <a:rect b="b" l="l" r="r" t="t"/>
              <a:pathLst>
                <a:path extrusionOk="0" h="1646" w="3369">
                  <a:moveTo>
                    <a:pt x="79" y="1"/>
                  </a:moveTo>
                  <a:lnTo>
                    <a:pt x="1" y="236"/>
                  </a:lnTo>
                  <a:lnTo>
                    <a:pt x="3368" y="1645"/>
                  </a:lnTo>
                  <a:lnTo>
                    <a:pt x="3329" y="823"/>
                  </a:lnTo>
                  <a:lnTo>
                    <a:pt x="79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6"/>
            <p:cNvSpPr/>
            <p:nvPr/>
          </p:nvSpPr>
          <p:spPr>
            <a:xfrm>
              <a:off x="4912150" y="3093400"/>
              <a:ext cx="142925" cy="146850"/>
            </a:xfrm>
            <a:custGeom>
              <a:rect b="b" l="l" r="r" t="t"/>
              <a:pathLst>
                <a:path extrusionOk="0" h="5874" w="5717">
                  <a:moveTo>
                    <a:pt x="2702" y="0"/>
                  </a:moveTo>
                  <a:lnTo>
                    <a:pt x="2389" y="78"/>
                  </a:lnTo>
                  <a:lnTo>
                    <a:pt x="2115" y="157"/>
                  </a:lnTo>
                  <a:lnTo>
                    <a:pt x="1841" y="235"/>
                  </a:lnTo>
                  <a:lnTo>
                    <a:pt x="1606" y="352"/>
                  </a:lnTo>
                  <a:lnTo>
                    <a:pt x="1371" y="509"/>
                  </a:lnTo>
                  <a:lnTo>
                    <a:pt x="1136" y="705"/>
                  </a:lnTo>
                  <a:lnTo>
                    <a:pt x="940" y="861"/>
                  </a:lnTo>
                  <a:lnTo>
                    <a:pt x="744" y="1096"/>
                  </a:lnTo>
                  <a:lnTo>
                    <a:pt x="588" y="1292"/>
                  </a:lnTo>
                  <a:lnTo>
                    <a:pt x="431" y="1527"/>
                  </a:lnTo>
                  <a:lnTo>
                    <a:pt x="274" y="1801"/>
                  </a:lnTo>
                  <a:lnTo>
                    <a:pt x="196" y="2075"/>
                  </a:lnTo>
                  <a:lnTo>
                    <a:pt x="118" y="2349"/>
                  </a:lnTo>
                  <a:lnTo>
                    <a:pt x="40" y="2623"/>
                  </a:lnTo>
                  <a:lnTo>
                    <a:pt x="0" y="2897"/>
                  </a:lnTo>
                  <a:lnTo>
                    <a:pt x="0" y="3171"/>
                  </a:lnTo>
                  <a:lnTo>
                    <a:pt x="40" y="3485"/>
                  </a:lnTo>
                  <a:lnTo>
                    <a:pt x="79" y="3759"/>
                  </a:lnTo>
                  <a:lnTo>
                    <a:pt x="157" y="4072"/>
                  </a:lnTo>
                  <a:lnTo>
                    <a:pt x="274" y="4346"/>
                  </a:lnTo>
                  <a:lnTo>
                    <a:pt x="392" y="4581"/>
                  </a:lnTo>
                  <a:lnTo>
                    <a:pt x="549" y="4816"/>
                  </a:lnTo>
                  <a:lnTo>
                    <a:pt x="744" y="5012"/>
                  </a:lnTo>
                  <a:lnTo>
                    <a:pt x="940" y="5207"/>
                  </a:lnTo>
                  <a:lnTo>
                    <a:pt x="1136" y="5403"/>
                  </a:lnTo>
                  <a:lnTo>
                    <a:pt x="1371" y="5521"/>
                  </a:lnTo>
                  <a:lnTo>
                    <a:pt x="1645" y="5638"/>
                  </a:lnTo>
                  <a:lnTo>
                    <a:pt x="1880" y="5756"/>
                  </a:lnTo>
                  <a:lnTo>
                    <a:pt x="2154" y="5834"/>
                  </a:lnTo>
                  <a:lnTo>
                    <a:pt x="2428" y="5873"/>
                  </a:lnTo>
                  <a:lnTo>
                    <a:pt x="3015" y="5873"/>
                  </a:lnTo>
                  <a:lnTo>
                    <a:pt x="3289" y="5834"/>
                  </a:lnTo>
                  <a:lnTo>
                    <a:pt x="3603" y="5756"/>
                  </a:lnTo>
                  <a:lnTo>
                    <a:pt x="3877" y="5638"/>
                  </a:lnTo>
                  <a:lnTo>
                    <a:pt x="4151" y="5521"/>
                  </a:lnTo>
                  <a:lnTo>
                    <a:pt x="4386" y="5364"/>
                  </a:lnTo>
                  <a:lnTo>
                    <a:pt x="4621" y="5168"/>
                  </a:lnTo>
                  <a:lnTo>
                    <a:pt x="4816" y="4973"/>
                  </a:lnTo>
                  <a:lnTo>
                    <a:pt x="5012" y="4738"/>
                  </a:lnTo>
                  <a:lnTo>
                    <a:pt x="5208" y="4503"/>
                  </a:lnTo>
                  <a:lnTo>
                    <a:pt x="5325" y="4268"/>
                  </a:lnTo>
                  <a:lnTo>
                    <a:pt x="5482" y="3994"/>
                  </a:lnTo>
                  <a:lnTo>
                    <a:pt x="5560" y="3720"/>
                  </a:lnTo>
                  <a:lnTo>
                    <a:pt x="5638" y="3446"/>
                  </a:lnTo>
                  <a:lnTo>
                    <a:pt x="5678" y="3171"/>
                  </a:lnTo>
                  <a:lnTo>
                    <a:pt x="5717" y="2858"/>
                  </a:lnTo>
                  <a:lnTo>
                    <a:pt x="5717" y="2545"/>
                  </a:lnTo>
                  <a:lnTo>
                    <a:pt x="5678" y="2271"/>
                  </a:lnTo>
                  <a:lnTo>
                    <a:pt x="5599" y="1958"/>
                  </a:lnTo>
                  <a:lnTo>
                    <a:pt x="5521" y="1723"/>
                  </a:lnTo>
                  <a:lnTo>
                    <a:pt x="5404" y="1449"/>
                  </a:lnTo>
                  <a:lnTo>
                    <a:pt x="5247" y="1214"/>
                  </a:lnTo>
                  <a:lnTo>
                    <a:pt x="5090" y="979"/>
                  </a:lnTo>
                  <a:lnTo>
                    <a:pt x="4895" y="783"/>
                  </a:lnTo>
                  <a:lnTo>
                    <a:pt x="4699" y="626"/>
                  </a:lnTo>
                  <a:lnTo>
                    <a:pt x="4503" y="470"/>
                  </a:lnTo>
                  <a:lnTo>
                    <a:pt x="4268" y="313"/>
                  </a:lnTo>
                  <a:lnTo>
                    <a:pt x="4033" y="196"/>
                  </a:lnTo>
                  <a:lnTo>
                    <a:pt x="3759" y="117"/>
                  </a:lnTo>
                  <a:lnTo>
                    <a:pt x="3524" y="39"/>
                  </a:lnTo>
                  <a:lnTo>
                    <a:pt x="3250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6"/>
            <p:cNvSpPr/>
            <p:nvPr/>
          </p:nvSpPr>
          <p:spPr>
            <a:xfrm>
              <a:off x="5705975" y="2708700"/>
              <a:ext cx="81275" cy="489450"/>
            </a:xfrm>
            <a:custGeom>
              <a:rect b="b" l="l" r="r" t="t"/>
              <a:pathLst>
                <a:path extrusionOk="0" h="19578" w="3251">
                  <a:moveTo>
                    <a:pt x="2742" y="1"/>
                  </a:moveTo>
                  <a:lnTo>
                    <a:pt x="118" y="588"/>
                  </a:lnTo>
                  <a:lnTo>
                    <a:pt x="79" y="1214"/>
                  </a:lnTo>
                  <a:lnTo>
                    <a:pt x="1" y="2937"/>
                  </a:lnTo>
                  <a:lnTo>
                    <a:pt x="1" y="5521"/>
                  </a:lnTo>
                  <a:lnTo>
                    <a:pt x="1" y="7127"/>
                  </a:lnTo>
                  <a:lnTo>
                    <a:pt x="40" y="8810"/>
                  </a:lnTo>
                  <a:lnTo>
                    <a:pt x="158" y="11786"/>
                  </a:lnTo>
                  <a:lnTo>
                    <a:pt x="236" y="13352"/>
                  </a:lnTo>
                  <a:lnTo>
                    <a:pt x="392" y="14879"/>
                  </a:lnTo>
                  <a:lnTo>
                    <a:pt x="588" y="16915"/>
                  </a:lnTo>
                  <a:lnTo>
                    <a:pt x="784" y="18403"/>
                  </a:lnTo>
                  <a:lnTo>
                    <a:pt x="941" y="19577"/>
                  </a:lnTo>
                  <a:lnTo>
                    <a:pt x="3251" y="19029"/>
                  </a:lnTo>
                  <a:lnTo>
                    <a:pt x="3055" y="17698"/>
                  </a:lnTo>
                  <a:lnTo>
                    <a:pt x="2859" y="16054"/>
                  </a:lnTo>
                  <a:lnTo>
                    <a:pt x="2702" y="13861"/>
                  </a:lnTo>
                  <a:lnTo>
                    <a:pt x="2546" y="11120"/>
                  </a:lnTo>
                  <a:lnTo>
                    <a:pt x="2507" y="9554"/>
                  </a:lnTo>
                  <a:lnTo>
                    <a:pt x="2468" y="7871"/>
                  </a:lnTo>
                  <a:lnTo>
                    <a:pt x="2507" y="6069"/>
                  </a:lnTo>
                  <a:lnTo>
                    <a:pt x="2546" y="4151"/>
                  </a:lnTo>
                  <a:lnTo>
                    <a:pt x="2624" y="2115"/>
                  </a:lnTo>
                  <a:lnTo>
                    <a:pt x="2742" y="1"/>
                  </a:lnTo>
                  <a:close/>
                </a:path>
              </a:pathLst>
            </a:custGeom>
            <a:solidFill>
              <a:srgbClr val="004E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6"/>
            <p:cNvSpPr/>
            <p:nvPr/>
          </p:nvSpPr>
          <p:spPr>
            <a:xfrm>
              <a:off x="5729475" y="3184425"/>
              <a:ext cx="96925" cy="356325"/>
            </a:xfrm>
            <a:custGeom>
              <a:rect b="b" l="l" r="r" t="t"/>
              <a:pathLst>
                <a:path extrusionOk="0" h="14253" w="3877">
                  <a:moveTo>
                    <a:pt x="2311" y="0"/>
                  </a:moveTo>
                  <a:lnTo>
                    <a:pt x="1" y="548"/>
                  </a:lnTo>
                  <a:lnTo>
                    <a:pt x="118" y="1292"/>
                  </a:lnTo>
                  <a:lnTo>
                    <a:pt x="549" y="3524"/>
                  </a:lnTo>
                  <a:lnTo>
                    <a:pt x="1371" y="7439"/>
                  </a:lnTo>
                  <a:lnTo>
                    <a:pt x="1958" y="10024"/>
                  </a:lnTo>
                  <a:lnTo>
                    <a:pt x="2663" y="13078"/>
                  </a:lnTo>
                  <a:lnTo>
                    <a:pt x="2702" y="13195"/>
                  </a:lnTo>
                  <a:lnTo>
                    <a:pt x="2663" y="13313"/>
                  </a:lnTo>
                  <a:lnTo>
                    <a:pt x="2624" y="13508"/>
                  </a:lnTo>
                  <a:lnTo>
                    <a:pt x="2546" y="13704"/>
                  </a:lnTo>
                  <a:lnTo>
                    <a:pt x="2428" y="13900"/>
                  </a:lnTo>
                  <a:lnTo>
                    <a:pt x="2193" y="14096"/>
                  </a:lnTo>
                  <a:lnTo>
                    <a:pt x="1880" y="14252"/>
                  </a:lnTo>
                  <a:lnTo>
                    <a:pt x="1880" y="14252"/>
                  </a:lnTo>
                  <a:lnTo>
                    <a:pt x="2193" y="14135"/>
                  </a:lnTo>
                  <a:lnTo>
                    <a:pt x="2506" y="13939"/>
                  </a:lnTo>
                  <a:lnTo>
                    <a:pt x="2859" y="13704"/>
                  </a:lnTo>
                  <a:lnTo>
                    <a:pt x="3055" y="13508"/>
                  </a:lnTo>
                  <a:lnTo>
                    <a:pt x="3250" y="13313"/>
                  </a:lnTo>
                  <a:lnTo>
                    <a:pt x="3407" y="13078"/>
                  </a:lnTo>
                  <a:lnTo>
                    <a:pt x="3564" y="12804"/>
                  </a:lnTo>
                  <a:lnTo>
                    <a:pt x="3681" y="12490"/>
                  </a:lnTo>
                  <a:lnTo>
                    <a:pt x="3798" y="12138"/>
                  </a:lnTo>
                  <a:lnTo>
                    <a:pt x="3877" y="11746"/>
                  </a:lnTo>
                  <a:lnTo>
                    <a:pt x="3877" y="11355"/>
                  </a:lnTo>
                  <a:lnTo>
                    <a:pt x="3877" y="10846"/>
                  </a:lnTo>
                  <a:lnTo>
                    <a:pt x="3838" y="10298"/>
                  </a:lnTo>
                  <a:lnTo>
                    <a:pt x="3720" y="8966"/>
                  </a:lnTo>
                  <a:lnTo>
                    <a:pt x="3485" y="7479"/>
                  </a:lnTo>
                  <a:lnTo>
                    <a:pt x="3250" y="5912"/>
                  </a:lnTo>
                  <a:lnTo>
                    <a:pt x="2702" y="2702"/>
                  </a:lnTo>
                  <a:lnTo>
                    <a:pt x="2467" y="1253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rgbClr val="9626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6"/>
            <p:cNvSpPr/>
            <p:nvPr/>
          </p:nvSpPr>
          <p:spPr>
            <a:xfrm>
              <a:off x="5729475" y="3118850"/>
              <a:ext cx="705775" cy="79300"/>
            </a:xfrm>
            <a:custGeom>
              <a:rect b="b" l="l" r="r" t="t"/>
              <a:pathLst>
                <a:path extrusionOk="0" h="3172" w="28231">
                  <a:moveTo>
                    <a:pt x="21104" y="0"/>
                  </a:moveTo>
                  <a:lnTo>
                    <a:pt x="19342" y="39"/>
                  </a:lnTo>
                  <a:lnTo>
                    <a:pt x="17541" y="117"/>
                  </a:lnTo>
                  <a:lnTo>
                    <a:pt x="15779" y="235"/>
                  </a:lnTo>
                  <a:lnTo>
                    <a:pt x="13978" y="392"/>
                  </a:lnTo>
                  <a:lnTo>
                    <a:pt x="12216" y="587"/>
                  </a:lnTo>
                  <a:lnTo>
                    <a:pt x="10455" y="861"/>
                  </a:lnTo>
                  <a:lnTo>
                    <a:pt x="8693" y="1135"/>
                  </a:lnTo>
                  <a:lnTo>
                    <a:pt x="6931" y="1488"/>
                  </a:lnTo>
                  <a:lnTo>
                    <a:pt x="5169" y="1840"/>
                  </a:lnTo>
                  <a:lnTo>
                    <a:pt x="3446" y="2232"/>
                  </a:lnTo>
                  <a:lnTo>
                    <a:pt x="1723" y="2702"/>
                  </a:lnTo>
                  <a:lnTo>
                    <a:pt x="1" y="3171"/>
                  </a:lnTo>
                  <a:lnTo>
                    <a:pt x="1723" y="2780"/>
                  </a:lnTo>
                  <a:lnTo>
                    <a:pt x="3485" y="2388"/>
                  </a:lnTo>
                  <a:lnTo>
                    <a:pt x="5208" y="2036"/>
                  </a:lnTo>
                  <a:lnTo>
                    <a:pt x="6970" y="1723"/>
                  </a:lnTo>
                  <a:lnTo>
                    <a:pt x="8732" y="1410"/>
                  </a:lnTo>
                  <a:lnTo>
                    <a:pt x="10494" y="1135"/>
                  </a:lnTo>
                  <a:lnTo>
                    <a:pt x="12256" y="901"/>
                  </a:lnTo>
                  <a:lnTo>
                    <a:pt x="13117" y="783"/>
                  </a:lnTo>
                  <a:lnTo>
                    <a:pt x="14018" y="705"/>
                  </a:lnTo>
                  <a:lnTo>
                    <a:pt x="15779" y="509"/>
                  </a:lnTo>
                  <a:lnTo>
                    <a:pt x="17541" y="392"/>
                  </a:lnTo>
                  <a:lnTo>
                    <a:pt x="19342" y="313"/>
                  </a:lnTo>
                  <a:lnTo>
                    <a:pt x="21104" y="235"/>
                  </a:lnTo>
                  <a:lnTo>
                    <a:pt x="24667" y="235"/>
                  </a:lnTo>
                  <a:lnTo>
                    <a:pt x="26468" y="274"/>
                  </a:lnTo>
                  <a:lnTo>
                    <a:pt x="28230" y="352"/>
                  </a:lnTo>
                  <a:lnTo>
                    <a:pt x="26468" y="196"/>
                  </a:lnTo>
                  <a:lnTo>
                    <a:pt x="24667" y="78"/>
                  </a:lnTo>
                  <a:lnTo>
                    <a:pt x="22905" y="39"/>
                  </a:lnTo>
                  <a:lnTo>
                    <a:pt x="21104" y="0"/>
                  </a:lnTo>
                  <a:close/>
                </a:path>
              </a:pathLst>
            </a:custGeom>
            <a:solidFill>
              <a:srgbClr val="004E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6"/>
            <p:cNvSpPr/>
            <p:nvPr/>
          </p:nvSpPr>
          <p:spPr>
            <a:xfrm>
              <a:off x="5703050" y="2693050"/>
              <a:ext cx="11775" cy="384700"/>
            </a:xfrm>
            <a:custGeom>
              <a:rect b="b" l="l" r="r" t="t"/>
              <a:pathLst>
                <a:path extrusionOk="0" h="15388" w="471">
                  <a:moveTo>
                    <a:pt x="314" y="0"/>
                  </a:moveTo>
                  <a:lnTo>
                    <a:pt x="157" y="1919"/>
                  </a:lnTo>
                  <a:lnTo>
                    <a:pt x="40" y="3837"/>
                  </a:lnTo>
                  <a:lnTo>
                    <a:pt x="0" y="5756"/>
                  </a:lnTo>
                  <a:lnTo>
                    <a:pt x="0" y="7674"/>
                  </a:lnTo>
                  <a:lnTo>
                    <a:pt x="40" y="9593"/>
                  </a:lnTo>
                  <a:lnTo>
                    <a:pt x="79" y="10572"/>
                  </a:lnTo>
                  <a:lnTo>
                    <a:pt x="118" y="11551"/>
                  </a:lnTo>
                  <a:lnTo>
                    <a:pt x="275" y="13469"/>
                  </a:lnTo>
                  <a:lnTo>
                    <a:pt x="470" y="15388"/>
                  </a:lnTo>
                  <a:lnTo>
                    <a:pt x="431" y="13469"/>
                  </a:lnTo>
                  <a:lnTo>
                    <a:pt x="392" y="12490"/>
                  </a:lnTo>
                  <a:lnTo>
                    <a:pt x="353" y="11511"/>
                  </a:lnTo>
                  <a:lnTo>
                    <a:pt x="314" y="7674"/>
                  </a:lnTo>
                  <a:lnTo>
                    <a:pt x="314" y="3837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rgbClr val="004E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6"/>
            <p:cNvSpPr/>
            <p:nvPr/>
          </p:nvSpPr>
          <p:spPr>
            <a:xfrm>
              <a:off x="4861250" y="3123725"/>
              <a:ext cx="467900" cy="602025"/>
            </a:xfrm>
            <a:custGeom>
              <a:rect b="b" l="l" r="r" t="t"/>
              <a:pathLst>
                <a:path extrusionOk="0" h="24081" w="18716">
                  <a:moveTo>
                    <a:pt x="18559" y="1"/>
                  </a:moveTo>
                  <a:lnTo>
                    <a:pt x="16132" y="2937"/>
                  </a:lnTo>
                  <a:lnTo>
                    <a:pt x="13743" y="5913"/>
                  </a:lnTo>
                  <a:lnTo>
                    <a:pt x="11355" y="8849"/>
                  </a:lnTo>
                  <a:lnTo>
                    <a:pt x="9006" y="11864"/>
                  </a:lnTo>
                  <a:lnTo>
                    <a:pt x="6696" y="14879"/>
                  </a:lnTo>
                  <a:lnTo>
                    <a:pt x="4425" y="17894"/>
                  </a:lnTo>
                  <a:lnTo>
                    <a:pt x="2154" y="20987"/>
                  </a:lnTo>
                  <a:lnTo>
                    <a:pt x="1058" y="22514"/>
                  </a:lnTo>
                  <a:lnTo>
                    <a:pt x="0" y="24080"/>
                  </a:lnTo>
                  <a:lnTo>
                    <a:pt x="1097" y="22553"/>
                  </a:lnTo>
                  <a:lnTo>
                    <a:pt x="2271" y="21026"/>
                  </a:lnTo>
                  <a:lnTo>
                    <a:pt x="4581" y="18011"/>
                  </a:lnTo>
                  <a:lnTo>
                    <a:pt x="6931" y="15036"/>
                  </a:lnTo>
                  <a:lnTo>
                    <a:pt x="9280" y="12060"/>
                  </a:lnTo>
                  <a:lnTo>
                    <a:pt x="11629" y="9084"/>
                  </a:lnTo>
                  <a:lnTo>
                    <a:pt x="13978" y="6109"/>
                  </a:lnTo>
                  <a:lnTo>
                    <a:pt x="18716" y="157"/>
                  </a:lnTo>
                  <a:lnTo>
                    <a:pt x="18559" y="1"/>
                  </a:lnTo>
                  <a:close/>
                </a:path>
              </a:pathLst>
            </a:custGeom>
            <a:solidFill>
              <a:srgbClr val="AE01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6"/>
            <p:cNvSpPr/>
            <p:nvPr/>
          </p:nvSpPr>
          <p:spPr>
            <a:xfrm>
              <a:off x="4762375" y="2815400"/>
              <a:ext cx="940700" cy="314225"/>
            </a:xfrm>
            <a:custGeom>
              <a:rect b="b" l="l" r="r" t="t"/>
              <a:pathLst>
                <a:path extrusionOk="0" h="12569" w="37628">
                  <a:moveTo>
                    <a:pt x="1" y="0"/>
                  </a:moveTo>
                  <a:lnTo>
                    <a:pt x="2781" y="1606"/>
                  </a:lnTo>
                  <a:lnTo>
                    <a:pt x="5600" y="3172"/>
                  </a:lnTo>
                  <a:lnTo>
                    <a:pt x="11238" y="6304"/>
                  </a:lnTo>
                  <a:lnTo>
                    <a:pt x="16876" y="9436"/>
                  </a:lnTo>
                  <a:lnTo>
                    <a:pt x="22514" y="12530"/>
                  </a:lnTo>
                  <a:lnTo>
                    <a:pt x="22592" y="12569"/>
                  </a:lnTo>
                  <a:lnTo>
                    <a:pt x="22671" y="12530"/>
                  </a:lnTo>
                  <a:lnTo>
                    <a:pt x="23571" y="12138"/>
                  </a:lnTo>
                  <a:lnTo>
                    <a:pt x="24511" y="11786"/>
                  </a:lnTo>
                  <a:lnTo>
                    <a:pt x="25451" y="11433"/>
                  </a:lnTo>
                  <a:lnTo>
                    <a:pt x="26390" y="11120"/>
                  </a:lnTo>
                  <a:lnTo>
                    <a:pt x="27330" y="10846"/>
                  </a:lnTo>
                  <a:lnTo>
                    <a:pt x="28309" y="10572"/>
                  </a:lnTo>
                  <a:lnTo>
                    <a:pt x="29249" y="10337"/>
                  </a:lnTo>
                  <a:lnTo>
                    <a:pt x="30227" y="10141"/>
                  </a:lnTo>
                  <a:lnTo>
                    <a:pt x="31245" y="9945"/>
                  </a:lnTo>
                  <a:lnTo>
                    <a:pt x="32224" y="9828"/>
                  </a:lnTo>
                  <a:lnTo>
                    <a:pt x="33203" y="9750"/>
                  </a:lnTo>
                  <a:lnTo>
                    <a:pt x="34691" y="9750"/>
                  </a:lnTo>
                  <a:lnTo>
                    <a:pt x="35200" y="9789"/>
                  </a:lnTo>
                  <a:lnTo>
                    <a:pt x="35709" y="9828"/>
                  </a:lnTo>
                  <a:lnTo>
                    <a:pt x="36179" y="9906"/>
                  </a:lnTo>
                  <a:lnTo>
                    <a:pt x="36688" y="10024"/>
                  </a:lnTo>
                  <a:lnTo>
                    <a:pt x="37158" y="10141"/>
                  </a:lnTo>
                  <a:lnTo>
                    <a:pt x="37627" y="10298"/>
                  </a:lnTo>
                  <a:lnTo>
                    <a:pt x="37158" y="10102"/>
                  </a:lnTo>
                  <a:lnTo>
                    <a:pt x="36688" y="9985"/>
                  </a:lnTo>
                  <a:lnTo>
                    <a:pt x="36218" y="9867"/>
                  </a:lnTo>
                  <a:lnTo>
                    <a:pt x="35709" y="9750"/>
                  </a:lnTo>
                  <a:lnTo>
                    <a:pt x="35200" y="9671"/>
                  </a:lnTo>
                  <a:lnTo>
                    <a:pt x="34730" y="9632"/>
                  </a:lnTo>
                  <a:lnTo>
                    <a:pt x="33203" y="9632"/>
                  </a:lnTo>
                  <a:lnTo>
                    <a:pt x="32185" y="9671"/>
                  </a:lnTo>
                  <a:lnTo>
                    <a:pt x="31206" y="9789"/>
                  </a:lnTo>
                  <a:lnTo>
                    <a:pt x="30188" y="9945"/>
                  </a:lnTo>
                  <a:lnTo>
                    <a:pt x="29209" y="10141"/>
                  </a:lnTo>
                  <a:lnTo>
                    <a:pt x="28231" y="10337"/>
                  </a:lnTo>
                  <a:lnTo>
                    <a:pt x="27252" y="10611"/>
                  </a:lnTo>
                  <a:lnTo>
                    <a:pt x="26312" y="10885"/>
                  </a:lnTo>
                  <a:lnTo>
                    <a:pt x="25333" y="11198"/>
                  </a:lnTo>
                  <a:lnTo>
                    <a:pt x="24394" y="11512"/>
                  </a:lnTo>
                  <a:lnTo>
                    <a:pt x="23454" y="11903"/>
                  </a:lnTo>
                  <a:lnTo>
                    <a:pt x="22619" y="12266"/>
                  </a:lnTo>
                  <a:lnTo>
                    <a:pt x="22619" y="12266"/>
                  </a:lnTo>
                  <a:lnTo>
                    <a:pt x="17033" y="9162"/>
                  </a:lnTo>
                  <a:lnTo>
                    <a:pt x="11355" y="6069"/>
                  </a:lnTo>
                  <a:lnTo>
                    <a:pt x="5678" y="3015"/>
                  </a:lnTo>
                  <a:lnTo>
                    <a:pt x="2820" y="148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4E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6"/>
            <p:cNvSpPr/>
            <p:nvPr/>
          </p:nvSpPr>
          <p:spPr>
            <a:xfrm>
              <a:off x="5549375" y="3213775"/>
              <a:ext cx="249625" cy="458125"/>
            </a:xfrm>
            <a:custGeom>
              <a:rect b="b" l="l" r="r" t="t"/>
              <a:pathLst>
                <a:path extrusionOk="0" h="18325" w="9985">
                  <a:moveTo>
                    <a:pt x="7165" y="1"/>
                  </a:moveTo>
                  <a:lnTo>
                    <a:pt x="7792" y="3055"/>
                  </a:lnTo>
                  <a:lnTo>
                    <a:pt x="8457" y="6070"/>
                  </a:lnTo>
                  <a:lnTo>
                    <a:pt x="9123" y="9124"/>
                  </a:lnTo>
                  <a:lnTo>
                    <a:pt x="9436" y="10651"/>
                  </a:lnTo>
                  <a:lnTo>
                    <a:pt x="9593" y="11395"/>
                  </a:lnTo>
                  <a:lnTo>
                    <a:pt x="9671" y="11786"/>
                  </a:lnTo>
                  <a:lnTo>
                    <a:pt x="9671" y="12139"/>
                  </a:lnTo>
                  <a:lnTo>
                    <a:pt x="9632" y="12295"/>
                  </a:lnTo>
                  <a:lnTo>
                    <a:pt x="9593" y="12452"/>
                  </a:lnTo>
                  <a:lnTo>
                    <a:pt x="9515" y="12569"/>
                  </a:lnTo>
                  <a:lnTo>
                    <a:pt x="9397" y="12687"/>
                  </a:lnTo>
                  <a:lnTo>
                    <a:pt x="9084" y="12882"/>
                  </a:lnTo>
                  <a:lnTo>
                    <a:pt x="8771" y="13039"/>
                  </a:lnTo>
                  <a:lnTo>
                    <a:pt x="8027" y="13313"/>
                  </a:lnTo>
                  <a:lnTo>
                    <a:pt x="7283" y="13509"/>
                  </a:lnTo>
                  <a:lnTo>
                    <a:pt x="5795" y="13900"/>
                  </a:lnTo>
                  <a:lnTo>
                    <a:pt x="5051" y="14096"/>
                  </a:lnTo>
                  <a:lnTo>
                    <a:pt x="4307" y="14370"/>
                  </a:lnTo>
                  <a:lnTo>
                    <a:pt x="3563" y="14644"/>
                  </a:lnTo>
                  <a:lnTo>
                    <a:pt x="2859" y="14958"/>
                  </a:lnTo>
                  <a:lnTo>
                    <a:pt x="2154" y="15310"/>
                  </a:lnTo>
                  <a:lnTo>
                    <a:pt x="1488" y="15741"/>
                  </a:lnTo>
                  <a:lnTo>
                    <a:pt x="1175" y="15976"/>
                  </a:lnTo>
                  <a:lnTo>
                    <a:pt x="862" y="16210"/>
                  </a:lnTo>
                  <a:lnTo>
                    <a:pt x="588" y="16524"/>
                  </a:lnTo>
                  <a:lnTo>
                    <a:pt x="353" y="16837"/>
                  </a:lnTo>
                  <a:lnTo>
                    <a:pt x="157" y="17150"/>
                  </a:lnTo>
                  <a:lnTo>
                    <a:pt x="39" y="17542"/>
                  </a:lnTo>
                  <a:lnTo>
                    <a:pt x="0" y="17737"/>
                  </a:lnTo>
                  <a:lnTo>
                    <a:pt x="0" y="17933"/>
                  </a:lnTo>
                  <a:lnTo>
                    <a:pt x="79" y="18325"/>
                  </a:lnTo>
                  <a:lnTo>
                    <a:pt x="39" y="17933"/>
                  </a:lnTo>
                  <a:lnTo>
                    <a:pt x="39" y="17737"/>
                  </a:lnTo>
                  <a:lnTo>
                    <a:pt x="79" y="17542"/>
                  </a:lnTo>
                  <a:lnTo>
                    <a:pt x="235" y="17189"/>
                  </a:lnTo>
                  <a:lnTo>
                    <a:pt x="431" y="16876"/>
                  </a:lnTo>
                  <a:lnTo>
                    <a:pt x="666" y="16563"/>
                  </a:lnTo>
                  <a:lnTo>
                    <a:pt x="979" y="16328"/>
                  </a:lnTo>
                  <a:lnTo>
                    <a:pt x="1253" y="16093"/>
                  </a:lnTo>
                  <a:lnTo>
                    <a:pt x="1566" y="15858"/>
                  </a:lnTo>
                  <a:lnTo>
                    <a:pt x="2232" y="15467"/>
                  </a:lnTo>
                  <a:lnTo>
                    <a:pt x="2937" y="15153"/>
                  </a:lnTo>
                  <a:lnTo>
                    <a:pt x="3642" y="14840"/>
                  </a:lnTo>
                  <a:lnTo>
                    <a:pt x="4386" y="14605"/>
                  </a:lnTo>
                  <a:lnTo>
                    <a:pt x="5873" y="14135"/>
                  </a:lnTo>
                  <a:lnTo>
                    <a:pt x="7361" y="13783"/>
                  </a:lnTo>
                  <a:lnTo>
                    <a:pt x="8144" y="13587"/>
                  </a:lnTo>
                  <a:lnTo>
                    <a:pt x="8888" y="13313"/>
                  </a:lnTo>
                  <a:lnTo>
                    <a:pt x="9241" y="13157"/>
                  </a:lnTo>
                  <a:lnTo>
                    <a:pt x="9436" y="13039"/>
                  </a:lnTo>
                  <a:lnTo>
                    <a:pt x="9593" y="12922"/>
                  </a:lnTo>
                  <a:lnTo>
                    <a:pt x="9750" y="12765"/>
                  </a:lnTo>
                  <a:lnTo>
                    <a:pt x="9867" y="12569"/>
                  </a:lnTo>
                  <a:lnTo>
                    <a:pt x="9906" y="12491"/>
                  </a:lnTo>
                  <a:lnTo>
                    <a:pt x="9945" y="12373"/>
                  </a:lnTo>
                  <a:lnTo>
                    <a:pt x="9984" y="12139"/>
                  </a:lnTo>
                  <a:lnTo>
                    <a:pt x="9945" y="11747"/>
                  </a:lnTo>
                  <a:lnTo>
                    <a:pt x="9906" y="11355"/>
                  </a:lnTo>
                  <a:lnTo>
                    <a:pt x="9750" y="10572"/>
                  </a:lnTo>
                  <a:lnTo>
                    <a:pt x="9397" y="9045"/>
                  </a:lnTo>
                  <a:lnTo>
                    <a:pt x="8692" y="6031"/>
                  </a:lnTo>
                  <a:lnTo>
                    <a:pt x="7949" y="3016"/>
                  </a:lnTo>
                  <a:lnTo>
                    <a:pt x="7165" y="1"/>
                  </a:lnTo>
                  <a:close/>
                </a:path>
              </a:pathLst>
            </a:custGeom>
            <a:solidFill>
              <a:srgbClr val="9626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6"/>
            <p:cNvSpPr/>
            <p:nvPr/>
          </p:nvSpPr>
          <p:spPr>
            <a:xfrm>
              <a:off x="5553275" y="3454575"/>
              <a:ext cx="242800" cy="56800"/>
            </a:xfrm>
            <a:custGeom>
              <a:rect b="b" l="l" r="r" t="t"/>
              <a:pathLst>
                <a:path extrusionOk="0" h="2272" w="9712">
                  <a:moveTo>
                    <a:pt x="3172" y="1"/>
                  </a:moveTo>
                  <a:lnTo>
                    <a:pt x="2507" y="40"/>
                  </a:lnTo>
                  <a:lnTo>
                    <a:pt x="1880" y="118"/>
                  </a:lnTo>
                  <a:lnTo>
                    <a:pt x="1254" y="236"/>
                  </a:lnTo>
                  <a:lnTo>
                    <a:pt x="627" y="353"/>
                  </a:lnTo>
                  <a:lnTo>
                    <a:pt x="1" y="549"/>
                  </a:lnTo>
                  <a:lnTo>
                    <a:pt x="627" y="431"/>
                  </a:lnTo>
                  <a:lnTo>
                    <a:pt x="1254" y="392"/>
                  </a:lnTo>
                  <a:lnTo>
                    <a:pt x="2546" y="314"/>
                  </a:lnTo>
                  <a:lnTo>
                    <a:pt x="3172" y="275"/>
                  </a:lnTo>
                  <a:lnTo>
                    <a:pt x="3799" y="314"/>
                  </a:lnTo>
                  <a:lnTo>
                    <a:pt x="4425" y="353"/>
                  </a:lnTo>
                  <a:lnTo>
                    <a:pt x="5052" y="431"/>
                  </a:lnTo>
                  <a:lnTo>
                    <a:pt x="5678" y="510"/>
                  </a:lnTo>
                  <a:lnTo>
                    <a:pt x="6305" y="666"/>
                  </a:lnTo>
                  <a:lnTo>
                    <a:pt x="6892" y="823"/>
                  </a:lnTo>
                  <a:lnTo>
                    <a:pt x="7518" y="1019"/>
                  </a:lnTo>
                  <a:lnTo>
                    <a:pt x="8067" y="1293"/>
                  </a:lnTo>
                  <a:lnTo>
                    <a:pt x="8654" y="1567"/>
                  </a:lnTo>
                  <a:lnTo>
                    <a:pt x="9202" y="1880"/>
                  </a:lnTo>
                  <a:lnTo>
                    <a:pt x="9711" y="2272"/>
                  </a:lnTo>
                  <a:lnTo>
                    <a:pt x="9476" y="2037"/>
                  </a:lnTo>
                  <a:lnTo>
                    <a:pt x="9241" y="1841"/>
                  </a:lnTo>
                  <a:lnTo>
                    <a:pt x="9006" y="1606"/>
                  </a:lnTo>
                  <a:lnTo>
                    <a:pt x="8732" y="1449"/>
                  </a:lnTo>
                  <a:lnTo>
                    <a:pt x="8184" y="1097"/>
                  </a:lnTo>
                  <a:lnTo>
                    <a:pt x="7597" y="823"/>
                  </a:lnTo>
                  <a:lnTo>
                    <a:pt x="7009" y="549"/>
                  </a:lnTo>
                  <a:lnTo>
                    <a:pt x="6383" y="353"/>
                  </a:lnTo>
                  <a:lnTo>
                    <a:pt x="5757" y="236"/>
                  </a:lnTo>
                  <a:lnTo>
                    <a:pt x="5091" y="118"/>
                  </a:lnTo>
                  <a:lnTo>
                    <a:pt x="4464" y="40"/>
                  </a:lnTo>
                  <a:lnTo>
                    <a:pt x="3799" y="1"/>
                  </a:lnTo>
                  <a:close/>
                </a:path>
              </a:pathLst>
            </a:custGeom>
            <a:solidFill>
              <a:srgbClr val="9626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8" name="Google Shape;188;p16"/>
          <p:cNvSpPr txBox="1"/>
          <p:nvPr/>
        </p:nvSpPr>
        <p:spPr>
          <a:xfrm>
            <a:off x="0" y="3918888"/>
            <a:ext cx="3000000" cy="12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563EB"/>
                </a:solidFill>
              </a:rPr>
              <a:t>3. Comparison to Canada</a:t>
            </a:r>
            <a:endParaRPr b="1" sz="1200">
              <a:solidFill>
                <a:srgbClr val="2563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1700"/>
              </a:spcAft>
              <a:buNone/>
            </a:pPr>
            <a:r>
              <a:rPr b="1" lang="en" sz="1200">
                <a:solidFill>
                  <a:srgbClr val="0F172A"/>
                </a:solidFill>
              </a:rPr>
              <a:t>Meaningful comparison between your country's response and Canada's actions on the same issue.</a:t>
            </a:r>
            <a:endParaRPr b="1" sz="1200">
              <a:solidFill>
                <a:srgbClr val="0F172A"/>
              </a:solidFill>
            </a:endParaRPr>
          </a:p>
        </p:txBody>
      </p:sp>
      <p:sp>
        <p:nvSpPr>
          <p:cNvPr id="189" name="Google Shape;189;p16"/>
          <p:cNvSpPr txBox="1"/>
          <p:nvPr/>
        </p:nvSpPr>
        <p:spPr>
          <a:xfrm>
            <a:off x="0" y="2870700"/>
            <a:ext cx="30000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rgbClr val="0F172A"/>
              </a:buClr>
              <a:buSzPts val="1700"/>
              <a:buChar char="●"/>
            </a:pPr>
            <a:r>
              <a:rPr lang="en" sz="1700">
                <a:solidFill>
                  <a:srgbClr val="0F172A"/>
                </a:solidFill>
              </a:rPr>
              <a:t>Describe how the country has responded (or not)</a:t>
            </a:r>
            <a:endParaRPr sz="1700">
              <a:solidFill>
                <a:srgbClr val="0F172A"/>
              </a:solidFill>
            </a:endParaRPr>
          </a:p>
        </p:txBody>
      </p:sp>
      <p:sp>
        <p:nvSpPr>
          <p:cNvPr id="190" name="Google Shape;190;p16"/>
          <p:cNvSpPr txBox="1"/>
          <p:nvPr/>
        </p:nvSpPr>
        <p:spPr>
          <a:xfrm>
            <a:off x="1744200" y="390100"/>
            <a:ext cx="56556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F172A"/>
                </a:solidFill>
                <a:latin typeface="Francois One"/>
                <a:ea typeface="Francois One"/>
                <a:cs typeface="Francois One"/>
                <a:sym typeface="Francois One"/>
              </a:rPr>
              <a:t>Country's Actions or Inaction</a:t>
            </a:r>
            <a:endParaRPr b="1" sz="3300">
              <a:solidFill>
                <a:schemeClr val="lt1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fist is holding up a flag with the sun on it (Provided by Tenor)" id="195" name="Google Shape;1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41600" y="2712025"/>
            <a:ext cx="2436375" cy="2431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ublic Domain Clip Art Image | Christmas L5 | ID: 13529430611755 ..." id="196" name="Google Shape;19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2100" y="0"/>
            <a:ext cx="1741900" cy="18382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7" name="Google Shape;197;p17"/>
          <p:cNvGrpSpPr/>
          <p:nvPr/>
        </p:nvGrpSpPr>
        <p:grpSpPr>
          <a:xfrm>
            <a:off x="-16729" y="903443"/>
            <a:ext cx="2448491" cy="4240050"/>
            <a:chOff x="148121" y="273443"/>
            <a:chExt cx="2448491" cy="4240050"/>
          </a:xfrm>
        </p:grpSpPr>
        <p:grpSp>
          <p:nvGrpSpPr>
            <p:cNvPr id="198" name="Google Shape;198;p17"/>
            <p:cNvGrpSpPr/>
            <p:nvPr/>
          </p:nvGrpSpPr>
          <p:grpSpPr>
            <a:xfrm>
              <a:off x="343584" y="362044"/>
              <a:ext cx="2253028" cy="1394557"/>
              <a:chOff x="4762375" y="2628450"/>
              <a:chExt cx="1785425" cy="1105125"/>
            </a:xfrm>
          </p:grpSpPr>
          <p:sp>
            <p:nvSpPr>
              <p:cNvPr id="199" name="Google Shape;199;p17"/>
              <p:cNvSpPr/>
              <p:nvPr/>
            </p:nvSpPr>
            <p:spPr>
              <a:xfrm>
                <a:off x="4762375" y="2628450"/>
                <a:ext cx="956350" cy="646050"/>
              </a:xfrm>
              <a:custGeom>
                <a:rect b="b" l="l" r="r" t="t"/>
                <a:pathLst>
                  <a:path extrusionOk="0" h="25842" w="38254">
                    <a:moveTo>
                      <a:pt x="28661" y="0"/>
                    </a:moveTo>
                    <a:lnTo>
                      <a:pt x="27448" y="78"/>
                    </a:lnTo>
                    <a:lnTo>
                      <a:pt x="26155" y="196"/>
                    </a:lnTo>
                    <a:lnTo>
                      <a:pt x="24785" y="392"/>
                    </a:lnTo>
                    <a:lnTo>
                      <a:pt x="23336" y="627"/>
                    </a:lnTo>
                    <a:lnTo>
                      <a:pt x="21809" y="940"/>
                    </a:lnTo>
                    <a:lnTo>
                      <a:pt x="20165" y="1331"/>
                    </a:lnTo>
                    <a:lnTo>
                      <a:pt x="17072" y="2193"/>
                    </a:lnTo>
                    <a:lnTo>
                      <a:pt x="14331" y="3015"/>
                    </a:lnTo>
                    <a:lnTo>
                      <a:pt x="11982" y="3798"/>
                    </a:lnTo>
                    <a:lnTo>
                      <a:pt x="9907" y="4503"/>
                    </a:lnTo>
                    <a:lnTo>
                      <a:pt x="8145" y="5168"/>
                    </a:lnTo>
                    <a:lnTo>
                      <a:pt x="6657" y="5756"/>
                    </a:lnTo>
                    <a:lnTo>
                      <a:pt x="5326" y="6265"/>
                    </a:lnTo>
                    <a:lnTo>
                      <a:pt x="4229" y="6656"/>
                    </a:lnTo>
                    <a:lnTo>
                      <a:pt x="3211" y="6969"/>
                    </a:lnTo>
                    <a:lnTo>
                      <a:pt x="2389" y="7165"/>
                    </a:lnTo>
                    <a:lnTo>
                      <a:pt x="1645" y="7322"/>
                    </a:lnTo>
                    <a:lnTo>
                      <a:pt x="1058" y="7400"/>
                    </a:lnTo>
                    <a:lnTo>
                      <a:pt x="588" y="7478"/>
                    </a:lnTo>
                    <a:lnTo>
                      <a:pt x="1" y="7478"/>
                    </a:lnTo>
                    <a:lnTo>
                      <a:pt x="1959" y="25607"/>
                    </a:lnTo>
                    <a:lnTo>
                      <a:pt x="1959" y="25646"/>
                    </a:lnTo>
                    <a:lnTo>
                      <a:pt x="2037" y="25724"/>
                    </a:lnTo>
                    <a:lnTo>
                      <a:pt x="2233" y="25802"/>
                    </a:lnTo>
                    <a:lnTo>
                      <a:pt x="2507" y="25841"/>
                    </a:lnTo>
                    <a:lnTo>
                      <a:pt x="2937" y="25841"/>
                    </a:lnTo>
                    <a:lnTo>
                      <a:pt x="3564" y="25802"/>
                    </a:lnTo>
                    <a:lnTo>
                      <a:pt x="4425" y="25646"/>
                    </a:lnTo>
                    <a:lnTo>
                      <a:pt x="5522" y="25372"/>
                    </a:lnTo>
                    <a:lnTo>
                      <a:pt x="7988" y="24667"/>
                    </a:lnTo>
                    <a:lnTo>
                      <a:pt x="10455" y="23845"/>
                    </a:lnTo>
                    <a:lnTo>
                      <a:pt x="15192" y="22239"/>
                    </a:lnTo>
                    <a:lnTo>
                      <a:pt x="17307" y="21574"/>
                    </a:lnTo>
                    <a:lnTo>
                      <a:pt x="19499" y="20869"/>
                    </a:lnTo>
                    <a:lnTo>
                      <a:pt x="26860" y="18637"/>
                    </a:lnTo>
                    <a:lnTo>
                      <a:pt x="28191" y="18246"/>
                    </a:lnTo>
                    <a:lnTo>
                      <a:pt x="29405" y="17972"/>
                    </a:lnTo>
                    <a:lnTo>
                      <a:pt x="30580" y="17776"/>
                    </a:lnTo>
                    <a:lnTo>
                      <a:pt x="31676" y="17619"/>
                    </a:lnTo>
                    <a:lnTo>
                      <a:pt x="32694" y="17541"/>
                    </a:lnTo>
                    <a:lnTo>
                      <a:pt x="33634" y="17502"/>
                    </a:lnTo>
                    <a:lnTo>
                      <a:pt x="34495" y="17502"/>
                    </a:lnTo>
                    <a:lnTo>
                      <a:pt x="35239" y="17541"/>
                    </a:lnTo>
                    <a:lnTo>
                      <a:pt x="35944" y="17580"/>
                    </a:lnTo>
                    <a:lnTo>
                      <a:pt x="36570" y="17658"/>
                    </a:lnTo>
                    <a:lnTo>
                      <a:pt x="37510" y="17854"/>
                    </a:lnTo>
                    <a:lnTo>
                      <a:pt x="38058" y="18011"/>
                    </a:lnTo>
                    <a:lnTo>
                      <a:pt x="38254" y="18050"/>
                    </a:lnTo>
                    <a:lnTo>
                      <a:pt x="38254" y="18050"/>
                    </a:lnTo>
                    <a:lnTo>
                      <a:pt x="38215" y="17697"/>
                    </a:lnTo>
                    <a:lnTo>
                      <a:pt x="38097" y="16562"/>
                    </a:lnTo>
                    <a:lnTo>
                      <a:pt x="37941" y="14526"/>
                    </a:lnTo>
                    <a:lnTo>
                      <a:pt x="37784" y="11590"/>
                    </a:lnTo>
                    <a:lnTo>
                      <a:pt x="37745" y="9906"/>
                    </a:lnTo>
                    <a:lnTo>
                      <a:pt x="37706" y="8418"/>
                    </a:lnTo>
                    <a:lnTo>
                      <a:pt x="37745" y="5951"/>
                    </a:lnTo>
                    <a:lnTo>
                      <a:pt x="37823" y="4385"/>
                    </a:lnTo>
                    <a:lnTo>
                      <a:pt x="37862" y="3798"/>
                    </a:lnTo>
                    <a:lnTo>
                      <a:pt x="37902" y="3367"/>
                    </a:lnTo>
                    <a:lnTo>
                      <a:pt x="37941" y="2937"/>
                    </a:lnTo>
                    <a:lnTo>
                      <a:pt x="37941" y="2584"/>
                    </a:lnTo>
                    <a:lnTo>
                      <a:pt x="37902" y="2193"/>
                    </a:lnTo>
                    <a:lnTo>
                      <a:pt x="37862" y="1997"/>
                    </a:lnTo>
                    <a:lnTo>
                      <a:pt x="37745" y="1762"/>
                    </a:lnTo>
                    <a:lnTo>
                      <a:pt x="37510" y="1527"/>
                    </a:lnTo>
                    <a:lnTo>
                      <a:pt x="37236" y="1292"/>
                    </a:lnTo>
                    <a:lnTo>
                      <a:pt x="36805" y="1096"/>
                    </a:lnTo>
                    <a:lnTo>
                      <a:pt x="36218" y="861"/>
                    </a:lnTo>
                    <a:lnTo>
                      <a:pt x="35396" y="627"/>
                    </a:lnTo>
                    <a:lnTo>
                      <a:pt x="34221" y="352"/>
                    </a:lnTo>
                    <a:lnTo>
                      <a:pt x="33516" y="235"/>
                    </a:lnTo>
                    <a:lnTo>
                      <a:pt x="32694" y="157"/>
                    </a:lnTo>
                    <a:lnTo>
                      <a:pt x="31833" y="78"/>
                    </a:lnTo>
                    <a:lnTo>
                      <a:pt x="30854" y="0"/>
                    </a:lnTo>
                    <a:close/>
                  </a:path>
                </a:pathLst>
              </a:custGeom>
              <a:solidFill>
                <a:srgbClr val="1B61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7"/>
              <p:cNvSpPr/>
              <p:nvPr/>
            </p:nvSpPr>
            <p:spPr>
              <a:xfrm>
                <a:off x="4811325" y="3060100"/>
                <a:ext cx="984750" cy="673475"/>
              </a:xfrm>
              <a:custGeom>
                <a:rect b="b" l="l" r="r" t="t"/>
                <a:pathLst>
                  <a:path extrusionOk="0" h="26939" w="39390">
                    <a:moveTo>
                      <a:pt x="31754" y="1"/>
                    </a:moveTo>
                    <a:lnTo>
                      <a:pt x="30619" y="40"/>
                    </a:lnTo>
                    <a:lnTo>
                      <a:pt x="29483" y="157"/>
                    </a:lnTo>
                    <a:lnTo>
                      <a:pt x="28348" y="353"/>
                    </a:lnTo>
                    <a:lnTo>
                      <a:pt x="27212" y="588"/>
                    </a:lnTo>
                    <a:lnTo>
                      <a:pt x="26116" y="862"/>
                    </a:lnTo>
                    <a:lnTo>
                      <a:pt x="25020" y="1136"/>
                    </a:lnTo>
                    <a:lnTo>
                      <a:pt x="22984" y="1802"/>
                    </a:lnTo>
                    <a:lnTo>
                      <a:pt x="21065" y="2467"/>
                    </a:lnTo>
                    <a:lnTo>
                      <a:pt x="19342" y="3055"/>
                    </a:lnTo>
                    <a:lnTo>
                      <a:pt x="15427" y="4269"/>
                    </a:lnTo>
                    <a:lnTo>
                      <a:pt x="10807" y="5796"/>
                    </a:lnTo>
                    <a:lnTo>
                      <a:pt x="6461" y="7205"/>
                    </a:lnTo>
                    <a:lnTo>
                      <a:pt x="3564" y="8106"/>
                    </a:lnTo>
                    <a:lnTo>
                      <a:pt x="2702" y="8341"/>
                    </a:lnTo>
                    <a:lnTo>
                      <a:pt x="1958" y="8458"/>
                    </a:lnTo>
                    <a:lnTo>
                      <a:pt x="1332" y="8497"/>
                    </a:lnTo>
                    <a:lnTo>
                      <a:pt x="823" y="8497"/>
                    </a:lnTo>
                    <a:lnTo>
                      <a:pt x="470" y="8458"/>
                    </a:lnTo>
                    <a:lnTo>
                      <a:pt x="196" y="8419"/>
                    </a:lnTo>
                    <a:lnTo>
                      <a:pt x="1" y="8341"/>
                    </a:lnTo>
                    <a:lnTo>
                      <a:pt x="1" y="8341"/>
                    </a:lnTo>
                    <a:lnTo>
                      <a:pt x="1802" y="26938"/>
                    </a:lnTo>
                    <a:lnTo>
                      <a:pt x="2115" y="26860"/>
                    </a:lnTo>
                    <a:lnTo>
                      <a:pt x="2585" y="26743"/>
                    </a:lnTo>
                    <a:lnTo>
                      <a:pt x="3211" y="26547"/>
                    </a:lnTo>
                    <a:lnTo>
                      <a:pt x="4112" y="26273"/>
                    </a:lnTo>
                    <a:lnTo>
                      <a:pt x="5208" y="25842"/>
                    </a:lnTo>
                    <a:lnTo>
                      <a:pt x="6618" y="25294"/>
                    </a:lnTo>
                    <a:lnTo>
                      <a:pt x="8262" y="24589"/>
                    </a:lnTo>
                    <a:lnTo>
                      <a:pt x="9162" y="24198"/>
                    </a:lnTo>
                    <a:lnTo>
                      <a:pt x="10024" y="23767"/>
                    </a:lnTo>
                    <a:lnTo>
                      <a:pt x="11747" y="22906"/>
                    </a:lnTo>
                    <a:lnTo>
                      <a:pt x="13469" y="22005"/>
                    </a:lnTo>
                    <a:lnTo>
                      <a:pt x="15349" y="21065"/>
                    </a:lnTo>
                    <a:lnTo>
                      <a:pt x="16367" y="20596"/>
                    </a:lnTo>
                    <a:lnTo>
                      <a:pt x="17463" y="20087"/>
                    </a:lnTo>
                    <a:lnTo>
                      <a:pt x="18638" y="19617"/>
                    </a:lnTo>
                    <a:lnTo>
                      <a:pt x="19930" y="19108"/>
                    </a:lnTo>
                    <a:lnTo>
                      <a:pt x="21339" y="18599"/>
                    </a:lnTo>
                    <a:lnTo>
                      <a:pt x="22866" y="18090"/>
                    </a:lnTo>
                    <a:lnTo>
                      <a:pt x="24511" y="17581"/>
                    </a:lnTo>
                    <a:lnTo>
                      <a:pt x="26312" y="17072"/>
                    </a:lnTo>
                    <a:lnTo>
                      <a:pt x="27251" y="16798"/>
                    </a:lnTo>
                    <a:lnTo>
                      <a:pt x="28113" y="16602"/>
                    </a:lnTo>
                    <a:lnTo>
                      <a:pt x="28974" y="16445"/>
                    </a:lnTo>
                    <a:lnTo>
                      <a:pt x="29757" y="16289"/>
                    </a:lnTo>
                    <a:lnTo>
                      <a:pt x="30540" y="16210"/>
                    </a:lnTo>
                    <a:lnTo>
                      <a:pt x="31284" y="16132"/>
                    </a:lnTo>
                    <a:lnTo>
                      <a:pt x="31950" y="16054"/>
                    </a:lnTo>
                    <a:lnTo>
                      <a:pt x="33829" y="16054"/>
                    </a:lnTo>
                    <a:lnTo>
                      <a:pt x="34886" y="16132"/>
                    </a:lnTo>
                    <a:lnTo>
                      <a:pt x="35826" y="16289"/>
                    </a:lnTo>
                    <a:lnTo>
                      <a:pt x="36648" y="16524"/>
                    </a:lnTo>
                    <a:lnTo>
                      <a:pt x="37314" y="16759"/>
                    </a:lnTo>
                    <a:lnTo>
                      <a:pt x="37901" y="16993"/>
                    </a:lnTo>
                    <a:lnTo>
                      <a:pt x="38410" y="17228"/>
                    </a:lnTo>
                    <a:lnTo>
                      <a:pt x="38763" y="17502"/>
                    </a:lnTo>
                    <a:lnTo>
                      <a:pt x="39037" y="17698"/>
                    </a:lnTo>
                    <a:lnTo>
                      <a:pt x="39232" y="17894"/>
                    </a:lnTo>
                    <a:lnTo>
                      <a:pt x="39389" y="18051"/>
                    </a:lnTo>
                    <a:lnTo>
                      <a:pt x="39389" y="18051"/>
                    </a:lnTo>
                    <a:lnTo>
                      <a:pt x="39193" y="17268"/>
                    </a:lnTo>
                    <a:lnTo>
                      <a:pt x="38645" y="15271"/>
                    </a:lnTo>
                    <a:lnTo>
                      <a:pt x="37979" y="12491"/>
                    </a:lnTo>
                    <a:lnTo>
                      <a:pt x="37627" y="10925"/>
                    </a:lnTo>
                    <a:lnTo>
                      <a:pt x="37314" y="9319"/>
                    </a:lnTo>
                    <a:lnTo>
                      <a:pt x="37040" y="7753"/>
                    </a:lnTo>
                    <a:lnTo>
                      <a:pt x="36805" y="6226"/>
                    </a:lnTo>
                    <a:lnTo>
                      <a:pt x="36648" y="4778"/>
                    </a:lnTo>
                    <a:lnTo>
                      <a:pt x="36492" y="3485"/>
                    </a:lnTo>
                    <a:lnTo>
                      <a:pt x="36335" y="1528"/>
                    </a:lnTo>
                    <a:lnTo>
                      <a:pt x="36296" y="784"/>
                    </a:lnTo>
                    <a:lnTo>
                      <a:pt x="35748" y="588"/>
                    </a:lnTo>
                    <a:lnTo>
                      <a:pt x="35200" y="431"/>
                    </a:lnTo>
                    <a:lnTo>
                      <a:pt x="34612" y="275"/>
                    </a:lnTo>
                    <a:lnTo>
                      <a:pt x="34064" y="197"/>
                    </a:lnTo>
                    <a:lnTo>
                      <a:pt x="33477" y="79"/>
                    </a:lnTo>
                    <a:lnTo>
                      <a:pt x="32929" y="40"/>
                    </a:lnTo>
                    <a:lnTo>
                      <a:pt x="31754" y="1"/>
                    </a:lnTo>
                    <a:close/>
                  </a:path>
                </a:pathLst>
              </a:custGeom>
              <a:solidFill>
                <a:srgbClr val="F502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7"/>
              <p:cNvSpPr/>
              <p:nvPr/>
            </p:nvSpPr>
            <p:spPr>
              <a:xfrm>
                <a:off x="5724575" y="2654875"/>
                <a:ext cx="751775" cy="543275"/>
              </a:xfrm>
              <a:custGeom>
                <a:rect b="b" l="l" r="r" t="t"/>
                <a:pathLst>
                  <a:path extrusionOk="0" h="21731" w="30071">
                    <a:moveTo>
                      <a:pt x="21692" y="0"/>
                    </a:moveTo>
                    <a:lnTo>
                      <a:pt x="20439" y="39"/>
                    </a:lnTo>
                    <a:lnTo>
                      <a:pt x="19069" y="79"/>
                    </a:lnTo>
                    <a:lnTo>
                      <a:pt x="17620" y="157"/>
                    </a:lnTo>
                    <a:lnTo>
                      <a:pt x="16093" y="235"/>
                    </a:lnTo>
                    <a:lnTo>
                      <a:pt x="14488" y="392"/>
                    </a:lnTo>
                    <a:lnTo>
                      <a:pt x="12921" y="548"/>
                    </a:lnTo>
                    <a:lnTo>
                      <a:pt x="9985" y="901"/>
                    </a:lnTo>
                    <a:lnTo>
                      <a:pt x="7283" y="1331"/>
                    </a:lnTo>
                    <a:lnTo>
                      <a:pt x="4895" y="1723"/>
                    </a:lnTo>
                    <a:lnTo>
                      <a:pt x="2937" y="2115"/>
                    </a:lnTo>
                    <a:lnTo>
                      <a:pt x="1449" y="2467"/>
                    </a:lnTo>
                    <a:lnTo>
                      <a:pt x="157" y="2741"/>
                    </a:lnTo>
                    <a:lnTo>
                      <a:pt x="1" y="7400"/>
                    </a:lnTo>
                    <a:lnTo>
                      <a:pt x="1" y="8340"/>
                    </a:lnTo>
                    <a:lnTo>
                      <a:pt x="1" y="9358"/>
                    </a:lnTo>
                    <a:lnTo>
                      <a:pt x="118" y="11629"/>
                    </a:lnTo>
                    <a:lnTo>
                      <a:pt x="236" y="13978"/>
                    </a:lnTo>
                    <a:lnTo>
                      <a:pt x="432" y="16327"/>
                    </a:lnTo>
                    <a:lnTo>
                      <a:pt x="784" y="20164"/>
                    </a:lnTo>
                    <a:lnTo>
                      <a:pt x="980" y="21730"/>
                    </a:lnTo>
                    <a:lnTo>
                      <a:pt x="1645" y="21574"/>
                    </a:lnTo>
                    <a:lnTo>
                      <a:pt x="2546" y="21378"/>
                    </a:lnTo>
                    <a:lnTo>
                      <a:pt x="3838" y="21104"/>
                    </a:lnTo>
                    <a:lnTo>
                      <a:pt x="5600" y="20830"/>
                    </a:lnTo>
                    <a:lnTo>
                      <a:pt x="7832" y="20438"/>
                    </a:lnTo>
                    <a:lnTo>
                      <a:pt x="10611" y="20047"/>
                    </a:lnTo>
                    <a:lnTo>
                      <a:pt x="13939" y="19655"/>
                    </a:lnTo>
                    <a:lnTo>
                      <a:pt x="15701" y="19460"/>
                    </a:lnTo>
                    <a:lnTo>
                      <a:pt x="17346" y="19264"/>
                    </a:lnTo>
                    <a:lnTo>
                      <a:pt x="20400" y="19029"/>
                    </a:lnTo>
                    <a:lnTo>
                      <a:pt x="22984" y="18911"/>
                    </a:lnTo>
                    <a:lnTo>
                      <a:pt x="25177" y="18872"/>
                    </a:lnTo>
                    <a:lnTo>
                      <a:pt x="26899" y="18833"/>
                    </a:lnTo>
                    <a:lnTo>
                      <a:pt x="28191" y="18872"/>
                    </a:lnTo>
                    <a:lnTo>
                      <a:pt x="29209" y="18911"/>
                    </a:lnTo>
                    <a:lnTo>
                      <a:pt x="29131" y="16719"/>
                    </a:lnTo>
                    <a:lnTo>
                      <a:pt x="29092" y="14644"/>
                    </a:lnTo>
                    <a:lnTo>
                      <a:pt x="29092" y="12725"/>
                    </a:lnTo>
                    <a:lnTo>
                      <a:pt x="29131" y="10963"/>
                    </a:lnTo>
                    <a:lnTo>
                      <a:pt x="29170" y="9358"/>
                    </a:lnTo>
                    <a:lnTo>
                      <a:pt x="29249" y="7909"/>
                    </a:lnTo>
                    <a:lnTo>
                      <a:pt x="29327" y="6617"/>
                    </a:lnTo>
                    <a:lnTo>
                      <a:pt x="29444" y="5443"/>
                    </a:lnTo>
                    <a:lnTo>
                      <a:pt x="29640" y="3524"/>
                    </a:lnTo>
                    <a:lnTo>
                      <a:pt x="29836" y="2193"/>
                    </a:lnTo>
                    <a:lnTo>
                      <a:pt x="29992" y="1410"/>
                    </a:lnTo>
                    <a:lnTo>
                      <a:pt x="30071" y="1136"/>
                    </a:lnTo>
                    <a:lnTo>
                      <a:pt x="29405" y="862"/>
                    </a:lnTo>
                    <a:lnTo>
                      <a:pt x="28465" y="627"/>
                    </a:lnTo>
                    <a:lnTo>
                      <a:pt x="27291" y="392"/>
                    </a:lnTo>
                    <a:lnTo>
                      <a:pt x="26547" y="274"/>
                    </a:lnTo>
                    <a:lnTo>
                      <a:pt x="25764" y="196"/>
                    </a:lnTo>
                    <a:lnTo>
                      <a:pt x="24863" y="118"/>
                    </a:lnTo>
                    <a:lnTo>
                      <a:pt x="23884" y="79"/>
                    </a:lnTo>
                    <a:lnTo>
                      <a:pt x="22827" y="39"/>
                    </a:lnTo>
                    <a:lnTo>
                      <a:pt x="21692" y="0"/>
                    </a:lnTo>
                    <a:close/>
                  </a:path>
                </a:pathLst>
              </a:custGeom>
              <a:solidFill>
                <a:srgbClr val="1B61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7"/>
              <p:cNvSpPr/>
              <p:nvPr/>
            </p:nvSpPr>
            <p:spPr>
              <a:xfrm>
                <a:off x="5551325" y="3119825"/>
                <a:ext cx="996475" cy="579500"/>
              </a:xfrm>
              <a:custGeom>
                <a:rect b="b" l="l" r="r" t="t"/>
                <a:pathLst>
                  <a:path extrusionOk="0" h="23180" w="39859">
                    <a:moveTo>
                      <a:pt x="29718" y="0"/>
                    </a:moveTo>
                    <a:lnTo>
                      <a:pt x="27995" y="39"/>
                    </a:lnTo>
                    <a:lnTo>
                      <a:pt x="26116" y="118"/>
                    </a:lnTo>
                    <a:lnTo>
                      <a:pt x="24002" y="274"/>
                    </a:lnTo>
                    <a:lnTo>
                      <a:pt x="21653" y="470"/>
                    </a:lnTo>
                    <a:lnTo>
                      <a:pt x="19147" y="783"/>
                    </a:lnTo>
                    <a:lnTo>
                      <a:pt x="16445" y="1214"/>
                    </a:lnTo>
                    <a:lnTo>
                      <a:pt x="13509" y="1723"/>
                    </a:lnTo>
                    <a:lnTo>
                      <a:pt x="10415" y="2349"/>
                    </a:lnTo>
                    <a:lnTo>
                      <a:pt x="8810" y="2741"/>
                    </a:lnTo>
                    <a:lnTo>
                      <a:pt x="7127" y="3132"/>
                    </a:lnTo>
                    <a:lnTo>
                      <a:pt x="157" y="4503"/>
                    </a:lnTo>
                    <a:lnTo>
                      <a:pt x="1" y="22083"/>
                    </a:lnTo>
                    <a:lnTo>
                      <a:pt x="40" y="22161"/>
                    </a:lnTo>
                    <a:lnTo>
                      <a:pt x="236" y="22357"/>
                    </a:lnTo>
                    <a:lnTo>
                      <a:pt x="588" y="22592"/>
                    </a:lnTo>
                    <a:lnTo>
                      <a:pt x="823" y="22748"/>
                    </a:lnTo>
                    <a:lnTo>
                      <a:pt x="1097" y="22866"/>
                    </a:lnTo>
                    <a:lnTo>
                      <a:pt x="1410" y="22983"/>
                    </a:lnTo>
                    <a:lnTo>
                      <a:pt x="1802" y="23062"/>
                    </a:lnTo>
                    <a:lnTo>
                      <a:pt x="2232" y="23140"/>
                    </a:lnTo>
                    <a:lnTo>
                      <a:pt x="2702" y="23179"/>
                    </a:lnTo>
                    <a:lnTo>
                      <a:pt x="3211" y="23179"/>
                    </a:lnTo>
                    <a:lnTo>
                      <a:pt x="3799" y="23101"/>
                    </a:lnTo>
                    <a:lnTo>
                      <a:pt x="4464" y="23022"/>
                    </a:lnTo>
                    <a:lnTo>
                      <a:pt x="5169" y="22827"/>
                    </a:lnTo>
                    <a:lnTo>
                      <a:pt x="5913" y="22592"/>
                    </a:lnTo>
                    <a:lnTo>
                      <a:pt x="6657" y="22357"/>
                    </a:lnTo>
                    <a:lnTo>
                      <a:pt x="8184" y="21770"/>
                    </a:lnTo>
                    <a:lnTo>
                      <a:pt x="9906" y="21104"/>
                    </a:lnTo>
                    <a:lnTo>
                      <a:pt x="10846" y="20791"/>
                    </a:lnTo>
                    <a:lnTo>
                      <a:pt x="11903" y="20438"/>
                    </a:lnTo>
                    <a:lnTo>
                      <a:pt x="13039" y="20086"/>
                    </a:lnTo>
                    <a:lnTo>
                      <a:pt x="14292" y="19734"/>
                    </a:lnTo>
                    <a:lnTo>
                      <a:pt x="15662" y="19420"/>
                    </a:lnTo>
                    <a:lnTo>
                      <a:pt x="17189" y="19107"/>
                    </a:lnTo>
                    <a:lnTo>
                      <a:pt x="18873" y="18833"/>
                    </a:lnTo>
                    <a:lnTo>
                      <a:pt x="20713" y="18559"/>
                    </a:lnTo>
                    <a:lnTo>
                      <a:pt x="22749" y="18324"/>
                    </a:lnTo>
                    <a:lnTo>
                      <a:pt x="25020" y="18128"/>
                    </a:lnTo>
                    <a:lnTo>
                      <a:pt x="29209" y="17815"/>
                    </a:lnTo>
                    <a:lnTo>
                      <a:pt x="32576" y="17658"/>
                    </a:lnTo>
                    <a:lnTo>
                      <a:pt x="35200" y="17619"/>
                    </a:lnTo>
                    <a:lnTo>
                      <a:pt x="37118" y="17619"/>
                    </a:lnTo>
                    <a:lnTo>
                      <a:pt x="38449" y="17698"/>
                    </a:lnTo>
                    <a:lnTo>
                      <a:pt x="39311" y="17776"/>
                    </a:lnTo>
                    <a:lnTo>
                      <a:pt x="39741" y="17854"/>
                    </a:lnTo>
                    <a:lnTo>
                      <a:pt x="39859" y="17893"/>
                    </a:lnTo>
                    <a:lnTo>
                      <a:pt x="39859" y="17893"/>
                    </a:lnTo>
                    <a:lnTo>
                      <a:pt x="39702" y="17619"/>
                    </a:lnTo>
                    <a:lnTo>
                      <a:pt x="39350" y="16758"/>
                    </a:lnTo>
                    <a:lnTo>
                      <a:pt x="38763" y="15388"/>
                    </a:lnTo>
                    <a:lnTo>
                      <a:pt x="38449" y="14487"/>
                    </a:lnTo>
                    <a:lnTo>
                      <a:pt x="38097" y="13430"/>
                    </a:lnTo>
                    <a:lnTo>
                      <a:pt x="37705" y="12255"/>
                    </a:lnTo>
                    <a:lnTo>
                      <a:pt x="37353" y="10963"/>
                    </a:lnTo>
                    <a:lnTo>
                      <a:pt x="36962" y="9514"/>
                    </a:lnTo>
                    <a:lnTo>
                      <a:pt x="36609" y="7948"/>
                    </a:lnTo>
                    <a:lnTo>
                      <a:pt x="36257" y="6226"/>
                    </a:lnTo>
                    <a:lnTo>
                      <a:pt x="35904" y="4385"/>
                    </a:lnTo>
                    <a:lnTo>
                      <a:pt x="35630" y="2428"/>
                    </a:lnTo>
                    <a:lnTo>
                      <a:pt x="35356" y="313"/>
                    </a:lnTo>
                    <a:lnTo>
                      <a:pt x="34886" y="274"/>
                    </a:lnTo>
                    <a:lnTo>
                      <a:pt x="33477" y="118"/>
                    </a:lnTo>
                    <a:lnTo>
                      <a:pt x="32459" y="78"/>
                    </a:lnTo>
                    <a:lnTo>
                      <a:pt x="31167" y="39"/>
                    </a:lnTo>
                    <a:lnTo>
                      <a:pt x="29718" y="0"/>
                    </a:lnTo>
                    <a:close/>
                  </a:path>
                </a:pathLst>
              </a:custGeom>
              <a:solidFill>
                <a:srgbClr val="F502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17"/>
              <p:cNvSpPr/>
              <p:nvPr/>
            </p:nvSpPr>
            <p:spPr>
              <a:xfrm>
                <a:off x="5531750" y="3459475"/>
                <a:ext cx="265300" cy="212425"/>
              </a:xfrm>
              <a:custGeom>
                <a:rect b="b" l="l" r="r" t="t"/>
                <a:pathLst>
                  <a:path extrusionOk="0" h="8497" w="10612">
                    <a:moveTo>
                      <a:pt x="4621" y="0"/>
                    </a:moveTo>
                    <a:lnTo>
                      <a:pt x="3485" y="40"/>
                    </a:lnTo>
                    <a:lnTo>
                      <a:pt x="2232" y="157"/>
                    </a:lnTo>
                    <a:lnTo>
                      <a:pt x="862" y="353"/>
                    </a:lnTo>
                    <a:lnTo>
                      <a:pt x="744" y="627"/>
                    </a:lnTo>
                    <a:lnTo>
                      <a:pt x="588" y="940"/>
                    </a:lnTo>
                    <a:lnTo>
                      <a:pt x="431" y="1449"/>
                    </a:lnTo>
                    <a:lnTo>
                      <a:pt x="275" y="2036"/>
                    </a:lnTo>
                    <a:lnTo>
                      <a:pt x="157" y="2780"/>
                    </a:lnTo>
                    <a:lnTo>
                      <a:pt x="40" y="3642"/>
                    </a:lnTo>
                    <a:lnTo>
                      <a:pt x="1" y="4660"/>
                    </a:lnTo>
                    <a:lnTo>
                      <a:pt x="1" y="5639"/>
                    </a:lnTo>
                    <a:lnTo>
                      <a:pt x="79" y="6461"/>
                    </a:lnTo>
                    <a:lnTo>
                      <a:pt x="196" y="7126"/>
                    </a:lnTo>
                    <a:lnTo>
                      <a:pt x="353" y="7635"/>
                    </a:lnTo>
                    <a:lnTo>
                      <a:pt x="510" y="8027"/>
                    </a:lnTo>
                    <a:lnTo>
                      <a:pt x="627" y="8301"/>
                    </a:lnTo>
                    <a:lnTo>
                      <a:pt x="784" y="8497"/>
                    </a:lnTo>
                    <a:lnTo>
                      <a:pt x="784" y="8379"/>
                    </a:lnTo>
                    <a:lnTo>
                      <a:pt x="784" y="8144"/>
                    </a:lnTo>
                    <a:lnTo>
                      <a:pt x="862" y="7753"/>
                    </a:lnTo>
                    <a:lnTo>
                      <a:pt x="940" y="7518"/>
                    </a:lnTo>
                    <a:lnTo>
                      <a:pt x="1097" y="7244"/>
                    </a:lnTo>
                    <a:lnTo>
                      <a:pt x="1293" y="6970"/>
                    </a:lnTo>
                    <a:lnTo>
                      <a:pt x="1528" y="6696"/>
                    </a:lnTo>
                    <a:lnTo>
                      <a:pt x="1841" y="6422"/>
                    </a:lnTo>
                    <a:lnTo>
                      <a:pt x="2232" y="6108"/>
                    </a:lnTo>
                    <a:lnTo>
                      <a:pt x="2702" y="5834"/>
                    </a:lnTo>
                    <a:lnTo>
                      <a:pt x="3250" y="5521"/>
                    </a:lnTo>
                    <a:lnTo>
                      <a:pt x="3916" y="5247"/>
                    </a:lnTo>
                    <a:lnTo>
                      <a:pt x="4660" y="4973"/>
                    </a:lnTo>
                    <a:lnTo>
                      <a:pt x="7440" y="4112"/>
                    </a:lnTo>
                    <a:lnTo>
                      <a:pt x="8536" y="3759"/>
                    </a:lnTo>
                    <a:lnTo>
                      <a:pt x="9358" y="3446"/>
                    </a:lnTo>
                    <a:lnTo>
                      <a:pt x="9711" y="3289"/>
                    </a:lnTo>
                    <a:lnTo>
                      <a:pt x="9985" y="3133"/>
                    </a:lnTo>
                    <a:lnTo>
                      <a:pt x="10220" y="2976"/>
                    </a:lnTo>
                    <a:lnTo>
                      <a:pt x="10415" y="2820"/>
                    </a:lnTo>
                    <a:lnTo>
                      <a:pt x="10533" y="2663"/>
                    </a:lnTo>
                    <a:lnTo>
                      <a:pt x="10611" y="2467"/>
                    </a:lnTo>
                    <a:lnTo>
                      <a:pt x="10611" y="2271"/>
                    </a:lnTo>
                    <a:lnTo>
                      <a:pt x="10572" y="2076"/>
                    </a:lnTo>
                    <a:lnTo>
                      <a:pt x="10494" y="1919"/>
                    </a:lnTo>
                    <a:lnTo>
                      <a:pt x="10141" y="1606"/>
                    </a:lnTo>
                    <a:lnTo>
                      <a:pt x="9867" y="1410"/>
                    </a:lnTo>
                    <a:lnTo>
                      <a:pt x="9554" y="1175"/>
                    </a:lnTo>
                    <a:lnTo>
                      <a:pt x="9123" y="940"/>
                    </a:lnTo>
                    <a:lnTo>
                      <a:pt x="8614" y="705"/>
                    </a:lnTo>
                    <a:lnTo>
                      <a:pt x="8027" y="509"/>
                    </a:lnTo>
                    <a:lnTo>
                      <a:pt x="7322" y="314"/>
                    </a:lnTo>
                    <a:lnTo>
                      <a:pt x="6539" y="157"/>
                    </a:lnTo>
                    <a:lnTo>
                      <a:pt x="5639" y="40"/>
                    </a:lnTo>
                    <a:lnTo>
                      <a:pt x="4621" y="0"/>
                    </a:lnTo>
                    <a:close/>
                  </a:path>
                </a:pathLst>
              </a:custGeom>
              <a:solidFill>
                <a:srgbClr val="96263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17"/>
              <p:cNvSpPr/>
              <p:nvPr/>
            </p:nvSpPr>
            <p:spPr>
              <a:xfrm>
                <a:off x="4762375" y="2815400"/>
                <a:ext cx="564825" cy="918175"/>
              </a:xfrm>
              <a:custGeom>
                <a:rect b="b" l="l" r="r" t="t"/>
                <a:pathLst>
                  <a:path extrusionOk="0" h="36727" w="22593">
                    <a:moveTo>
                      <a:pt x="1" y="0"/>
                    </a:moveTo>
                    <a:lnTo>
                      <a:pt x="3760" y="36726"/>
                    </a:lnTo>
                    <a:lnTo>
                      <a:pt x="4308" y="35904"/>
                    </a:lnTo>
                    <a:lnTo>
                      <a:pt x="4934" y="34925"/>
                    </a:lnTo>
                    <a:lnTo>
                      <a:pt x="5796" y="33712"/>
                    </a:lnTo>
                    <a:lnTo>
                      <a:pt x="6814" y="32263"/>
                    </a:lnTo>
                    <a:lnTo>
                      <a:pt x="8027" y="30658"/>
                    </a:lnTo>
                    <a:lnTo>
                      <a:pt x="9359" y="28935"/>
                    </a:lnTo>
                    <a:lnTo>
                      <a:pt x="10846" y="27212"/>
                    </a:lnTo>
                    <a:lnTo>
                      <a:pt x="12530" y="25215"/>
                    </a:lnTo>
                    <a:lnTo>
                      <a:pt x="14409" y="22905"/>
                    </a:lnTo>
                    <a:lnTo>
                      <a:pt x="16367" y="20439"/>
                    </a:lnTo>
                    <a:lnTo>
                      <a:pt x="18246" y="18050"/>
                    </a:lnTo>
                    <a:lnTo>
                      <a:pt x="21340" y="14057"/>
                    </a:lnTo>
                    <a:lnTo>
                      <a:pt x="22592" y="1241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7"/>
              <p:cNvSpPr/>
              <p:nvPr/>
            </p:nvSpPr>
            <p:spPr>
              <a:xfrm>
                <a:off x="4783925" y="2876075"/>
                <a:ext cx="72450" cy="73450"/>
              </a:xfrm>
              <a:custGeom>
                <a:rect b="b" l="l" r="r" t="t"/>
                <a:pathLst>
                  <a:path extrusionOk="0" h="2938" w="2898">
                    <a:moveTo>
                      <a:pt x="1214" y="1"/>
                    </a:moveTo>
                    <a:lnTo>
                      <a:pt x="1097" y="1136"/>
                    </a:lnTo>
                    <a:lnTo>
                      <a:pt x="0" y="1371"/>
                    </a:lnTo>
                    <a:lnTo>
                      <a:pt x="1018" y="1802"/>
                    </a:lnTo>
                    <a:lnTo>
                      <a:pt x="901" y="2937"/>
                    </a:lnTo>
                    <a:lnTo>
                      <a:pt x="1684" y="2115"/>
                    </a:lnTo>
                    <a:lnTo>
                      <a:pt x="2702" y="2546"/>
                    </a:lnTo>
                    <a:lnTo>
                      <a:pt x="2154" y="1567"/>
                    </a:lnTo>
                    <a:lnTo>
                      <a:pt x="2898" y="745"/>
                    </a:lnTo>
                    <a:lnTo>
                      <a:pt x="1801" y="980"/>
                    </a:lnTo>
                    <a:lnTo>
                      <a:pt x="1214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7"/>
              <p:cNvSpPr/>
              <p:nvPr/>
            </p:nvSpPr>
            <p:spPr>
              <a:xfrm>
                <a:off x="5217550" y="3098275"/>
                <a:ext cx="72450" cy="74425"/>
              </a:xfrm>
              <a:custGeom>
                <a:rect b="b" l="l" r="r" t="t"/>
                <a:pathLst>
                  <a:path extrusionOk="0" h="2977" w="2898">
                    <a:moveTo>
                      <a:pt x="1214" y="1"/>
                    </a:moveTo>
                    <a:lnTo>
                      <a:pt x="1097" y="1136"/>
                    </a:lnTo>
                    <a:lnTo>
                      <a:pt x="0" y="1371"/>
                    </a:lnTo>
                    <a:lnTo>
                      <a:pt x="1018" y="1841"/>
                    </a:lnTo>
                    <a:lnTo>
                      <a:pt x="901" y="2976"/>
                    </a:lnTo>
                    <a:lnTo>
                      <a:pt x="1684" y="2115"/>
                    </a:lnTo>
                    <a:lnTo>
                      <a:pt x="2702" y="2585"/>
                    </a:lnTo>
                    <a:lnTo>
                      <a:pt x="2702" y="2585"/>
                    </a:lnTo>
                    <a:lnTo>
                      <a:pt x="2154" y="1606"/>
                    </a:lnTo>
                    <a:lnTo>
                      <a:pt x="2898" y="745"/>
                    </a:lnTo>
                    <a:lnTo>
                      <a:pt x="1801" y="980"/>
                    </a:lnTo>
                    <a:lnTo>
                      <a:pt x="1214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7"/>
              <p:cNvSpPr/>
              <p:nvPr/>
            </p:nvSpPr>
            <p:spPr>
              <a:xfrm>
                <a:off x="4861250" y="3544625"/>
                <a:ext cx="73425" cy="74425"/>
              </a:xfrm>
              <a:custGeom>
                <a:rect b="b" l="l" r="r" t="t"/>
                <a:pathLst>
                  <a:path extrusionOk="0" h="2977" w="2937">
                    <a:moveTo>
                      <a:pt x="1253" y="1"/>
                    </a:moveTo>
                    <a:lnTo>
                      <a:pt x="1136" y="1136"/>
                    </a:lnTo>
                    <a:lnTo>
                      <a:pt x="0" y="1371"/>
                    </a:lnTo>
                    <a:lnTo>
                      <a:pt x="1058" y="1841"/>
                    </a:lnTo>
                    <a:lnTo>
                      <a:pt x="940" y="2976"/>
                    </a:lnTo>
                    <a:lnTo>
                      <a:pt x="1684" y="2115"/>
                    </a:lnTo>
                    <a:lnTo>
                      <a:pt x="2741" y="2585"/>
                    </a:lnTo>
                    <a:lnTo>
                      <a:pt x="2154" y="1606"/>
                    </a:lnTo>
                    <a:lnTo>
                      <a:pt x="2937" y="745"/>
                    </a:lnTo>
                    <a:lnTo>
                      <a:pt x="1801" y="980"/>
                    </a:lnTo>
                    <a:lnTo>
                      <a:pt x="1253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17"/>
              <p:cNvSpPr/>
              <p:nvPr/>
            </p:nvSpPr>
            <p:spPr>
              <a:xfrm>
                <a:off x="4940525" y="3004325"/>
                <a:ext cx="43100" cy="106700"/>
              </a:xfrm>
              <a:custGeom>
                <a:rect b="b" l="l" r="r" t="t"/>
                <a:pathLst>
                  <a:path extrusionOk="0" h="4268" w="1724">
                    <a:moveTo>
                      <a:pt x="745" y="0"/>
                    </a:moveTo>
                    <a:lnTo>
                      <a:pt x="1" y="705"/>
                    </a:lnTo>
                    <a:lnTo>
                      <a:pt x="1097" y="4268"/>
                    </a:lnTo>
                    <a:lnTo>
                      <a:pt x="1410" y="4189"/>
                    </a:lnTo>
                    <a:lnTo>
                      <a:pt x="1724" y="4111"/>
                    </a:lnTo>
                    <a:lnTo>
                      <a:pt x="1645" y="352"/>
                    </a:lnTo>
                    <a:lnTo>
                      <a:pt x="745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17"/>
              <p:cNvSpPr/>
              <p:nvPr/>
            </p:nvSpPr>
            <p:spPr>
              <a:xfrm>
                <a:off x="4985550" y="3220625"/>
                <a:ext cx="48000" cy="124350"/>
              </a:xfrm>
              <a:custGeom>
                <a:rect b="b" l="l" r="r" t="t"/>
                <a:pathLst>
                  <a:path extrusionOk="0" h="4974" w="1920">
                    <a:moveTo>
                      <a:pt x="667" y="1"/>
                    </a:moveTo>
                    <a:lnTo>
                      <a:pt x="353" y="79"/>
                    </a:lnTo>
                    <a:lnTo>
                      <a:pt x="314" y="79"/>
                    </a:lnTo>
                    <a:lnTo>
                      <a:pt x="1" y="158"/>
                    </a:lnTo>
                    <a:lnTo>
                      <a:pt x="79" y="4504"/>
                    </a:lnTo>
                    <a:lnTo>
                      <a:pt x="1097" y="4973"/>
                    </a:lnTo>
                    <a:lnTo>
                      <a:pt x="1919" y="4112"/>
                    </a:lnTo>
                    <a:lnTo>
                      <a:pt x="667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7"/>
              <p:cNvSpPr/>
              <p:nvPr/>
            </p:nvSpPr>
            <p:spPr>
              <a:xfrm>
                <a:off x="4987525" y="3016050"/>
                <a:ext cx="19600" cy="85200"/>
              </a:xfrm>
              <a:custGeom>
                <a:rect b="b" l="l" r="r" t="t"/>
                <a:pathLst>
                  <a:path extrusionOk="0" h="3408" w="784">
                    <a:moveTo>
                      <a:pt x="157" y="1"/>
                    </a:moveTo>
                    <a:lnTo>
                      <a:pt x="0" y="3407"/>
                    </a:lnTo>
                    <a:lnTo>
                      <a:pt x="274" y="3407"/>
                    </a:lnTo>
                    <a:lnTo>
                      <a:pt x="783" y="275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7"/>
              <p:cNvSpPr/>
              <p:nvPr/>
            </p:nvSpPr>
            <p:spPr>
              <a:xfrm>
                <a:off x="4920950" y="3029775"/>
                <a:ext cx="42125" cy="80275"/>
              </a:xfrm>
              <a:custGeom>
                <a:rect b="b" l="l" r="r" t="t"/>
                <a:pathLst>
                  <a:path extrusionOk="0" h="3211" w="1685">
                    <a:moveTo>
                      <a:pt x="510" y="0"/>
                    </a:moveTo>
                    <a:lnTo>
                      <a:pt x="1" y="509"/>
                    </a:lnTo>
                    <a:lnTo>
                      <a:pt x="1449" y="3211"/>
                    </a:lnTo>
                    <a:lnTo>
                      <a:pt x="1684" y="3093"/>
                    </a:lnTo>
                    <a:lnTo>
                      <a:pt x="510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7"/>
              <p:cNvSpPr/>
              <p:nvPr/>
            </p:nvSpPr>
            <p:spPr>
              <a:xfrm>
                <a:off x="4960100" y="3231400"/>
                <a:ext cx="21575" cy="97925"/>
              </a:xfrm>
              <a:custGeom>
                <a:rect b="b" l="l" r="r" t="t"/>
                <a:pathLst>
                  <a:path extrusionOk="0" h="3917" w="863">
                    <a:moveTo>
                      <a:pt x="588" y="1"/>
                    </a:moveTo>
                    <a:lnTo>
                      <a:pt x="1" y="3564"/>
                    </a:lnTo>
                    <a:lnTo>
                      <a:pt x="706" y="3916"/>
                    </a:lnTo>
                    <a:lnTo>
                      <a:pt x="862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7"/>
              <p:cNvSpPr/>
              <p:nvPr/>
            </p:nvSpPr>
            <p:spPr>
              <a:xfrm>
                <a:off x="5008075" y="3222600"/>
                <a:ext cx="47975" cy="93000"/>
              </a:xfrm>
              <a:custGeom>
                <a:rect b="b" l="l" r="r" t="t"/>
                <a:pathLst>
                  <a:path extrusionOk="0" h="3720" w="1919">
                    <a:moveTo>
                      <a:pt x="235" y="0"/>
                    </a:moveTo>
                    <a:lnTo>
                      <a:pt x="0" y="118"/>
                    </a:lnTo>
                    <a:lnTo>
                      <a:pt x="1371" y="3720"/>
                    </a:lnTo>
                    <a:lnTo>
                      <a:pt x="1919" y="3093"/>
                    </a:lnTo>
                    <a:lnTo>
                      <a:pt x="235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17"/>
              <p:cNvSpPr/>
              <p:nvPr/>
            </p:nvSpPr>
            <p:spPr>
              <a:xfrm>
                <a:off x="5038425" y="3110025"/>
                <a:ext cx="113550" cy="50925"/>
              </a:xfrm>
              <a:custGeom>
                <a:rect b="b" l="l" r="r" t="t"/>
                <a:pathLst>
                  <a:path extrusionOk="0" h="2037" w="4542">
                    <a:moveTo>
                      <a:pt x="3759" y="1"/>
                    </a:moveTo>
                    <a:lnTo>
                      <a:pt x="0" y="1371"/>
                    </a:lnTo>
                    <a:lnTo>
                      <a:pt x="78" y="1723"/>
                    </a:lnTo>
                    <a:lnTo>
                      <a:pt x="118" y="2037"/>
                    </a:lnTo>
                    <a:lnTo>
                      <a:pt x="4150" y="1763"/>
                    </a:lnTo>
                    <a:lnTo>
                      <a:pt x="4542" y="745"/>
                    </a:lnTo>
                    <a:lnTo>
                      <a:pt x="4503" y="745"/>
                    </a:lnTo>
                    <a:lnTo>
                      <a:pt x="3759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17"/>
              <p:cNvSpPr/>
              <p:nvPr/>
            </p:nvSpPr>
            <p:spPr>
              <a:xfrm>
                <a:off x="4819150" y="3168750"/>
                <a:ext cx="110650" cy="51900"/>
              </a:xfrm>
              <a:custGeom>
                <a:rect b="b" l="l" r="r" t="t"/>
                <a:pathLst>
                  <a:path extrusionOk="0" h="2076" w="4426">
                    <a:moveTo>
                      <a:pt x="4347" y="1"/>
                    </a:moveTo>
                    <a:lnTo>
                      <a:pt x="471" y="275"/>
                    </a:lnTo>
                    <a:lnTo>
                      <a:pt x="1" y="1254"/>
                    </a:lnTo>
                    <a:lnTo>
                      <a:pt x="1" y="1293"/>
                    </a:lnTo>
                    <a:lnTo>
                      <a:pt x="666" y="2076"/>
                    </a:lnTo>
                    <a:lnTo>
                      <a:pt x="4425" y="666"/>
                    </a:lnTo>
                    <a:lnTo>
                      <a:pt x="4386" y="353"/>
                    </a:lnTo>
                    <a:lnTo>
                      <a:pt x="4386" y="314"/>
                    </a:lnTo>
                    <a:lnTo>
                      <a:pt x="4347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7"/>
              <p:cNvSpPr/>
              <p:nvPr/>
            </p:nvSpPr>
            <p:spPr>
              <a:xfrm>
                <a:off x="5048200" y="3164850"/>
                <a:ext cx="90075" cy="17625"/>
              </a:xfrm>
              <a:custGeom>
                <a:rect b="b" l="l" r="r" t="t"/>
                <a:pathLst>
                  <a:path extrusionOk="0" h="705" w="3603">
                    <a:moveTo>
                      <a:pt x="1" y="0"/>
                    </a:moveTo>
                    <a:lnTo>
                      <a:pt x="1" y="274"/>
                    </a:lnTo>
                    <a:lnTo>
                      <a:pt x="3290" y="705"/>
                    </a:lnTo>
                    <a:lnTo>
                      <a:pt x="3603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7"/>
              <p:cNvSpPr/>
              <p:nvPr/>
            </p:nvSpPr>
            <p:spPr>
              <a:xfrm>
                <a:off x="5041350" y="3090450"/>
                <a:ext cx="84200" cy="48000"/>
              </a:xfrm>
              <a:custGeom>
                <a:rect b="b" l="l" r="r" t="t"/>
                <a:pathLst>
                  <a:path extrusionOk="0" h="1920" w="3368">
                    <a:moveTo>
                      <a:pt x="2820" y="1"/>
                    </a:moveTo>
                    <a:lnTo>
                      <a:pt x="1" y="1684"/>
                    </a:lnTo>
                    <a:lnTo>
                      <a:pt x="79" y="1919"/>
                    </a:lnTo>
                    <a:lnTo>
                      <a:pt x="3368" y="470"/>
                    </a:lnTo>
                    <a:lnTo>
                      <a:pt x="2820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7"/>
              <p:cNvSpPr/>
              <p:nvPr/>
            </p:nvSpPr>
            <p:spPr>
              <a:xfrm>
                <a:off x="4835800" y="3148200"/>
                <a:ext cx="87150" cy="17650"/>
              </a:xfrm>
              <a:custGeom>
                <a:rect b="b" l="l" r="r" t="t"/>
                <a:pathLst>
                  <a:path extrusionOk="0" h="706" w="3486">
                    <a:moveTo>
                      <a:pt x="353" y="1"/>
                    </a:moveTo>
                    <a:lnTo>
                      <a:pt x="0" y="705"/>
                    </a:lnTo>
                    <a:lnTo>
                      <a:pt x="0" y="705"/>
                    </a:lnTo>
                    <a:lnTo>
                      <a:pt x="3446" y="666"/>
                    </a:lnTo>
                    <a:lnTo>
                      <a:pt x="3485" y="431"/>
                    </a:lnTo>
                    <a:lnTo>
                      <a:pt x="353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17"/>
              <p:cNvSpPr/>
              <p:nvPr/>
            </p:nvSpPr>
            <p:spPr>
              <a:xfrm>
                <a:off x="4842650" y="3191275"/>
                <a:ext cx="85175" cy="50925"/>
              </a:xfrm>
              <a:custGeom>
                <a:rect b="b" l="l" r="r" t="t"/>
                <a:pathLst>
                  <a:path extrusionOk="0" h="2037" w="3407">
                    <a:moveTo>
                      <a:pt x="3329" y="0"/>
                    </a:moveTo>
                    <a:lnTo>
                      <a:pt x="0" y="1488"/>
                    </a:lnTo>
                    <a:lnTo>
                      <a:pt x="509" y="2036"/>
                    </a:lnTo>
                    <a:lnTo>
                      <a:pt x="3407" y="235"/>
                    </a:lnTo>
                    <a:lnTo>
                      <a:pt x="3329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p17"/>
              <p:cNvSpPr/>
              <p:nvPr/>
            </p:nvSpPr>
            <p:spPr>
              <a:xfrm>
                <a:off x="5011000" y="3024875"/>
                <a:ext cx="78350" cy="96925"/>
              </a:xfrm>
              <a:custGeom>
                <a:rect b="b" l="l" r="r" t="t"/>
                <a:pathLst>
                  <a:path extrusionOk="0" h="3877" w="3134">
                    <a:moveTo>
                      <a:pt x="1724" y="0"/>
                    </a:moveTo>
                    <a:lnTo>
                      <a:pt x="1" y="3485"/>
                    </a:lnTo>
                    <a:lnTo>
                      <a:pt x="236" y="3681"/>
                    </a:lnTo>
                    <a:lnTo>
                      <a:pt x="275" y="3681"/>
                    </a:lnTo>
                    <a:lnTo>
                      <a:pt x="510" y="3876"/>
                    </a:lnTo>
                    <a:lnTo>
                      <a:pt x="3133" y="901"/>
                    </a:lnTo>
                    <a:lnTo>
                      <a:pt x="2742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7"/>
              <p:cNvSpPr/>
              <p:nvPr/>
            </p:nvSpPr>
            <p:spPr>
              <a:xfrm>
                <a:off x="4873975" y="3209875"/>
                <a:ext cx="84200" cy="106725"/>
              </a:xfrm>
              <a:custGeom>
                <a:rect b="b" l="l" r="r" t="t"/>
                <a:pathLst>
                  <a:path extrusionOk="0" h="4269" w="3368">
                    <a:moveTo>
                      <a:pt x="2819" y="0"/>
                    </a:moveTo>
                    <a:lnTo>
                      <a:pt x="0" y="3172"/>
                    </a:lnTo>
                    <a:lnTo>
                      <a:pt x="314" y="4229"/>
                    </a:lnTo>
                    <a:lnTo>
                      <a:pt x="314" y="4268"/>
                    </a:lnTo>
                    <a:lnTo>
                      <a:pt x="353" y="4229"/>
                    </a:lnTo>
                    <a:lnTo>
                      <a:pt x="1410" y="4268"/>
                    </a:lnTo>
                    <a:lnTo>
                      <a:pt x="3368" y="353"/>
                    </a:lnTo>
                    <a:lnTo>
                      <a:pt x="3094" y="196"/>
                    </a:lnTo>
                    <a:lnTo>
                      <a:pt x="3094" y="157"/>
                    </a:lnTo>
                    <a:lnTo>
                      <a:pt x="2819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7"/>
              <p:cNvSpPr/>
              <p:nvPr/>
            </p:nvSpPr>
            <p:spPr>
              <a:xfrm>
                <a:off x="5030575" y="3057175"/>
                <a:ext cx="70525" cy="67550"/>
              </a:xfrm>
              <a:custGeom>
                <a:rect b="b" l="l" r="r" t="t"/>
                <a:pathLst>
                  <a:path extrusionOk="0" h="2702" w="2821">
                    <a:moveTo>
                      <a:pt x="2546" y="0"/>
                    </a:moveTo>
                    <a:lnTo>
                      <a:pt x="1" y="2506"/>
                    </a:lnTo>
                    <a:lnTo>
                      <a:pt x="197" y="2702"/>
                    </a:lnTo>
                    <a:lnTo>
                      <a:pt x="2820" y="666"/>
                    </a:lnTo>
                    <a:lnTo>
                      <a:pt x="2546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17"/>
              <p:cNvSpPr/>
              <p:nvPr/>
            </p:nvSpPr>
            <p:spPr>
              <a:xfrm>
                <a:off x="5004150" y="3024875"/>
                <a:ext cx="40175" cy="80275"/>
              </a:xfrm>
              <a:custGeom>
                <a:rect b="b" l="l" r="r" t="t"/>
                <a:pathLst>
                  <a:path extrusionOk="0" h="3211" w="1607">
                    <a:moveTo>
                      <a:pt x="1606" y="0"/>
                    </a:moveTo>
                    <a:lnTo>
                      <a:pt x="862" y="39"/>
                    </a:lnTo>
                    <a:lnTo>
                      <a:pt x="1" y="3133"/>
                    </a:lnTo>
                    <a:lnTo>
                      <a:pt x="236" y="3211"/>
                    </a:lnTo>
                    <a:lnTo>
                      <a:pt x="1606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17"/>
              <p:cNvSpPr/>
              <p:nvPr/>
            </p:nvSpPr>
            <p:spPr>
              <a:xfrm>
                <a:off x="4865175" y="3206925"/>
                <a:ext cx="72450" cy="71500"/>
              </a:xfrm>
              <a:custGeom>
                <a:rect b="b" l="l" r="r" t="t"/>
                <a:pathLst>
                  <a:path extrusionOk="0" h="2860" w="2898">
                    <a:moveTo>
                      <a:pt x="2741" y="1"/>
                    </a:moveTo>
                    <a:lnTo>
                      <a:pt x="0" y="2115"/>
                    </a:lnTo>
                    <a:lnTo>
                      <a:pt x="196" y="2859"/>
                    </a:lnTo>
                    <a:lnTo>
                      <a:pt x="2897" y="197"/>
                    </a:lnTo>
                    <a:lnTo>
                      <a:pt x="2741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7"/>
              <p:cNvSpPr/>
              <p:nvPr/>
            </p:nvSpPr>
            <p:spPr>
              <a:xfrm>
                <a:off x="4920950" y="3226500"/>
                <a:ext cx="44075" cy="90100"/>
              </a:xfrm>
              <a:custGeom>
                <a:rect b="b" l="l" r="r" t="t"/>
                <a:pathLst>
                  <a:path extrusionOk="0" h="3604" w="1763">
                    <a:moveTo>
                      <a:pt x="1528" y="1"/>
                    </a:moveTo>
                    <a:lnTo>
                      <a:pt x="1" y="3603"/>
                    </a:lnTo>
                    <a:lnTo>
                      <a:pt x="745" y="3603"/>
                    </a:lnTo>
                    <a:lnTo>
                      <a:pt x="1763" y="118"/>
                    </a:lnTo>
                    <a:lnTo>
                      <a:pt x="1528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7"/>
              <p:cNvSpPr/>
              <p:nvPr/>
            </p:nvSpPr>
            <p:spPr>
              <a:xfrm>
                <a:off x="4851450" y="3064025"/>
                <a:ext cx="93025" cy="76375"/>
              </a:xfrm>
              <a:custGeom>
                <a:rect b="b" l="l" r="r" t="t"/>
                <a:pathLst>
                  <a:path extrusionOk="0" h="3055" w="3721">
                    <a:moveTo>
                      <a:pt x="1058" y="0"/>
                    </a:moveTo>
                    <a:lnTo>
                      <a:pt x="118" y="392"/>
                    </a:lnTo>
                    <a:lnTo>
                      <a:pt x="79" y="392"/>
                    </a:lnTo>
                    <a:lnTo>
                      <a:pt x="79" y="431"/>
                    </a:lnTo>
                    <a:lnTo>
                      <a:pt x="1" y="1449"/>
                    </a:lnTo>
                    <a:lnTo>
                      <a:pt x="3329" y="3054"/>
                    </a:lnTo>
                    <a:lnTo>
                      <a:pt x="3525" y="2780"/>
                    </a:lnTo>
                    <a:lnTo>
                      <a:pt x="3720" y="2506"/>
                    </a:lnTo>
                    <a:lnTo>
                      <a:pt x="1058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7"/>
              <p:cNvSpPr/>
              <p:nvPr/>
            </p:nvSpPr>
            <p:spPr>
              <a:xfrm>
                <a:off x="5026675" y="3190300"/>
                <a:ext cx="100850" cy="85175"/>
              </a:xfrm>
              <a:custGeom>
                <a:rect b="b" l="l" r="r" t="t"/>
                <a:pathLst>
                  <a:path extrusionOk="0" h="3407" w="4034">
                    <a:moveTo>
                      <a:pt x="353" y="0"/>
                    </a:moveTo>
                    <a:lnTo>
                      <a:pt x="196" y="274"/>
                    </a:lnTo>
                    <a:lnTo>
                      <a:pt x="157" y="274"/>
                    </a:lnTo>
                    <a:lnTo>
                      <a:pt x="0" y="548"/>
                    </a:lnTo>
                    <a:lnTo>
                      <a:pt x="3015" y="3407"/>
                    </a:lnTo>
                    <a:lnTo>
                      <a:pt x="4033" y="2937"/>
                    </a:lnTo>
                    <a:lnTo>
                      <a:pt x="4033" y="1762"/>
                    </a:lnTo>
                    <a:lnTo>
                      <a:pt x="353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17"/>
              <p:cNvSpPr/>
              <p:nvPr/>
            </p:nvSpPr>
            <p:spPr>
              <a:xfrm>
                <a:off x="4887675" y="3053250"/>
                <a:ext cx="60725" cy="66600"/>
              </a:xfrm>
              <a:custGeom>
                <a:rect b="b" l="l" r="r" t="t"/>
                <a:pathLst>
                  <a:path extrusionOk="0" h="2664" w="2429">
                    <a:moveTo>
                      <a:pt x="666" y="1"/>
                    </a:moveTo>
                    <a:lnTo>
                      <a:pt x="1" y="275"/>
                    </a:lnTo>
                    <a:lnTo>
                      <a:pt x="2232" y="2663"/>
                    </a:lnTo>
                    <a:lnTo>
                      <a:pt x="2428" y="2507"/>
                    </a:lnTo>
                    <a:lnTo>
                      <a:pt x="666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17"/>
              <p:cNvSpPr/>
              <p:nvPr/>
            </p:nvSpPr>
            <p:spPr>
              <a:xfrm>
                <a:off x="4849500" y="3110025"/>
                <a:ext cx="78325" cy="38200"/>
              </a:xfrm>
              <a:custGeom>
                <a:rect b="b" l="l" r="r" t="t"/>
                <a:pathLst>
                  <a:path extrusionOk="0" h="1528" w="3133">
                    <a:moveTo>
                      <a:pt x="40" y="1"/>
                    </a:moveTo>
                    <a:lnTo>
                      <a:pt x="1" y="745"/>
                    </a:lnTo>
                    <a:lnTo>
                      <a:pt x="3055" y="1528"/>
                    </a:lnTo>
                    <a:lnTo>
                      <a:pt x="3133" y="1293"/>
                    </a:lnTo>
                    <a:lnTo>
                      <a:pt x="40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7"/>
              <p:cNvSpPr/>
              <p:nvPr/>
            </p:nvSpPr>
            <p:spPr>
              <a:xfrm>
                <a:off x="5022750" y="3211825"/>
                <a:ext cx="68550" cy="76375"/>
              </a:xfrm>
              <a:custGeom>
                <a:rect b="b" l="l" r="r" t="t"/>
                <a:pathLst>
                  <a:path extrusionOk="0" h="3055" w="2742">
                    <a:moveTo>
                      <a:pt x="197" y="1"/>
                    </a:moveTo>
                    <a:lnTo>
                      <a:pt x="1" y="196"/>
                    </a:lnTo>
                    <a:lnTo>
                      <a:pt x="2037" y="3055"/>
                    </a:lnTo>
                    <a:lnTo>
                      <a:pt x="2741" y="2741"/>
                    </a:lnTo>
                    <a:lnTo>
                      <a:pt x="197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7"/>
              <p:cNvSpPr/>
              <p:nvPr/>
            </p:nvSpPr>
            <p:spPr>
              <a:xfrm>
                <a:off x="5043300" y="3182450"/>
                <a:ext cx="84225" cy="41150"/>
              </a:xfrm>
              <a:custGeom>
                <a:rect b="b" l="l" r="r" t="t"/>
                <a:pathLst>
                  <a:path extrusionOk="0" h="1646" w="3369">
                    <a:moveTo>
                      <a:pt x="79" y="1"/>
                    </a:moveTo>
                    <a:lnTo>
                      <a:pt x="1" y="236"/>
                    </a:lnTo>
                    <a:lnTo>
                      <a:pt x="3368" y="1645"/>
                    </a:lnTo>
                    <a:lnTo>
                      <a:pt x="3329" y="823"/>
                    </a:lnTo>
                    <a:lnTo>
                      <a:pt x="79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7"/>
              <p:cNvSpPr/>
              <p:nvPr/>
            </p:nvSpPr>
            <p:spPr>
              <a:xfrm>
                <a:off x="4912150" y="3093400"/>
                <a:ext cx="142925" cy="146850"/>
              </a:xfrm>
              <a:custGeom>
                <a:rect b="b" l="l" r="r" t="t"/>
                <a:pathLst>
                  <a:path extrusionOk="0" h="5874" w="5717">
                    <a:moveTo>
                      <a:pt x="2702" y="0"/>
                    </a:moveTo>
                    <a:lnTo>
                      <a:pt x="2389" y="78"/>
                    </a:lnTo>
                    <a:lnTo>
                      <a:pt x="2115" y="157"/>
                    </a:lnTo>
                    <a:lnTo>
                      <a:pt x="1841" y="235"/>
                    </a:lnTo>
                    <a:lnTo>
                      <a:pt x="1606" y="352"/>
                    </a:lnTo>
                    <a:lnTo>
                      <a:pt x="1371" y="509"/>
                    </a:lnTo>
                    <a:lnTo>
                      <a:pt x="1136" y="705"/>
                    </a:lnTo>
                    <a:lnTo>
                      <a:pt x="940" y="861"/>
                    </a:lnTo>
                    <a:lnTo>
                      <a:pt x="744" y="1096"/>
                    </a:lnTo>
                    <a:lnTo>
                      <a:pt x="588" y="1292"/>
                    </a:lnTo>
                    <a:lnTo>
                      <a:pt x="431" y="1527"/>
                    </a:lnTo>
                    <a:lnTo>
                      <a:pt x="274" y="1801"/>
                    </a:lnTo>
                    <a:lnTo>
                      <a:pt x="196" y="2075"/>
                    </a:lnTo>
                    <a:lnTo>
                      <a:pt x="118" y="2349"/>
                    </a:lnTo>
                    <a:lnTo>
                      <a:pt x="40" y="2623"/>
                    </a:lnTo>
                    <a:lnTo>
                      <a:pt x="0" y="2897"/>
                    </a:lnTo>
                    <a:lnTo>
                      <a:pt x="0" y="3171"/>
                    </a:lnTo>
                    <a:lnTo>
                      <a:pt x="40" y="3485"/>
                    </a:lnTo>
                    <a:lnTo>
                      <a:pt x="79" y="3759"/>
                    </a:lnTo>
                    <a:lnTo>
                      <a:pt x="157" y="4072"/>
                    </a:lnTo>
                    <a:lnTo>
                      <a:pt x="274" y="4346"/>
                    </a:lnTo>
                    <a:lnTo>
                      <a:pt x="392" y="4581"/>
                    </a:lnTo>
                    <a:lnTo>
                      <a:pt x="549" y="4816"/>
                    </a:lnTo>
                    <a:lnTo>
                      <a:pt x="744" y="5012"/>
                    </a:lnTo>
                    <a:lnTo>
                      <a:pt x="940" y="5207"/>
                    </a:lnTo>
                    <a:lnTo>
                      <a:pt x="1136" y="5403"/>
                    </a:lnTo>
                    <a:lnTo>
                      <a:pt x="1371" y="5521"/>
                    </a:lnTo>
                    <a:lnTo>
                      <a:pt x="1645" y="5638"/>
                    </a:lnTo>
                    <a:lnTo>
                      <a:pt x="1880" y="5756"/>
                    </a:lnTo>
                    <a:lnTo>
                      <a:pt x="2154" y="5834"/>
                    </a:lnTo>
                    <a:lnTo>
                      <a:pt x="2428" y="5873"/>
                    </a:lnTo>
                    <a:lnTo>
                      <a:pt x="3015" y="5873"/>
                    </a:lnTo>
                    <a:lnTo>
                      <a:pt x="3289" y="5834"/>
                    </a:lnTo>
                    <a:lnTo>
                      <a:pt x="3603" y="5756"/>
                    </a:lnTo>
                    <a:lnTo>
                      <a:pt x="3877" y="5638"/>
                    </a:lnTo>
                    <a:lnTo>
                      <a:pt x="4151" y="5521"/>
                    </a:lnTo>
                    <a:lnTo>
                      <a:pt x="4386" y="5364"/>
                    </a:lnTo>
                    <a:lnTo>
                      <a:pt x="4621" y="5168"/>
                    </a:lnTo>
                    <a:lnTo>
                      <a:pt x="4816" y="4973"/>
                    </a:lnTo>
                    <a:lnTo>
                      <a:pt x="5012" y="4738"/>
                    </a:lnTo>
                    <a:lnTo>
                      <a:pt x="5208" y="4503"/>
                    </a:lnTo>
                    <a:lnTo>
                      <a:pt x="5325" y="4268"/>
                    </a:lnTo>
                    <a:lnTo>
                      <a:pt x="5482" y="3994"/>
                    </a:lnTo>
                    <a:lnTo>
                      <a:pt x="5560" y="3720"/>
                    </a:lnTo>
                    <a:lnTo>
                      <a:pt x="5638" y="3446"/>
                    </a:lnTo>
                    <a:lnTo>
                      <a:pt x="5678" y="3171"/>
                    </a:lnTo>
                    <a:lnTo>
                      <a:pt x="5717" y="2858"/>
                    </a:lnTo>
                    <a:lnTo>
                      <a:pt x="5717" y="2545"/>
                    </a:lnTo>
                    <a:lnTo>
                      <a:pt x="5678" y="2271"/>
                    </a:lnTo>
                    <a:lnTo>
                      <a:pt x="5599" y="1958"/>
                    </a:lnTo>
                    <a:lnTo>
                      <a:pt x="5521" y="1723"/>
                    </a:lnTo>
                    <a:lnTo>
                      <a:pt x="5404" y="1449"/>
                    </a:lnTo>
                    <a:lnTo>
                      <a:pt x="5247" y="1214"/>
                    </a:lnTo>
                    <a:lnTo>
                      <a:pt x="5090" y="979"/>
                    </a:lnTo>
                    <a:lnTo>
                      <a:pt x="4895" y="783"/>
                    </a:lnTo>
                    <a:lnTo>
                      <a:pt x="4699" y="626"/>
                    </a:lnTo>
                    <a:lnTo>
                      <a:pt x="4503" y="470"/>
                    </a:lnTo>
                    <a:lnTo>
                      <a:pt x="4268" y="313"/>
                    </a:lnTo>
                    <a:lnTo>
                      <a:pt x="4033" y="196"/>
                    </a:lnTo>
                    <a:lnTo>
                      <a:pt x="3759" y="117"/>
                    </a:lnTo>
                    <a:lnTo>
                      <a:pt x="3524" y="39"/>
                    </a:lnTo>
                    <a:lnTo>
                      <a:pt x="3250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7"/>
              <p:cNvSpPr/>
              <p:nvPr/>
            </p:nvSpPr>
            <p:spPr>
              <a:xfrm>
                <a:off x="5705975" y="2708700"/>
                <a:ext cx="81275" cy="489450"/>
              </a:xfrm>
              <a:custGeom>
                <a:rect b="b" l="l" r="r" t="t"/>
                <a:pathLst>
                  <a:path extrusionOk="0" h="19578" w="3251">
                    <a:moveTo>
                      <a:pt x="2742" y="1"/>
                    </a:moveTo>
                    <a:lnTo>
                      <a:pt x="118" y="588"/>
                    </a:lnTo>
                    <a:lnTo>
                      <a:pt x="79" y="1214"/>
                    </a:lnTo>
                    <a:lnTo>
                      <a:pt x="1" y="2937"/>
                    </a:lnTo>
                    <a:lnTo>
                      <a:pt x="1" y="5521"/>
                    </a:lnTo>
                    <a:lnTo>
                      <a:pt x="1" y="7127"/>
                    </a:lnTo>
                    <a:lnTo>
                      <a:pt x="40" y="8810"/>
                    </a:lnTo>
                    <a:lnTo>
                      <a:pt x="158" y="11786"/>
                    </a:lnTo>
                    <a:lnTo>
                      <a:pt x="236" y="13352"/>
                    </a:lnTo>
                    <a:lnTo>
                      <a:pt x="392" y="14879"/>
                    </a:lnTo>
                    <a:lnTo>
                      <a:pt x="588" y="16915"/>
                    </a:lnTo>
                    <a:lnTo>
                      <a:pt x="784" y="18403"/>
                    </a:lnTo>
                    <a:lnTo>
                      <a:pt x="941" y="19577"/>
                    </a:lnTo>
                    <a:lnTo>
                      <a:pt x="3251" y="19029"/>
                    </a:lnTo>
                    <a:lnTo>
                      <a:pt x="3055" y="17698"/>
                    </a:lnTo>
                    <a:lnTo>
                      <a:pt x="2859" y="16054"/>
                    </a:lnTo>
                    <a:lnTo>
                      <a:pt x="2702" y="13861"/>
                    </a:lnTo>
                    <a:lnTo>
                      <a:pt x="2546" y="11120"/>
                    </a:lnTo>
                    <a:lnTo>
                      <a:pt x="2507" y="9554"/>
                    </a:lnTo>
                    <a:lnTo>
                      <a:pt x="2468" y="7871"/>
                    </a:lnTo>
                    <a:lnTo>
                      <a:pt x="2507" y="6069"/>
                    </a:lnTo>
                    <a:lnTo>
                      <a:pt x="2546" y="4151"/>
                    </a:lnTo>
                    <a:lnTo>
                      <a:pt x="2624" y="2115"/>
                    </a:lnTo>
                    <a:lnTo>
                      <a:pt x="2742" y="1"/>
                    </a:lnTo>
                    <a:close/>
                  </a:path>
                </a:pathLst>
              </a:custGeom>
              <a:solidFill>
                <a:srgbClr val="004E8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17"/>
              <p:cNvSpPr/>
              <p:nvPr/>
            </p:nvSpPr>
            <p:spPr>
              <a:xfrm>
                <a:off x="5729475" y="3184425"/>
                <a:ext cx="96925" cy="356325"/>
              </a:xfrm>
              <a:custGeom>
                <a:rect b="b" l="l" r="r" t="t"/>
                <a:pathLst>
                  <a:path extrusionOk="0" h="14253" w="3877">
                    <a:moveTo>
                      <a:pt x="2311" y="0"/>
                    </a:moveTo>
                    <a:lnTo>
                      <a:pt x="1" y="548"/>
                    </a:lnTo>
                    <a:lnTo>
                      <a:pt x="118" y="1292"/>
                    </a:lnTo>
                    <a:lnTo>
                      <a:pt x="549" y="3524"/>
                    </a:lnTo>
                    <a:lnTo>
                      <a:pt x="1371" y="7439"/>
                    </a:lnTo>
                    <a:lnTo>
                      <a:pt x="1958" y="10024"/>
                    </a:lnTo>
                    <a:lnTo>
                      <a:pt x="2663" y="13078"/>
                    </a:lnTo>
                    <a:lnTo>
                      <a:pt x="2702" y="13195"/>
                    </a:lnTo>
                    <a:lnTo>
                      <a:pt x="2663" y="13313"/>
                    </a:lnTo>
                    <a:lnTo>
                      <a:pt x="2624" y="13508"/>
                    </a:lnTo>
                    <a:lnTo>
                      <a:pt x="2546" y="13704"/>
                    </a:lnTo>
                    <a:lnTo>
                      <a:pt x="2428" y="13900"/>
                    </a:lnTo>
                    <a:lnTo>
                      <a:pt x="2193" y="14096"/>
                    </a:lnTo>
                    <a:lnTo>
                      <a:pt x="1880" y="14252"/>
                    </a:lnTo>
                    <a:lnTo>
                      <a:pt x="1880" y="14252"/>
                    </a:lnTo>
                    <a:lnTo>
                      <a:pt x="2193" y="14135"/>
                    </a:lnTo>
                    <a:lnTo>
                      <a:pt x="2506" y="13939"/>
                    </a:lnTo>
                    <a:lnTo>
                      <a:pt x="2859" y="13704"/>
                    </a:lnTo>
                    <a:lnTo>
                      <a:pt x="3055" y="13508"/>
                    </a:lnTo>
                    <a:lnTo>
                      <a:pt x="3250" y="13313"/>
                    </a:lnTo>
                    <a:lnTo>
                      <a:pt x="3407" y="13078"/>
                    </a:lnTo>
                    <a:lnTo>
                      <a:pt x="3564" y="12804"/>
                    </a:lnTo>
                    <a:lnTo>
                      <a:pt x="3681" y="12490"/>
                    </a:lnTo>
                    <a:lnTo>
                      <a:pt x="3798" y="12138"/>
                    </a:lnTo>
                    <a:lnTo>
                      <a:pt x="3877" y="11746"/>
                    </a:lnTo>
                    <a:lnTo>
                      <a:pt x="3877" y="11355"/>
                    </a:lnTo>
                    <a:lnTo>
                      <a:pt x="3877" y="10846"/>
                    </a:lnTo>
                    <a:lnTo>
                      <a:pt x="3838" y="10298"/>
                    </a:lnTo>
                    <a:lnTo>
                      <a:pt x="3720" y="8966"/>
                    </a:lnTo>
                    <a:lnTo>
                      <a:pt x="3485" y="7479"/>
                    </a:lnTo>
                    <a:lnTo>
                      <a:pt x="3250" y="5912"/>
                    </a:lnTo>
                    <a:lnTo>
                      <a:pt x="2702" y="2702"/>
                    </a:lnTo>
                    <a:lnTo>
                      <a:pt x="2467" y="1253"/>
                    </a:lnTo>
                    <a:lnTo>
                      <a:pt x="2311" y="0"/>
                    </a:lnTo>
                    <a:close/>
                  </a:path>
                </a:pathLst>
              </a:custGeom>
              <a:solidFill>
                <a:srgbClr val="96263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17"/>
              <p:cNvSpPr/>
              <p:nvPr/>
            </p:nvSpPr>
            <p:spPr>
              <a:xfrm>
                <a:off x="5729475" y="3118850"/>
                <a:ext cx="705775" cy="79300"/>
              </a:xfrm>
              <a:custGeom>
                <a:rect b="b" l="l" r="r" t="t"/>
                <a:pathLst>
                  <a:path extrusionOk="0" h="3172" w="28231">
                    <a:moveTo>
                      <a:pt x="21104" y="0"/>
                    </a:moveTo>
                    <a:lnTo>
                      <a:pt x="19342" y="39"/>
                    </a:lnTo>
                    <a:lnTo>
                      <a:pt x="17541" y="117"/>
                    </a:lnTo>
                    <a:lnTo>
                      <a:pt x="15779" y="235"/>
                    </a:lnTo>
                    <a:lnTo>
                      <a:pt x="13978" y="392"/>
                    </a:lnTo>
                    <a:lnTo>
                      <a:pt x="12216" y="587"/>
                    </a:lnTo>
                    <a:lnTo>
                      <a:pt x="10455" y="861"/>
                    </a:lnTo>
                    <a:lnTo>
                      <a:pt x="8693" y="1135"/>
                    </a:lnTo>
                    <a:lnTo>
                      <a:pt x="6931" y="1488"/>
                    </a:lnTo>
                    <a:lnTo>
                      <a:pt x="5169" y="1840"/>
                    </a:lnTo>
                    <a:lnTo>
                      <a:pt x="3446" y="2232"/>
                    </a:lnTo>
                    <a:lnTo>
                      <a:pt x="1723" y="2702"/>
                    </a:lnTo>
                    <a:lnTo>
                      <a:pt x="1" y="3171"/>
                    </a:lnTo>
                    <a:lnTo>
                      <a:pt x="1723" y="2780"/>
                    </a:lnTo>
                    <a:lnTo>
                      <a:pt x="3485" y="2388"/>
                    </a:lnTo>
                    <a:lnTo>
                      <a:pt x="5208" y="2036"/>
                    </a:lnTo>
                    <a:lnTo>
                      <a:pt x="6970" y="1723"/>
                    </a:lnTo>
                    <a:lnTo>
                      <a:pt x="8732" y="1410"/>
                    </a:lnTo>
                    <a:lnTo>
                      <a:pt x="10494" y="1135"/>
                    </a:lnTo>
                    <a:lnTo>
                      <a:pt x="12256" y="901"/>
                    </a:lnTo>
                    <a:lnTo>
                      <a:pt x="13117" y="783"/>
                    </a:lnTo>
                    <a:lnTo>
                      <a:pt x="14018" y="705"/>
                    </a:lnTo>
                    <a:lnTo>
                      <a:pt x="15779" y="509"/>
                    </a:lnTo>
                    <a:lnTo>
                      <a:pt x="17541" y="392"/>
                    </a:lnTo>
                    <a:lnTo>
                      <a:pt x="19342" y="313"/>
                    </a:lnTo>
                    <a:lnTo>
                      <a:pt x="21104" y="235"/>
                    </a:lnTo>
                    <a:lnTo>
                      <a:pt x="24667" y="235"/>
                    </a:lnTo>
                    <a:lnTo>
                      <a:pt x="26468" y="274"/>
                    </a:lnTo>
                    <a:lnTo>
                      <a:pt x="28230" y="352"/>
                    </a:lnTo>
                    <a:lnTo>
                      <a:pt x="26468" y="196"/>
                    </a:lnTo>
                    <a:lnTo>
                      <a:pt x="24667" y="78"/>
                    </a:lnTo>
                    <a:lnTo>
                      <a:pt x="22905" y="39"/>
                    </a:lnTo>
                    <a:lnTo>
                      <a:pt x="21104" y="0"/>
                    </a:lnTo>
                    <a:close/>
                  </a:path>
                </a:pathLst>
              </a:custGeom>
              <a:solidFill>
                <a:srgbClr val="004E8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7"/>
              <p:cNvSpPr/>
              <p:nvPr/>
            </p:nvSpPr>
            <p:spPr>
              <a:xfrm>
                <a:off x="5703050" y="2693050"/>
                <a:ext cx="11775" cy="384700"/>
              </a:xfrm>
              <a:custGeom>
                <a:rect b="b" l="l" r="r" t="t"/>
                <a:pathLst>
                  <a:path extrusionOk="0" h="15388" w="471">
                    <a:moveTo>
                      <a:pt x="314" y="0"/>
                    </a:moveTo>
                    <a:lnTo>
                      <a:pt x="157" y="1919"/>
                    </a:lnTo>
                    <a:lnTo>
                      <a:pt x="40" y="3837"/>
                    </a:lnTo>
                    <a:lnTo>
                      <a:pt x="0" y="5756"/>
                    </a:lnTo>
                    <a:lnTo>
                      <a:pt x="0" y="7674"/>
                    </a:lnTo>
                    <a:lnTo>
                      <a:pt x="40" y="9593"/>
                    </a:lnTo>
                    <a:lnTo>
                      <a:pt x="79" y="10572"/>
                    </a:lnTo>
                    <a:lnTo>
                      <a:pt x="118" y="11551"/>
                    </a:lnTo>
                    <a:lnTo>
                      <a:pt x="275" y="13469"/>
                    </a:lnTo>
                    <a:lnTo>
                      <a:pt x="470" y="15388"/>
                    </a:lnTo>
                    <a:lnTo>
                      <a:pt x="431" y="13469"/>
                    </a:lnTo>
                    <a:lnTo>
                      <a:pt x="392" y="12490"/>
                    </a:lnTo>
                    <a:lnTo>
                      <a:pt x="353" y="11511"/>
                    </a:lnTo>
                    <a:lnTo>
                      <a:pt x="314" y="7674"/>
                    </a:lnTo>
                    <a:lnTo>
                      <a:pt x="314" y="3837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004E8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7"/>
              <p:cNvSpPr/>
              <p:nvPr/>
            </p:nvSpPr>
            <p:spPr>
              <a:xfrm>
                <a:off x="4861250" y="3123725"/>
                <a:ext cx="467900" cy="602025"/>
              </a:xfrm>
              <a:custGeom>
                <a:rect b="b" l="l" r="r" t="t"/>
                <a:pathLst>
                  <a:path extrusionOk="0" h="24081" w="18716">
                    <a:moveTo>
                      <a:pt x="18559" y="1"/>
                    </a:moveTo>
                    <a:lnTo>
                      <a:pt x="16132" y="2937"/>
                    </a:lnTo>
                    <a:lnTo>
                      <a:pt x="13743" y="5913"/>
                    </a:lnTo>
                    <a:lnTo>
                      <a:pt x="11355" y="8849"/>
                    </a:lnTo>
                    <a:lnTo>
                      <a:pt x="9006" y="11864"/>
                    </a:lnTo>
                    <a:lnTo>
                      <a:pt x="6696" y="14879"/>
                    </a:lnTo>
                    <a:lnTo>
                      <a:pt x="4425" y="17894"/>
                    </a:lnTo>
                    <a:lnTo>
                      <a:pt x="2154" y="20987"/>
                    </a:lnTo>
                    <a:lnTo>
                      <a:pt x="1058" y="22514"/>
                    </a:lnTo>
                    <a:lnTo>
                      <a:pt x="0" y="24080"/>
                    </a:lnTo>
                    <a:lnTo>
                      <a:pt x="1097" y="22553"/>
                    </a:lnTo>
                    <a:lnTo>
                      <a:pt x="2271" y="21026"/>
                    </a:lnTo>
                    <a:lnTo>
                      <a:pt x="4581" y="18011"/>
                    </a:lnTo>
                    <a:lnTo>
                      <a:pt x="6931" y="15036"/>
                    </a:lnTo>
                    <a:lnTo>
                      <a:pt x="9280" y="12060"/>
                    </a:lnTo>
                    <a:lnTo>
                      <a:pt x="11629" y="9084"/>
                    </a:lnTo>
                    <a:lnTo>
                      <a:pt x="13978" y="6109"/>
                    </a:lnTo>
                    <a:lnTo>
                      <a:pt x="18716" y="157"/>
                    </a:lnTo>
                    <a:lnTo>
                      <a:pt x="18559" y="1"/>
                    </a:lnTo>
                    <a:close/>
                  </a:path>
                </a:pathLst>
              </a:custGeom>
              <a:solidFill>
                <a:srgbClr val="AE01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7"/>
              <p:cNvSpPr/>
              <p:nvPr/>
            </p:nvSpPr>
            <p:spPr>
              <a:xfrm>
                <a:off x="4762375" y="2815400"/>
                <a:ext cx="940700" cy="314225"/>
              </a:xfrm>
              <a:custGeom>
                <a:rect b="b" l="l" r="r" t="t"/>
                <a:pathLst>
                  <a:path extrusionOk="0" h="12569" w="37628">
                    <a:moveTo>
                      <a:pt x="1" y="0"/>
                    </a:moveTo>
                    <a:lnTo>
                      <a:pt x="2781" y="1606"/>
                    </a:lnTo>
                    <a:lnTo>
                      <a:pt x="5600" y="3172"/>
                    </a:lnTo>
                    <a:lnTo>
                      <a:pt x="11238" y="6304"/>
                    </a:lnTo>
                    <a:lnTo>
                      <a:pt x="16876" y="9436"/>
                    </a:lnTo>
                    <a:lnTo>
                      <a:pt x="22514" y="12530"/>
                    </a:lnTo>
                    <a:lnTo>
                      <a:pt x="22592" y="12569"/>
                    </a:lnTo>
                    <a:lnTo>
                      <a:pt x="22671" y="12530"/>
                    </a:lnTo>
                    <a:lnTo>
                      <a:pt x="23571" y="12138"/>
                    </a:lnTo>
                    <a:lnTo>
                      <a:pt x="24511" y="11786"/>
                    </a:lnTo>
                    <a:lnTo>
                      <a:pt x="25451" y="11433"/>
                    </a:lnTo>
                    <a:lnTo>
                      <a:pt x="26390" y="11120"/>
                    </a:lnTo>
                    <a:lnTo>
                      <a:pt x="27330" y="10846"/>
                    </a:lnTo>
                    <a:lnTo>
                      <a:pt x="28309" y="10572"/>
                    </a:lnTo>
                    <a:lnTo>
                      <a:pt x="29249" y="10337"/>
                    </a:lnTo>
                    <a:lnTo>
                      <a:pt x="30227" y="10141"/>
                    </a:lnTo>
                    <a:lnTo>
                      <a:pt x="31245" y="9945"/>
                    </a:lnTo>
                    <a:lnTo>
                      <a:pt x="32224" y="9828"/>
                    </a:lnTo>
                    <a:lnTo>
                      <a:pt x="33203" y="9750"/>
                    </a:lnTo>
                    <a:lnTo>
                      <a:pt x="34691" y="9750"/>
                    </a:lnTo>
                    <a:lnTo>
                      <a:pt x="35200" y="9789"/>
                    </a:lnTo>
                    <a:lnTo>
                      <a:pt x="35709" y="9828"/>
                    </a:lnTo>
                    <a:lnTo>
                      <a:pt x="36179" y="9906"/>
                    </a:lnTo>
                    <a:lnTo>
                      <a:pt x="36688" y="10024"/>
                    </a:lnTo>
                    <a:lnTo>
                      <a:pt x="37158" y="10141"/>
                    </a:lnTo>
                    <a:lnTo>
                      <a:pt x="37627" y="10298"/>
                    </a:lnTo>
                    <a:lnTo>
                      <a:pt x="37158" y="10102"/>
                    </a:lnTo>
                    <a:lnTo>
                      <a:pt x="36688" y="9985"/>
                    </a:lnTo>
                    <a:lnTo>
                      <a:pt x="36218" y="9867"/>
                    </a:lnTo>
                    <a:lnTo>
                      <a:pt x="35709" y="9750"/>
                    </a:lnTo>
                    <a:lnTo>
                      <a:pt x="35200" y="9671"/>
                    </a:lnTo>
                    <a:lnTo>
                      <a:pt x="34730" y="9632"/>
                    </a:lnTo>
                    <a:lnTo>
                      <a:pt x="33203" y="9632"/>
                    </a:lnTo>
                    <a:lnTo>
                      <a:pt x="32185" y="9671"/>
                    </a:lnTo>
                    <a:lnTo>
                      <a:pt x="31206" y="9789"/>
                    </a:lnTo>
                    <a:lnTo>
                      <a:pt x="30188" y="9945"/>
                    </a:lnTo>
                    <a:lnTo>
                      <a:pt x="29209" y="10141"/>
                    </a:lnTo>
                    <a:lnTo>
                      <a:pt x="28231" y="10337"/>
                    </a:lnTo>
                    <a:lnTo>
                      <a:pt x="27252" y="10611"/>
                    </a:lnTo>
                    <a:lnTo>
                      <a:pt x="26312" y="10885"/>
                    </a:lnTo>
                    <a:lnTo>
                      <a:pt x="25333" y="11198"/>
                    </a:lnTo>
                    <a:lnTo>
                      <a:pt x="24394" y="11512"/>
                    </a:lnTo>
                    <a:lnTo>
                      <a:pt x="23454" y="11903"/>
                    </a:lnTo>
                    <a:lnTo>
                      <a:pt x="22619" y="12266"/>
                    </a:lnTo>
                    <a:lnTo>
                      <a:pt x="22619" y="12266"/>
                    </a:lnTo>
                    <a:lnTo>
                      <a:pt x="17033" y="9162"/>
                    </a:lnTo>
                    <a:lnTo>
                      <a:pt x="11355" y="6069"/>
                    </a:lnTo>
                    <a:lnTo>
                      <a:pt x="5678" y="3015"/>
                    </a:lnTo>
                    <a:lnTo>
                      <a:pt x="2820" y="148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4E8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17"/>
              <p:cNvSpPr/>
              <p:nvPr/>
            </p:nvSpPr>
            <p:spPr>
              <a:xfrm>
                <a:off x="5549375" y="3213775"/>
                <a:ext cx="249625" cy="458125"/>
              </a:xfrm>
              <a:custGeom>
                <a:rect b="b" l="l" r="r" t="t"/>
                <a:pathLst>
                  <a:path extrusionOk="0" h="18325" w="9985">
                    <a:moveTo>
                      <a:pt x="7165" y="1"/>
                    </a:moveTo>
                    <a:lnTo>
                      <a:pt x="7792" y="3055"/>
                    </a:lnTo>
                    <a:lnTo>
                      <a:pt x="8457" y="6070"/>
                    </a:lnTo>
                    <a:lnTo>
                      <a:pt x="9123" y="9124"/>
                    </a:lnTo>
                    <a:lnTo>
                      <a:pt x="9436" y="10651"/>
                    </a:lnTo>
                    <a:lnTo>
                      <a:pt x="9593" y="11395"/>
                    </a:lnTo>
                    <a:lnTo>
                      <a:pt x="9671" y="11786"/>
                    </a:lnTo>
                    <a:lnTo>
                      <a:pt x="9671" y="12139"/>
                    </a:lnTo>
                    <a:lnTo>
                      <a:pt x="9632" y="12295"/>
                    </a:lnTo>
                    <a:lnTo>
                      <a:pt x="9593" y="12452"/>
                    </a:lnTo>
                    <a:lnTo>
                      <a:pt x="9515" y="12569"/>
                    </a:lnTo>
                    <a:lnTo>
                      <a:pt x="9397" y="12687"/>
                    </a:lnTo>
                    <a:lnTo>
                      <a:pt x="9084" y="12882"/>
                    </a:lnTo>
                    <a:lnTo>
                      <a:pt x="8771" y="13039"/>
                    </a:lnTo>
                    <a:lnTo>
                      <a:pt x="8027" y="13313"/>
                    </a:lnTo>
                    <a:lnTo>
                      <a:pt x="7283" y="13509"/>
                    </a:lnTo>
                    <a:lnTo>
                      <a:pt x="5795" y="13900"/>
                    </a:lnTo>
                    <a:lnTo>
                      <a:pt x="5051" y="14096"/>
                    </a:lnTo>
                    <a:lnTo>
                      <a:pt x="4307" y="14370"/>
                    </a:lnTo>
                    <a:lnTo>
                      <a:pt x="3563" y="14644"/>
                    </a:lnTo>
                    <a:lnTo>
                      <a:pt x="2859" y="14958"/>
                    </a:lnTo>
                    <a:lnTo>
                      <a:pt x="2154" y="15310"/>
                    </a:lnTo>
                    <a:lnTo>
                      <a:pt x="1488" y="15741"/>
                    </a:lnTo>
                    <a:lnTo>
                      <a:pt x="1175" y="15976"/>
                    </a:lnTo>
                    <a:lnTo>
                      <a:pt x="862" y="16210"/>
                    </a:lnTo>
                    <a:lnTo>
                      <a:pt x="588" y="16524"/>
                    </a:lnTo>
                    <a:lnTo>
                      <a:pt x="353" y="16837"/>
                    </a:lnTo>
                    <a:lnTo>
                      <a:pt x="157" y="17150"/>
                    </a:lnTo>
                    <a:lnTo>
                      <a:pt x="39" y="17542"/>
                    </a:lnTo>
                    <a:lnTo>
                      <a:pt x="0" y="17737"/>
                    </a:lnTo>
                    <a:lnTo>
                      <a:pt x="0" y="17933"/>
                    </a:lnTo>
                    <a:lnTo>
                      <a:pt x="79" y="18325"/>
                    </a:lnTo>
                    <a:lnTo>
                      <a:pt x="39" y="17933"/>
                    </a:lnTo>
                    <a:lnTo>
                      <a:pt x="39" y="17737"/>
                    </a:lnTo>
                    <a:lnTo>
                      <a:pt x="79" y="17542"/>
                    </a:lnTo>
                    <a:lnTo>
                      <a:pt x="235" y="17189"/>
                    </a:lnTo>
                    <a:lnTo>
                      <a:pt x="431" y="16876"/>
                    </a:lnTo>
                    <a:lnTo>
                      <a:pt x="666" y="16563"/>
                    </a:lnTo>
                    <a:lnTo>
                      <a:pt x="979" y="16328"/>
                    </a:lnTo>
                    <a:lnTo>
                      <a:pt x="1253" y="16093"/>
                    </a:lnTo>
                    <a:lnTo>
                      <a:pt x="1566" y="15858"/>
                    </a:lnTo>
                    <a:lnTo>
                      <a:pt x="2232" y="15467"/>
                    </a:lnTo>
                    <a:lnTo>
                      <a:pt x="2937" y="15153"/>
                    </a:lnTo>
                    <a:lnTo>
                      <a:pt x="3642" y="14840"/>
                    </a:lnTo>
                    <a:lnTo>
                      <a:pt x="4386" y="14605"/>
                    </a:lnTo>
                    <a:lnTo>
                      <a:pt x="5873" y="14135"/>
                    </a:lnTo>
                    <a:lnTo>
                      <a:pt x="7361" y="13783"/>
                    </a:lnTo>
                    <a:lnTo>
                      <a:pt x="8144" y="13587"/>
                    </a:lnTo>
                    <a:lnTo>
                      <a:pt x="8888" y="13313"/>
                    </a:lnTo>
                    <a:lnTo>
                      <a:pt x="9241" y="13157"/>
                    </a:lnTo>
                    <a:lnTo>
                      <a:pt x="9436" y="13039"/>
                    </a:lnTo>
                    <a:lnTo>
                      <a:pt x="9593" y="12922"/>
                    </a:lnTo>
                    <a:lnTo>
                      <a:pt x="9750" y="12765"/>
                    </a:lnTo>
                    <a:lnTo>
                      <a:pt x="9867" y="12569"/>
                    </a:lnTo>
                    <a:lnTo>
                      <a:pt x="9906" y="12491"/>
                    </a:lnTo>
                    <a:lnTo>
                      <a:pt x="9945" y="12373"/>
                    </a:lnTo>
                    <a:lnTo>
                      <a:pt x="9984" y="12139"/>
                    </a:lnTo>
                    <a:lnTo>
                      <a:pt x="9945" y="11747"/>
                    </a:lnTo>
                    <a:lnTo>
                      <a:pt x="9906" y="11355"/>
                    </a:lnTo>
                    <a:lnTo>
                      <a:pt x="9750" y="10572"/>
                    </a:lnTo>
                    <a:lnTo>
                      <a:pt x="9397" y="9045"/>
                    </a:lnTo>
                    <a:lnTo>
                      <a:pt x="8692" y="6031"/>
                    </a:lnTo>
                    <a:lnTo>
                      <a:pt x="7949" y="3016"/>
                    </a:lnTo>
                    <a:lnTo>
                      <a:pt x="7165" y="1"/>
                    </a:lnTo>
                    <a:close/>
                  </a:path>
                </a:pathLst>
              </a:custGeom>
              <a:solidFill>
                <a:srgbClr val="96263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17"/>
              <p:cNvSpPr/>
              <p:nvPr/>
            </p:nvSpPr>
            <p:spPr>
              <a:xfrm>
                <a:off x="5553275" y="3454575"/>
                <a:ext cx="242800" cy="56800"/>
              </a:xfrm>
              <a:custGeom>
                <a:rect b="b" l="l" r="r" t="t"/>
                <a:pathLst>
                  <a:path extrusionOk="0" h="2272" w="9712">
                    <a:moveTo>
                      <a:pt x="3172" y="1"/>
                    </a:moveTo>
                    <a:lnTo>
                      <a:pt x="2507" y="40"/>
                    </a:lnTo>
                    <a:lnTo>
                      <a:pt x="1880" y="118"/>
                    </a:lnTo>
                    <a:lnTo>
                      <a:pt x="1254" y="236"/>
                    </a:lnTo>
                    <a:lnTo>
                      <a:pt x="627" y="353"/>
                    </a:lnTo>
                    <a:lnTo>
                      <a:pt x="1" y="549"/>
                    </a:lnTo>
                    <a:lnTo>
                      <a:pt x="627" y="431"/>
                    </a:lnTo>
                    <a:lnTo>
                      <a:pt x="1254" y="392"/>
                    </a:lnTo>
                    <a:lnTo>
                      <a:pt x="2546" y="314"/>
                    </a:lnTo>
                    <a:lnTo>
                      <a:pt x="3172" y="275"/>
                    </a:lnTo>
                    <a:lnTo>
                      <a:pt x="3799" y="314"/>
                    </a:lnTo>
                    <a:lnTo>
                      <a:pt x="4425" y="353"/>
                    </a:lnTo>
                    <a:lnTo>
                      <a:pt x="5052" y="431"/>
                    </a:lnTo>
                    <a:lnTo>
                      <a:pt x="5678" y="510"/>
                    </a:lnTo>
                    <a:lnTo>
                      <a:pt x="6305" y="666"/>
                    </a:lnTo>
                    <a:lnTo>
                      <a:pt x="6892" y="823"/>
                    </a:lnTo>
                    <a:lnTo>
                      <a:pt x="7518" y="1019"/>
                    </a:lnTo>
                    <a:lnTo>
                      <a:pt x="8067" y="1293"/>
                    </a:lnTo>
                    <a:lnTo>
                      <a:pt x="8654" y="1567"/>
                    </a:lnTo>
                    <a:lnTo>
                      <a:pt x="9202" y="1880"/>
                    </a:lnTo>
                    <a:lnTo>
                      <a:pt x="9711" y="2272"/>
                    </a:lnTo>
                    <a:lnTo>
                      <a:pt x="9476" y="2037"/>
                    </a:lnTo>
                    <a:lnTo>
                      <a:pt x="9241" y="1841"/>
                    </a:lnTo>
                    <a:lnTo>
                      <a:pt x="9006" y="1606"/>
                    </a:lnTo>
                    <a:lnTo>
                      <a:pt x="8732" y="1449"/>
                    </a:lnTo>
                    <a:lnTo>
                      <a:pt x="8184" y="1097"/>
                    </a:lnTo>
                    <a:lnTo>
                      <a:pt x="7597" y="823"/>
                    </a:lnTo>
                    <a:lnTo>
                      <a:pt x="7009" y="549"/>
                    </a:lnTo>
                    <a:lnTo>
                      <a:pt x="6383" y="353"/>
                    </a:lnTo>
                    <a:lnTo>
                      <a:pt x="5757" y="236"/>
                    </a:lnTo>
                    <a:lnTo>
                      <a:pt x="5091" y="118"/>
                    </a:lnTo>
                    <a:lnTo>
                      <a:pt x="4464" y="40"/>
                    </a:lnTo>
                    <a:lnTo>
                      <a:pt x="3799" y="1"/>
                    </a:lnTo>
                    <a:close/>
                  </a:path>
                </a:pathLst>
              </a:custGeom>
              <a:solidFill>
                <a:srgbClr val="96263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1" name="Google Shape;241;p17"/>
            <p:cNvGrpSpPr/>
            <p:nvPr/>
          </p:nvGrpSpPr>
          <p:grpSpPr>
            <a:xfrm>
              <a:off x="148121" y="273443"/>
              <a:ext cx="602093" cy="4240050"/>
              <a:chOff x="4628275" y="2567750"/>
              <a:chExt cx="413100" cy="2909125"/>
            </a:xfrm>
          </p:grpSpPr>
          <p:sp>
            <p:nvSpPr>
              <p:cNvPr id="242" name="Google Shape;242;p17"/>
              <p:cNvSpPr/>
              <p:nvPr/>
            </p:nvSpPr>
            <p:spPr>
              <a:xfrm>
                <a:off x="4698750" y="2758625"/>
                <a:ext cx="342625" cy="2718250"/>
              </a:xfrm>
              <a:custGeom>
                <a:rect b="b" l="l" r="r" t="t"/>
                <a:pathLst>
                  <a:path extrusionOk="0" h="108730" w="13705">
                    <a:moveTo>
                      <a:pt x="1528" y="0"/>
                    </a:moveTo>
                    <a:lnTo>
                      <a:pt x="1097" y="40"/>
                    </a:lnTo>
                    <a:lnTo>
                      <a:pt x="706" y="118"/>
                    </a:lnTo>
                    <a:lnTo>
                      <a:pt x="432" y="235"/>
                    </a:lnTo>
                    <a:lnTo>
                      <a:pt x="197" y="314"/>
                    </a:lnTo>
                    <a:lnTo>
                      <a:pt x="1" y="431"/>
                    </a:lnTo>
                    <a:lnTo>
                      <a:pt x="11199" y="108221"/>
                    </a:lnTo>
                    <a:lnTo>
                      <a:pt x="11395" y="108417"/>
                    </a:lnTo>
                    <a:lnTo>
                      <a:pt x="11630" y="108573"/>
                    </a:lnTo>
                    <a:lnTo>
                      <a:pt x="11864" y="108652"/>
                    </a:lnTo>
                    <a:lnTo>
                      <a:pt x="12060" y="108730"/>
                    </a:lnTo>
                    <a:lnTo>
                      <a:pt x="12491" y="108730"/>
                    </a:lnTo>
                    <a:lnTo>
                      <a:pt x="12882" y="108613"/>
                    </a:lnTo>
                    <a:lnTo>
                      <a:pt x="13196" y="108456"/>
                    </a:lnTo>
                    <a:lnTo>
                      <a:pt x="13470" y="108299"/>
                    </a:lnTo>
                    <a:lnTo>
                      <a:pt x="13705" y="108104"/>
                    </a:lnTo>
                    <a:lnTo>
                      <a:pt x="2546" y="157"/>
                    </a:lnTo>
                    <a:lnTo>
                      <a:pt x="2272" y="79"/>
                    </a:lnTo>
                    <a:lnTo>
                      <a:pt x="2037" y="40"/>
                    </a:lnTo>
                    <a:lnTo>
                      <a:pt x="152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17"/>
              <p:cNvSpPr/>
              <p:nvPr/>
            </p:nvSpPr>
            <p:spPr>
              <a:xfrm>
                <a:off x="4628275" y="2567750"/>
                <a:ext cx="189925" cy="201675"/>
              </a:xfrm>
              <a:custGeom>
                <a:rect b="b" l="l" r="r" t="t"/>
                <a:pathLst>
                  <a:path extrusionOk="0" h="8067" w="7597">
                    <a:moveTo>
                      <a:pt x="3525" y="1"/>
                    </a:moveTo>
                    <a:lnTo>
                      <a:pt x="3329" y="157"/>
                    </a:lnTo>
                    <a:lnTo>
                      <a:pt x="3094" y="431"/>
                    </a:lnTo>
                    <a:lnTo>
                      <a:pt x="2820" y="744"/>
                    </a:lnTo>
                    <a:lnTo>
                      <a:pt x="2546" y="1097"/>
                    </a:lnTo>
                    <a:lnTo>
                      <a:pt x="2311" y="1488"/>
                    </a:lnTo>
                    <a:lnTo>
                      <a:pt x="2076" y="1880"/>
                    </a:lnTo>
                    <a:lnTo>
                      <a:pt x="1919" y="2232"/>
                    </a:lnTo>
                    <a:lnTo>
                      <a:pt x="1841" y="2546"/>
                    </a:lnTo>
                    <a:lnTo>
                      <a:pt x="1841" y="2859"/>
                    </a:lnTo>
                    <a:lnTo>
                      <a:pt x="1919" y="3211"/>
                    </a:lnTo>
                    <a:lnTo>
                      <a:pt x="2037" y="3603"/>
                    </a:lnTo>
                    <a:lnTo>
                      <a:pt x="2154" y="3955"/>
                    </a:lnTo>
                    <a:lnTo>
                      <a:pt x="2428" y="4542"/>
                    </a:lnTo>
                    <a:lnTo>
                      <a:pt x="2546" y="4777"/>
                    </a:lnTo>
                    <a:lnTo>
                      <a:pt x="2193" y="4621"/>
                    </a:lnTo>
                    <a:lnTo>
                      <a:pt x="1450" y="4307"/>
                    </a:lnTo>
                    <a:lnTo>
                      <a:pt x="1019" y="4151"/>
                    </a:lnTo>
                    <a:lnTo>
                      <a:pt x="627" y="4073"/>
                    </a:lnTo>
                    <a:lnTo>
                      <a:pt x="314" y="4073"/>
                    </a:lnTo>
                    <a:lnTo>
                      <a:pt x="157" y="4151"/>
                    </a:lnTo>
                    <a:lnTo>
                      <a:pt x="79" y="4229"/>
                    </a:lnTo>
                    <a:lnTo>
                      <a:pt x="40" y="4347"/>
                    </a:lnTo>
                    <a:lnTo>
                      <a:pt x="1" y="4464"/>
                    </a:lnTo>
                    <a:lnTo>
                      <a:pt x="40" y="4660"/>
                    </a:lnTo>
                    <a:lnTo>
                      <a:pt x="118" y="4856"/>
                    </a:lnTo>
                    <a:lnTo>
                      <a:pt x="353" y="5286"/>
                    </a:lnTo>
                    <a:lnTo>
                      <a:pt x="666" y="5756"/>
                    </a:lnTo>
                    <a:lnTo>
                      <a:pt x="1097" y="6187"/>
                    </a:lnTo>
                    <a:lnTo>
                      <a:pt x="1371" y="6383"/>
                    </a:lnTo>
                    <a:lnTo>
                      <a:pt x="1606" y="6539"/>
                    </a:lnTo>
                    <a:lnTo>
                      <a:pt x="1880" y="6696"/>
                    </a:lnTo>
                    <a:lnTo>
                      <a:pt x="2154" y="6813"/>
                    </a:lnTo>
                    <a:lnTo>
                      <a:pt x="2428" y="6892"/>
                    </a:lnTo>
                    <a:lnTo>
                      <a:pt x="2702" y="6931"/>
                    </a:lnTo>
                    <a:lnTo>
                      <a:pt x="2820" y="8066"/>
                    </a:lnTo>
                    <a:lnTo>
                      <a:pt x="5365" y="7792"/>
                    </a:lnTo>
                    <a:lnTo>
                      <a:pt x="5326" y="6657"/>
                    </a:lnTo>
                    <a:lnTo>
                      <a:pt x="5717" y="6343"/>
                    </a:lnTo>
                    <a:lnTo>
                      <a:pt x="6109" y="5991"/>
                    </a:lnTo>
                    <a:lnTo>
                      <a:pt x="6540" y="5560"/>
                    </a:lnTo>
                    <a:lnTo>
                      <a:pt x="6970" y="5091"/>
                    </a:lnTo>
                    <a:lnTo>
                      <a:pt x="7323" y="4582"/>
                    </a:lnTo>
                    <a:lnTo>
                      <a:pt x="7440" y="4347"/>
                    </a:lnTo>
                    <a:lnTo>
                      <a:pt x="7557" y="4112"/>
                    </a:lnTo>
                    <a:lnTo>
                      <a:pt x="7597" y="3877"/>
                    </a:lnTo>
                    <a:lnTo>
                      <a:pt x="7597" y="3681"/>
                    </a:lnTo>
                    <a:lnTo>
                      <a:pt x="7518" y="3485"/>
                    </a:lnTo>
                    <a:lnTo>
                      <a:pt x="7401" y="3407"/>
                    </a:lnTo>
                    <a:lnTo>
                      <a:pt x="7283" y="3329"/>
                    </a:lnTo>
                    <a:lnTo>
                      <a:pt x="7127" y="3329"/>
                    </a:lnTo>
                    <a:lnTo>
                      <a:pt x="6931" y="3368"/>
                    </a:lnTo>
                    <a:lnTo>
                      <a:pt x="6735" y="3446"/>
                    </a:lnTo>
                    <a:lnTo>
                      <a:pt x="6305" y="3642"/>
                    </a:lnTo>
                    <a:lnTo>
                      <a:pt x="5874" y="3877"/>
                    </a:lnTo>
                    <a:lnTo>
                      <a:pt x="5522" y="4151"/>
                    </a:lnTo>
                    <a:lnTo>
                      <a:pt x="5169" y="4386"/>
                    </a:lnTo>
                    <a:lnTo>
                      <a:pt x="5208" y="4268"/>
                    </a:lnTo>
                    <a:lnTo>
                      <a:pt x="5326" y="3877"/>
                    </a:lnTo>
                    <a:lnTo>
                      <a:pt x="5443" y="3329"/>
                    </a:lnTo>
                    <a:lnTo>
                      <a:pt x="5443" y="3015"/>
                    </a:lnTo>
                    <a:lnTo>
                      <a:pt x="5443" y="2702"/>
                    </a:lnTo>
                    <a:lnTo>
                      <a:pt x="5404" y="2506"/>
                    </a:lnTo>
                    <a:lnTo>
                      <a:pt x="5365" y="2311"/>
                    </a:lnTo>
                    <a:lnTo>
                      <a:pt x="5169" y="1880"/>
                    </a:lnTo>
                    <a:lnTo>
                      <a:pt x="4934" y="1371"/>
                    </a:lnTo>
                    <a:lnTo>
                      <a:pt x="4621" y="940"/>
                    </a:lnTo>
                    <a:lnTo>
                      <a:pt x="4308" y="510"/>
                    </a:lnTo>
                    <a:lnTo>
                      <a:pt x="3995" y="196"/>
                    </a:lnTo>
                    <a:lnTo>
                      <a:pt x="3838" y="118"/>
                    </a:lnTo>
                    <a:lnTo>
                      <a:pt x="3720" y="40"/>
                    </a:lnTo>
                    <a:lnTo>
                      <a:pt x="3603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17"/>
              <p:cNvSpPr/>
              <p:nvPr/>
            </p:nvSpPr>
            <p:spPr>
              <a:xfrm>
                <a:off x="4698750" y="2755700"/>
                <a:ext cx="63650" cy="13725"/>
              </a:xfrm>
              <a:custGeom>
                <a:rect b="b" l="l" r="r" t="t"/>
                <a:pathLst>
                  <a:path extrusionOk="0" h="549" w="2546">
                    <a:moveTo>
                      <a:pt x="1567" y="0"/>
                    </a:moveTo>
                    <a:lnTo>
                      <a:pt x="1254" y="39"/>
                    </a:lnTo>
                    <a:lnTo>
                      <a:pt x="901" y="117"/>
                    </a:lnTo>
                    <a:lnTo>
                      <a:pt x="588" y="196"/>
                    </a:lnTo>
                    <a:lnTo>
                      <a:pt x="275" y="352"/>
                    </a:lnTo>
                    <a:lnTo>
                      <a:pt x="1" y="548"/>
                    </a:lnTo>
                    <a:lnTo>
                      <a:pt x="627" y="313"/>
                    </a:lnTo>
                    <a:lnTo>
                      <a:pt x="941" y="235"/>
                    </a:lnTo>
                    <a:lnTo>
                      <a:pt x="1254" y="196"/>
                    </a:lnTo>
                    <a:lnTo>
                      <a:pt x="1567" y="157"/>
                    </a:lnTo>
                    <a:lnTo>
                      <a:pt x="1919" y="157"/>
                    </a:lnTo>
                    <a:lnTo>
                      <a:pt x="2233" y="196"/>
                    </a:lnTo>
                    <a:lnTo>
                      <a:pt x="2546" y="274"/>
                    </a:lnTo>
                    <a:lnTo>
                      <a:pt x="2546" y="274"/>
                    </a:lnTo>
                    <a:lnTo>
                      <a:pt x="2233" y="117"/>
                    </a:lnTo>
                    <a:lnTo>
                      <a:pt x="1919" y="39"/>
                    </a:lnTo>
                    <a:lnTo>
                      <a:pt x="156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7"/>
              <p:cNvSpPr/>
              <p:nvPr/>
            </p:nvSpPr>
            <p:spPr>
              <a:xfrm>
                <a:off x="4652750" y="2695975"/>
                <a:ext cx="48000" cy="30375"/>
              </a:xfrm>
              <a:custGeom>
                <a:rect b="b" l="l" r="r" t="t"/>
                <a:pathLst>
                  <a:path extrusionOk="0" h="1215" w="1920">
                    <a:moveTo>
                      <a:pt x="1" y="1"/>
                    </a:moveTo>
                    <a:lnTo>
                      <a:pt x="118" y="236"/>
                    </a:lnTo>
                    <a:lnTo>
                      <a:pt x="314" y="510"/>
                    </a:lnTo>
                    <a:lnTo>
                      <a:pt x="549" y="705"/>
                    </a:lnTo>
                    <a:lnTo>
                      <a:pt x="784" y="901"/>
                    </a:lnTo>
                    <a:lnTo>
                      <a:pt x="1019" y="1058"/>
                    </a:lnTo>
                    <a:lnTo>
                      <a:pt x="1332" y="1136"/>
                    </a:lnTo>
                    <a:lnTo>
                      <a:pt x="1606" y="1214"/>
                    </a:lnTo>
                    <a:lnTo>
                      <a:pt x="1919" y="1214"/>
                    </a:lnTo>
                    <a:lnTo>
                      <a:pt x="1645" y="1136"/>
                    </a:lnTo>
                    <a:lnTo>
                      <a:pt x="1371" y="1019"/>
                    </a:lnTo>
                    <a:lnTo>
                      <a:pt x="1097" y="901"/>
                    </a:lnTo>
                    <a:lnTo>
                      <a:pt x="862" y="745"/>
                    </a:lnTo>
                    <a:lnTo>
                      <a:pt x="627" y="588"/>
                    </a:lnTo>
                    <a:lnTo>
                      <a:pt x="392" y="3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7"/>
              <p:cNvSpPr/>
              <p:nvPr/>
            </p:nvSpPr>
            <p:spPr>
              <a:xfrm>
                <a:off x="4755525" y="2673475"/>
                <a:ext cx="46050" cy="45050"/>
              </a:xfrm>
              <a:custGeom>
                <a:rect b="b" l="l" r="r" t="t"/>
                <a:pathLst>
                  <a:path extrusionOk="0" h="1802" w="1842">
                    <a:moveTo>
                      <a:pt x="1841" y="0"/>
                    </a:moveTo>
                    <a:lnTo>
                      <a:pt x="1450" y="509"/>
                    </a:lnTo>
                    <a:lnTo>
                      <a:pt x="1019" y="979"/>
                    </a:lnTo>
                    <a:lnTo>
                      <a:pt x="823" y="1214"/>
                    </a:lnTo>
                    <a:lnTo>
                      <a:pt x="549" y="1449"/>
                    </a:lnTo>
                    <a:lnTo>
                      <a:pt x="314" y="1645"/>
                    </a:lnTo>
                    <a:lnTo>
                      <a:pt x="1" y="1801"/>
                    </a:lnTo>
                    <a:lnTo>
                      <a:pt x="197" y="1762"/>
                    </a:lnTo>
                    <a:lnTo>
                      <a:pt x="353" y="1684"/>
                    </a:lnTo>
                    <a:lnTo>
                      <a:pt x="627" y="1527"/>
                    </a:lnTo>
                    <a:lnTo>
                      <a:pt x="901" y="1331"/>
                    </a:lnTo>
                    <a:lnTo>
                      <a:pt x="1136" y="1096"/>
                    </a:lnTo>
                    <a:lnTo>
                      <a:pt x="1371" y="862"/>
                    </a:lnTo>
                    <a:lnTo>
                      <a:pt x="1528" y="587"/>
                    </a:lnTo>
                    <a:lnTo>
                      <a:pt x="1724" y="274"/>
                    </a:lnTo>
                    <a:lnTo>
                      <a:pt x="184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7"/>
              <p:cNvSpPr/>
              <p:nvPr/>
            </p:nvSpPr>
            <p:spPr>
              <a:xfrm>
                <a:off x="4692875" y="2587325"/>
                <a:ext cx="26475" cy="91050"/>
              </a:xfrm>
              <a:custGeom>
                <a:rect b="b" l="l" r="r" t="t"/>
                <a:pathLst>
                  <a:path extrusionOk="0" h="3642" w="1059">
                    <a:moveTo>
                      <a:pt x="1058" y="1"/>
                    </a:moveTo>
                    <a:lnTo>
                      <a:pt x="941" y="40"/>
                    </a:lnTo>
                    <a:lnTo>
                      <a:pt x="862" y="118"/>
                    </a:lnTo>
                    <a:lnTo>
                      <a:pt x="667" y="314"/>
                    </a:lnTo>
                    <a:lnTo>
                      <a:pt x="393" y="745"/>
                    </a:lnTo>
                    <a:lnTo>
                      <a:pt x="158" y="1214"/>
                    </a:lnTo>
                    <a:lnTo>
                      <a:pt x="79" y="1449"/>
                    </a:lnTo>
                    <a:lnTo>
                      <a:pt x="40" y="1567"/>
                    </a:lnTo>
                    <a:lnTo>
                      <a:pt x="1" y="1723"/>
                    </a:lnTo>
                    <a:lnTo>
                      <a:pt x="1" y="1997"/>
                    </a:lnTo>
                    <a:lnTo>
                      <a:pt x="1" y="2232"/>
                    </a:lnTo>
                    <a:lnTo>
                      <a:pt x="79" y="2506"/>
                    </a:lnTo>
                    <a:lnTo>
                      <a:pt x="158" y="2741"/>
                    </a:lnTo>
                    <a:lnTo>
                      <a:pt x="353" y="3211"/>
                    </a:lnTo>
                    <a:lnTo>
                      <a:pt x="627" y="3642"/>
                    </a:lnTo>
                    <a:lnTo>
                      <a:pt x="432" y="3172"/>
                    </a:lnTo>
                    <a:lnTo>
                      <a:pt x="275" y="2702"/>
                    </a:lnTo>
                    <a:lnTo>
                      <a:pt x="197" y="2467"/>
                    </a:lnTo>
                    <a:lnTo>
                      <a:pt x="158" y="2232"/>
                    </a:lnTo>
                    <a:lnTo>
                      <a:pt x="118" y="1997"/>
                    </a:lnTo>
                    <a:lnTo>
                      <a:pt x="158" y="1723"/>
                    </a:lnTo>
                    <a:lnTo>
                      <a:pt x="158" y="1606"/>
                    </a:lnTo>
                    <a:lnTo>
                      <a:pt x="197" y="1528"/>
                    </a:lnTo>
                    <a:lnTo>
                      <a:pt x="314" y="1293"/>
                    </a:lnTo>
                    <a:lnTo>
                      <a:pt x="510" y="823"/>
                    </a:lnTo>
                    <a:lnTo>
                      <a:pt x="745" y="353"/>
                    </a:lnTo>
                    <a:lnTo>
                      <a:pt x="862" y="157"/>
                    </a:lnTo>
                    <a:lnTo>
                      <a:pt x="980" y="79"/>
                    </a:lnTo>
                    <a:lnTo>
                      <a:pt x="1058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48" name="Google Shape;248;p17"/>
          <p:cNvGrpSpPr/>
          <p:nvPr/>
        </p:nvGrpSpPr>
        <p:grpSpPr>
          <a:xfrm>
            <a:off x="586278" y="2712024"/>
            <a:ext cx="756827" cy="817413"/>
            <a:chOff x="7163475" y="1790075"/>
            <a:chExt cx="811350" cy="876300"/>
          </a:xfrm>
        </p:grpSpPr>
        <p:sp>
          <p:nvSpPr>
            <p:cNvPr id="249" name="Google Shape;249;p17"/>
            <p:cNvSpPr/>
            <p:nvPr/>
          </p:nvSpPr>
          <p:spPr>
            <a:xfrm>
              <a:off x="7527975" y="2346275"/>
              <a:ext cx="228100" cy="320100"/>
            </a:xfrm>
            <a:custGeom>
              <a:rect b="b" l="l" r="r" t="t"/>
              <a:pathLst>
                <a:path extrusionOk="0" h="12804" w="9124">
                  <a:moveTo>
                    <a:pt x="4425" y="0"/>
                  </a:moveTo>
                  <a:lnTo>
                    <a:pt x="3407" y="4033"/>
                  </a:lnTo>
                  <a:lnTo>
                    <a:pt x="3329" y="4307"/>
                  </a:lnTo>
                  <a:lnTo>
                    <a:pt x="3250" y="4542"/>
                  </a:lnTo>
                  <a:lnTo>
                    <a:pt x="3094" y="4738"/>
                  </a:lnTo>
                  <a:lnTo>
                    <a:pt x="2937" y="4934"/>
                  </a:lnTo>
                  <a:lnTo>
                    <a:pt x="2780" y="5129"/>
                  </a:lnTo>
                  <a:lnTo>
                    <a:pt x="2585" y="5286"/>
                  </a:lnTo>
                  <a:lnTo>
                    <a:pt x="2350" y="5443"/>
                  </a:lnTo>
                  <a:lnTo>
                    <a:pt x="2115" y="5560"/>
                  </a:lnTo>
                  <a:lnTo>
                    <a:pt x="1" y="6422"/>
                  </a:lnTo>
                  <a:lnTo>
                    <a:pt x="2115" y="7283"/>
                  </a:lnTo>
                  <a:lnTo>
                    <a:pt x="2350" y="7400"/>
                  </a:lnTo>
                  <a:lnTo>
                    <a:pt x="2585" y="7518"/>
                  </a:lnTo>
                  <a:lnTo>
                    <a:pt x="2780" y="7674"/>
                  </a:lnTo>
                  <a:lnTo>
                    <a:pt x="2937" y="7870"/>
                  </a:lnTo>
                  <a:lnTo>
                    <a:pt x="3094" y="8066"/>
                  </a:lnTo>
                  <a:lnTo>
                    <a:pt x="3250" y="8301"/>
                  </a:lnTo>
                  <a:lnTo>
                    <a:pt x="3329" y="8536"/>
                  </a:lnTo>
                  <a:lnTo>
                    <a:pt x="3407" y="8771"/>
                  </a:lnTo>
                  <a:lnTo>
                    <a:pt x="4425" y="12804"/>
                  </a:lnTo>
                  <a:lnTo>
                    <a:pt x="5443" y="8810"/>
                  </a:lnTo>
                  <a:lnTo>
                    <a:pt x="5521" y="8536"/>
                  </a:lnTo>
                  <a:lnTo>
                    <a:pt x="5639" y="8301"/>
                  </a:lnTo>
                  <a:lnTo>
                    <a:pt x="5756" y="8105"/>
                  </a:lnTo>
                  <a:lnTo>
                    <a:pt x="5952" y="7870"/>
                  </a:lnTo>
                  <a:lnTo>
                    <a:pt x="6108" y="7714"/>
                  </a:lnTo>
                  <a:lnTo>
                    <a:pt x="6343" y="7518"/>
                  </a:lnTo>
                  <a:lnTo>
                    <a:pt x="6539" y="7400"/>
                  </a:lnTo>
                  <a:lnTo>
                    <a:pt x="6813" y="7283"/>
                  </a:lnTo>
                  <a:lnTo>
                    <a:pt x="9123" y="6422"/>
                  </a:lnTo>
                  <a:lnTo>
                    <a:pt x="6813" y="5521"/>
                  </a:lnTo>
                  <a:lnTo>
                    <a:pt x="6539" y="5404"/>
                  </a:lnTo>
                  <a:lnTo>
                    <a:pt x="6343" y="5286"/>
                  </a:lnTo>
                  <a:lnTo>
                    <a:pt x="6108" y="5129"/>
                  </a:lnTo>
                  <a:lnTo>
                    <a:pt x="5952" y="4934"/>
                  </a:lnTo>
                  <a:lnTo>
                    <a:pt x="5756" y="4738"/>
                  </a:lnTo>
                  <a:lnTo>
                    <a:pt x="5639" y="4503"/>
                  </a:lnTo>
                  <a:lnTo>
                    <a:pt x="5521" y="4268"/>
                  </a:lnTo>
                  <a:lnTo>
                    <a:pt x="5443" y="3994"/>
                  </a:lnTo>
                  <a:lnTo>
                    <a:pt x="442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7"/>
            <p:cNvSpPr/>
            <p:nvPr/>
          </p:nvSpPr>
          <p:spPr>
            <a:xfrm>
              <a:off x="7163475" y="1790075"/>
              <a:ext cx="313250" cy="440500"/>
            </a:xfrm>
            <a:custGeom>
              <a:rect b="b" l="l" r="r" t="t"/>
              <a:pathLst>
                <a:path extrusionOk="0" h="17620" w="12530">
                  <a:moveTo>
                    <a:pt x="6108" y="0"/>
                  </a:moveTo>
                  <a:lnTo>
                    <a:pt x="4738" y="5560"/>
                  </a:lnTo>
                  <a:lnTo>
                    <a:pt x="4620" y="5912"/>
                  </a:lnTo>
                  <a:lnTo>
                    <a:pt x="4464" y="6226"/>
                  </a:lnTo>
                  <a:lnTo>
                    <a:pt x="4268" y="6539"/>
                  </a:lnTo>
                  <a:lnTo>
                    <a:pt x="4072" y="6813"/>
                  </a:lnTo>
                  <a:lnTo>
                    <a:pt x="3837" y="7048"/>
                  </a:lnTo>
                  <a:lnTo>
                    <a:pt x="3563" y="7283"/>
                  </a:lnTo>
                  <a:lnTo>
                    <a:pt x="3250" y="7479"/>
                  </a:lnTo>
                  <a:lnTo>
                    <a:pt x="2937" y="7635"/>
                  </a:lnTo>
                  <a:lnTo>
                    <a:pt x="0" y="8810"/>
                  </a:lnTo>
                  <a:lnTo>
                    <a:pt x="2937" y="9984"/>
                  </a:lnTo>
                  <a:lnTo>
                    <a:pt x="3250" y="10141"/>
                  </a:lnTo>
                  <a:lnTo>
                    <a:pt x="3563" y="10337"/>
                  </a:lnTo>
                  <a:lnTo>
                    <a:pt x="3837" y="10572"/>
                  </a:lnTo>
                  <a:lnTo>
                    <a:pt x="4072" y="10807"/>
                  </a:lnTo>
                  <a:lnTo>
                    <a:pt x="4268" y="11081"/>
                  </a:lnTo>
                  <a:lnTo>
                    <a:pt x="4464" y="11394"/>
                  </a:lnTo>
                  <a:lnTo>
                    <a:pt x="4620" y="11707"/>
                  </a:lnTo>
                  <a:lnTo>
                    <a:pt x="4738" y="12060"/>
                  </a:lnTo>
                  <a:lnTo>
                    <a:pt x="6108" y="17619"/>
                  </a:lnTo>
                  <a:lnTo>
                    <a:pt x="7518" y="12099"/>
                  </a:lnTo>
                  <a:lnTo>
                    <a:pt x="7596" y="11746"/>
                  </a:lnTo>
                  <a:lnTo>
                    <a:pt x="7752" y="11433"/>
                  </a:lnTo>
                  <a:lnTo>
                    <a:pt x="7948" y="11120"/>
                  </a:lnTo>
                  <a:lnTo>
                    <a:pt x="8183" y="10846"/>
                  </a:lnTo>
                  <a:lnTo>
                    <a:pt x="8418" y="10572"/>
                  </a:lnTo>
                  <a:lnTo>
                    <a:pt x="8731" y="10376"/>
                  </a:lnTo>
                  <a:lnTo>
                    <a:pt x="9045" y="10180"/>
                  </a:lnTo>
                  <a:lnTo>
                    <a:pt x="9358" y="10024"/>
                  </a:lnTo>
                  <a:lnTo>
                    <a:pt x="12529" y="8810"/>
                  </a:lnTo>
                  <a:lnTo>
                    <a:pt x="9358" y="7596"/>
                  </a:lnTo>
                  <a:lnTo>
                    <a:pt x="9045" y="7439"/>
                  </a:lnTo>
                  <a:lnTo>
                    <a:pt x="8731" y="7244"/>
                  </a:lnTo>
                  <a:lnTo>
                    <a:pt x="8418" y="7048"/>
                  </a:lnTo>
                  <a:lnTo>
                    <a:pt x="8183" y="6774"/>
                  </a:lnTo>
                  <a:lnTo>
                    <a:pt x="7948" y="6500"/>
                  </a:lnTo>
                  <a:lnTo>
                    <a:pt x="7752" y="6187"/>
                  </a:lnTo>
                  <a:lnTo>
                    <a:pt x="7596" y="5873"/>
                  </a:lnTo>
                  <a:lnTo>
                    <a:pt x="7518" y="5521"/>
                  </a:lnTo>
                  <a:lnTo>
                    <a:pt x="6108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7"/>
            <p:cNvSpPr/>
            <p:nvPr/>
          </p:nvSpPr>
          <p:spPr>
            <a:xfrm>
              <a:off x="7804475" y="1858375"/>
              <a:ext cx="170350" cy="192850"/>
            </a:xfrm>
            <a:custGeom>
              <a:rect b="b" l="l" r="r" t="t"/>
              <a:pathLst>
                <a:path extrusionOk="0" h="7714" w="6814">
                  <a:moveTo>
                    <a:pt x="2350" y="1"/>
                  </a:moveTo>
                  <a:lnTo>
                    <a:pt x="0" y="7714"/>
                  </a:lnTo>
                  <a:lnTo>
                    <a:pt x="6813" y="2507"/>
                  </a:lnTo>
                  <a:lnTo>
                    <a:pt x="2350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2" name="Google Shape;252;p17"/>
          <p:cNvSpPr/>
          <p:nvPr/>
        </p:nvSpPr>
        <p:spPr>
          <a:xfrm flipH="1">
            <a:off x="280497" y="117175"/>
            <a:ext cx="215297" cy="302756"/>
          </a:xfrm>
          <a:custGeom>
            <a:rect b="b" l="l" r="r" t="t"/>
            <a:pathLst>
              <a:path extrusionOk="0" h="17620" w="12530">
                <a:moveTo>
                  <a:pt x="6108" y="0"/>
                </a:moveTo>
                <a:lnTo>
                  <a:pt x="4738" y="5560"/>
                </a:lnTo>
                <a:lnTo>
                  <a:pt x="4620" y="5912"/>
                </a:lnTo>
                <a:lnTo>
                  <a:pt x="4464" y="6226"/>
                </a:lnTo>
                <a:lnTo>
                  <a:pt x="4268" y="6539"/>
                </a:lnTo>
                <a:lnTo>
                  <a:pt x="4072" y="6813"/>
                </a:lnTo>
                <a:lnTo>
                  <a:pt x="3837" y="7048"/>
                </a:lnTo>
                <a:lnTo>
                  <a:pt x="3563" y="7283"/>
                </a:lnTo>
                <a:lnTo>
                  <a:pt x="3250" y="7479"/>
                </a:lnTo>
                <a:lnTo>
                  <a:pt x="2937" y="7635"/>
                </a:lnTo>
                <a:lnTo>
                  <a:pt x="0" y="8810"/>
                </a:lnTo>
                <a:lnTo>
                  <a:pt x="2937" y="9984"/>
                </a:lnTo>
                <a:lnTo>
                  <a:pt x="3250" y="10141"/>
                </a:lnTo>
                <a:lnTo>
                  <a:pt x="3563" y="10337"/>
                </a:lnTo>
                <a:lnTo>
                  <a:pt x="3837" y="10572"/>
                </a:lnTo>
                <a:lnTo>
                  <a:pt x="4072" y="10807"/>
                </a:lnTo>
                <a:lnTo>
                  <a:pt x="4268" y="11081"/>
                </a:lnTo>
                <a:lnTo>
                  <a:pt x="4464" y="11394"/>
                </a:lnTo>
                <a:lnTo>
                  <a:pt x="4620" y="11707"/>
                </a:lnTo>
                <a:lnTo>
                  <a:pt x="4738" y="12060"/>
                </a:lnTo>
                <a:lnTo>
                  <a:pt x="6108" y="17619"/>
                </a:lnTo>
                <a:lnTo>
                  <a:pt x="7518" y="12099"/>
                </a:lnTo>
                <a:lnTo>
                  <a:pt x="7596" y="11746"/>
                </a:lnTo>
                <a:lnTo>
                  <a:pt x="7752" y="11433"/>
                </a:lnTo>
                <a:lnTo>
                  <a:pt x="7948" y="11120"/>
                </a:lnTo>
                <a:lnTo>
                  <a:pt x="8183" y="10846"/>
                </a:lnTo>
                <a:lnTo>
                  <a:pt x="8418" y="10572"/>
                </a:lnTo>
                <a:lnTo>
                  <a:pt x="8731" y="10376"/>
                </a:lnTo>
                <a:lnTo>
                  <a:pt x="9045" y="10180"/>
                </a:lnTo>
                <a:lnTo>
                  <a:pt x="9358" y="10024"/>
                </a:lnTo>
                <a:lnTo>
                  <a:pt x="12529" y="8810"/>
                </a:lnTo>
                <a:lnTo>
                  <a:pt x="9358" y="7596"/>
                </a:lnTo>
                <a:lnTo>
                  <a:pt x="9045" y="7439"/>
                </a:lnTo>
                <a:lnTo>
                  <a:pt x="8731" y="7244"/>
                </a:lnTo>
                <a:lnTo>
                  <a:pt x="8418" y="7048"/>
                </a:lnTo>
                <a:lnTo>
                  <a:pt x="8183" y="6774"/>
                </a:lnTo>
                <a:lnTo>
                  <a:pt x="7948" y="6500"/>
                </a:lnTo>
                <a:lnTo>
                  <a:pt x="7752" y="6187"/>
                </a:lnTo>
                <a:lnTo>
                  <a:pt x="7596" y="5873"/>
                </a:lnTo>
                <a:lnTo>
                  <a:pt x="7518" y="5521"/>
                </a:lnTo>
                <a:lnTo>
                  <a:pt x="6108" y="0"/>
                </a:lnTo>
                <a:close/>
              </a:path>
            </a:pathLst>
          </a:custGeom>
          <a:solidFill>
            <a:srgbClr val="FFB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7"/>
          <p:cNvSpPr/>
          <p:nvPr/>
        </p:nvSpPr>
        <p:spPr>
          <a:xfrm flipH="1">
            <a:off x="586272" y="329775"/>
            <a:ext cx="215297" cy="302756"/>
          </a:xfrm>
          <a:custGeom>
            <a:rect b="b" l="l" r="r" t="t"/>
            <a:pathLst>
              <a:path extrusionOk="0" h="17620" w="12530">
                <a:moveTo>
                  <a:pt x="6108" y="0"/>
                </a:moveTo>
                <a:lnTo>
                  <a:pt x="4738" y="5560"/>
                </a:lnTo>
                <a:lnTo>
                  <a:pt x="4620" y="5912"/>
                </a:lnTo>
                <a:lnTo>
                  <a:pt x="4464" y="6226"/>
                </a:lnTo>
                <a:lnTo>
                  <a:pt x="4268" y="6539"/>
                </a:lnTo>
                <a:lnTo>
                  <a:pt x="4072" y="6813"/>
                </a:lnTo>
                <a:lnTo>
                  <a:pt x="3837" y="7048"/>
                </a:lnTo>
                <a:lnTo>
                  <a:pt x="3563" y="7283"/>
                </a:lnTo>
                <a:lnTo>
                  <a:pt x="3250" y="7479"/>
                </a:lnTo>
                <a:lnTo>
                  <a:pt x="2937" y="7635"/>
                </a:lnTo>
                <a:lnTo>
                  <a:pt x="0" y="8810"/>
                </a:lnTo>
                <a:lnTo>
                  <a:pt x="2937" y="9984"/>
                </a:lnTo>
                <a:lnTo>
                  <a:pt x="3250" y="10141"/>
                </a:lnTo>
                <a:lnTo>
                  <a:pt x="3563" y="10337"/>
                </a:lnTo>
                <a:lnTo>
                  <a:pt x="3837" y="10572"/>
                </a:lnTo>
                <a:lnTo>
                  <a:pt x="4072" y="10807"/>
                </a:lnTo>
                <a:lnTo>
                  <a:pt x="4268" y="11081"/>
                </a:lnTo>
                <a:lnTo>
                  <a:pt x="4464" y="11394"/>
                </a:lnTo>
                <a:lnTo>
                  <a:pt x="4620" y="11707"/>
                </a:lnTo>
                <a:lnTo>
                  <a:pt x="4738" y="12060"/>
                </a:lnTo>
                <a:lnTo>
                  <a:pt x="6108" y="17619"/>
                </a:lnTo>
                <a:lnTo>
                  <a:pt x="7518" y="12099"/>
                </a:lnTo>
                <a:lnTo>
                  <a:pt x="7596" y="11746"/>
                </a:lnTo>
                <a:lnTo>
                  <a:pt x="7752" y="11433"/>
                </a:lnTo>
                <a:lnTo>
                  <a:pt x="7948" y="11120"/>
                </a:lnTo>
                <a:lnTo>
                  <a:pt x="8183" y="10846"/>
                </a:lnTo>
                <a:lnTo>
                  <a:pt x="8418" y="10572"/>
                </a:lnTo>
                <a:lnTo>
                  <a:pt x="8731" y="10376"/>
                </a:lnTo>
                <a:lnTo>
                  <a:pt x="9045" y="10180"/>
                </a:lnTo>
                <a:lnTo>
                  <a:pt x="9358" y="10024"/>
                </a:lnTo>
                <a:lnTo>
                  <a:pt x="12529" y="8810"/>
                </a:lnTo>
                <a:lnTo>
                  <a:pt x="9358" y="7596"/>
                </a:lnTo>
                <a:lnTo>
                  <a:pt x="9045" y="7439"/>
                </a:lnTo>
                <a:lnTo>
                  <a:pt x="8731" y="7244"/>
                </a:lnTo>
                <a:lnTo>
                  <a:pt x="8418" y="7048"/>
                </a:lnTo>
                <a:lnTo>
                  <a:pt x="8183" y="6774"/>
                </a:lnTo>
                <a:lnTo>
                  <a:pt x="7948" y="6500"/>
                </a:lnTo>
                <a:lnTo>
                  <a:pt x="7752" y="6187"/>
                </a:lnTo>
                <a:lnTo>
                  <a:pt x="7596" y="5873"/>
                </a:lnTo>
                <a:lnTo>
                  <a:pt x="7518" y="5521"/>
                </a:lnTo>
                <a:lnTo>
                  <a:pt x="6108" y="0"/>
                </a:lnTo>
                <a:close/>
              </a:path>
            </a:pathLst>
          </a:custGeom>
          <a:solidFill>
            <a:srgbClr val="FFB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7"/>
          <p:cNvSpPr txBox="1"/>
          <p:nvPr/>
        </p:nvSpPr>
        <p:spPr>
          <a:xfrm>
            <a:off x="495800" y="3700800"/>
            <a:ext cx="3000000" cy="1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F172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563EB"/>
                </a:solidFill>
              </a:rPr>
              <a:t>4. Thoughtful Reflection</a:t>
            </a:r>
            <a:endParaRPr b="1" sz="1200">
              <a:solidFill>
                <a:srgbClr val="2563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1700"/>
              </a:spcAft>
              <a:buNone/>
            </a:pPr>
            <a:r>
              <a:rPr b="1" lang="en" sz="1200">
                <a:solidFill>
                  <a:srgbClr val="0F172A"/>
                </a:solidFill>
              </a:rPr>
              <a:t>Clear explanation of why Canadians should care about this issue.</a:t>
            </a:r>
            <a:endParaRPr b="1" sz="1200">
              <a:solidFill>
                <a:srgbClr val="0F172A"/>
              </a:solidFill>
            </a:endParaRPr>
          </a:p>
        </p:txBody>
      </p:sp>
      <p:sp>
        <p:nvSpPr>
          <p:cNvPr id="255" name="Google Shape;255;p17"/>
          <p:cNvSpPr txBox="1"/>
          <p:nvPr/>
        </p:nvSpPr>
        <p:spPr>
          <a:xfrm>
            <a:off x="6083075" y="0"/>
            <a:ext cx="3000000" cy="13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Francois One"/>
              <a:buChar char="●"/>
            </a:pPr>
            <a:r>
              <a:rPr lang="en" sz="1700">
                <a:solidFill>
                  <a:srgbClr val="0F172A"/>
                </a:solidFill>
                <a:latin typeface="Francois One"/>
                <a:ea typeface="Francois One"/>
                <a:cs typeface="Francois One"/>
                <a:sym typeface="Francois One"/>
              </a:rPr>
              <a:t>Intended and unintended consequences</a:t>
            </a:r>
            <a:endParaRPr sz="1700">
              <a:solidFill>
                <a:srgbClr val="0F172A"/>
              </a:solidFill>
              <a:latin typeface="Francois One"/>
              <a:ea typeface="Francois One"/>
              <a:cs typeface="Francois One"/>
              <a:sym typeface="Francois One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Francois One"/>
              <a:buChar char="●"/>
            </a:pPr>
            <a:r>
              <a:rPr lang="en" sz="1700">
                <a:solidFill>
                  <a:srgbClr val="0F172A"/>
                </a:solidFill>
                <a:latin typeface="Francois One"/>
                <a:ea typeface="Francois One"/>
                <a:cs typeface="Francois One"/>
                <a:sym typeface="Francois One"/>
              </a:rPr>
              <a:t>Short-term and long-term effects</a:t>
            </a:r>
            <a:endParaRPr sz="1700">
              <a:solidFill>
                <a:srgbClr val="0F172A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256" name="Google Shape;256;p17"/>
          <p:cNvSpPr txBox="1"/>
          <p:nvPr/>
        </p:nvSpPr>
        <p:spPr>
          <a:xfrm>
            <a:off x="1343100" y="419925"/>
            <a:ext cx="56556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900">
                <a:solidFill>
                  <a:srgbClr val="1B61A6"/>
                </a:solidFill>
                <a:latin typeface="Francois One"/>
                <a:ea typeface="Francois One"/>
                <a:cs typeface="Francois One"/>
                <a:sym typeface="Francois One"/>
              </a:rPr>
              <a:t>Consequences</a:t>
            </a:r>
            <a:endParaRPr b="1" sz="3900">
              <a:solidFill>
                <a:srgbClr val="1B61A6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p18"/>
          <p:cNvGrpSpPr/>
          <p:nvPr/>
        </p:nvGrpSpPr>
        <p:grpSpPr>
          <a:xfrm>
            <a:off x="164678" y="724499"/>
            <a:ext cx="756827" cy="817413"/>
            <a:chOff x="7163475" y="1790075"/>
            <a:chExt cx="811350" cy="876300"/>
          </a:xfrm>
        </p:grpSpPr>
        <p:sp>
          <p:nvSpPr>
            <p:cNvPr id="262" name="Google Shape;262;p18"/>
            <p:cNvSpPr/>
            <p:nvPr/>
          </p:nvSpPr>
          <p:spPr>
            <a:xfrm>
              <a:off x="7527975" y="2346275"/>
              <a:ext cx="228100" cy="320100"/>
            </a:xfrm>
            <a:custGeom>
              <a:rect b="b" l="l" r="r" t="t"/>
              <a:pathLst>
                <a:path extrusionOk="0" h="12804" w="9124">
                  <a:moveTo>
                    <a:pt x="4425" y="0"/>
                  </a:moveTo>
                  <a:lnTo>
                    <a:pt x="3407" y="4033"/>
                  </a:lnTo>
                  <a:lnTo>
                    <a:pt x="3329" y="4307"/>
                  </a:lnTo>
                  <a:lnTo>
                    <a:pt x="3250" y="4542"/>
                  </a:lnTo>
                  <a:lnTo>
                    <a:pt x="3094" y="4738"/>
                  </a:lnTo>
                  <a:lnTo>
                    <a:pt x="2937" y="4934"/>
                  </a:lnTo>
                  <a:lnTo>
                    <a:pt x="2780" y="5129"/>
                  </a:lnTo>
                  <a:lnTo>
                    <a:pt x="2585" y="5286"/>
                  </a:lnTo>
                  <a:lnTo>
                    <a:pt x="2350" y="5443"/>
                  </a:lnTo>
                  <a:lnTo>
                    <a:pt x="2115" y="5560"/>
                  </a:lnTo>
                  <a:lnTo>
                    <a:pt x="1" y="6422"/>
                  </a:lnTo>
                  <a:lnTo>
                    <a:pt x="2115" y="7283"/>
                  </a:lnTo>
                  <a:lnTo>
                    <a:pt x="2350" y="7400"/>
                  </a:lnTo>
                  <a:lnTo>
                    <a:pt x="2585" y="7518"/>
                  </a:lnTo>
                  <a:lnTo>
                    <a:pt x="2780" y="7674"/>
                  </a:lnTo>
                  <a:lnTo>
                    <a:pt x="2937" y="7870"/>
                  </a:lnTo>
                  <a:lnTo>
                    <a:pt x="3094" y="8066"/>
                  </a:lnTo>
                  <a:lnTo>
                    <a:pt x="3250" y="8301"/>
                  </a:lnTo>
                  <a:lnTo>
                    <a:pt x="3329" y="8536"/>
                  </a:lnTo>
                  <a:lnTo>
                    <a:pt x="3407" y="8771"/>
                  </a:lnTo>
                  <a:lnTo>
                    <a:pt x="4425" y="12804"/>
                  </a:lnTo>
                  <a:lnTo>
                    <a:pt x="5443" y="8810"/>
                  </a:lnTo>
                  <a:lnTo>
                    <a:pt x="5521" y="8536"/>
                  </a:lnTo>
                  <a:lnTo>
                    <a:pt x="5639" y="8301"/>
                  </a:lnTo>
                  <a:lnTo>
                    <a:pt x="5756" y="8105"/>
                  </a:lnTo>
                  <a:lnTo>
                    <a:pt x="5952" y="7870"/>
                  </a:lnTo>
                  <a:lnTo>
                    <a:pt x="6108" y="7714"/>
                  </a:lnTo>
                  <a:lnTo>
                    <a:pt x="6343" y="7518"/>
                  </a:lnTo>
                  <a:lnTo>
                    <a:pt x="6539" y="7400"/>
                  </a:lnTo>
                  <a:lnTo>
                    <a:pt x="6813" y="7283"/>
                  </a:lnTo>
                  <a:lnTo>
                    <a:pt x="9123" y="6422"/>
                  </a:lnTo>
                  <a:lnTo>
                    <a:pt x="6813" y="5521"/>
                  </a:lnTo>
                  <a:lnTo>
                    <a:pt x="6539" y="5404"/>
                  </a:lnTo>
                  <a:lnTo>
                    <a:pt x="6343" y="5286"/>
                  </a:lnTo>
                  <a:lnTo>
                    <a:pt x="6108" y="5129"/>
                  </a:lnTo>
                  <a:lnTo>
                    <a:pt x="5952" y="4934"/>
                  </a:lnTo>
                  <a:lnTo>
                    <a:pt x="5756" y="4738"/>
                  </a:lnTo>
                  <a:lnTo>
                    <a:pt x="5639" y="4503"/>
                  </a:lnTo>
                  <a:lnTo>
                    <a:pt x="5521" y="4268"/>
                  </a:lnTo>
                  <a:lnTo>
                    <a:pt x="5443" y="3994"/>
                  </a:lnTo>
                  <a:lnTo>
                    <a:pt x="442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8"/>
            <p:cNvSpPr/>
            <p:nvPr/>
          </p:nvSpPr>
          <p:spPr>
            <a:xfrm>
              <a:off x="7163475" y="1790075"/>
              <a:ext cx="313250" cy="440500"/>
            </a:xfrm>
            <a:custGeom>
              <a:rect b="b" l="l" r="r" t="t"/>
              <a:pathLst>
                <a:path extrusionOk="0" h="17620" w="12530">
                  <a:moveTo>
                    <a:pt x="6108" y="0"/>
                  </a:moveTo>
                  <a:lnTo>
                    <a:pt x="4738" y="5560"/>
                  </a:lnTo>
                  <a:lnTo>
                    <a:pt x="4620" y="5912"/>
                  </a:lnTo>
                  <a:lnTo>
                    <a:pt x="4464" y="6226"/>
                  </a:lnTo>
                  <a:lnTo>
                    <a:pt x="4268" y="6539"/>
                  </a:lnTo>
                  <a:lnTo>
                    <a:pt x="4072" y="6813"/>
                  </a:lnTo>
                  <a:lnTo>
                    <a:pt x="3837" y="7048"/>
                  </a:lnTo>
                  <a:lnTo>
                    <a:pt x="3563" y="7283"/>
                  </a:lnTo>
                  <a:lnTo>
                    <a:pt x="3250" y="7479"/>
                  </a:lnTo>
                  <a:lnTo>
                    <a:pt x="2937" y="7635"/>
                  </a:lnTo>
                  <a:lnTo>
                    <a:pt x="0" y="8810"/>
                  </a:lnTo>
                  <a:lnTo>
                    <a:pt x="2937" y="9984"/>
                  </a:lnTo>
                  <a:lnTo>
                    <a:pt x="3250" y="10141"/>
                  </a:lnTo>
                  <a:lnTo>
                    <a:pt x="3563" y="10337"/>
                  </a:lnTo>
                  <a:lnTo>
                    <a:pt x="3837" y="10572"/>
                  </a:lnTo>
                  <a:lnTo>
                    <a:pt x="4072" y="10807"/>
                  </a:lnTo>
                  <a:lnTo>
                    <a:pt x="4268" y="11081"/>
                  </a:lnTo>
                  <a:lnTo>
                    <a:pt x="4464" y="11394"/>
                  </a:lnTo>
                  <a:lnTo>
                    <a:pt x="4620" y="11707"/>
                  </a:lnTo>
                  <a:lnTo>
                    <a:pt x="4738" y="12060"/>
                  </a:lnTo>
                  <a:lnTo>
                    <a:pt x="6108" y="17619"/>
                  </a:lnTo>
                  <a:lnTo>
                    <a:pt x="7518" y="12099"/>
                  </a:lnTo>
                  <a:lnTo>
                    <a:pt x="7596" y="11746"/>
                  </a:lnTo>
                  <a:lnTo>
                    <a:pt x="7752" y="11433"/>
                  </a:lnTo>
                  <a:lnTo>
                    <a:pt x="7948" y="11120"/>
                  </a:lnTo>
                  <a:lnTo>
                    <a:pt x="8183" y="10846"/>
                  </a:lnTo>
                  <a:lnTo>
                    <a:pt x="8418" y="10572"/>
                  </a:lnTo>
                  <a:lnTo>
                    <a:pt x="8731" y="10376"/>
                  </a:lnTo>
                  <a:lnTo>
                    <a:pt x="9045" y="10180"/>
                  </a:lnTo>
                  <a:lnTo>
                    <a:pt x="9358" y="10024"/>
                  </a:lnTo>
                  <a:lnTo>
                    <a:pt x="12529" y="8810"/>
                  </a:lnTo>
                  <a:lnTo>
                    <a:pt x="9358" y="7596"/>
                  </a:lnTo>
                  <a:lnTo>
                    <a:pt x="9045" y="7439"/>
                  </a:lnTo>
                  <a:lnTo>
                    <a:pt x="8731" y="7244"/>
                  </a:lnTo>
                  <a:lnTo>
                    <a:pt x="8418" y="7048"/>
                  </a:lnTo>
                  <a:lnTo>
                    <a:pt x="8183" y="6774"/>
                  </a:lnTo>
                  <a:lnTo>
                    <a:pt x="7948" y="6500"/>
                  </a:lnTo>
                  <a:lnTo>
                    <a:pt x="7752" y="6187"/>
                  </a:lnTo>
                  <a:lnTo>
                    <a:pt x="7596" y="5873"/>
                  </a:lnTo>
                  <a:lnTo>
                    <a:pt x="7518" y="5521"/>
                  </a:lnTo>
                  <a:lnTo>
                    <a:pt x="6108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8"/>
            <p:cNvSpPr/>
            <p:nvPr/>
          </p:nvSpPr>
          <p:spPr>
            <a:xfrm>
              <a:off x="7804475" y="1858375"/>
              <a:ext cx="170350" cy="192850"/>
            </a:xfrm>
            <a:custGeom>
              <a:rect b="b" l="l" r="r" t="t"/>
              <a:pathLst>
                <a:path extrusionOk="0" h="7714" w="6814">
                  <a:moveTo>
                    <a:pt x="2350" y="1"/>
                  </a:moveTo>
                  <a:lnTo>
                    <a:pt x="0" y="7714"/>
                  </a:lnTo>
                  <a:lnTo>
                    <a:pt x="6813" y="2507"/>
                  </a:lnTo>
                  <a:lnTo>
                    <a:pt x="2350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5" name="Google Shape;265;p18"/>
          <p:cNvSpPr/>
          <p:nvPr/>
        </p:nvSpPr>
        <p:spPr>
          <a:xfrm flipH="1">
            <a:off x="280497" y="117175"/>
            <a:ext cx="215297" cy="302756"/>
          </a:xfrm>
          <a:custGeom>
            <a:rect b="b" l="l" r="r" t="t"/>
            <a:pathLst>
              <a:path extrusionOk="0" h="17620" w="12530">
                <a:moveTo>
                  <a:pt x="6108" y="0"/>
                </a:moveTo>
                <a:lnTo>
                  <a:pt x="4738" y="5560"/>
                </a:lnTo>
                <a:lnTo>
                  <a:pt x="4620" y="5912"/>
                </a:lnTo>
                <a:lnTo>
                  <a:pt x="4464" y="6226"/>
                </a:lnTo>
                <a:lnTo>
                  <a:pt x="4268" y="6539"/>
                </a:lnTo>
                <a:lnTo>
                  <a:pt x="4072" y="6813"/>
                </a:lnTo>
                <a:lnTo>
                  <a:pt x="3837" y="7048"/>
                </a:lnTo>
                <a:lnTo>
                  <a:pt x="3563" y="7283"/>
                </a:lnTo>
                <a:lnTo>
                  <a:pt x="3250" y="7479"/>
                </a:lnTo>
                <a:lnTo>
                  <a:pt x="2937" y="7635"/>
                </a:lnTo>
                <a:lnTo>
                  <a:pt x="0" y="8810"/>
                </a:lnTo>
                <a:lnTo>
                  <a:pt x="2937" y="9984"/>
                </a:lnTo>
                <a:lnTo>
                  <a:pt x="3250" y="10141"/>
                </a:lnTo>
                <a:lnTo>
                  <a:pt x="3563" y="10337"/>
                </a:lnTo>
                <a:lnTo>
                  <a:pt x="3837" y="10572"/>
                </a:lnTo>
                <a:lnTo>
                  <a:pt x="4072" y="10807"/>
                </a:lnTo>
                <a:lnTo>
                  <a:pt x="4268" y="11081"/>
                </a:lnTo>
                <a:lnTo>
                  <a:pt x="4464" y="11394"/>
                </a:lnTo>
                <a:lnTo>
                  <a:pt x="4620" y="11707"/>
                </a:lnTo>
                <a:lnTo>
                  <a:pt x="4738" y="12060"/>
                </a:lnTo>
                <a:lnTo>
                  <a:pt x="6108" y="17619"/>
                </a:lnTo>
                <a:lnTo>
                  <a:pt x="7518" y="12099"/>
                </a:lnTo>
                <a:lnTo>
                  <a:pt x="7596" y="11746"/>
                </a:lnTo>
                <a:lnTo>
                  <a:pt x="7752" y="11433"/>
                </a:lnTo>
                <a:lnTo>
                  <a:pt x="7948" y="11120"/>
                </a:lnTo>
                <a:lnTo>
                  <a:pt x="8183" y="10846"/>
                </a:lnTo>
                <a:lnTo>
                  <a:pt x="8418" y="10572"/>
                </a:lnTo>
                <a:lnTo>
                  <a:pt x="8731" y="10376"/>
                </a:lnTo>
                <a:lnTo>
                  <a:pt x="9045" y="10180"/>
                </a:lnTo>
                <a:lnTo>
                  <a:pt x="9358" y="10024"/>
                </a:lnTo>
                <a:lnTo>
                  <a:pt x="12529" y="8810"/>
                </a:lnTo>
                <a:lnTo>
                  <a:pt x="9358" y="7596"/>
                </a:lnTo>
                <a:lnTo>
                  <a:pt x="9045" y="7439"/>
                </a:lnTo>
                <a:lnTo>
                  <a:pt x="8731" y="7244"/>
                </a:lnTo>
                <a:lnTo>
                  <a:pt x="8418" y="7048"/>
                </a:lnTo>
                <a:lnTo>
                  <a:pt x="8183" y="6774"/>
                </a:lnTo>
                <a:lnTo>
                  <a:pt x="7948" y="6500"/>
                </a:lnTo>
                <a:lnTo>
                  <a:pt x="7752" y="6187"/>
                </a:lnTo>
                <a:lnTo>
                  <a:pt x="7596" y="5873"/>
                </a:lnTo>
                <a:lnTo>
                  <a:pt x="7518" y="5521"/>
                </a:lnTo>
                <a:lnTo>
                  <a:pt x="6108" y="0"/>
                </a:lnTo>
                <a:close/>
              </a:path>
            </a:pathLst>
          </a:custGeom>
          <a:solidFill>
            <a:srgbClr val="FFB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8"/>
          <p:cNvSpPr/>
          <p:nvPr/>
        </p:nvSpPr>
        <p:spPr>
          <a:xfrm flipH="1">
            <a:off x="586272" y="329775"/>
            <a:ext cx="215297" cy="302756"/>
          </a:xfrm>
          <a:custGeom>
            <a:rect b="b" l="l" r="r" t="t"/>
            <a:pathLst>
              <a:path extrusionOk="0" h="17620" w="12530">
                <a:moveTo>
                  <a:pt x="6108" y="0"/>
                </a:moveTo>
                <a:lnTo>
                  <a:pt x="4738" y="5560"/>
                </a:lnTo>
                <a:lnTo>
                  <a:pt x="4620" y="5912"/>
                </a:lnTo>
                <a:lnTo>
                  <a:pt x="4464" y="6226"/>
                </a:lnTo>
                <a:lnTo>
                  <a:pt x="4268" y="6539"/>
                </a:lnTo>
                <a:lnTo>
                  <a:pt x="4072" y="6813"/>
                </a:lnTo>
                <a:lnTo>
                  <a:pt x="3837" y="7048"/>
                </a:lnTo>
                <a:lnTo>
                  <a:pt x="3563" y="7283"/>
                </a:lnTo>
                <a:lnTo>
                  <a:pt x="3250" y="7479"/>
                </a:lnTo>
                <a:lnTo>
                  <a:pt x="2937" y="7635"/>
                </a:lnTo>
                <a:lnTo>
                  <a:pt x="0" y="8810"/>
                </a:lnTo>
                <a:lnTo>
                  <a:pt x="2937" y="9984"/>
                </a:lnTo>
                <a:lnTo>
                  <a:pt x="3250" y="10141"/>
                </a:lnTo>
                <a:lnTo>
                  <a:pt x="3563" y="10337"/>
                </a:lnTo>
                <a:lnTo>
                  <a:pt x="3837" y="10572"/>
                </a:lnTo>
                <a:lnTo>
                  <a:pt x="4072" y="10807"/>
                </a:lnTo>
                <a:lnTo>
                  <a:pt x="4268" y="11081"/>
                </a:lnTo>
                <a:lnTo>
                  <a:pt x="4464" y="11394"/>
                </a:lnTo>
                <a:lnTo>
                  <a:pt x="4620" y="11707"/>
                </a:lnTo>
                <a:lnTo>
                  <a:pt x="4738" y="12060"/>
                </a:lnTo>
                <a:lnTo>
                  <a:pt x="6108" y="17619"/>
                </a:lnTo>
                <a:lnTo>
                  <a:pt x="7518" y="12099"/>
                </a:lnTo>
                <a:lnTo>
                  <a:pt x="7596" y="11746"/>
                </a:lnTo>
                <a:lnTo>
                  <a:pt x="7752" y="11433"/>
                </a:lnTo>
                <a:lnTo>
                  <a:pt x="7948" y="11120"/>
                </a:lnTo>
                <a:lnTo>
                  <a:pt x="8183" y="10846"/>
                </a:lnTo>
                <a:lnTo>
                  <a:pt x="8418" y="10572"/>
                </a:lnTo>
                <a:lnTo>
                  <a:pt x="8731" y="10376"/>
                </a:lnTo>
                <a:lnTo>
                  <a:pt x="9045" y="10180"/>
                </a:lnTo>
                <a:lnTo>
                  <a:pt x="9358" y="10024"/>
                </a:lnTo>
                <a:lnTo>
                  <a:pt x="12529" y="8810"/>
                </a:lnTo>
                <a:lnTo>
                  <a:pt x="9358" y="7596"/>
                </a:lnTo>
                <a:lnTo>
                  <a:pt x="9045" y="7439"/>
                </a:lnTo>
                <a:lnTo>
                  <a:pt x="8731" y="7244"/>
                </a:lnTo>
                <a:lnTo>
                  <a:pt x="8418" y="7048"/>
                </a:lnTo>
                <a:lnTo>
                  <a:pt x="8183" y="6774"/>
                </a:lnTo>
                <a:lnTo>
                  <a:pt x="7948" y="6500"/>
                </a:lnTo>
                <a:lnTo>
                  <a:pt x="7752" y="6187"/>
                </a:lnTo>
                <a:lnTo>
                  <a:pt x="7596" y="5873"/>
                </a:lnTo>
                <a:lnTo>
                  <a:pt x="7518" y="5521"/>
                </a:lnTo>
                <a:lnTo>
                  <a:pt x="6108" y="0"/>
                </a:lnTo>
                <a:close/>
              </a:path>
            </a:pathLst>
          </a:custGeom>
          <a:solidFill>
            <a:srgbClr val="FFB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8"/>
          <p:cNvSpPr txBox="1"/>
          <p:nvPr/>
        </p:nvSpPr>
        <p:spPr>
          <a:xfrm>
            <a:off x="0" y="3654600"/>
            <a:ext cx="4023600" cy="14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563EB"/>
                </a:solidFill>
              </a:rPr>
              <a:t>5. Organization &amp; Clarity</a:t>
            </a:r>
            <a:endParaRPr b="1" sz="1200">
              <a:solidFill>
                <a:srgbClr val="2563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F172A"/>
                </a:solidFill>
              </a:rPr>
              <a:t>Well-organized slideshow with concise language, relevant visuals, and proper citations.</a:t>
            </a:r>
            <a:endParaRPr b="1" sz="1200">
              <a:solidFill>
                <a:srgbClr val="0F172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1700"/>
              </a:spcAft>
              <a:buNone/>
            </a:pPr>
            <a:r>
              <a:t/>
            </a:r>
            <a:endParaRPr sz="1500">
              <a:solidFill>
                <a:srgbClr val="0F172A"/>
              </a:solidFill>
              <a:highlight>
                <a:srgbClr val="F8FAFC"/>
              </a:highlight>
            </a:endParaRPr>
          </a:p>
        </p:txBody>
      </p:sp>
      <p:sp>
        <p:nvSpPr>
          <p:cNvPr id="268" name="Google Shape;268;p18"/>
          <p:cNvSpPr txBox="1"/>
          <p:nvPr/>
        </p:nvSpPr>
        <p:spPr>
          <a:xfrm>
            <a:off x="-627475" y="3090600"/>
            <a:ext cx="2457300" cy="11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1" marL="9144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rgbClr val="0F172A"/>
              </a:buClr>
              <a:buSzPts val="1100"/>
              <a:buChar char="○"/>
            </a:pPr>
            <a:r>
              <a:rPr lang="en" sz="1100">
                <a:solidFill>
                  <a:srgbClr val="0F172A"/>
                </a:solidFill>
              </a:rPr>
              <a:t>Compare your country's response to Canada's actions</a:t>
            </a:r>
            <a:endParaRPr sz="1100">
              <a:solidFill>
                <a:srgbClr val="0F172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69" name="Google Shape;269;p18"/>
          <p:cNvSpPr txBox="1"/>
          <p:nvPr/>
        </p:nvSpPr>
        <p:spPr>
          <a:xfrm>
            <a:off x="1744200" y="390100"/>
            <a:ext cx="56556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F172A"/>
                </a:solidFill>
                <a:latin typeface="Francois One"/>
                <a:ea typeface="Francois One"/>
                <a:cs typeface="Francois One"/>
                <a:sym typeface="Francois One"/>
              </a:rPr>
              <a:t>Canada </a:t>
            </a:r>
            <a:r>
              <a:rPr b="1" lang="en" sz="3300">
                <a:solidFill>
                  <a:srgbClr val="0F172A"/>
                </a:solidFill>
                <a:latin typeface="Francois One"/>
                <a:ea typeface="Francois One"/>
                <a:cs typeface="Francois One"/>
                <a:sym typeface="Francois One"/>
              </a:rPr>
              <a:t>Comparison</a:t>
            </a:r>
            <a:r>
              <a:rPr b="1" lang="en" sz="3300">
                <a:solidFill>
                  <a:srgbClr val="0F172A"/>
                </a:solidFill>
                <a:latin typeface="Francois One"/>
                <a:ea typeface="Francois One"/>
                <a:cs typeface="Francois One"/>
                <a:sym typeface="Francois One"/>
              </a:rPr>
              <a:t>. </a:t>
            </a:r>
            <a:endParaRPr b="1" sz="3300">
              <a:solidFill>
                <a:schemeClr val="lt1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fist is holding up a flag with the sun on it (Provided by Tenor)" id="274" name="Google Shape;27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41600" y="2712025"/>
            <a:ext cx="2436375" cy="24314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5" name="Google Shape;275;p19"/>
          <p:cNvGrpSpPr/>
          <p:nvPr/>
        </p:nvGrpSpPr>
        <p:grpSpPr>
          <a:xfrm rot="-109127">
            <a:off x="32739" y="-42935"/>
            <a:ext cx="3420276" cy="2117160"/>
            <a:chOff x="4762375" y="2628450"/>
            <a:chExt cx="1785425" cy="1105125"/>
          </a:xfrm>
        </p:grpSpPr>
        <p:sp>
          <p:nvSpPr>
            <p:cNvPr id="276" name="Google Shape;276;p19"/>
            <p:cNvSpPr/>
            <p:nvPr/>
          </p:nvSpPr>
          <p:spPr>
            <a:xfrm>
              <a:off x="4762375" y="2628450"/>
              <a:ext cx="956350" cy="646050"/>
            </a:xfrm>
            <a:custGeom>
              <a:rect b="b" l="l" r="r" t="t"/>
              <a:pathLst>
                <a:path extrusionOk="0" h="25842" w="38254">
                  <a:moveTo>
                    <a:pt x="28661" y="0"/>
                  </a:moveTo>
                  <a:lnTo>
                    <a:pt x="27448" y="78"/>
                  </a:lnTo>
                  <a:lnTo>
                    <a:pt x="26155" y="196"/>
                  </a:lnTo>
                  <a:lnTo>
                    <a:pt x="24785" y="392"/>
                  </a:lnTo>
                  <a:lnTo>
                    <a:pt x="23336" y="627"/>
                  </a:lnTo>
                  <a:lnTo>
                    <a:pt x="21809" y="940"/>
                  </a:lnTo>
                  <a:lnTo>
                    <a:pt x="20165" y="1331"/>
                  </a:lnTo>
                  <a:lnTo>
                    <a:pt x="17072" y="2193"/>
                  </a:lnTo>
                  <a:lnTo>
                    <a:pt x="14331" y="3015"/>
                  </a:lnTo>
                  <a:lnTo>
                    <a:pt x="11982" y="3798"/>
                  </a:lnTo>
                  <a:lnTo>
                    <a:pt x="9907" y="4503"/>
                  </a:lnTo>
                  <a:lnTo>
                    <a:pt x="8145" y="5168"/>
                  </a:lnTo>
                  <a:lnTo>
                    <a:pt x="6657" y="5756"/>
                  </a:lnTo>
                  <a:lnTo>
                    <a:pt x="5326" y="6265"/>
                  </a:lnTo>
                  <a:lnTo>
                    <a:pt x="4229" y="6656"/>
                  </a:lnTo>
                  <a:lnTo>
                    <a:pt x="3211" y="6969"/>
                  </a:lnTo>
                  <a:lnTo>
                    <a:pt x="2389" y="7165"/>
                  </a:lnTo>
                  <a:lnTo>
                    <a:pt x="1645" y="7322"/>
                  </a:lnTo>
                  <a:lnTo>
                    <a:pt x="1058" y="7400"/>
                  </a:lnTo>
                  <a:lnTo>
                    <a:pt x="588" y="7478"/>
                  </a:lnTo>
                  <a:lnTo>
                    <a:pt x="1" y="7478"/>
                  </a:lnTo>
                  <a:lnTo>
                    <a:pt x="1959" y="25607"/>
                  </a:lnTo>
                  <a:lnTo>
                    <a:pt x="1959" y="25646"/>
                  </a:lnTo>
                  <a:lnTo>
                    <a:pt x="2037" y="25724"/>
                  </a:lnTo>
                  <a:lnTo>
                    <a:pt x="2233" y="25802"/>
                  </a:lnTo>
                  <a:lnTo>
                    <a:pt x="2507" y="25841"/>
                  </a:lnTo>
                  <a:lnTo>
                    <a:pt x="2937" y="25841"/>
                  </a:lnTo>
                  <a:lnTo>
                    <a:pt x="3564" y="25802"/>
                  </a:lnTo>
                  <a:lnTo>
                    <a:pt x="4425" y="25646"/>
                  </a:lnTo>
                  <a:lnTo>
                    <a:pt x="5522" y="25372"/>
                  </a:lnTo>
                  <a:lnTo>
                    <a:pt x="7988" y="24667"/>
                  </a:lnTo>
                  <a:lnTo>
                    <a:pt x="10455" y="23845"/>
                  </a:lnTo>
                  <a:lnTo>
                    <a:pt x="15192" y="22239"/>
                  </a:lnTo>
                  <a:lnTo>
                    <a:pt x="17307" y="21574"/>
                  </a:lnTo>
                  <a:lnTo>
                    <a:pt x="19499" y="20869"/>
                  </a:lnTo>
                  <a:lnTo>
                    <a:pt x="26860" y="18637"/>
                  </a:lnTo>
                  <a:lnTo>
                    <a:pt x="28191" y="18246"/>
                  </a:lnTo>
                  <a:lnTo>
                    <a:pt x="29405" y="17972"/>
                  </a:lnTo>
                  <a:lnTo>
                    <a:pt x="30580" y="17776"/>
                  </a:lnTo>
                  <a:lnTo>
                    <a:pt x="31676" y="17619"/>
                  </a:lnTo>
                  <a:lnTo>
                    <a:pt x="32694" y="17541"/>
                  </a:lnTo>
                  <a:lnTo>
                    <a:pt x="33634" y="17502"/>
                  </a:lnTo>
                  <a:lnTo>
                    <a:pt x="34495" y="17502"/>
                  </a:lnTo>
                  <a:lnTo>
                    <a:pt x="35239" y="17541"/>
                  </a:lnTo>
                  <a:lnTo>
                    <a:pt x="35944" y="17580"/>
                  </a:lnTo>
                  <a:lnTo>
                    <a:pt x="36570" y="17658"/>
                  </a:lnTo>
                  <a:lnTo>
                    <a:pt x="37510" y="17854"/>
                  </a:lnTo>
                  <a:lnTo>
                    <a:pt x="38058" y="18011"/>
                  </a:lnTo>
                  <a:lnTo>
                    <a:pt x="38254" y="18050"/>
                  </a:lnTo>
                  <a:lnTo>
                    <a:pt x="38254" y="18050"/>
                  </a:lnTo>
                  <a:lnTo>
                    <a:pt x="38215" y="17697"/>
                  </a:lnTo>
                  <a:lnTo>
                    <a:pt x="38097" y="16562"/>
                  </a:lnTo>
                  <a:lnTo>
                    <a:pt x="37941" y="14526"/>
                  </a:lnTo>
                  <a:lnTo>
                    <a:pt x="37784" y="11590"/>
                  </a:lnTo>
                  <a:lnTo>
                    <a:pt x="37745" y="9906"/>
                  </a:lnTo>
                  <a:lnTo>
                    <a:pt x="37706" y="8418"/>
                  </a:lnTo>
                  <a:lnTo>
                    <a:pt x="37745" y="5951"/>
                  </a:lnTo>
                  <a:lnTo>
                    <a:pt x="37823" y="4385"/>
                  </a:lnTo>
                  <a:lnTo>
                    <a:pt x="37862" y="3798"/>
                  </a:lnTo>
                  <a:lnTo>
                    <a:pt x="37902" y="3367"/>
                  </a:lnTo>
                  <a:lnTo>
                    <a:pt x="37941" y="2937"/>
                  </a:lnTo>
                  <a:lnTo>
                    <a:pt x="37941" y="2584"/>
                  </a:lnTo>
                  <a:lnTo>
                    <a:pt x="37902" y="2193"/>
                  </a:lnTo>
                  <a:lnTo>
                    <a:pt x="37862" y="1997"/>
                  </a:lnTo>
                  <a:lnTo>
                    <a:pt x="37745" y="1762"/>
                  </a:lnTo>
                  <a:lnTo>
                    <a:pt x="37510" y="1527"/>
                  </a:lnTo>
                  <a:lnTo>
                    <a:pt x="37236" y="1292"/>
                  </a:lnTo>
                  <a:lnTo>
                    <a:pt x="36805" y="1096"/>
                  </a:lnTo>
                  <a:lnTo>
                    <a:pt x="36218" y="861"/>
                  </a:lnTo>
                  <a:lnTo>
                    <a:pt x="35396" y="627"/>
                  </a:lnTo>
                  <a:lnTo>
                    <a:pt x="34221" y="352"/>
                  </a:lnTo>
                  <a:lnTo>
                    <a:pt x="33516" y="235"/>
                  </a:lnTo>
                  <a:lnTo>
                    <a:pt x="32694" y="157"/>
                  </a:lnTo>
                  <a:lnTo>
                    <a:pt x="31833" y="78"/>
                  </a:lnTo>
                  <a:lnTo>
                    <a:pt x="30854" y="0"/>
                  </a:lnTo>
                  <a:close/>
                </a:path>
              </a:pathLst>
            </a:custGeom>
            <a:solidFill>
              <a:srgbClr val="1B61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9"/>
            <p:cNvSpPr/>
            <p:nvPr/>
          </p:nvSpPr>
          <p:spPr>
            <a:xfrm>
              <a:off x="4811325" y="3060100"/>
              <a:ext cx="984750" cy="673475"/>
            </a:xfrm>
            <a:custGeom>
              <a:rect b="b" l="l" r="r" t="t"/>
              <a:pathLst>
                <a:path extrusionOk="0" h="26939" w="39390">
                  <a:moveTo>
                    <a:pt x="31754" y="1"/>
                  </a:moveTo>
                  <a:lnTo>
                    <a:pt x="30619" y="40"/>
                  </a:lnTo>
                  <a:lnTo>
                    <a:pt x="29483" y="157"/>
                  </a:lnTo>
                  <a:lnTo>
                    <a:pt x="28348" y="353"/>
                  </a:lnTo>
                  <a:lnTo>
                    <a:pt x="27212" y="588"/>
                  </a:lnTo>
                  <a:lnTo>
                    <a:pt x="26116" y="862"/>
                  </a:lnTo>
                  <a:lnTo>
                    <a:pt x="25020" y="1136"/>
                  </a:lnTo>
                  <a:lnTo>
                    <a:pt x="22984" y="1802"/>
                  </a:lnTo>
                  <a:lnTo>
                    <a:pt x="21065" y="2467"/>
                  </a:lnTo>
                  <a:lnTo>
                    <a:pt x="19342" y="3055"/>
                  </a:lnTo>
                  <a:lnTo>
                    <a:pt x="15427" y="4269"/>
                  </a:lnTo>
                  <a:lnTo>
                    <a:pt x="10807" y="5796"/>
                  </a:lnTo>
                  <a:lnTo>
                    <a:pt x="6461" y="7205"/>
                  </a:lnTo>
                  <a:lnTo>
                    <a:pt x="3564" y="8106"/>
                  </a:lnTo>
                  <a:lnTo>
                    <a:pt x="2702" y="8341"/>
                  </a:lnTo>
                  <a:lnTo>
                    <a:pt x="1958" y="8458"/>
                  </a:lnTo>
                  <a:lnTo>
                    <a:pt x="1332" y="8497"/>
                  </a:lnTo>
                  <a:lnTo>
                    <a:pt x="823" y="8497"/>
                  </a:lnTo>
                  <a:lnTo>
                    <a:pt x="470" y="8458"/>
                  </a:lnTo>
                  <a:lnTo>
                    <a:pt x="196" y="8419"/>
                  </a:lnTo>
                  <a:lnTo>
                    <a:pt x="1" y="8341"/>
                  </a:lnTo>
                  <a:lnTo>
                    <a:pt x="1" y="8341"/>
                  </a:lnTo>
                  <a:lnTo>
                    <a:pt x="1802" y="26938"/>
                  </a:lnTo>
                  <a:lnTo>
                    <a:pt x="2115" y="26860"/>
                  </a:lnTo>
                  <a:lnTo>
                    <a:pt x="2585" y="26743"/>
                  </a:lnTo>
                  <a:lnTo>
                    <a:pt x="3211" y="26547"/>
                  </a:lnTo>
                  <a:lnTo>
                    <a:pt x="4112" y="26273"/>
                  </a:lnTo>
                  <a:lnTo>
                    <a:pt x="5208" y="25842"/>
                  </a:lnTo>
                  <a:lnTo>
                    <a:pt x="6618" y="25294"/>
                  </a:lnTo>
                  <a:lnTo>
                    <a:pt x="8262" y="24589"/>
                  </a:lnTo>
                  <a:lnTo>
                    <a:pt x="9162" y="24198"/>
                  </a:lnTo>
                  <a:lnTo>
                    <a:pt x="10024" y="23767"/>
                  </a:lnTo>
                  <a:lnTo>
                    <a:pt x="11747" y="22906"/>
                  </a:lnTo>
                  <a:lnTo>
                    <a:pt x="13469" y="22005"/>
                  </a:lnTo>
                  <a:lnTo>
                    <a:pt x="15349" y="21065"/>
                  </a:lnTo>
                  <a:lnTo>
                    <a:pt x="16367" y="20596"/>
                  </a:lnTo>
                  <a:lnTo>
                    <a:pt x="17463" y="20087"/>
                  </a:lnTo>
                  <a:lnTo>
                    <a:pt x="18638" y="19617"/>
                  </a:lnTo>
                  <a:lnTo>
                    <a:pt x="19930" y="19108"/>
                  </a:lnTo>
                  <a:lnTo>
                    <a:pt x="21339" y="18599"/>
                  </a:lnTo>
                  <a:lnTo>
                    <a:pt x="22866" y="18090"/>
                  </a:lnTo>
                  <a:lnTo>
                    <a:pt x="24511" y="17581"/>
                  </a:lnTo>
                  <a:lnTo>
                    <a:pt x="26312" y="17072"/>
                  </a:lnTo>
                  <a:lnTo>
                    <a:pt x="27251" y="16798"/>
                  </a:lnTo>
                  <a:lnTo>
                    <a:pt x="28113" y="16602"/>
                  </a:lnTo>
                  <a:lnTo>
                    <a:pt x="28974" y="16445"/>
                  </a:lnTo>
                  <a:lnTo>
                    <a:pt x="29757" y="16289"/>
                  </a:lnTo>
                  <a:lnTo>
                    <a:pt x="30540" y="16210"/>
                  </a:lnTo>
                  <a:lnTo>
                    <a:pt x="31284" y="16132"/>
                  </a:lnTo>
                  <a:lnTo>
                    <a:pt x="31950" y="16054"/>
                  </a:lnTo>
                  <a:lnTo>
                    <a:pt x="33829" y="16054"/>
                  </a:lnTo>
                  <a:lnTo>
                    <a:pt x="34886" y="16132"/>
                  </a:lnTo>
                  <a:lnTo>
                    <a:pt x="35826" y="16289"/>
                  </a:lnTo>
                  <a:lnTo>
                    <a:pt x="36648" y="16524"/>
                  </a:lnTo>
                  <a:lnTo>
                    <a:pt x="37314" y="16759"/>
                  </a:lnTo>
                  <a:lnTo>
                    <a:pt x="37901" y="16993"/>
                  </a:lnTo>
                  <a:lnTo>
                    <a:pt x="38410" y="17228"/>
                  </a:lnTo>
                  <a:lnTo>
                    <a:pt x="38763" y="17502"/>
                  </a:lnTo>
                  <a:lnTo>
                    <a:pt x="39037" y="17698"/>
                  </a:lnTo>
                  <a:lnTo>
                    <a:pt x="39232" y="17894"/>
                  </a:lnTo>
                  <a:lnTo>
                    <a:pt x="39389" y="18051"/>
                  </a:lnTo>
                  <a:lnTo>
                    <a:pt x="39389" y="18051"/>
                  </a:lnTo>
                  <a:lnTo>
                    <a:pt x="39193" y="17268"/>
                  </a:lnTo>
                  <a:lnTo>
                    <a:pt x="38645" y="15271"/>
                  </a:lnTo>
                  <a:lnTo>
                    <a:pt x="37979" y="12491"/>
                  </a:lnTo>
                  <a:lnTo>
                    <a:pt x="37627" y="10925"/>
                  </a:lnTo>
                  <a:lnTo>
                    <a:pt x="37314" y="9319"/>
                  </a:lnTo>
                  <a:lnTo>
                    <a:pt x="37040" y="7753"/>
                  </a:lnTo>
                  <a:lnTo>
                    <a:pt x="36805" y="6226"/>
                  </a:lnTo>
                  <a:lnTo>
                    <a:pt x="36648" y="4778"/>
                  </a:lnTo>
                  <a:lnTo>
                    <a:pt x="36492" y="3485"/>
                  </a:lnTo>
                  <a:lnTo>
                    <a:pt x="36335" y="1528"/>
                  </a:lnTo>
                  <a:lnTo>
                    <a:pt x="36296" y="784"/>
                  </a:lnTo>
                  <a:lnTo>
                    <a:pt x="35748" y="588"/>
                  </a:lnTo>
                  <a:lnTo>
                    <a:pt x="35200" y="431"/>
                  </a:lnTo>
                  <a:lnTo>
                    <a:pt x="34612" y="275"/>
                  </a:lnTo>
                  <a:lnTo>
                    <a:pt x="34064" y="197"/>
                  </a:lnTo>
                  <a:lnTo>
                    <a:pt x="33477" y="79"/>
                  </a:lnTo>
                  <a:lnTo>
                    <a:pt x="32929" y="40"/>
                  </a:lnTo>
                  <a:lnTo>
                    <a:pt x="31754" y="1"/>
                  </a:lnTo>
                  <a:close/>
                </a:path>
              </a:pathLst>
            </a:custGeom>
            <a:solidFill>
              <a:srgbClr val="F502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5724575" y="2654875"/>
              <a:ext cx="751775" cy="543275"/>
            </a:xfrm>
            <a:custGeom>
              <a:rect b="b" l="l" r="r" t="t"/>
              <a:pathLst>
                <a:path extrusionOk="0" h="21731" w="30071">
                  <a:moveTo>
                    <a:pt x="21692" y="0"/>
                  </a:moveTo>
                  <a:lnTo>
                    <a:pt x="20439" y="39"/>
                  </a:lnTo>
                  <a:lnTo>
                    <a:pt x="19069" y="79"/>
                  </a:lnTo>
                  <a:lnTo>
                    <a:pt x="17620" y="157"/>
                  </a:lnTo>
                  <a:lnTo>
                    <a:pt x="16093" y="235"/>
                  </a:lnTo>
                  <a:lnTo>
                    <a:pt x="14488" y="392"/>
                  </a:lnTo>
                  <a:lnTo>
                    <a:pt x="12921" y="548"/>
                  </a:lnTo>
                  <a:lnTo>
                    <a:pt x="9985" y="901"/>
                  </a:lnTo>
                  <a:lnTo>
                    <a:pt x="7283" y="1331"/>
                  </a:lnTo>
                  <a:lnTo>
                    <a:pt x="4895" y="1723"/>
                  </a:lnTo>
                  <a:lnTo>
                    <a:pt x="2937" y="2115"/>
                  </a:lnTo>
                  <a:lnTo>
                    <a:pt x="1449" y="2467"/>
                  </a:lnTo>
                  <a:lnTo>
                    <a:pt x="157" y="2741"/>
                  </a:lnTo>
                  <a:lnTo>
                    <a:pt x="1" y="7400"/>
                  </a:lnTo>
                  <a:lnTo>
                    <a:pt x="1" y="8340"/>
                  </a:lnTo>
                  <a:lnTo>
                    <a:pt x="1" y="9358"/>
                  </a:lnTo>
                  <a:lnTo>
                    <a:pt x="118" y="11629"/>
                  </a:lnTo>
                  <a:lnTo>
                    <a:pt x="236" y="13978"/>
                  </a:lnTo>
                  <a:lnTo>
                    <a:pt x="432" y="16327"/>
                  </a:lnTo>
                  <a:lnTo>
                    <a:pt x="784" y="20164"/>
                  </a:lnTo>
                  <a:lnTo>
                    <a:pt x="980" y="21730"/>
                  </a:lnTo>
                  <a:lnTo>
                    <a:pt x="1645" y="21574"/>
                  </a:lnTo>
                  <a:lnTo>
                    <a:pt x="2546" y="21378"/>
                  </a:lnTo>
                  <a:lnTo>
                    <a:pt x="3838" y="21104"/>
                  </a:lnTo>
                  <a:lnTo>
                    <a:pt x="5600" y="20830"/>
                  </a:lnTo>
                  <a:lnTo>
                    <a:pt x="7832" y="20438"/>
                  </a:lnTo>
                  <a:lnTo>
                    <a:pt x="10611" y="20047"/>
                  </a:lnTo>
                  <a:lnTo>
                    <a:pt x="13939" y="19655"/>
                  </a:lnTo>
                  <a:lnTo>
                    <a:pt x="15701" y="19460"/>
                  </a:lnTo>
                  <a:lnTo>
                    <a:pt x="17346" y="19264"/>
                  </a:lnTo>
                  <a:lnTo>
                    <a:pt x="20400" y="19029"/>
                  </a:lnTo>
                  <a:lnTo>
                    <a:pt x="22984" y="18911"/>
                  </a:lnTo>
                  <a:lnTo>
                    <a:pt x="25177" y="18872"/>
                  </a:lnTo>
                  <a:lnTo>
                    <a:pt x="26899" y="18833"/>
                  </a:lnTo>
                  <a:lnTo>
                    <a:pt x="28191" y="18872"/>
                  </a:lnTo>
                  <a:lnTo>
                    <a:pt x="29209" y="18911"/>
                  </a:lnTo>
                  <a:lnTo>
                    <a:pt x="29131" y="16719"/>
                  </a:lnTo>
                  <a:lnTo>
                    <a:pt x="29092" y="14644"/>
                  </a:lnTo>
                  <a:lnTo>
                    <a:pt x="29092" y="12725"/>
                  </a:lnTo>
                  <a:lnTo>
                    <a:pt x="29131" y="10963"/>
                  </a:lnTo>
                  <a:lnTo>
                    <a:pt x="29170" y="9358"/>
                  </a:lnTo>
                  <a:lnTo>
                    <a:pt x="29249" y="7909"/>
                  </a:lnTo>
                  <a:lnTo>
                    <a:pt x="29327" y="6617"/>
                  </a:lnTo>
                  <a:lnTo>
                    <a:pt x="29444" y="5443"/>
                  </a:lnTo>
                  <a:lnTo>
                    <a:pt x="29640" y="3524"/>
                  </a:lnTo>
                  <a:lnTo>
                    <a:pt x="29836" y="2193"/>
                  </a:lnTo>
                  <a:lnTo>
                    <a:pt x="29992" y="1410"/>
                  </a:lnTo>
                  <a:lnTo>
                    <a:pt x="30071" y="1136"/>
                  </a:lnTo>
                  <a:lnTo>
                    <a:pt x="29405" y="862"/>
                  </a:lnTo>
                  <a:lnTo>
                    <a:pt x="28465" y="627"/>
                  </a:lnTo>
                  <a:lnTo>
                    <a:pt x="27291" y="392"/>
                  </a:lnTo>
                  <a:lnTo>
                    <a:pt x="26547" y="274"/>
                  </a:lnTo>
                  <a:lnTo>
                    <a:pt x="25764" y="196"/>
                  </a:lnTo>
                  <a:lnTo>
                    <a:pt x="24863" y="118"/>
                  </a:lnTo>
                  <a:lnTo>
                    <a:pt x="23884" y="79"/>
                  </a:lnTo>
                  <a:lnTo>
                    <a:pt x="22827" y="39"/>
                  </a:lnTo>
                  <a:lnTo>
                    <a:pt x="21692" y="0"/>
                  </a:lnTo>
                  <a:close/>
                </a:path>
              </a:pathLst>
            </a:custGeom>
            <a:solidFill>
              <a:srgbClr val="1B61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9"/>
            <p:cNvSpPr/>
            <p:nvPr/>
          </p:nvSpPr>
          <p:spPr>
            <a:xfrm>
              <a:off x="5551325" y="3119825"/>
              <a:ext cx="996475" cy="579500"/>
            </a:xfrm>
            <a:custGeom>
              <a:rect b="b" l="l" r="r" t="t"/>
              <a:pathLst>
                <a:path extrusionOk="0" h="23180" w="39859">
                  <a:moveTo>
                    <a:pt x="29718" y="0"/>
                  </a:moveTo>
                  <a:lnTo>
                    <a:pt x="27995" y="39"/>
                  </a:lnTo>
                  <a:lnTo>
                    <a:pt x="26116" y="118"/>
                  </a:lnTo>
                  <a:lnTo>
                    <a:pt x="24002" y="274"/>
                  </a:lnTo>
                  <a:lnTo>
                    <a:pt x="21653" y="470"/>
                  </a:lnTo>
                  <a:lnTo>
                    <a:pt x="19147" y="783"/>
                  </a:lnTo>
                  <a:lnTo>
                    <a:pt x="16445" y="1214"/>
                  </a:lnTo>
                  <a:lnTo>
                    <a:pt x="13509" y="1723"/>
                  </a:lnTo>
                  <a:lnTo>
                    <a:pt x="10415" y="2349"/>
                  </a:lnTo>
                  <a:lnTo>
                    <a:pt x="8810" y="2741"/>
                  </a:lnTo>
                  <a:lnTo>
                    <a:pt x="7127" y="3132"/>
                  </a:lnTo>
                  <a:lnTo>
                    <a:pt x="157" y="4503"/>
                  </a:lnTo>
                  <a:lnTo>
                    <a:pt x="1" y="22083"/>
                  </a:lnTo>
                  <a:lnTo>
                    <a:pt x="40" y="22161"/>
                  </a:lnTo>
                  <a:lnTo>
                    <a:pt x="236" y="22357"/>
                  </a:lnTo>
                  <a:lnTo>
                    <a:pt x="588" y="22592"/>
                  </a:lnTo>
                  <a:lnTo>
                    <a:pt x="823" y="22748"/>
                  </a:lnTo>
                  <a:lnTo>
                    <a:pt x="1097" y="22866"/>
                  </a:lnTo>
                  <a:lnTo>
                    <a:pt x="1410" y="22983"/>
                  </a:lnTo>
                  <a:lnTo>
                    <a:pt x="1802" y="23062"/>
                  </a:lnTo>
                  <a:lnTo>
                    <a:pt x="2232" y="23140"/>
                  </a:lnTo>
                  <a:lnTo>
                    <a:pt x="2702" y="23179"/>
                  </a:lnTo>
                  <a:lnTo>
                    <a:pt x="3211" y="23179"/>
                  </a:lnTo>
                  <a:lnTo>
                    <a:pt x="3799" y="23101"/>
                  </a:lnTo>
                  <a:lnTo>
                    <a:pt x="4464" y="23022"/>
                  </a:lnTo>
                  <a:lnTo>
                    <a:pt x="5169" y="22827"/>
                  </a:lnTo>
                  <a:lnTo>
                    <a:pt x="5913" y="22592"/>
                  </a:lnTo>
                  <a:lnTo>
                    <a:pt x="6657" y="22357"/>
                  </a:lnTo>
                  <a:lnTo>
                    <a:pt x="8184" y="21770"/>
                  </a:lnTo>
                  <a:lnTo>
                    <a:pt x="9906" y="21104"/>
                  </a:lnTo>
                  <a:lnTo>
                    <a:pt x="10846" y="20791"/>
                  </a:lnTo>
                  <a:lnTo>
                    <a:pt x="11903" y="20438"/>
                  </a:lnTo>
                  <a:lnTo>
                    <a:pt x="13039" y="20086"/>
                  </a:lnTo>
                  <a:lnTo>
                    <a:pt x="14292" y="19734"/>
                  </a:lnTo>
                  <a:lnTo>
                    <a:pt x="15662" y="19420"/>
                  </a:lnTo>
                  <a:lnTo>
                    <a:pt x="17189" y="19107"/>
                  </a:lnTo>
                  <a:lnTo>
                    <a:pt x="18873" y="18833"/>
                  </a:lnTo>
                  <a:lnTo>
                    <a:pt x="20713" y="18559"/>
                  </a:lnTo>
                  <a:lnTo>
                    <a:pt x="22749" y="18324"/>
                  </a:lnTo>
                  <a:lnTo>
                    <a:pt x="25020" y="18128"/>
                  </a:lnTo>
                  <a:lnTo>
                    <a:pt x="29209" y="17815"/>
                  </a:lnTo>
                  <a:lnTo>
                    <a:pt x="32576" y="17658"/>
                  </a:lnTo>
                  <a:lnTo>
                    <a:pt x="35200" y="17619"/>
                  </a:lnTo>
                  <a:lnTo>
                    <a:pt x="37118" y="17619"/>
                  </a:lnTo>
                  <a:lnTo>
                    <a:pt x="38449" y="17698"/>
                  </a:lnTo>
                  <a:lnTo>
                    <a:pt x="39311" y="17776"/>
                  </a:lnTo>
                  <a:lnTo>
                    <a:pt x="39741" y="17854"/>
                  </a:lnTo>
                  <a:lnTo>
                    <a:pt x="39859" y="17893"/>
                  </a:lnTo>
                  <a:lnTo>
                    <a:pt x="39859" y="17893"/>
                  </a:lnTo>
                  <a:lnTo>
                    <a:pt x="39702" y="17619"/>
                  </a:lnTo>
                  <a:lnTo>
                    <a:pt x="39350" y="16758"/>
                  </a:lnTo>
                  <a:lnTo>
                    <a:pt x="38763" y="15388"/>
                  </a:lnTo>
                  <a:lnTo>
                    <a:pt x="38449" y="14487"/>
                  </a:lnTo>
                  <a:lnTo>
                    <a:pt x="38097" y="13430"/>
                  </a:lnTo>
                  <a:lnTo>
                    <a:pt x="37705" y="12255"/>
                  </a:lnTo>
                  <a:lnTo>
                    <a:pt x="37353" y="10963"/>
                  </a:lnTo>
                  <a:lnTo>
                    <a:pt x="36962" y="9514"/>
                  </a:lnTo>
                  <a:lnTo>
                    <a:pt x="36609" y="7948"/>
                  </a:lnTo>
                  <a:lnTo>
                    <a:pt x="36257" y="6226"/>
                  </a:lnTo>
                  <a:lnTo>
                    <a:pt x="35904" y="4385"/>
                  </a:lnTo>
                  <a:lnTo>
                    <a:pt x="35630" y="2428"/>
                  </a:lnTo>
                  <a:lnTo>
                    <a:pt x="35356" y="313"/>
                  </a:lnTo>
                  <a:lnTo>
                    <a:pt x="34886" y="274"/>
                  </a:lnTo>
                  <a:lnTo>
                    <a:pt x="33477" y="118"/>
                  </a:lnTo>
                  <a:lnTo>
                    <a:pt x="32459" y="78"/>
                  </a:lnTo>
                  <a:lnTo>
                    <a:pt x="31167" y="39"/>
                  </a:lnTo>
                  <a:lnTo>
                    <a:pt x="29718" y="0"/>
                  </a:lnTo>
                  <a:close/>
                </a:path>
              </a:pathLst>
            </a:custGeom>
            <a:solidFill>
              <a:srgbClr val="F502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9"/>
            <p:cNvSpPr/>
            <p:nvPr/>
          </p:nvSpPr>
          <p:spPr>
            <a:xfrm>
              <a:off x="5531750" y="3459475"/>
              <a:ext cx="265300" cy="212425"/>
            </a:xfrm>
            <a:custGeom>
              <a:rect b="b" l="l" r="r" t="t"/>
              <a:pathLst>
                <a:path extrusionOk="0" h="8497" w="10612">
                  <a:moveTo>
                    <a:pt x="4621" y="0"/>
                  </a:moveTo>
                  <a:lnTo>
                    <a:pt x="3485" y="40"/>
                  </a:lnTo>
                  <a:lnTo>
                    <a:pt x="2232" y="157"/>
                  </a:lnTo>
                  <a:lnTo>
                    <a:pt x="862" y="353"/>
                  </a:lnTo>
                  <a:lnTo>
                    <a:pt x="744" y="627"/>
                  </a:lnTo>
                  <a:lnTo>
                    <a:pt x="588" y="940"/>
                  </a:lnTo>
                  <a:lnTo>
                    <a:pt x="431" y="1449"/>
                  </a:lnTo>
                  <a:lnTo>
                    <a:pt x="275" y="2036"/>
                  </a:lnTo>
                  <a:lnTo>
                    <a:pt x="157" y="2780"/>
                  </a:lnTo>
                  <a:lnTo>
                    <a:pt x="40" y="3642"/>
                  </a:lnTo>
                  <a:lnTo>
                    <a:pt x="1" y="4660"/>
                  </a:lnTo>
                  <a:lnTo>
                    <a:pt x="1" y="5639"/>
                  </a:lnTo>
                  <a:lnTo>
                    <a:pt x="79" y="6461"/>
                  </a:lnTo>
                  <a:lnTo>
                    <a:pt x="196" y="7126"/>
                  </a:lnTo>
                  <a:lnTo>
                    <a:pt x="353" y="7635"/>
                  </a:lnTo>
                  <a:lnTo>
                    <a:pt x="510" y="8027"/>
                  </a:lnTo>
                  <a:lnTo>
                    <a:pt x="627" y="8301"/>
                  </a:lnTo>
                  <a:lnTo>
                    <a:pt x="784" y="8497"/>
                  </a:lnTo>
                  <a:lnTo>
                    <a:pt x="784" y="8379"/>
                  </a:lnTo>
                  <a:lnTo>
                    <a:pt x="784" y="8144"/>
                  </a:lnTo>
                  <a:lnTo>
                    <a:pt x="862" y="7753"/>
                  </a:lnTo>
                  <a:lnTo>
                    <a:pt x="940" y="7518"/>
                  </a:lnTo>
                  <a:lnTo>
                    <a:pt x="1097" y="7244"/>
                  </a:lnTo>
                  <a:lnTo>
                    <a:pt x="1293" y="6970"/>
                  </a:lnTo>
                  <a:lnTo>
                    <a:pt x="1528" y="6696"/>
                  </a:lnTo>
                  <a:lnTo>
                    <a:pt x="1841" y="6422"/>
                  </a:lnTo>
                  <a:lnTo>
                    <a:pt x="2232" y="6108"/>
                  </a:lnTo>
                  <a:lnTo>
                    <a:pt x="2702" y="5834"/>
                  </a:lnTo>
                  <a:lnTo>
                    <a:pt x="3250" y="5521"/>
                  </a:lnTo>
                  <a:lnTo>
                    <a:pt x="3916" y="5247"/>
                  </a:lnTo>
                  <a:lnTo>
                    <a:pt x="4660" y="4973"/>
                  </a:lnTo>
                  <a:lnTo>
                    <a:pt x="7440" y="4112"/>
                  </a:lnTo>
                  <a:lnTo>
                    <a:pt x="8536" y="3759"/>
                  </a:lnTo>
                  <a:lnTo>
                    <a:pt x="9358" y="3446"/>
                  </a:lnTo>
                  <a:lnTo>
                    <a:pt x="9711" y="3289"/>
                  </a:lnTo>
                  <a:lnTo>
                    <a:pt x="9985" y="3133"/>
                  </a:lnTo>
                  <a:lnTo>
                    <a:pt x="10220" y="2976"/>
                  </a:lnTo>
                  <a:lnTo>
                    <a:pt x="10415" y="2820"/>
                  </a:lnTo>
                  <a:lnTo>
                    <a:pt x="10533" y="2663"/>
                  </a:lnTo>
                  <a:lnTo>
                    <a:pt x="10611" y="2467"/>
                  </a:lnTo>
                  <a:lnTo>
                    <a:pt x="10611" y="2271"/>
                  </a:lnTo>
                  <a:lnTo>
                    <a:pt x="10572" y="2076"/>
                  </a:lnTo>
                  <a:lnTo>
                    <a:pt x="10494" y="1919"/>
                  </a:lnTo>
                  <a:lnTo>
                    <a:pt x="10141" y="1606"/>
                  </a:lnTo>
                  <a:lnTo>
                    <a:pt x="9867" y="1410"/>
                  </a:lnTo>
                  <a:lnTo>
                    <a:pt x="9554" y="1175"/>
                  </a:lnTo>
                  <a:lnTo>
                    <a:pt x="9123" y="940"/>
                  </a:lnTo>
                  <a:lnTo>
                    <a:pt x="8614" y="705"/>
                  </a:lnTo>
                  <a:lnTo>
                    <a:pt x="8027" y="509"/>
                  </a:lnTo>
                  <a:lnTo>
                    <a:pt x="7322" y="314"/>
                  </a:lnTo>
                  <a:lnTo>
                    <a:pt x="6539" y="157"/>
                  </a:lnTo>
                  <a:lnTo>
                    <a:pt x="5639" y="40"/>
                  </a:lnTo>
                  <a:lnTo>
                    <a:pt x="4621" y="0"/>
                  </a:lnTo>
                  <a:close/>
                </a:path>
              </a:pathLst>
            </a:custGeom>
            <a:solidFill>
              <a:srgbClr val="9626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9"/>
            <p:cNvSpPr/>
            <p:nvPr/>
          </p:nvSpPr>
          <p:spPr>
            <a:xfrm>
              <a:off x="4762375" y="2815400"/>
              <a:ext cx="564825" cy="918175"/>
            </a:xfrm>
            <a:custGeom>
              <a:rect b="b" l="l" r="r" t="t"/>
              <a:pathLst>
                <a:path extrusionOk="0" h="36727" w="22593">
                  <a:moveTo>
                    <a:pt x="1" y="0"/>
                  </a:moveTo>
                  <a:lnTo>
                    <a:pt x="3760" y="36726"/>
                  </a:lnTo>
                  <a:lnTo>
                    <a:pt x="4308" y="35904"/>
                  </a:lnTo>
                  <a:lnTo>
                    <a:pt x="4934" y="34925"/>
                  </a:lnTo>
                  <a:lnTo>
                    <a:pt x="5796" y="33712"/>
                  </a:lnTo>
                  <a:lnTo>
                    <a:pt x="6814" y="32263"/>
                  </a:lnTo>
                  <a:lnTo>
                    <a:pt x="8027" y="30658"/>
                  </a:lnTo>
                  <a:lnTo>
                    <a:pt x="9359" y="28935"/>
                  </a:lnTo>
                  <a:lnTo>
                    <a:pt x="10846" y="27212"/>
                  </a:lnTo>
                  <a:lnTo>
                    <a:pt x="12530" y="25215"/>
                  </a:lnTo>
                  <a:lnTo>
                    <a:pt x="14409" y="22905"/>
                  </a:lnTo>
                  <a:lnTo>
                    <a:pt x="16367" y="20439"/>
                  </a:lnTo>
                  <a:lnTo>
                    <a:pt x="18246" y="18050"/>
                  </a:lnTo>
                  <a:lnTo>
                    <a:pt x="21340" y="14057"/>
                  </a:lnTo>
                  <a:lnTo>
                    <a:pt x="22592" y="1241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9"/>
            <p:cNvSpPr/>
            <p:nvPr/>
          </p:nvSpPr>
          <p:spPr>
            <a:xfrm>
              <a:off x="4783925" y="2876075"/>
              <a:ext cx="72450" cy="73450"/>
            </a:xfrm>
            <a:custGeom>
              <a:rect b="b" l="l" r="r" t="t"/>
              <a:pathLst>
                <a:path extrusionOk="0" h="2938" w="2898">
                  <a:moveTo>
                    <a:pt x="1214" y="1"/>
                  </a:moveTo>
                  <a:lnTo>
                    <a:pt x="1097" y="1136"/>
                  </a:lnTo>
                  <a:lnTo>
                    <a:pt x="0" y="1371"/>
                  </a:lnTo>
                  <a:lnTo>
                    <a:pt x="1018" y="1802"/>
                  </a:lnTo>
                  <a:lnTo>
                    <a:pt x="901" y="2937"/>
                  </a:lnTo>
                  <a:lnTo>
                    <a:pt x="1684" y="2115"/>
                  </a:lnTo>
                  <a:lnTo>
                    <a:pt x="2702" y="2546"/>
                  </a:lnTo>
                  <a:lnTo>
                    <a:pt x="2154" y="1567"/>
                  </a:lnTo>
                  <a:lnTo>
                    <a:pt x="2898" y="745"/>
                  </a:lnTo>
                  <a:lnTo>
                    <a:pt x="1801" y="980"/>
                  </a:lnTo>
                  <a:lnTo>
                    <a:pt x="121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9"/>
            <p:cNvSpPr/>
            <p:nvPr/>
          </p:nvSpPr>
          <p:spPr>
            <a:xfrm>
              <a:off x="5217550" y="3098275"/>
              <a:ext cx="72450" cy="74425"/>
            </a:xfrm>
            <a:custGeom>
              <a:rect b="b" l="l" r="r" t="t"/>
              <a:pathLst>
                <a:path extrusionOk="0" h="2977" w="2898">
                  <a:moveTo>
                    <a:pt x="1214" y="1"/>
                  </a:moveTo>
                  <a:lnTo>
                    <a:pt x="1097" y="1136"/>
                  </a:lnTo>
                  <a:lnTo>
                    <a:pt x="0" y="1371"/>
                  </a:lnTo>
                  <a:lnTo>
                    <a:pt x="1018" y="1841"/>
                  </a:lnTo>
                  <a:lnTo>
                    <a:pt x="901" y="2976"/>
                  </a:lnTo>
                  <a:lnTo>
                    <a:pt x="1684" y="2115"/>
                  </a:lnTo>
                  <a:lnTo>
                    <a:pt x="2702" y="2585"/>
                  </a:lnTo>
                  <a:lnTo>
                    <a:pt x="2702" y="2585"/>
                  </a:lnTo>
                  <a:lnTo>
                    <a:pt x="2154" y="1606"/>
                  </a:lnTo>
                  <a:lnTo>
                    <a:pt x="2898" y="745"/>
                  </a:lnTo>
                  <a:lnTo>
                    <a:pt x="1801" y="980"/>
                  </a:lnTo>
                  <a:lnTo>
                    <a:pt x="121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9"/>
            <p:cNvSpPr/>
            <p:nvPr/>
          </p:nvSpPr>
          <p:spPr>
            <a:xfrm>
              <a:off x="4861250" y="3544625"/>
              <a:ext cx="73425" cy="74425"/>
            </a:xfrm>
            <a:custGeom>
              <a:rect b="b" l="l" r="r" t="t"/>
              <a:pathLst>
                <a:path extrusionOk="0" h="2977" w="2937">
                  <a:moveTo>
                    <a:pt x="1253" y="1"/>
                  </a:moveTo>
                  <a:lnTo>
                    <a:pt x="1136" y="1136"/>
                  </a:lnTo>
                  <a:lnTo>
                    <a:pt x="0" y="1371"/>
                  </a:lnTo>
                  <a:lnTo>
                    <a:pt x="1058" y="1841"/>
                  </a:lnTo>
                  <a:lnTo>
                    <a:pt x="940" y="2976"/>
                  </a:lnTo>
                  <a:lnTo>
                    <a:pt x="1684" y="2115"/>
                  </a:lnTo>
                  <a:lnTo>
                    <a:pt x="2741" y="2585"/>
                  </a:lnTo>
                  <a:lnTo>
                    <a:pt x="2154" y="1606"/>
                  </a:lnTo>
                  <a:lnTo>
                    <a:pt x="2937" y="745"/>
                  </a:lnTo>
                  <a:lnTo>
                    <a:pt x="1801" y="980"/>
                  </a:lnTo>
                  <a:lnTo>
                    <a:pt x="1253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9"/>
            <p:cNvSpPr/>
            <p:nvPr/>
          </p:nvSpPr>
          <p:spPr>
            <a:xfrm>
              <a:off x="4940525" y="3004325"/>
              <a:ext cx="43100" cy="106700"/>
            </a:xfrm>
            <a:custGeom>
              <a:rect b="b" l="l" r="r" t="t"/>
              <a:pathLst>
                <a:path extrusionOk="0" h="4268" w="1724">
                  <a:moveTo>
                    <a:pt x="745" y="0"/>
                  </a:moveTo>
                  <a:lnTo>
                    <a:pt x="1" y="705"/>
                  </a:lnTo>
                  <a:lnTo>
                    <a:pt x="1097" y="4268"/>
                  </a:lnTo>
                  <a:lnTo>
                    <a:pt x="1410" y="4189"/>
                  </a:lnTo>
                  <a:lnTo>
                    <a:pt x="1724" y="4111"/>
                  </a:lnTo>
                  <a:lnTo>
                    <a:pt x="1645" y="352"/>
                  </a:lnTo>
                  <a:lnTo>
                    <a:pt x="74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9"/>
            <p:cNvSpPr/>
            <p:nvPr/>
          </p:nvSpPr>
          <p:spPr>
            <a:xfrm>
              <a:off x="4985550" y="3220625"/>
              <a:ext cx="48000" cy="124350"/>
            </a:xfrm>
            <a:custGeom>
              <a:rect b="b" l="l" r="r" t="t"/>
              <a:pathLst>
                <a:path extrusionOk="0" h="4974" w="1920">
                  <a:moveTo>
                    <a:pt x="667" y="1"/>
                  </a:moveTo>
                  <a:lnTo>
                    <a:pt x="353" y="79"/>
                  </a:lnTo>
                  <a:lnTo>
                    <a:pt x="314" y="79"/>
                  </a:lnTo>
                  <a:lnTo>
                    <a:pt x="1" y="158"/>
                  </a:lnTo>
                  <a:lnTo>
                    <a:pt x="79" y="4504"/>
                  </a:lnTo>
                  <a:lnTo>
                    <a:pt x="1097" y="4973"/>
                  </a:lnTo>
                  <a:lnTo>
                    <a:pt x="1919" y="4112"/>
                  </a:lnTo>
                  <a:lnTo>
                    <a:pt x="667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9"/>
            <p:cNvSpPr/>
            <p:nvPr/>
          </p:nvSpPr>
          <p:spPr>
            <a:xfrm>
              <a:off x="4987525" y="3016050"/>
              <a:ext cx="19600" cy="85200"/>
            </a:xfrm>
            <a:custGeom>
              <a:rect b="b" l="l" r="r" t="t"/>
              <a:pathLst>
                <a:path extrusionOk="0" h="3408" w="784">
                  <a:moveTo>
                    <a:pt x="157" y="1"/>
                  </a:moveTo>
                  <a:lnTo>
                    <a:pt x="0" y="3407"/>
                  </a:lnTo>
                  <a:lnTo>
                    <a:pt x="274" y="3407"/>
                  </a:lnTo>
                  <a:lnTo>
                    <a:pt x="783" y="275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9"/>
            <p:cNvSpPr/>
            <p:nvPr/>
          </p:nvSpPr>
          <p:spPr>
            <a:xfrm>
              <a:off x="4920950" y="3029775"/>
              <a:ext cx="42125" cy="80275"/>
            </a:xfrm>
            <a:custGeom>
              <a:rect b="b" l="l" r="r" t="t"/>
              <a:pathLst>
                <a:path extrusionOk="0" h="3211" w="1685">
                  <a:moveTo>
                    <a:pt x="510" y="0"/>
                  </a:moveTo>
                  <a:lnTo>
                    <a:pt x="1" y="509"/>
                  </a:lnTo>
                  <a:lnTo>
                    <a:pt x="1449" y="3211"/>
                  </a:lnTo>
                  <a:lnTo>
                    <a:pt x="1684" y="3093"/>
                  </a:lnTo>
                  <a:lnTo>
                    <a:pt x="510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9"/>
            <p:cNvSpPr/>
            <p:nvPr/>
          </p:nvSpPr>
          <p:spPr>
            <a:xfrm>
              <a:off x="4960100" y="3231400"/>
              <a:ext cx="21575" cy="97925"/>
            </a:xfrm>
            <a:custGeom>
              <a:rect b="b" l="l" r="r" t="t"/>
              <a:pathLst>
                <a:path extrusionOk="0" h="3917" w="863">
                  <a:moveTo>
                    <a:pt x="588" y="1"/>
                  </a:moveTo>
                  <a:lnTo>
                    <a:pt x="1" y="3564"/>
                  </a:lnTo>
                  <a:lnTo>
                    <a:pt x="706" y="3916"/>
                  </a:lnTo>
                  <a:lnTo>
                    <a:pt x="862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9"/>
            <p:cNvSpPr/>
            <p:nvPr/>
          </p:nvSpPr>
          <p:spPr>
            <a:xfrm>
              <a:off x="5008075" y="3222600"/>
              <a:ext cx="47975" cy="93000"/>
            </a:xfrm>
            <a:custGeom>
              <a:rect b="b" l="l" r="r" t="t"/>
              <a:pathLst>
                <a:path extrusionOk="0" h="3720" w="1919">
                  <a:moveTo>
                    <a:pt x="235" y="0"/>
                  </a:moveTo>
                  <a:lnTo>
                    <a:pt x="0" y="118"/>
                  </a:lnTo>
                  <a:lnTo>
                    <a:pt x="1371" y="3720"/>
                  </a:lnTo>
                  <a:lnTo>
                    <a:pt x="1919" y="3093"/>
                  </a:lnTo>
                  <a:lnTo>
                    <a:pt x="23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9"/>
            <p:cNvSpPr/>
            <p:nvPr/>
          </p:nvSpPr>
          <p:spPr>
            <a:xfrm>
              <a:off x="5038425" y="3110025"/>
              <a:ext cx="113550" cy="50925"/>
            </a:xfrm>
            <a:custGeom>
              <a:rect b="b" l="l" r="r" t="t"/>
              <a:pathLst>
                <a:path extrusionOk="0" h="2037" w="4542">
                  <a:moveTo>
                    <a:pt x="3759" y="1"/>
                  </a:moveTo>
                  <a:lnTo>
                    <a:pt x="0" y="1371"/>
                  </a:lnTo>
                  <a:lnTo>
                    <a:pt x="78" y="1723"/>
                  </a:lnTo>
                  <a:lnTo>
                    <a:pt x="118" y="2037"/>
                  </a:lnTo>
                  <a:lnTo>
                    <a:pt x="4150" y="1763"/>
                  </a:lnTo>
                  <a:lnTo>
                    <a:pt x="4542" y="745"/>
                  </a:lnTo>
                  <a:lnTo>
                    <a:pt x="4503" y="745"/>
                  </a:lnTo>
                  <a:lnTo>
                    <a:pt x="3759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9"/>
            <p:cNvSpPr/>
            <p:nvPr/>
          </p:nvSpPr>
          <p:spPr>
            <a:xfrm>
              <a:off x="4819150" y="3168750"/>
              <a:ext cx="110650" cy="51900"/>
            </a:xfrm>
            <a:custGeom>
              <a:rect b="b" l="l" r="r" t="t"/>
              <a:pathLst>
                <a:path extrusionOk="0" h="2076" w="4426">
                  <a:moveTo>
                    <a:pt x="4347" y="1"/>
                  </a:moveTo>
                  <a:lnTo>
                    <a:pt x="471" y="275"/>
                  </a:lnTo>
                  <a:lnTo>
                    <a:pt x="1" y="1254"/>
                  </a:lnTo>
                  <a:lnTo>
                    <a:pt x="1" y="1293"/>
                  </a:lnTo>
                  <a:lnTo>
                    <a:pt x="666" y="2076"/>
                  </a:lnTo>
                  <a:lnTo>
                    <a:pt x="4425" y="666"/>
                  </a:lnTo>
                  <a:lnTo>
                    <a:pt x="4386" y="353"/>
                  </a:lnTo>
                  <a:lnTo>
                    <a:pt x="4386" y="314"/>
                  </a:lnTo>
                  <a:lnTo>
                    <a:pt x="4347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9"/>
            <p:cNvSpPr/>
            <p:nvPr/>
          </p:nvSpPr>
          <p:spPr>
            <a:xfrm>
              <a:off x="5048200" y="3164850"/>
              <a:ext cx="90075" cy="17625"/>
            </a:xfrm>
            <a:custGeom>
              <a:rect b="b" l="l" r="r" t="t"/>
              <a:pathLst>
                <a:path extrusionOk="0" h="705" w="3603">
                  <a:moveTo>
                    <a:pt x="1" y="0"/>
                  </a:moveTo>
                  <a:lnTo>
                    <a:pt x="1" y="274"/>
                  </a:lnTo>
                  <a:lnTo>
                    <a:pt x="3290" y="705"/>
                  </a:lnTo>
                  <a:lnTo>
                    <a:pt x="3603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9"/>
            <p:cNvSpPr/>
            <p:nvPr/>
          </p:nvSpPr>
          <p:spPr>
            <a:xfrm>
              <a:off x="5041350" y="3090450"/>
              <a:ext cx="84200" cy="48000"/>
            </a:xfrm>
            <a:custGeom>
              <a:rect b="b" l="l" r="r" t="t"/>
              <a:pathLst>
                <a:path extrusionOk="0" h="1920" w="3368">
                  <a:moveTo>
                    <a:pt x="2820" y="1"/>
                  </a:moveTo>
                  <a:lnTo>
                    <a:pt x="1" y="1684"/>
                  </a:lnTo>
                  <a:lnTo>
                    <a:pt x="79" y="1919"/>
                  </a:lnTo>
                  <a:lnTo>
                    <a:pt x="3368" y="470"/>
                  </a:lnTo>
                  <a:lnTo>
                    <a:pt x="2820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9"/>
            <p:cNvSpPr/>
            <p:nvPr/>
          </p:nvSpPr>
          <p:spPr>
            <a:xfrm>
              <a:off x="4835800" y="3148200"/>
              <a:ext cx="87150" cy="17650"/>
            </a:xfrm>
            <a:custGeom>
              <a:rect b="b" l="l" r="r" t="t"/>
              <a:pathLst>
                <a:path extrusionOk="0" h="706" w="3486">
                  <a:moveTo>
                    <a:pt x="353" y="1"/>
                  </a:moveTo>
                  <a:lnTo>
                    <a:pt x="0" y="705"/>
                  </a:lnTo>
                  <a:lnTo>
                    <a:pt x="0" y="705"/>
                  </a:lnTo>
                  <a:lnTo>
                    <a:pt x="3446" y="666"/>
                  </a:lnTo>
                  <a:lnTo>
                    <a:pt x="3485" y="431"/>
                  </a:lnTo>
                  <a:lnTo>
                    <a:pt x="353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9"/>
            <p:cNvSpPr/>
            <p:nvPr/>
          </p:nvSpPr>
          <p:spPr>
            <a:xfrm>
              <a:off x="4842650" y="3191275"/>
              <a:ext cx="85175" cy="50925"/>
            </a:xfrm>
            <a:custGeom>
              <a:rect b="b" l="l" r="r" t="t"/>
              <a:pathLst>
                <a:path extrusionOk="0" h="2037" w="3407">
                  <a:moveTo>
                    <a:pt x="3329" y="0"/>
                  </a:moveTo>
                  <a:lnTo>
                    <a:pt x="0" y="1488"/>
                  </a:lnTo>
                  <a:lnTo>
                    <a:pt x="509" y="2036"/>
                  </a:lnTo>
                  <a:lnTo>
                    <a:pt x="3407" y="235"/>
                  </a:lnTo>
                  <a:lnTo>
                    <a:pt x="3329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9"/>
            <p:cNvSpPr/>
            <p:nvPr/>
          </p:nvSpPr>
          <p:spPr>
            <a:xfrm>
              <a:off x="5011000" y="3024875"/>
              <a:ext cx="78350" cy="96925"/>
            </a:xfrm>
            <a:custGeom>
              <a:rect b="b" l="l" r="r" t="t"/>
              <a:pathLst>
                <a:path extrusionOk="0" h="3877" w="3134">
                  <a:moveTo>
                    <a:pt x="1724" y="0"/>
                  </a:moveTo>
                  <a:lnTo>
                    <a:pt x="1" y="3485"/>
                  </a:lnTo>
                  <a:lnTo>
                    <a:pt x="236" y="3681"/>
                  </a:lnTo>
                  <a:lnTo>
                    <a:pt x="275" y="3681"/>
                  </a:lnTo>
                  <a:lnTo>
                    <a:pt x="510" y="3876"/>
                  </a:lnTo>
                  <a:lnTo>
                    <a:pt x="3133" y="901"/>
                  </a:lnTo>
                  <a:lnTo>
                    <a:pt x="2742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9"/>
            <p:cNvSpPr/>
            <p:nvPr/>
          </p:nvSpPr>
          <p:spPr>
            <a:xfrm>
              <a:off x="4873975" y="3209875"/>
              <a:ext cx="84200" cy="106725"/>
            </a:xfrm>
            <a:custGeom>
              <a:rect b="b" l="l" r="r" t="t"/>
              <a:pathLst>
                <a:path extrusionOk="0" h="4269" w="3368">
                  <a:moveTo>
                    <a:pt x="2819" y="0"/>
                  </a:moveTo>
                  <a:lnTo>
                    <a:pt x="0" y="3172"/>
                  </a:lnTo>
                  <a:lnTo>
                    <a:pt x="314" y="4229"/>
                  </a:lnTo>
                  <a:lnTo>
                    <a:pt x="314" y="4268"/>
                  </a:lnTo>
                  <a:lnTo>
                    <a:pt x="353" y="4229"/>
                  </a:lnTo>
                  <a:lnTo>
                    <a:pt x="1410" y="4268"/>
                  </a:lnTo>
                  <a:lnTo>
                    <a:pt x="3368" y="353"/>
                  </a:lnTo>
                  <a:lnTo>
                    <a:pt x="3094" y="196"/>
                  </a:lnTo>
                  <a:lnTo>
                    <a:pt x="3094" y="157"/>
                  </a:lnTo>
                  <a:lnTo>
                    <a:pt x="2819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9"/>
            <p:cNvSpPr/>
            <p:nvPr/>
          </p:nvSpPr>
          <p:spPr>
            <a:xfrm>
              <a:off x="5030575" y="3057175"/>
              <a:ext cx="70525" cy="67550"/>
            </a:xfrm>
            <a:custGeom>
              <a:rect b="b" l="l" r="r" t="t"/>
              <a:pathLst>
                <a:path extrusionOk="0" h="2702" w="2821">
                  <a:moveTo>
                    <a:pt x="2546" y="0"/>
                  </a:moveTo>
                  <a:lnTo>
                    <a:pt x="1" y="2506"/>
                  </a:lnTo>
                  <a:lnTo>
                    <a:pt x="197" y="2702"/>
                  </a:lnTo>
                  <a:lnTo>
                    <a:pt x="2820" y="666"/>
                  </a:lnTo>
                  <a:lnTo>
                    <a:pt x="2546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9"/>
            <p:cNvSpPr/>
            <p:nvPr/>
          </p:nvSpPr>
          <p:spPr>
            <a:xfrm>
              <a:off x="5004150" y="3024875"/>
              <a:ext cx="40175" cy="80275"/>
            </a:xfrm>
            <a:custGeom>
              <a:rect b="b" l="l" r="r" t="t"/>
              <a:pathLst>
                <a:path extrusionOk="0" h="3211" w="1607">
                  <a:moveTo>
                    <a:pt x="1606" y="0"/>
                  </a:moveTo>
                  <a:lnTo>
                    <a:pt x="862" y="39"/>
                  </a:lnTo>
                  <a:lnTo>
                    <a:pt x="1" y="3133"/>
                  </a:lnTo>
                  <a:lnTo>
                    <a:pt x="236" y="3211"/>
                  </a:lnTo>
                  <a:lnTo>
                    <a:pt x="1606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9"/>
            <p:cNvSpPr/>
            <p:nvPr/>
          </p:nvSpPr>
          <p:spPr>
            <a:xfrm>
              <a:off x="4865175" y="3206925"/>
              <a:ext cx="72450" cy="71500"/>
            </a:xfrm>
            <a:custGeom>
              <a:rect b="b" l="l" r="r" t="t"/>
              <a:pathLst>
                <a:path extrusionOk="0" h="2860" w="2898">
                  <a:moveTo>
                    <a:pt x="2741" y="1"/>
                  </a:moveTo>
                  <a:lnTo>
                    <a:pt x="0" y="2115"/>
                  </a:lnTo>
                  <a:lnTo>
                    <a:pt x="196" y="2859"/>
                  </a:lnTo>
                  <a:lnTo>
                    <a:pt x="2897" y="197"/>
                  </a:lnTo>
                  <a:lnTo>
                    <a:pt x="2741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9"/>
            <p:cNvSpPr/>
            <p:nvPr/>
          </p:nvSpPr>
          <p:spPr>
            <a:xfrm>
              <a:off x="4920950" y="3226500"/>
              <a:ext cx="44075" cy="90100"/>
            </a:xfrm>
            <a:custGeom>
              <a:rect b="b" l="l" r="r" t="t"/>
              <a:pathLst>
                <a:path extrusionOk="0" h="3604" w="1763">
                  <a:moveTo>
                    <a:pt x="1528" y="1"/>
                  </a:moveTo>
                  <a:lnTo>
                    <a:pt x="1" y="3603"/>
                  </a:lnTo>
                  <a:lnTo>
                    <a:pt x="745" y="3603"/>
                  </a:lnTo>
                  <a:lnTo>
                    <a:pt x="1763" y="118"/>
                  </a:lnTo>
                  <a:lnTo>
                    <a:pt x="1528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9"/>
            <p:cNvSpPr/>
            <p:nvPr/>
          </p:nvSpPr>
          <p:spPr>
            <a:xfrm>
              <a:off x="4851450" y="3064025"/>
              <a:ext cx="93025" cy="76375"/>
            </a:xfrm>
            <a:custGeom>
              <a:rect b="b" l="l" r="r" t="t"/>
              <a:pathLst>
                <a:path extrusionOk="0" h="3055" w="3721">
                  <a:moveTo>
                    <a:pt x="1058" y="0"/>
                  </a:moveTo>
                  <a:lnTo>
                    <a:pt x="118" y="392"/>
                  </a:lnTo>
                  <a:lnTo>
                    <a:pt x="79" y="392"/>
                  </a:lnTo>
                  <a:lnTo>
                    <a:pt x="79" y="431"/>
                  </a:lnTo>
                  <a:lnTo>
                    <a:pt x="1" y="1449"/>
                  </a:lnTo>
                  <a:lnTo>
                    <a:pt x="3329" y="3054"/>
                  </a:lnTo>
                  <a:lnTo>
                    <a:pt x="3525" y="2780"/>
                  </a:lnTo>
                  <a:lnTo>
                    <a:pt x="3720" y="2506"/>
                  </a:lnTo>
                  <a:lnTo>
                    <a:pt x="1058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9"/>
            <p:cNvSpPr/>
            <p:nvPr/>
          </p:nvSpPr>
          <p:spPr>
            <a:xfrm>
              <a:off x="5026675" y="3190300"/>
              <a:ext cx="100850" cy="85175"/>
            </a:xfrm>
            <a:custGeom>
              <a:rect b="b" l="l" r="r" t="t"/>
              <a:pathLst>
                <a:path extrusionOk="0" h="3407" w="4034">
                  <a:moveTo>
                    <a:pt x="353" y="0"/>
                  </a:moveTo>
                  <a:lnTo>
                    <a:pt x="196" y="274"/>
                  </a:lnTo>
                  <a:lnTo>
                    <a:pt x="157" y="274"/>
                  </a:lnTo>
                  <a:lnTo>
                    <a:pt x="0" y="548"/>
                  </a:lnTo>
                  <a:lnTo>
                    <a:pt x="3015" y="3407"/>
                  </a:lnTo>
                  <a:lnTo>
                    <a:pt x="4033" y="2937"/>
                  </a:lnTo>
                  <a:lnTo>
                    <a:pt x="4033" y="1762"/>
                  </a:lnTo>
                  <a:lnTo>
                    <a:pt x="353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9"/>
            <p:cNvSpPr/>
            <p:nvPr/>
          </p:nvSpPr>
          <p:spPr>
            <a:xfrm>
              <a:off x="4887675" y="3053250"/>
              <a:ext cx="60725" cy="66600"/>
            </a:xfrm>
            <a:custGeom>
              <a:rect b="b" l="l" r="r" t="t"/>
              <a:pathLst>
                <a:path extrusionOk="0" h="2664" w="2429">
                  <a:moveTo>
                    <a:pt x="666" y="1"/>
                  </a:moveTo>
                  <a:lnTo>
                    <a:pt x="1" y="275"/>
                  </a:lnTo>
                  <a:lnTo>
                    <a:pt x="2232" y="2663"/>
                  </a:lnTo>
                  <a:lnTo>
                    <a:pt x="2428" y="2507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9"/>
            <p:cNvSpPr/>
            <p:nvPr/>
          </p:nvSpPr>
          <p:spPr>
            <a:xfrm>
              <a:off x="4849500" y="3110025"/>
              <a:ext cx="78325" cy="38200"/>
            </a:xfrm>
            <a:custGeom>
              <a:rect b="b" l="l" r="r" t="t"/>
              <a:pathLst>
                <a:path extrusionOk="0" h="1528" w="3133">
                  <a:moveTo>
                    <a:pt x="40" y="1"/>
                  </a:moveTo>
                  <a:lnTo>
                    <a:pt x="1" y="745"/>
                  </a:lnTo>
                  <a:lnTo>
                    <a:pt x="3055" y="1528"/>
                  </a:lnTo>
                  <a:lnTo>
                    <a:pt x="3133" y="1293"/>
                  </a:lnTo>
                  <a:lnTo>
                    <a:pt x="40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9"/>
            <p:cNvSpPr/>
            <p:nvPr/>
          </p:nvSpPr>
          <p:spPr>
            <a:xfrm>
              <a:off x="5022750" y="3211825"/>
              <a:ext cx="68550" cy="76375"/>
            </a:xfrm>
            <a:custGeom>
              <a:rect b="b" l="l" r="r" t="t"/>
              <a:pathLst>
                <a:path extrusionOk="0" h="3055" w="2742">
                  <a:moveTo>
                    <a:pt x="197" y="1"/>
                  </a:moveTo>
                  <a:lnTo>
                    <a:pt x="1" y="196"/>
                  </a:lnTo>
                  <a:lnTo>
                    <a:pt x="2037" y="3055"/>
                  </a:lnTo>
                  <a:lnTo>
                    <a:pt x="2741" y="2741"/>
                  </a:lnTo>
                  <a:lnTo>
                    <a:pt x="197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9"/>
            <p:cNvSpPr/>
            <p:nvPr/>
          </p:nvSpPr>
          <p:spPr>
            <a:xfrm>
              <a:off x="5043300" y="3182450"/>
              <a:ext cx="84225" cy="41150"/>
            </a:xfrm>
            <a:custGeom>
              <a:rect b="b" l="l" r="r" t="t"/>
              <a:pathLst>
                <a:path extrusionOk="0" h="1646" w="3369">
                  <a:moveTo>
                    <a:pt x="79" y="1"/>
                  </a:moveTo>
                  <a:lnTo>
                    <a:pt x="1" y="236"/>
                  </a:lnTo>
                  <a:lnTo>
                    <a:pt x="3368" y="1645"/>
                  </a:lnTo>
                  <a:lnTo>
                    <a:pt x="3329" y="823"/>
                  </a:lnTo>
                  <a:lnTo>
                    <a:pt x="79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9"/>
            <p:cNvSpPr/>
            <p:nvPr/>
          </p:nvSpPr>
          <p:spPr>
            <a:xfrm>
              <a:off x="4912150" y="3093400"/>
              <a:ext cx="142925" cy="146850"/>
            </a:xfrm>
            <a:custGeom>
              <a:rect b="b" l="l" r="r" t="t"/>
              <a:pathLst>
                <a:path extrusionOk="0" h="5874" w="5717">
                  <a:moveTo>
                    <a:pt x="2702" y="0"/>
                  </a:moveTo>
                  <a:lnTo>
                    <a:pt x="2389" y="78"/>
                  </a:lnTo>
                  <a:lnTo>
                    <a:pt x="2115" y="157"/>
                  </a:lnTo>
                  <a:lnTo>
                    <a:pt x="1841" y="235"/>
                  </a:lnTo>
                  <a:lnTo>
                    <a:pt x="1606" y="352"/>
                  </a:lnTo>
                  <a:lnTo>
                    <a:pt x="1371" y="509"/>
                  </a:lnTo>
                  <a:lnTo>
                    <a:pt x="1136" y="705"/>
                  </a:lnTo>
                  <a:lnTo>
                    <a:pt x="940" y="861"/>
                  </a:lnTo>
                  <a:lnTo>
                    <a:pt x="744" y="1096"/>
                  </a:lnTo>
                  <a:lnTo>
                    <a:pt x="588" y="1292"/>
                  </a:lnTo>
                  <a:lnTo>
                    <a:pt x="431" y="1527"/>
                  </a:lnTo>
                  <a:lnTo>
                    <a:pt x="274" y="1801"/>
                  </a:lnTo>
                  <a:lnTo>
                    <a:pt x="196" y="2075"/>
                  </a:lnTo>
                  <a:lnTo>
                    <a:pt x="118" y="2349"/>
                  </a:lnTo>
                  <a:lnTo>
                    <a:pt x="40" y="2623"/>
                  </a:lnTo>
                  <a:lnTo>
                    <a:pt x="0" y="2897"/>
                  </a:lnTo>
                  <a:lnTo>
                    <a:pt x="0" y="3171"/>
                  </a:lnTo>
                  <a:lnTo>
                    <a:pt x="40" y="3485"/>
                  </a:lnTo>
                  <a:lnTo>
                    <a:pt x="79" y="3759"/>
                  </a:lnTo>
                  <a:lnTo>
                    <a:pt x="157" y="4072"/>
                  </a:lnTo>
                  <a:lnTo>
                    <a:pt x="274" y="4346"/>
                  </a:lnTo>
                  <a:lnTo>
                    <a:pt x="392" y="4581"/>
                  </a:lnTo>
                  <a:lnTo>
                    <a:pt x="549" y="4816"/>
                  </a:lnTo>
                  <a:lnTo>
                    <a:pt x="744" y="5012"/>
                  </a:lnTo>
                  <a:lnTo>
                    <a:pt x="940" y="5207"/>
                  </a:lnTo>
                  <a:lnTo>
                    <a:pt x="1136" y="5403"/>
                  </a:lnTo>
                  <a:lnTo>
                    <a:pt x="1371" y="5521"/>
                  </a:lnTo>
                  <a:lnTo>
                    <a:pt x="1645" y="5638"/>
                  </a:lnTo>
                  <a:lnTo>
                    <a:pt x="1880" y="5756"/>
                  </a:lnTo>
                  <a:lnTo>
                    <a:pt x="2154" y="5834"/>
                  </a:lnTo>
                  <a:lnTo>
                    <a:pt x="2428" y="5873"/>
                  </a:lnTo>
                  <a:lnTo>
                    <a:pt x="3015" y="5873"/>
                  </a:lnTo>
                  <a:lnTo>
                    <a:pt x="3289" y="5834"/>
                  </a:lnTo>
                  <a:lnTo>
                    <a:pt x="3603" y="5756"/>
                  </a:lnTo>
                  <a:lnTo>
                    <a:pt x="3877" y="5638"/>
                  </a:lnTo>
                  <a:lnTo>
                    <a:pt x="4151" y="5521"/>
                  </a:lnTo>
                  <a:lnTo>
                    <a:pt x="4386" y="5364"/>
                  </a:lnTo>
                  <a:lnTo>
                    <a:pt x="4621" y="5168"/>
                  </a:lnTo>
                  <a:lnTo>
                    <a:pt x="4816" y="4973"/>
                  </a:lnTo>
                  <a:lnTo>
                    <a:pt x="5012" y="4738"/>
                  </a:lnTo>
                  <a:lnTo>
                    <a:pt x="5208" y="4503"/>
                  </a:lnTo>
                  <a:lnTo>
                    <a:pt x="5325" y="4268"/>
                  </a:lnTo>
                  <a:lnTo>
                    <a:pt x="5482" y="3994"/>
                  </a:lnTo>
                  <a:lnTo>
                    <a:pt x="5560" y="3720"/>
                  </a:lnTo>
                  <a:lnTo>
                    <a:pt x="5638" y="3446"/>
                  </a:lnTo>
                  <a:lnTo>
                    <a:pt x="5678" y="3171"/>
                  </a:lnTo>
                  <a:lnTo>
                    <a:pt x="5717" y="2858"/>
                  </a:lnTo>
                  <a:lnTo>
                    <a:pt x="5717" y="2545"/>
                  </a:lnTo>
                  <a:lnTo>
                    <a:pt x="5678" y="2271"/>
                  </a:lnTo>
                  <a:lnTo>
                    <a:pt x="5599" y="1958"/>
                  </a:lnTo>
                  <a:lnTo>
                    <a:pt x="5521" y="1723"/>
                  </a:lnTo>
                  <a:lnTo>
                    <a:pt x="5404" y="1449"/>
                  </a:lnTo>
                  <a:lnTo>
                    <a:pt x="5247" y="1214"/>
                  </a:lnTo>
                  <a:lnTo>
                    <a:pt x="5090" y="979"/>
                  </a:lnTo>
                  <a:lnTo>
                    <a:pt x="4895" y="783"/>
                  </a:lnTo>
                  <a:lnTo>
                    <a:pt x="4699" y="626"/>
                  </a:lnTo>
                  <a:lnTo>
                    <a:pt x="4503" y="470"/>
                  </a:lnTo>
                  <a:lnTo>
                    <a:pt x="4268" y="313"/>
                  </a:lnTo>
                  <a:lnTo>
                    <a:pt x="4033" y="196"/>
                  </a:lnTo>
                  <a:lnTo>
                    <a:pt x="3759" y="117"/>
                  </a:lnTo>
                  <a:lnTo>
                    <a:pt x="3524" y="39"/>
                  </a:lnTo>
                  <a:lnTo>
                    <a:pt x="3250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9"/>
            <p:cNvSpPr/>
            <p:nvPr/>
          </p:nvSpPr>
          <p:spPr>
            <a:xfrm>
              <a:off x="5705975" y="2708700"/>
              <a:ext cx="81275" cy="489450"/>
            </a:xfrm>
            <a:custGeom>
              <a:rect b="b" l="l" r="r" t="t"/>
              <a:pathLst>
                <a:path extrusionOk="0" h="19578" w="3251">
                  <a:moveTo>
                    <a:pt x="2742" y="1"/>
                  </a:moveTo>
                  <a:lnTo>
                    <a:pt x="118" y="588"/>
                  </a:lnTo>
                  <a:lnTo>
                    <a:pt x="79" y="1214"/>
                  </a:lnTo>
                  <a:lnTo>
                    <a:pt x="1" y="2937"/>
                  </a:lnTo>
                  <a:lnTo>
                    <a:pt x="1" y="5521"/>
                  </a:lnTo>
                  <a:lnTo>
                    <a:pt x="1" y="7127"/>
                  </a:lnTo>
                  <a:lnTo>
                    <a:pt x="40" y="8810"/>
                  </a:lnTo>
                  <a:lnTo>
                    <a:pt x="158" y="11786"/>
                  </a:lnTo>
                  <a:lnTo>
                    <a:pt x="236" y="13352"/>
                  </a:lnTo>
                  <a:lnTo>
                    <a:pt x="392" y="14879"/>
                  </a:lnTo>
                  <a:lnTo>
                    <a:pt x="588" y="16915"/>
                  </a:lnTo>
                  <a:lnTo>
                    <a:pt x="784" y="18403"/>
                  </a:lnTo>
                  <a:lnTo>
                    <a:pt x="941" y="19577"/>
                  </a:lnTo>
                  <a:lnTo>
                    <a:pt x="3251" y="19029"/>
                  </a:lnTo>
                  <a:lnTo>
                    <a:pt x="3055" y="17698"/>
                  </a:lnTo>
                  <a:lnTo>
                    <a:pt x="2859" y="16054"/>
                  </a:lnTo>
                  <a:lnTo>
                    <a:pt x="2702" y="13861"/>
                  </a:lnTo>
                  <a:lnTo>
                    <a:pt x="2546" y="11120"/>
                  </a:lnTo>
                  <a:lnTo>
                    <a:pt x="2507" y="9554"/>
                  </a:lnTo>
                  <a:lnTo>
                    <a:pt x="2468" y="7871"/>
                  </a:lnTo>
                  <a:lnTo>
                    <a:pt x="2507" y="6069"/>
                  </a:lnTo>
                  <a:lnTo>
                    <a:pt x="2546" y="4151"/>
                  </a:lnTo>
                  <a:lnTo>
                    <a:pt x="2624" y="2115"/>
                  </a:lnTo>
                  <a:lnTo>
                    <a:pt x="2742" y="1"/>
                  </a:lnTo>
                  <a:close/>
                </a:path>
              </a:pathLst>
            </a:custGeom>
            <a:solidFill>
              <a:srgbClr val="004E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9"/>
            <p:cNvSpPr/>
            <p:nvPr/>
          </p:nvSpPr>
          <p:spPr>
            <a:xfrm>
              <a:off x="5729475" y="3184425"/>
              <a:ext cx="96925" cy="356325"/>
            </a:xfrm>
            <a:custGeom>
              <a:rect b="b" l="l" r="r" t="t"/>
              <a:pathLst>
                <a:path extrusionOk="0" h="14253" w="3877">
                  <a:moveTo>
                    <a:pt x="2311" y="0"/>
                  </a:moveTo>
                  <a:lnTo>
                    <a:pt x="1" y="548"/>
                  </a:lnTo>
                  <a:lnTo>
                    <a:pt x="118" y="1292"/>
                  </a:lnTo>
                  <a:lnTo>
                    <a:pt x="549" y="3524"/>
                  </a:lnTo>
                  <a:lnTo>
                    <a:pt x="1371" y="7439"/>
                  </a:lnTo>
                  <a:lnTo>
                    <a:pt x="1958" y="10024"/>
                  </a:lnTo>
                  <a:lnTo>
                    <a:pt x="2663" y="13078"/>
                  </a:lnTo>
                  <a:lnTo>
                    <a:pt x="2702" y="13195"/>
                  </a:lnTo>
                  <a:lnTo>
                    <a:pt x="2663" y="13313"/>
                  </a:lnTo>
                  <a:lnTo>
                    <a:pt x="2624" y="13508"/>
                  </a:lnTo>
                  <a:lnTo>
                    <a:pt x="2546" y="13704"/>
                  </a:lnTo>
                  <a:lnTo>
                    <a:pt x="2428" y="13900"/>
                  </a:lnTo>
                  <a:lnTo>
                    <a:pt x="2193" y="14096"/>
                  </a:lnTo>
                  <a:lnTo>
                    <a:pt x="1880" y="14252"/>
                  </a:lnTo>
                  <a:lnTo>
                    <a:pt x="1880" y="14252"/>
                  </a:lnTo>
                  <a:lnTo>
                    <a:pt x="2193" y="14135"/>
                  </a:lnTo>
                  <a:lnTo>
                    <a:pt x="2506" y="13939"/>
                  </a:lnTo>
                  <a:lnTo>
                    <a:pt x="2859" y="13704"/>
                  </a:lnTo>
                  <a:lnTo>
                    <a:pt x="3055" y="13508"/>
                  </a:lnTo>
                  <a:lnTo>
                    <a:pt x="3250" y="13313"/>
                  </a:lnTo>
                  <a:lnTo>
                    <a:pt x="3407" y="13078"/>
                  </a:lnTo>
                  <a:lnTo>
                    <a:pt x="3564" y="12804"/>
                  </a:lnTo>
                  <a:lnTo>
                    <a:pt x="3681" y="12490"/>
                  </a:lnTo>
                  <a:lnTo>
                    <a:pt x="3798" y="12138"/>
                  </a:lnTo>
                  <a:lnTo>
                    <a:pt x="3877" y="11746"/>
                  </a:lnTo>
                  <a:lnTo>
                    <a:pt x="3877" y="11355"/>
                  </a:lnTo>
                  <a:lnTo>
                    <a:pt x="3877" y="10846"/>
                  </a:lnTo>
                  <a:lnTo>
                    <a:pt x="3838" y="10298"/>
                  </a:lnTo>
                  <a:lnTo>
                    <a:pt x="3720" y="8966"/>
                  </a:lnTo>
                  <a:lnTo>
                    <a:pt x="3485" y="7479"/>
                  </a:lnTo>
                  <a:lnTo>
                    <a:pt x="3250" y="5912"/>
                  </a:lnTo>
                  <a:lnTo>
                    <a:pt x="2702" y="2702"/>
                  </a:lnTo>
                  <a:lnTo>
                    <a:pt x="2467" y="1253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rgbClr val="9626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9"/>
            <p:cNvSpPr/>
            <p:nvPr/>
          </p:nvSpPr>
          <p:spPr>
            <a:xfrm>
              <a:off x="5729475" y="3118850"/>
              <a:ext cx="705775" cy="79300"/>
            </a:xfrm>
            <a:custGeom>
              <a:rect b="b" l="l" r="r" t="t"/>
              <a:pathLst>
                <a:path extrusionOk="0" h="3172" w="28231">
                  <a:moveTo>
                    <a:pt x="21104" y="0"/>
                  </a:moveTo>
                  <a:lnTo>
                    <a:pt x="19342" y="39"/>
                  </a:lnTo>
                  <a:lnTo>
                    <a:pt x="17541" y="117"/>
                  </a:lnTo>
                  <a:lnTo>
                    <a:pt x="15779" y="235"/>
                  </a:lnTo>
                  <a:lnTo>
                    <a:pt x="13978" y="392"/>
                  </a:lnTo>
                  <a:lnTo>
                    <a:pt x="12216" y="587"/>
                  </a:lnTo>
                  <a:lnTo>
                    <a:pt x="10455" y="861"/>
                  </a:lnTo>
                  <a:lnTo>
                    <a:pt x="8693" y="1135"/>
                  </a:lnTo>
                  <a:lnTo>
                    <a:pt x="6931" y="1488"/>
                  </a:lnTo>
                  <a:lnTo>
                    <a:pt x="5169" y="1840"/>
                  </a:lnTo>
                  <a:lnTo>
                    <a:pt x="3446" y="2232"/>
                  </a:lnTo>
                  <a:lnTo>
                    <a:pt x="1723" y="2702"/>
                  </a:lnTo>
                  <a:lnTo>
                    <a:pt x="1" y="3171"/>
                  </a:lnTo>
                  <a:lnTo>
                    <a:pt x="1723" y="2780"/>
                  </a:lnTo>
                  <a:lnTo>
                    <a:pt x="3485" y="2388"/>
                  </a:lnTo>
                  <a:lnTo>
                    <a:pt x="5208" y="2036"/>
                  </a:lnTo>
                  <a:lnTo>
                    <a:pt x="6970" y="1723"/>
                  </a:lnTo>
                  <a:lnTo>
                    <a:pt x="8732" y="1410"/>
                  </a:lnTo>
                  <a:lnTo>
                    <a:pt x="10494" y="1135"/>
                  </a:lnTo>
                  <a:lnTo>
                    <a:pt x="12256" y="901"/>
                  </a:lnTo>
                  <a:lnTo>
                    <a:pt x="13117" y="783"/>
                  </a:lnTo>
                  <a:lnTo>
                    <a:pt x="14018" y="705"/>
                  </a:lnTo>
                  <a:lnTo>
                    <a:pt x="15779" y="509"/>
                  </a:lnTo>
                  <a:lnTo>
                    <a:pt x="17541" y="392"/>
                  </a:lnTo>
                  <a:lnTo>
                    <a:pt x="19342" y="313"/>
                  </a:lnTo>
                  <a:lnTo>
                    <a:pt x="21104" y="235"/>
                  </a:lnTo>
                  <a:lnTo>
                    <a:pt x="24667" y="235"/>
                  </a:lnTo>
                  <a:lnTo>
                    <a:pt x="26468" y="274"/>
                  </a:lnTo>
                  <a:lnTo>
                    <a:pt x="28230" y="352"/>
                  </a:lnTo>
                  <a:lnTo>
                    <a:pt x="26468" y="196"/>
                  </a:lnTo>
                  <a:lnTo>
                    <a:pt x="24667" y="78"/>
                  </a:lnTo>
                  <a:lnTo>
                    <a:pt x="22905" y="39"/>
                  </a:lnTo>
                  <a:lnTo>
                    <a:pt x="21104" y="0"/>
                  </a:lnTo>
                  <a:close/>
                </a:path>
              </a:pathLst>
            </a:custGeom>
            <a:solidFill>
              <a:srgbClr val="004E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9"/>
            <p:cNvSpPr/>
            <p:nvPr/>
          </p:nvSpPr>
          <p:spPr>
            <a:xfrm>
              <a:off x="5703050" y="2693050"/>
              <a:ext cx="11775" cy="384700"/>
            </a:xfrm>
            <a:custGeom>
              <a:rect b="b" l="l" r="r" t="t"/>
              <a:pathLst>
                <a:path extrusionOk="0" h="15388" w="471">
                  <a:moveTo>
                    <a:pt x="314" y="0"/>
                  </a:moveTo>
                  <a:lnTo>
                    <a:pt x="157" y="1919"/>
                  </a:lnTo>
                  <a:lnTo>
                    <a:pt x="40" y="3837"/>
                  </a:lnTo>
                  <a:lnTo>
                    <a:pt x="0" y="5756"/>
                  </a:lnTo>
                  <a:lnTo>
                    <a:pt x="0" y="7674"/>
                  </a:lnTo>
                  <a:lnTo>
                    <a:pt x="40" y="9593"/>
                  </a:lnTo>
                  <a:lnTo>
                    <a:pt x="79" y="10572"/>
                  </a:lnTo>
                  <a:lnTo>
                    <a:pt x="118" y="11551"/>
                  </a:lnTo>
                  <a:lnTo>
                    <a:pt x="275" y="13469"/>
                  </a:lnTo>
                  <a:lnTo>
                    <a:pt x="470" y="15388"/>
                  </a:lnTo>
                  <a:lnTo>
                    <a:pt x="431" y="13469"/>
                  </a:lnTo>
                  <a:lnTo>
                    <a:pt x="392" y="12490"/>
                  </a:lnTo>
                  <a:lnTo>
                    <a:pt x="353" y="11511"/>
                  </a:lnTo>
                  <a:lnTo>
                    <a:pt x="314" y="7674"/>
                  </a:lnTo>
                  <a:lnTo>
                    <a:pt x="314" y="3837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rgbClr val="004E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9"/>
            <p:cNvSpPr/>
            <p:nvPr/>
          </p:nvSpPr>
          <p:spPr>
            <a:xfrm>
              <a:off x="4861250" y="3123725"/>
              <a:ext cx="467900" cy="602025"/>
            </a:xfrm>
            <a:custGeom>
              <a:rect b="b" l="l" r="r" t="t"/>
              <a:pathLst>
                <a:path extrusionOk="0" h="24081" w="18716">
                  <a:moveTo>
                    <a:pt x="18559" y="1"/>
                  </a:moveTo>
                  <a:lnTo>
                    <a:pt x="16132" y="2937"/>
                  </a:lnTo>
                  <a:lnTo>
                    <a:pt x="13743" y="5913"/>
                  </a:lnTo>
                  <a:lnTo>
                    <a:pt x="11355" y="8849"/>
                  </a:lnTo>
                  <a:lnTo>
                    <a:pt x="9006" y="11864"/>
                  </a:lnTo>
                  <a:lnTo>
                    <a:pt x="6696" y="14879"/>
                  </a:lnTo>
                  <a:lnTo>
                    <a:pt x="4425" y="17894"/>
                  </a:lnTo>
                  <a:lnTo>
                    <a:pt x="2154" y="20987"/>
                  </a:lnTo>
                  <a:lnTo>
                    <a:pt x="1058" y="22514"/>
                  </a:lnTo>
                  <a:lnTo>
                    <a:pt x="0" y="24080"/>
                  </a:lnTo>
                  <a:lnTo>
                    <a:pt x="1097" y="22553"/>
                  </a:lnTo>
                  <a:lnTo>
                    <a:pt x="2271" y="21026"/>
                  </a:lnTo>
                  <a:lnTo>
                    <a:pt x="4581" y="18011"/>
                  </a:lnTo>
                  <a:lnTo>
                    <a:pt x="6931" y="15036"/>
                  </a:lnTo>
                  <a:lnTo>
                    <a:pt x="9280" y="12060"/>
                  </a:lnTo>
                  <a:lnTo>
                    <a:pt x="11629" y="9084"/>
                  </a:lnTo>
                  <a:lnTo>
                    <a:pt x="13978" y="6109"/>
                  </a:lnTo>
                  <a:lnTo>
                    <a:pt x="18716" y="157"/>
                  </a:lnTo>
                  <a:lnTo>
                    <a:pt x="18559" y="1"/>
                  </a:lnTo>
                  <a:close/>
                </a:path>
              </a:pathLst>
            </a:custGeom>
            <a:solidFill>
              <a:srgbClr val="AE01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9"/>
            <p:cNvSpPr/>
            <p:nvPr/>
          </p:nvSpPr>
          <p:spPr>
            <a:xfrm>
              <a:off x="4762375" y="2815400"/>
              <a:ext cx="940700" cy="314225"/>
            </a:xfrm>
            <a:custGeom>
              <a:rect b="b" l="l" r="r" t="t"/>
              <a:pathLst>
                <a:path extrusionOk="0" h="12569" w="37628">
                  <a:moveTo>
                    <a:pt x="1" y="0"/>
                  </a:moveTo>
                  <a:lnTo>
                    <a:pt x="2781" y="1606"/>
                  </a:lnTo>
                  <a:lnTo>
                    <a:pt x="5600" y="3172"/>
                  </a:lnTo>
                  <a:lnTo>
                    <a:pt x="11238" y="6304"/>
                  </a:lnTo>
                  <a:lnTo>
                    <a:pt x="16876" y="9436"/>
                  </a:lnTo>
                  <a:lnTo>
                    <a:pt x="22514" y="12530"/>
                  </a:lnTo>
                  <a:lnTo>
                    <a:pt x="22592" y="12569"/>
                  </a:lnTo>
                  <a:lnTo>
                    <a:pt x="22671" y="12530"/>
                  </a:lnTo>
                  <a:lnTo>
                    <a:pt x="23571" y="12138"/>
                  </a:lnTo>
                  <a:lnTo>
                    <a:pt x="24511" y="11786"/>
                  </a:lnTo>
                  <a:lnTo>
                    <a:pt x="25451" y="11433"/>
                  </a:lnTo>
                  <a:lnTo>
                    <a:pt x="26390" y="11120"/>
                  </a:lnTo>
                  <a:lnTo>
                    <a:pt x="27330" y="10846"/>
                  </a:lnTo>
                  <a:lnTo>
                    <a:pt x="28309" y="10572"/>
                  </a:lnTo>
                  <a:lnTo>
                    <a:pt x="29249" y="10337"/>
                  </a:lnTo>
                  <a:lnTo>
                    <a:pt x="30227" y="10141"/>
                  </a:lnTo>
                  <a:lnTo>
                    <a:pt x="31245" y="9945"/>
                  </a:lnTo>
                  <a:lnTo>
                    <a:pt x="32224" y="9828"/>
                  </a:lnTo>
                  <a:lnTo>
                    <a:pt x="33203" y="9750"/>
                  </a:lnTo>
                  <a:lnTo>
                    <a:pt x="34691" y="9750"/>
                  </a:lnTo>
                  <a:lnTo>
                    <a:pt x="35200" y="9789"/>
                  </a:lnTo>
                  <a:lnTo>
                    <a:pt x="35709" y="9828"/>
                  </a:lnTo>
                  <a:lnTo>
                    <a:pt x="36179" y="9906"/>
                  </a:lnTo>
                  <a:lnTo>
                    <a:pt x="36688" y="10024"/>
                  </a:lnTo>
                  <a:lnTo>
                    <a:pt x="37158" y="10141"/>
                  </a:lnTo>
                  <a:lnTo>
                    <a:pt x="37627" y="10298"/>
                  </a:lnTo>
                  <a:lnTo>
                    <a:pt x="37158" y="10102"/>
                  </a:lnTo>
                  <a:lnTo>
                    <a:pt x="36688" y="9985"/>
                  </a:lnTo>
                  <a:lnTo>
                    <a:pt x="36218" y="9867"/>
                  </a:lnTo>
                  <a:lnTo>
                    <a:pt x="35709" y="9750"/>
                  </a:lnTo>
                  <a:lnTo>
                    <a:pt x="35200" y="9671"/>
                  </a:lnTo>
                  <a:lnTo>
                    <a:pt x="34730" y="9632"/>
                  </a:lnTo>
                  <a:lnTo>
                    <a:pt x="33203" y="9632"/>
                  </a:lnTo>
                  <a:lnTo>
                    <a:pt x="32185" y="9671"/>
                  </a:lnTo>
                  <a:lnTo>
                    <a:pt x="31206" y="9789"/>
                  </a:lnTo>
                  <a:lnTo>
                    <a:pt x="30188" y="9945"/>
                  </a:lnTo>
                  <a:lnTo>
                    <a:pt x="29209" y="10141"/>
                  </a:lnTo>
                  <a:lnTo>
                    <a:pt x="28231" y="10337"/>
                  </a:lnTo>
                  <a:lnTo>
                    <a:pt x="27252" y="10611"/>
                  </a:lnTo>
                  <a:lnTo>
                    <a:pt x="26312" y="10885"/>
                  </a:lnTo>
                  <a:lnTo>
                    <a:pt x="25333" y="11198"/>
                  </a:lnTo>
                  <a:lnTo>
                    <a:pt x="24394" y="11512"/>
                  </a:lnTo>
                  <a:lnTo>
                    <a:pt x="23454" y="11903"/>
                  </a:lnTo>
                  <a:lnTo>
                    <a:pt x="22619" y="12266"/>
                  </a:lnTo>
                  <a:lnTo>
                    <a:pt x="22619" y="12266"/>
                  </a:lnTo>
                  <a:lnTo>
                    <a:pt x="17033" y="9162"/>
                  </a:lnTo>
                  <a:lnTo>
                    <a:pt x="11355" y="6069"/>
                  </a:lnTo>
                  <a:lnTo>
                    <a:pt x="5678" y="3015"/>
                  </a:lnTo>
                  <a:lnTo>
                    <a:pt x="2820" y="148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4E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9"/>
            <p:cNvSpPr/>
            <p:nvPr/>
          </p:nvSpPr>
          <p:spPr>
            <a:xfrm>
              <a:off x="5549375" y="3213775"/>
              <a:ext cx="249625" cy="458125"/>
            </a:xfrm>
            <a:custGeom>
              <a:rect b="b" l="l" r="r" t="t"/>
              <a:pathLst>
                <a:path extrusionOk="0" h="18325" w="9985">
                  <a:moveTo>
                    <a:pt x="7165" y="1"/>
                  </a:moveTo>
                  <a:lnTo>
                    <a:pt x="7792" y="3055"/>
                  </a:lnTo>
                  <a:lnTo>
                    <a:pt x="8457" y="6070"/>
                  </a:lnTo>
                  <a:lnTo>
                    <a:pt x="9123" y="9124"/>
                  </a:lnTo>
                  <a:lnTo>
                    <a:pt x="9436" y="10651"/>
                  </a:lnTo>
                  <a:lnTo>
                    <a:pt x="9593" y="11395"/>
                  </a:lnTo>
                  <a:lnTo>
                    <a:pt x="9671" y="11786"/>
                  </a:lnTo>
                  <a:lnTo>
                    <a:pt x="9671" y="12139"/>
                  </a:lnTo>
                  <a:lnTo>
                    <a:pt x="9632" y="12295"/>
                  </a:lnTo>
                  <a:lnTo>
                    <a:pt x="9593" y="12452"/>
                  </a:lnTo>
                  <a:lnTo>
                    <a:pt x="9515" y="12569"/>
                  </a:lnTo>
                  <a:lnTo>
                    <a:pt x="9397" y="12687"/>
                  </a:lnTo>
                  <a:lnTo>
                    <a:pt x="9084" y="12882"/>
                  </a:lnTo>
                  <a:lnTo>
                    <a:pt x="8771" y="13039"/>
                  </a:lnTo>
                  <a:lnTo>
                    <a:pt x="8027" y="13313"/>
                  </a:lnTo>
                  <a:lnTo>
                    <a:pt x="7283" y="13509"/>
                  </a:lnTo>
                  <a:lnTo>
                    <a:pt x="5795" y="13900"/>
                  </a:lnTo>
                  <a:lnTo>
                    <a:pt x="5051" y="14096"/>
                  </a:lnTo>
                  <a:lnTo>
                    <a:pt x="4307" y="14370"/>
                  </a:lnTo>
                  <a:lnTo>
                    <a:pt x="3563" y="14644"/>
                  </a:lnTo>
                  <a:lnTo>
                    <a:pt x="2859" y="14958"/>
                  </a:lnTo>
                  <a:lnTo>
                    <a:pt x="2154" y="15310"/>
                  </a:lnTo>
                  <a:lnTo>
                    <a:pt x="1488" y="15741"/>
                  </a:lnTo>
                  <a:lnTo>
                    <a:pt x="1175" y="15976"/>
                  </a:lnTo>
                  <a:lnTo>
                    <a:pt x="862" y="16210"/>
                  </a:lnTo>
                  <a:lnTo>
                    <a:pt x="588" y="16524"/>
                  </a:lnTo>
                  <a:lnTo>
                    <a:pt x="353" y="16837"/>
                  </a:lnTo>
                  <a:lnTo>
                    <a:pt x="157" y="17150"/>
                  </a:lnTo>
                  <a:lnTo>
                    <a:pt x="39" y="17542"/>
                  </a:lnTo>
                  <a:lnTo>
                    <a:pt x="0" y="17737"/>
                  </a:lnTo>
                  <a:lnTo>
                    <a:pt x="0" y="17933"/>
                  </a:lnTo>
                  <a:lnTo>
                    <a:pt x="79" y="18325"/>
                  </a:lnTo>
                  <a:lnTo>
                    <a:pt x="39" y="17933"/>
                  </a:lnTo>
                  <a:lnTo>
                    <a:pt x="39" y="17737"/>
                  </a:lnTo>
                  <a:lnTo>
                    <a:pt x="79" y="17542"/>
                  </a:lnTo>
                  <a:lnTo>
                    <a:pt x="235" y="17189"/>
                  </a:lnTo>
                  <a:lnTo>
                    <a:pt x="431" y="16876"/>
                  </a:lnTo>
                  <a:lnTo>
                    <a:pt x="666" y="16563"/>
                  </a:lnTo>
                  <a:lnTo>
                    <a:pt x="979" y="16328"/>
                  </a:lnTo>
                  <a:lnTo>
                    <a:pt x="1253" y="16093"/>
                  </a:lnTo>
                  <a:lnTo>
                    <a:pt x="1566" y="15858"/>
                  </a:lnTo>
                  <a:lnTo>
                    <a:pt x="2232" y="15467"/>
                  </a:lnTo>
                  <a:lnTo>
                    <a:pt x="2937" y="15153"/>
                  </a:lnTo>
                  <a:lnTo>
                    <a:pt x="3642" y="14840"/>
                  </a:lnTo>
                  <a:lnTo>
                    <a:pt x="4386" y="14605"/>
                  </a:lnTo>
                  <a:lnTo>
                    <a:pt x="5873" y="14135"/>
                  </a:lnTo>
                  <a:lnTo>
                    <a:pt x="7361" y="13783"/>
                  </a:lnTo>
                  <a:lnTo>
                    <a:pt x="8144" y="13587"/>
                  </a:lnTo>
                  <a:lnTo>
                    <a:pt x="8888" y="13313"/>
                  </a:lnTo>
                  <a:lnTo>
                    <a:pt x="9241" y="13157"/>
                  </a:lnTo>
                  <a:lnTo>
                    <a:pt x="9436" y="13039"/>
                  </a:lnTo>
                  <a:lnTo>
                    <a:pt x="9593" y="12922"/>
                  </a:lnTo>
                  <a:lnTo>
                    <a:pt x="9750" y="12765"/>
                  </a:lnTo>
                  <a:lnTo>
                    <a:pt x="9867" y="12569"/>
                  </a:lnTo>
                  <a:lnTo>
                    <a:pt x="9906" y="12491"/>
                  </a:lnTo>
                  <a:lnTo>
                    <a:pt x="9945" y="12373"/>
                  </a:lnTo>
                  <a:lnTo>
                    <a:pt x="9984" y="12139"/>
                  </a:lnTo>
                  <a:lnTo>
                    <a:pt x="9945" y="11747"/>
                  </a:lnTo>
                  <a:lnTo>
                    <a:pt x="9906" y="11355"/>
                  </a:lnTo>
                  <a:lnTo>
                    <a:pt x="9750" y="10572"/>
                  </a:lnTo>
                  <a:lnTo>
                    <a:pt x="9397" y="9045"/>
                  </a:lnTo>
                  <a:lnTo>
                    <a:pt x="8692" y="6031"/>
                  </a:lnTo>
                  <a:lnTo>
                    <a:pt x="7949" y="3016"/>
                  </a:lnTo>
                  <a:lnTo>
                    <a:pt x="7165" y="1"/>
                  </a:lnTo>
                  <a:close/>
                </a:path>
              </a:pathLst>
            </a:custGeom>
            <a:solidFill>
              <a:srgbClr val="9626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19"/>
            <p:cNvSpPr/>
            <p:nvPr/>
          </p:nvSpPr>
          <p:spPr>
            <a:xfrm>
              <a:off x="5553275" y="3454575"/>
              <a:ext cx="242800" cy="56800"/>
            </a:xfrm>
            <a:custGeom>
              <a:rect b="b" l="l" r="r" t="t"/>
              <a:pathLst>
                <a:path extrusionOk="0" h="2272" w="9712">
                  <a:moveTo>
                    <a:pt x="3172" y="1"/>
                  </a:moveTo>
                  <a:lnTo>
                    <a:pt x="2507" y="40"/>
                  </a:lnTo>
                  <a:lnTo>
                    <a:pt x="1880" y="118"/>
                  </a:lnTo>
                  <a:lnTo>
                    <a:pt x="1254" y="236"/>
                  </a:lnTo>
                  <a:lnTo>
                    <a:pt x="627" y="353"/>
                  </a:lnTo>
                  <a:lnTo>
                    <a:pt x="1" y="549"/>
                  </a:lnTo>
                  <a:lnTo>
                    <a:pt x="627" y="431"/>
                  </a:lnTo>
                  <a:lnTo>
                    <a:pt x="1254" y="392"/>
                  </a:lnTo>
                  <a:lnTo>
                    <a:pt x="2546" y="314"/>
                  </a:lnTo>
                  <a:lnTo>
                    <a:pt x="3172" y="275"/>
                  </a:lnTo>
                  <a:lnTo>
                    <a:pt x="3799" y="314"/>
                  </a:lnTo>
                  <a:lnTo>
                    <a:pt x="4425" y="353"/>
                  </a:lnTo>
                  <a:lnTo>
                    <a:pt x="5052" y="431"/>
                  </a:lnTo>
                  <a:lnTo>
                    <a:pt x="5678" y="510"/>
                  </a:lnTo>
                  <a:lnTo>
                    <a:pt x="6305" y="666"/>
                  </a:lnTo>
                  <a:lnTo>
                    <a:pt x="6892" y="823"/>
                  </a:lnTo>
                  <a:lnTo>
                    <a:pt x="7518" y="1019"/>
                  </a:lnTo>
                  <a:lnTo>
                    <a:pt x="8067" y="1293"/>
                  </a:lnTo>
                  <a:lnTo>
                    <a:pt x="8654" y="1567"/>
                  </a:lnTo>
                  <a:lnTo>
                    <a:pt x="9202" y="1880"/>
                  </a:lnTo>
                  <a:lnTo>
                    <a:pt x="9711" y="2272"/>
                  </a:lnTo>
                  <a:lnTo>
                    <a:pt x="9476" y="2037"/>
                  </a:lnTo>
                  <a:lnTo>
                    <a:pt x="9241" y="1841"/>
                  </a:lnTo>
                  <a:lnTo>
                    <a:pt x="9006" y="1606"/>
                  </a:lnTo>
                  <a:lnTo>
                    <a:pt x="8732" y="1449"/>
                  </a:lnTo>
                  <a:lnTo>
                    <a:pt x="8184" y="1097"/>
                  </a:lnTo>
                  <a:lnTo>
                    <a:pt x="7597" y="823"/>
                  </a:lnTo>
                  <a:lnTo>
                    <a:pt x="7009" y="549"/>
                  </a:lnTo>
                  <a:lnTo>
                    <a:pt x="6383" y="353"/>
                  </a:lnTo>
                  <a:lnTo>
                    <a:pt x="5757" y="236"/>
                  </a:lnTo>
                  <a:lnTo>
                    <a:pt x="5091" y="118"/>
                  </a:lnTo>
                  <a:lnTo>
                    <a:pt x="4464" y="40"/>
                  </a:lnTo>
                  <a:lnTo>
                    <a:pt x="3799" y="1"/>
                  </a:lnTo>
                  <a:close/>
                </a:path>
              </a:pathLst>
            </a:custGeom>
            <a:solidFill>
              <a:srgbClr val="9626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8" name="Google Shape;318;p19"/>
          <p:cNvSpPr txBox="1"/>
          <p:nvPr/>
        </p:nvSpPr>
        <p:spPr>
          <a:xfrm>
            <a:off x="6144000" y="0"/>
            <a:ext cx="30000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rgbClr val="0F172A"/>
              </a:buClr>
              <a:buSzPts val="1700"/>
              <a:buChar char="●"/>
            </a:pPr>
            <a:r>
              <a:rPr lang="en" sz="1700">
                <a:solidFill>
                  <a:srgbClr val="0F172A"/>
                </a:solidFill>
              </a:rPr>
              <a:t>Why should Canadians care?</a:t>
            </a:r>
            <a:endParaRPr sz="1700">
              <a:solidFill>
                <a:srgbClr val="0F172A"/>
              </a:solidFill>
            </a:endParaRPr>
          </a:p>
        </p:txBody>
      </p:sp>
      <p:sp>
        <p:nvSpPr>
          <p:cNvPr id="319" name="Google Shape;319;p19"/>
          <p:cNvSpPr txBox="1"/>
          <p:nvPr/>
        </p:nvSpPr>
        <p:spPr>
          <a:xfrm>
            <a:off x="1744200" y="390100"/>
            <a:ext cx="56556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F172A"/>
                </a:solidFill>
                <a:latin typeface="Francois One"/>
                <a:ea typeface="Francois One"/>
                <a:cs typeface="Francois One"/>
                <a:sym typeface="Francois One"/>
              </a:rPr>
              <a:t>Reflection</a:t>
            </a:r>
            <a:endParaRPr b="1" sz="3300">
              <a:solidFill>
                <a:schemeClr val="lt1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fist is holding up a flag with the sun on it (Provided by Tenor)" id="324" name="Google Shape;32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546250" y="2780075"/>
            <a:ext cx="2436375" cy="2431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red white and blue flag with a yellow sun and stars (Provided by Tenor)" id="325" name="Google Shape;32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54575" y="0"/>
            <a:ext cx="1689426" cy="16894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ublic Domain Clip Art Image | Christmas L5 | ID: 13529430611755 ..." id="326" name="Google Shape;32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16725" y="0"/>
            <a:ext cx="1741900" cy="1838276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0"/>
          <p:cNvSpPr txBox="1"/>
          <p:nvPr/>
        </p:nvSpPr>
        <p:spPr>
          <a:xfrm>
            <a:off x="1762075" y="0"/>
            <a:ext cx="56556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1B61A6"/>
                </a:solidFill>
                <a:latin typeface="Raleway Black"/>
                <a:ea typeface="Raleway Black"/>
                <a:cs typeface="Raleway Black"/>
                <a:sym typeface="Raleway Black"/>
              </a:rPr>
              <a:t>Cites</a:t>
            </a:r>
            <a:endParaRPr sz="5900">
              <a:solidFill>
                <a:srgbClr val="1B61A6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