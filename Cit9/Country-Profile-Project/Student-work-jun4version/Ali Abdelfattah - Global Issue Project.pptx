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aleway"/>
      <p:regular r:id="rId13"/>
      <p:bold r:id="rId14"/>
      <p:italic r:id="rId15"/>
      <p:boldItalic r:id="rId16"/>
    </p:embeddedFont>
    <p:embeddedFont>
      <p:font typeface="La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italic.fntdata"/><Relationship Id="rId14" Type="http://schemas.openxmlformats.org/officeDocument/2006/relationships/font" Target="fonts/Raleway-bold.fntdata"/><Relationship Id="rId17" Type="http://schemas.openxmlformats.org/officeDocument/2006/relationships/font" Target="fonts/Lato-regular.fntdata"/><Relationship Id="rId16" Type="http://schemas.openxmlformats.org/officeDocument/2006/relationships/font" Target="fonts/Raleway-boldItalic.fntdata"/><Relationship Id="rId5" Type="http://schemas.openxmlformats.org/officeDocument/2006/relationships/notesMaster" Target="notesMasters/notesMaster1.xml"/><Relationship Id="rId19" Type="http://schemas.openxmlformats.org/officeDocument/2006/relationships/font" Target="fonts/Lato-italic.fntdata"/><Relationship Id="rId6" Type="http://schemas.openxmlformats.org/officeDocument/2006/relationships/slide" Target="slides/slide1.xml"/><Relationship Id="rId18"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d41512c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d41512c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d41512c6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d41512c6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d41512c6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d41512c6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d41512c6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d41512c6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d41512c6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d41512c6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d41512c6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d41512c6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Egypt Global Issue</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Kai and Ali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r>
              <a:rPr lang="en"/>
              <a:t>:</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sz="1500"/>
              <a:t>Location: </a:t>
            </a:r>
            <a:r>
              <a:rPr lang="en" sz="1400"/>
              <a:t>Egypt is a country located in Africa, It borders only 3 </a:t>
            </a:r>
            <a:r>
              <a:rPr lang="en" sz="1400"/>
              <a:t>countries</a:t>
            </a:r>
            <a:r>
              <a:rPr lang="en" sz="1400"/>
              <a:t> Libya, Sudan and Palestine.</a:t>
            </a:r>
            <a:endParaRPr sz="1400"/>
          </a:p>
          <a:p>
            <a:pPr indent="-311150" lvl="0" marL="457200" rtl="0" algn="l">
              <a:spcBef>
                <a:spcPts val="0"/>
              </a:spcBef>
              <a:spcAft>
                <a:spcPts val="0"/>
              </a:spcAft>
              <a:buSzPts val="1300"/>
              <a:buChar char="●"/>
            </a:pPr>
            <a:r>
              <a:rPr b="1" i="1" lang="en" sz="1500"/>
              <a:t>Culture: </a:t>
            </a:r>
            <a:r>
              <a:rPr lang="en" sz="1400"/>
              <a:t>Egypt has a really old culture they are a deeply rooted Islamic country. They speak many languages having spoken 6 languages over the history of Egypt, the main </a:t>
            </a:r>
            <a:r>
              <a:rPr lang="en" sz="1400"/>
              <a:t>language</a:t>
            </a:r>
            <a:r>
              <a:rPr lang="en" sz="1400"/>
              <a:t> as of today is Arabic.</a:t>
            </a:r>
            <a:endParaRPr sz="1400"/>
          </a:p>
          <a:p>
            <a:pPr indent="-311150" lvl="0" marL="457200" rtl="0" algn="l">
              <a:spcBef>
                <a:spcPts val="0"/>
              </a:spcBef>
              <a:spcAft>
                <a:spcPts val="0"/>
              </a:spcAft>
              <a:buSzPts val="1300"/>
              <a:buChar char="●"/>
            </a:pPr>
            <a:r>
              <a:rPr b="1" i="1" lang="en" sz="1500"/>
              <a:t>History/</a:t>
            </a:r>
            <a:r>
              <a:rPr b="1" i="1" lang="en" sz="1500"/>
              <a:t>Background</a:t>
            </a:r>
            <a:r>
              <a:rPr b="1" i="1" lang="en" sz="1500"/>
              <a:t>: </a:t>
            </a:r>
            <a:r>
              <a:rPr lang="en" sz="1400"/>
              <a:t> Being known as the oldest country in the world there is a lot of history to cover. Ancient Egypt started in </a:t>
            </a:r>
            <a:r>
              <a:rPr b="1" lang="en" sz="1400"/>
              <a:t>3150 BC</a:t>
            </a:r>
            <a:r>
              <a:rPr lang="en" sz="1400"/>
              <a:t> all the way until </a:t>
            </a:r>
            <a:r>
              <a:rPr b="1" lang="en" sz="1400"/>
              <a:t>30BC</a:t>
            </a:r>
            <a:r>
              <a:rPr lang="en" sz="1400"/>
              <a:t>. The </a:t>
            </a:r>
            <a:r>
              <a:rPr b="1" lang="en" sz="1400"/>
              <a:t>Old Kingdom </a:t>
            </a:r>
            <a:r>
              <a:rPr lang="en" sz="1400"/>
              <a:t>was from </a:t>
            </a:r>
            <a:r>
              <a:rPr b="1" lang="en" sz="1400"/>
              <a:t>2686 BC</a:t>
            </a:r>
            <a:r>
              <a:rPr lang="en" sz="1400"/>
              <a:t> until </a:t>
            </a:r>
            <a:r>
              <a:rPr b="1" lang="en" sz="1400"/>
              <a:t>2181 BC</a:t>
            </a:r>
            <a:r>
              <a:rPr b="1" lang="en" sz="1400"/>
              <a:t>. </a:t>
            </a:r>
            <a:r>
              <a:rPr lang="en" sz="1400"/>
              <a:t> The </a:t>
            </a:r>
            <a:r>
              <a:rPr b="1" lang="en" sz="1400"/>
              <a:t>Middle Kingdom </a:t>
            </a:r>
            <a:r>
              <a:rPr lang="en" sz="1400"/>
              <a:t>from </a:t>
            </a:r>
            <a:r>
              <a:rPr b="1" lang="en" sz="1400"/>
              <a:t>2055BC </a:t>
            </a:r>
            <a:r>
              <a:rPr lang="en" sz="1400"/>
              <a:t> until </a:t>
            </a:r>
            <a:r>
              <a:rPr b="1" lang="en" sz="1400"/>
              <a:t>1650 BC. </a:t>
            </a:r>
            <a:r>
              <a:rPr lang="en" sz="1400"/>
              <a:t> Egypt all came together around </a:t>
            </a:r>
            <a:r>
              <a:rPr b="1" lang="en" sz="1400"/>
              <a:t>3150 BC</a:t>
            </a:r>
            <a:r>
              <a:rPr b="1" lang="en" sz="1400"/>
              <a:t>.</a:t>
            </a:r>
            <a:r>
              <a:rPr lang="en" sz="1400"/>
              <a:t> One of the biggest I would say “events” in the </a:t>
            </a:r>
            <a:r>
              <a:rPr lang="en" sz="1400"/>
              <a:t>history</a:t>
            </a:r>
            <a:r>
              <a:rPr lang="en" sz="1400"/>
              <a:t> of Egypt is the </a:t>
            </a:r>
            <a:r>
              <a:rPr b="1" lang="en" sz="1400"/>
              <a:t> </a:t>
            </a:r>
            <a:r>
              <a:rPr b="1" lang="en" sz="1400"/>
              <a:t>Ottoman</a:t>
            </a:r>
            <a:r>
              <a:rPr b="1" lang="en" sz="1400"/>
              <a:t> Empire in 1517.</a:t>
            </a:r>
            <a:endParaRPr b="1"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Global Issue:</a:t>
            </a:r>
            <a:endParaRPr/>
          </a:p>
        </p:txBody>
      </p:sp>
      <p:sp>
        <p:nvSpPr>
          <p:cNvPr id="99" name="Google Shape;99;p15"/>
          <p:cNvSpPr txBox="1"/>
          <p:nvPr>
            <p:ph idx="1" type="body"/>
          </p:nvPr>
        </p:nvSpPr>
        <p:spPr>
          <a:xfrm>
            <a:off x="729450" y="2078875"/>
            <a:ext cx="7688700" cy="295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Egypt has a big Global Issue which is </a:t>
            </a:r>
            <a:r>
              <a:rPr b="1" lang="en"/>
              <a:t>Water </a:t>
            </a:r>
            <a:r>
              <a:rPr b="1" lang="en"/>
              <a:t>Security</a:t>
            </a:r>
            <a:r>
              <a:rPr b="1" lang="en"/>
              <a:t> </a:t>
            </a:r>
            <a:r>
              <a:rPr lang="en"/>
              <a:t>and the </a:t>
            </a:r>
            <a:r>
              <a:rPr b="1" lang="en"/>
              <a:t>Nile RIver Dispute</a:t>
            </a:r>
            <a:r>
              <a:rPr lang="en"/>
              <a:t>. It is a </a:t>
            </a:r>
            <a:r>
              <a:rPr lang="en"/>
              <a:t>disagreement</a:t>
            </a:r>
            <a:r>
              <a:rPr lang="en"/>
              <a:t> between Egypt, Sudan and Ethiopia about how the water from the Nile can be shared amongst them. </a:t>
            </a:r>
            <a:endParaRPr/>
          </a:p>
          <a:p>
            <a:pPr indent="-311150" lvl="0" marL="457200" rtl="0" algn="l">
              <a:spcBef>
                <a:spcPts val="1200"/>
              </a:spcBef>
              <a:spcAft>
                <a:spcPts val="0"/>
              </a:spcAft>
              <a:buSzPts val="1300"/>
              <a:buChar char="●"/>
            </a:pPr>
            <a:r>
              <a:rPr b="1" lang="en"/>
              <a:t>How could this </a:t>
            </a:r>
            <a:r>
              <a:rPr b="1" lang="en"/>
              <a:t>affect</a:t>
            </a:r>
            <a:r>
              <a:rPr b="1" lang="en"/>
              <a:t> many countries? And Why Does It Matter?:</a:t>
            </a:r>
            <a:r>
              <a:rPr lang="en" sz="1200"/>
              <a:t> </a:t>
            </a:r>
            <a:r>
              <a:rPr lang="en" sz="1200"/>
              <a:t>of</a:t>
            </a:r>
            <a:r>
              <a:rPr lang="en" sz="1200"/>
              <a:t> the </a:t>
            </a:r>
            <a:r>
              <a:rPr b="1" lang="en" sz="1200"/>
              <a:t>Nile River </a:t>
            </a:r>
            <a:r>
              <a:rPr lang="en" sz="1200"/>
              <a:t>gets shut down or closed, which is controlled by Ethiopia, this can affect a lot of countries for many </a:t>
            </a:r>
            <a:r>
              <a:rPr lang="en" sz="1200"/>
              <a:t>different</a:t>
            </a:r>
            <a:r>
              <a:rPr lang="en" sz="1200"/>
              <a:t> </a:t>
            </a:r>
            <a:r>
              <a:rPr lang="en" sz="1200"/>
              <a:t>factors, the main ones being Farming and Safe Drinking water. The countries that could be affected by this are: Egypt, Sudan, South Sudan, Ethiopia, Uganda, Kenya, Tanzania, Rwanda, DRC (Congo), Burundi and Eritrea. These 11 countries would be the most affected by this if it occurs as these 11 countries depend on the </a:t>
            </a:r>
            <a:r>
              <a:rPr b="1" lang="en" sz="1200"/>
              <a:t>Nile River</a:t>
            </a:r>
            <a:r>
              <a:rPr lang="en" sz="1200"/>
              <a:t> for Water, Food Production and Electricity. It matters because this would affect million of people because of a disagreement, which could put millions of people in serious conditions considering they depends on the </a:t>
            </a:r>
            <a:r>
              <a:rPr b="1" lang="en" sz="1200"/>
              <a:t>Nile River </a:t>
            </a:r>
            <a:r>
              <a:rPr lang="en" sz="1200"/>
              <a:t>to run their country.</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a:t>
            </a:r>
            <a:r>
              <a:rPr lang="en"/>
              <a:t>Response</a:t>
            </a:r>
            <a:r>
              <a:rPr lang="en"/>
              <a:t> and Action:</a:t>
            </a:r>
            <a:endParaRPr/>
          </a:p>
        </p:txBody>
      </p:sp>
      <p:sp>
        <p:nvSpPr>
          <p:cNvPr id="105" name="Google Shape;105;p16"/>
          <p:cNvSpPr txBox="1"/>
          <p:nvPr>
            <p:ph idx="1" type="body"/>
          </p:nvPr>
        </p:nvSpPr>
        <p:spPr>
          <a:xfrm>
            <a:off x="729450" y="2078875"/>
            <a:ext cx="7688700" cy="285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i="1" sz="1400"/>
          </a:p>
          <a:p>
            <a:pPr indent="-311150" lvl="0" marL="457200" rtl="0" algn="l">
              <a:spcBef>
                <a:spcPts val="1200"/>
              </a:spcBef>
              <a:spcAft>
                <a:spcPts val="0"/>
              </a:spcAft>
              <a:buSzPts val="1300"/>
              <a:buChar char="●"/>
            </a:pPr>
            <a:r>
              <a:rPr b="1" i="1" lang="en" sz="1400"/>
              <a:t>How did Egypt respond to this? </a:t>
            </a:r>
            <a:r>
              <a:rPr lang="en"/>
              <a:t>Egypt per hearing this problem and having this </a:t>
            </a:r>
            <a:r>
              <a:rPr lang="en"/>
              <a:t>disagreement, they tried to come up with a agreement with Sudan and Ethiopian, they also responded saying the Nile River is essential for the poeple who depend on it and it could reduce the amount of water being supplied to the countries. Egypt used diplomacy and tried to negotiate with the countries to come to a agreement. </a:t>
            </a:r>
            <a:endParaRPr/>
          </a:p>
          <a:p>
            <a:pPr indent="-323850" lvl="0" marL="457200" rtl="0" algn="l">
              <a:spcBef>
                <a:spcPts val="0"/>
              </a:spcBef>
              <a:spcAft>
                <a:spcPts val="0"/>
              </a:spcAft>
              <a:buSzPts val="1500"/>
              <a:buChar char="●"/>
            </a:pPr>
            <a:r>
              <a:rPr b="1" i="1" lang="en" sz="1500"/>
              <a:t>Did Egypt Take Any Actions? </a:t>
            </a:r>
            <a:r>
              <a:rPr lang="en" sz="1400"/>
              <a:t>Were there any actions taken? Are they verbally or physically? Egypt tried to Negotiate with Sudan and Ethiopia, they also asked international organization like the </a:t>
            </a:r>
            <a:r>
              <a:rPr b="1" lang="en" sz="1400"/>
              <a:t>United Nations </a:t>
            </a:r>
            <a:r>
              <a:rPr lang="en" sz="1400"/>
              <a:t>and </a:t>
            </a:r>
            <a:r>
              <a:rPr b="1" lang="en" sz="1400"/>
              <a:t>African Union</a:t>
            </a:r>
            <a:r>
              <a:rPr lang="en" sz="1400"/>
              <a:t> to help intervene the dispute</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