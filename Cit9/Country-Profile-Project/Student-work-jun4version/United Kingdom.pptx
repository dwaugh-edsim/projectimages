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Lobster"/>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obster-regular.fnt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8c1bba7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8c1bba7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8c1bba7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8c1bba7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8c1bba7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8c1bba7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8c1bba7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8c1bba7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8c1bba7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8c1bba7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8c1bba75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8c1bba75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8c1bba7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8c1bba7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c1bba7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8c1bba7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7.jpg"/><Relationship Id="rId5" Type="http://schemas.openxmlformats.org/officeDocument/2006/relationships/image" Target="../media/image12.jpg"/><Relationship Id="rId6" Type="http://schemas.openxmlformats.org/officeDocument/2006/relationships/image" Target="../media/image9.png"/><Relationship Id="rId7"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10"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8144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FFF00"/>
                </a:solidFill>
                <a:latin typeface="Lobster"/>
                <a:ea typeface="Lobster"/>
                <a:cs typeface="Lobster"/>
                <a:sym typeface="Lobster"/>
              </a:rPr>
              <a:t>United Kingdom</a:t>
            </a:r>
            <a:endParaRPr b="1">
              <a:solidFill>
                <a:srgbClr val="FFFF00"/>
              </a:solidFill>
              <a:latin typeface="Lobster"/>
              <a:ea typeface="Lobster"/>
              <a:cs typeface="Lobster"/>
              <a:sym typeface="Lobster"/>
            </a:endParaRPr>
          </a:p>
        </p:txBody>
      </p:sp>
      <p:sp>
        <p:nvSpPr>
          <p:cNvPr id="55" name="Google Shape;55;p13"/>
          <p:cNvSpPr txBox="1"/>
          <p:nvPr>
            <p:ph idx="1" type="subTitle"/>
          </p:nvPr>
        </p:nvSpPr>
        <p:spPr>
          <a:xfrm>
            <a:off x="311700" y="2612894"/>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FFFF00"/>
                </a:solidFill>
                <a:latin typeface="Lobster"/>
                <a:ea typeface="Lobster"/>
                <a:cs typeface="Lobster"/>
                <a:sym typeface="Lobster"/>
              </a:rPr>
              <a:t>Remy Perks</a:t>
            </a:r>
            <a:endParaRPr b="1">
              <a:solidFill>
                <a:srgbClr val="FFFF00"/>
              </a:solidFill>
              <a:latin typeface="Lobster"/>
              <a:ea typeface="Lobster"/>
              <a:cs typeface="Lobster"/>
              <a:sym typeface="Lobs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168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The </a:t>
            </a:r>
            <a:r>
              <a:rPr lang="en">
                <a:solidFill>
                  <a:srgbClr val="FFFFFF"/>
                </a:solidFill>
              </a:rPr>
              <a:t>Background And</a:t>
            </a:r>
            <a:r>
              <a:rPr lang="en">
                <a:solidFill>
                  <a:srgbClr val="FFFFFF"/>
                </a:solidFill>
              </a:rPr>
              <a:t> history of The United Kingdom</a:t>
            </a:r>
            <a:endParaRPr>
              <a:solidFill>
                <a:srgbClr val="FFFFFF"/>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FFFFF"/>
                </a:solidFill>
              </a:rPr>
              <a:t>The United Kingdom is located in northwestern coast in Europe. The UK has 69 to 70 million people in thy country. The UK is country that is </a:t>
            </a:r>
            <a:r>
              <a:rPr lang="en">
                <a:solidFill>
                  <a:srgbClr val="FFFFFF"/>
                </a:solidFill>
              </a:rPr>
              <a:t>multicultural. The United Kingdom became a country in 1801. But they also were in the medieval times in 1066. </a:t>
            </a:r>
            <a:endParaRPr>
              <a:solidFill>
                <a:srgbClr val="FFFFFF"/>
              </a:solidFill>
            </a:endParaRPr>
          </a:p>
        </p:txBody>
      </p:sp>
      <p:pic>
        <p:nvPicPr>
          <p:cNvPr id="62" name="Google Shape;62;p14" title="unnamed.jpg"/>
          <p:cNvPicPr preferRelativeResize="0"/>
          <p:nvPr/>
        </p:nvPicPr>
        <p:blipFill>
          <a:blip r:embed="rId4">
            <a:alphaModFix/>
          </a:blip>
          <a:stretch>
            <a:fillRect/>
          </a:stretch>
        </p:blipFill>
        <p:spPr>
          <a:xfrm>
            <a:off x="0" y="3564525"/>
            <a:ext cx="2370775" cy="1578975"/>
          </a:xfrm>
          <a:prstGeom prst="rect">
            <a:avLst/>
          </a:prstGeom>
          <a:noFill/>
          <a:ln>
            <a:noFill/>
          </a:ln>
        </p:spPr>
      </p:pic>
      <p:pic>
        <p:nvPicPr>
          <p:cNvPr id="63" name="Google Shape;63;p14" title="image.jpg"/>
          <p:cNvPicPr preferRelativeResize="0"/>
          <p:nvPr/>
        </p:nvPicPr>
        <p:blipFill>
          <a:blip r:embed="rId5">
            <a:alphaModFix/>
          </a:blip>
          <a:stretch>
            <a:fillRect/>
          </a:stretch>
        </p:blipFill>
        <p:spPr>
          <a:xfrm>
            <a:off x="2370775" y="3562197"/>
            <a:ext cx="2370775" cy="1581304"/>
          </a:xfrm>
          <a:prstGeom prst="rect">
            <a:avLst/>
          </a:prstGeom>
          <a:noFill/>
          <a:ln>
            <a:noFill/>
          </a:ln>
        </p:spPr>
      </p:pic>
      <p:pic>
        <p:nvPicPr>
          <p:cNvPr id="64" name="Google Shape;64;p14"/>
          <p:cNvPicPr preferRelativeResize="0"/>
          <p:nvPr/>
        </p:nvPicPr>
        <p:blipFill>
          <a:blip r:embed="rId6">
            <a:alphaModFix/>
          </a:blip>
          <a:stretch>
            <a:fillRect/>
          </a:stretch>
        </p:blipFill>
        <p:spPr>
          <a:xfrm>
            <a:off x="4741550" y="3564525"/>
            <a:ext cx="2875191" cy="1578976"/>
          </a:xfrm>
          <a:prstGeom prst="rect">
            <a:avLst/>
          </a:prstGeom>
          <a:noFill/>
          <a:ln>
            <a:noFill/>
          </a:ln>
        </p:spPr>
      </p:pic>
      <p:pic>
        <p:nvPicPr>
          <p:cNvPr id="65" name="Google Shape;65;p14" title="06062023125656PM-shutterstock_514737448.jpg"/>
          <p:cNvPicPr preferRelativeResize="0"/>
          <p:nvPr/>
        </p:nvPicPr>
        <p:blipFill rotWithShape="1">
          <a:blip r:embed="rId7">
            <a:alphaModFix/>
          </a:blip>
          <a:srcRect b="0" l="0" r="0" t="19634"/>
          <a:stretch/>
        </p:blipFill>
        <p:spPr>
          <a:xfrm>
            <a:off x="7616750" y="3564525"/>
            <a:ext cx="1527249" cy="15789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Sēo woruldlīce sprǣc on þǣm ānlǣhtan rīce</a:t>
            </a:r>
            <a:endParaRPr/>
          </a:p>
          <a:p>
            <a:pPr indent="0" lvl="0" marL="0" rtl="0" algn="l">
              <a:spcBef>
                <a:spcPts val="0"/>
              </a:spcBef>
              <a:spcAft>
                <a:spcPts val="0"/>
              </a:spcAft>
              <a:buNone/>
            </a:pPr>
            <a:r>
              <a:rPr lang="en" sz="1689"/>
              <a:t>(“The worldly discussion in the united kingdom” Its old English)</a:t>
            </a:r>
            <a:endParaRPr sz="1689"/>
          </a:p>
        </p:txBody>
      </p:sp>
      <p:pic>
        <p:nvPicPr>
          <p:cNvPr id="71" name="Google Shape;71;p15"/>
          <p:cNvPicPr preferRelativeResize="0"/>
          <p:nvPr/>
        </p:nvPicPr>
        <p:blipFill>
          <a:blip r:embed="rId3">
            <a:alphaModFix/>
          </a:blip>
          <a:stretch>
            <a:fillRect/>
          </a:stretch>
        </p:blipFill>
        <p:spPr>
          <a:xfrm>
            <a:off x="4599134" y="3242992"/>
            <a:ext cx="639061" cy="426044"/>
          </a:xfrm>
          <a:prstGeom prst="rect">
            <a:avLst/>
          </a:prstGeom>
          <a:noFill/>
          <a:ln>
            <a:noFill/>
          </a:ln>
        </p:spPr>
      </p:pic>
      <p:pic>
        <p:nvPicPr>
          <p:cNvPr id="72" name="Google Shape;72;p15"/>
          <p:cNvPicPr preferRelativeResize="0"/>
          <p:nvPr/>
        </p:nvPicPr>
        <p:blipFill>
          <a:blip r:embed="rId4">
            <a:alphaModFix/>
          </a:blip>
          <a:stretch>
            <a:fillRect/>
          </a:stretch>
        </p:blipFill>
        <p:spPr>
          <a:xfrm>
            <a:off x="4599134" y="3692397"/>
            <a:ext cx="639060" cy="319530"/>
          </a:xfrm>
          <a:prstGeom prst="rect">
            <a:avLst/>
          </a:prstGeom>
          <a:noFill/>
          <a:ln>
            <a:noFill/>
          </a:ln>
        </p:spPr>
      </p:pic>
      <p:pic>
        <p:nvPicPr>
          <p:cNvPr id="73" name="Google Shape;73;p15"/>
          <p:cNvPicPr preferRelativeResize="0"/>
          <p:nvPr/>
        </p:nvPicPr>
        <p:blipFill>
          <a:blip r:embed="rId5">
            <a:alphaModFix/>
          </a:blip>
          <a:stretch>
            <a:fillRect/>
          </a:stretch>
        </p:blipFill>
        <p:spPr>
          <a:xfrm>
            <a:off x="4599134" y="4035294"/>
            <a:ext cx="639060" cy="426573"/>
          </a:xfrm>
          <a:prstGeom prst="rect">
            <a:avLst/>
          </a:prstGeom>
          <a:noFill/>
          <a:ln>
            <a:noFill/>
          </a:ln>
        </p:spPr>
      </p:pic>
      <p:pic>
        <p:nvPicPr>
          <p:cNvPr id="74" name="Google Shape;74;p15"/>
          <p:cNvPicPr preferRelativeResize="0"/>
          <p:nvPr/>
        </p:nvPicPr>
        <p:blipFill>
          <a:blip r:embed="rId6">
            <a:alphaModFix/>
          </a:blip>
          <a:stretch>
            <a:fillRect/>
          </a:stretch>
        </p:blipFill>
        <p:spPr>
          <a:xfrm>
            <a:off x="4599138" y="4485251"/>
            <a:ext cx="639053" cy="426362"/>
          </a:xfrm>
          <a:prstGeom prst="rect">
            <a:avLst/>
          </a:prstGeom>
          <a:noFill/>
          <a:ln>
            <a:noFill/>
          </a:ln>
        </p:spPr>
      </p:pic>
      <p:pic>
        <p:nvPicPr>
          <p:cNvPr id="75" name="Google Shape;75;p15" title="download.png"/>
          <p:cNvPicPr preferRelativeResize="0"/>
          <p:nvPr/>
        </p:nvPicPr>
        <p:blipFill>
          <a:blip r:embed="rId7">
            <a:alphaModFix/>
          </a:blip>
          <a:stretch>
            <a:fillRect/>
          </a:stretch>
        </p:blipFill>
        <p:spPr>
          <a:xfrm>
            <a:off x="1569361" y="3627790"/>
            <a:ext cx="1668174" cy="834077"/>
          </a:xfrm>
          <a:prstGeom prst="rect">
            <a:avLst/>
          </a:prstGeom>
          <a:noFill/>
          <a:ln>
            <a:noFill/>
          </a:ln>
        </p:spPr>
      </p:pic>
      <p:sp>
        <p:nvSpPr>
          <p:cNvPr id="76" name="Google Shape;76;p15"/>
          <p:cNvSpPr txBox="1"/>
          <p:nvPr/>
        </p:nvSpPr>
        <p:spPr>
          <a:xfrm>
            <a:off x="3201151" y="3830620"/>
            <a:ext cx="232800" cy="2037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sp>
        <p:nvSpPr>
          <p:cNvPr id="77" name="Google Shape;77;p15"/>
          <p:cNvSpPr txBox="1"/>
          <p:nvPr/>
        </p:nvSpPr>
        <p:spPr>
          <a:xfrm>
            <a:off x="1336611" y="4064547"/>
            <a:ext cx="232800" cy="2859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pic>
        <p:nvPicPr>
          <p:cNvPr id="78" name="Google Shape;78;p15" title="country.gif"/>
          <p:cNvPicPr preferRelativeResize="0"/>
          <p:nvPr/>
        </p:nvPicPr>
        <p:blipFill>
          <a:blip r:embed="rId8">
            <a:alphaModFix/>
          </a:blip>
          <a:stretch>
            <a:fillRect/>
          </a:stretch>
        </p:blipFill>
        <p:spPr>
          <a:xfrm>
            <a:off x="1" y="3122290"/>
            <a:ext cx="1381065" cy="1845083"/>
          </a:xfrm>
          <a:prstGeom prst="rect">
            <a:avLst/>
          </a:prstGeom>
          <a:noFill/>
          <a:ln>
            <a:noFill/>
          </a:ln>
        </p:spPr>
      </p:pic>
      <p:sp>
        <p:nvSpPr>
          <p:cNvPr id="79" name="Google Shape;79;p15"/>
          <p:cNvSpPr/>
          <p:nvPr/>
        </p:nvSpPr>
        <p:spPr>
          <a:xfrm>
            <a:off x="1680586" y="2771775"/>
            <a:ext cx="1753200" cy="683700"/>
          </a:xfrm>
          <a:prstGeom prst="wedgeEllipseCallout">
            <a:avLst>
              <a:gd fmla="val 11000" name="adj1"/>
              <a:gd fmla="val 68837"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GO BACK!!!!</a:t>
            </a:r>
            <a:endParaRPr sz="1105"/>
          </a:p>
        </p:txBody>
      </p:sp>
      <p:pic>
        <p:nvPicPr>
          <p:cNvPr id="80" name="Google Shape;80;p15" title="download.png"/>
          <p:cNvPicPr preferRelativeResize="0"/>
          <p:nvPr/>
        </p:nvPicPr>
        <p:blipFill>
          <a:blip r:embed="rId9">
            <a:alphaModFix/>
          </a:blip>
          <a:stretch>
            <a:fillRect/>
          </a:stretch>
        </p:blipFill>
        <p:spPr>
          <a:xfrm>
            <a:off x="6335208" y="3886996"/>
            <a:ext cx="571573" cy="285787"/>
          </a:xfrm>
          <a:prstGeom prst="rect">
            <a:avLst/>
          </a:prstGeom>
          <a:noFill/>
          <a:ln>
            <a:noFill/>
          </a:ln>
        </p:spPr>
      </p:pic>
      <p:pic>
        <p:nvPicPr>
          <p:cNvPr id="81" name="Google Shape;81;p15" title="download.png"/>
          <p:cNvPicPr preferRelativeResize="0"/>
          <p:nvPr/>
        </p:nvPicPr>
        <p:blipFill>
          <a:blip r:embed="rId10">
            <a:alphaModFix/>
          </a:blip>
          <a:stretch>
            <a:fillRect/>
          </a:stretch>
        </p:blipFill>
        <p:spPr>
          <a:xfrm>
            <a:off x="6335210" y="4335397"/>
            <a:ext cx="571574" cy="301480"/>
          </a:xfrm>
          <a:prstGeom prst="rect">
            <a:avLst/>
          </a:prstGeom>
          <a:noFill/>
          <a:ln>
            <a:noFill/>
          </a:ln>
        </p:spPr>
      </p:pic>
      <p:sp>
        <p:nvSpPr>
          <p:cNvPr id="82" name="Google Shape;82;p15"/>
          <p:cNvSpPr/>
          <p:nvPr/>
        </p:nvSpPr>
        <p:spPr>
          <a:xfrm>
            <a:off x="5884625" y="3228070"/>
            <a:ext cx="1203900" cy="301500"/>
          </a:xfrm>
          <a:prstGeom prst="wedgeEllipseCallout">
            <a:avLst>
              <a:gd fmla="val 2658" name="adj1"/>
              <a:gd fmla="val 14050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Sheesh! Dad’s rude.</a:t>
            </a:r>
            <a:endParaRPr sz="868"/>
          </a:p>
        </p:txBody>
      </p:sp>
      <p:sp>
        <p:nvSpPr>
          <p:cNvPr id="83" name="Google Shape;83;p15"/>
          <p:cNvSpPr/>
          <p:nvPr/>
        </p:nvSpPr>
        <p:spPr>
          <a:xfrm>
            <a:off x="7146299" y="4281442"/>
            <a:ext cx="1997700" cy="834000"/>
          </a:xfrm>
          <a:prstGeom prst="wedgeEllipseCallout">
            <a:avLst>
              <a:gd fmla="val -57041" name="adj1"/>
              <a:gd fmla="val -30964"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I know. Hey! </a:t>
            </a:r>
            <a:r>
              <a:rPr lang="en" sz="868"/>
              <a:t>Remember</a:t>
            </a:r>
            <a:r>
              <a:rPr lang="en" sz="868"/>
              <a:t> when Mom (France) had so many </a:t>
            </a:r>
            <a:r>
              <a:rPr lang="en" sz="868"/>
              <a:t>arguments with dad, before we were born?</a:t>
            </a:r>
            <a:endParaRPr sz="868"/>
          </a:p>
        </p:txBody>
      </p:sp>
      <p:sp>
        <p:nvSpPr>
          <p:cNvPr id="84" name="Google Shape;84;p15"/>
          <p:cNvSpPr txBox="1"/>
          <p:nvPr>
            <p:ph idx="1" type="body"/>
          </p:nvPr>
        </p:nvSpPr>
        <p:spPr>
          <a:xfrm>
            <a:off x="0" y="745850"/>
            <a:ext cx="8520600" cy="194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The UK is having a huge problem with Immigration policies. The UK didn’t want people from Afghanistan, Cameroon, Myanmar, and Sudan, to buy tickets to go to the UK and ask to be refugees. So the UK had made a Visa break. Which is like saying “No more planes that are going to the UK from those countries!”</a:t>
            </a:r>
            <a:endParaRPr>
              <a:solidFill>
                <a:srgbClr val="000000"/>
              </a:solidFill>
            </a:endParaRPr>
          </a:p>
          <a:p>
            <a:pPr indent="0" lvl="0" marL="0" rtl="0" algn="l">
              <a:spcBef>
                <a:spcPts val="1200"/>
              </a:spcBef>
              <a:spcAft>
                <a:spcPts val="1200"/>
              </a:spcAft>
              <a:buNone/>
            </a:pPr>
            <a:r>
              <a:t/>
            </a:r>
            <a:endParaRPr>
              <a:solidFill>
                <a:srgbClr val="000000"/>
              </a:solidFill>
            </a:endParaRPr>
          </a:p>
        </p:txBody>
      </p:sp>
      <p:sp>
        <p:nvSpPr>
          <p:cNvPr id="85" name="Google Shape;85;p15"/>
          <p:cNvSpPr/>
          <p:nvPr/>
        </p:nvSpPr>
        <p:spPr>
          <a:xfrm>
            <a:off x="7447350" y="3418574"/>
            <a:ext cx="1203900" cy="683700"/>
          </a:xfrm>
          <a:prstGeom prst="wedgeEllipseCallout">
            <a:avLst>
              <a:gd fmla="val -82862" name="adj1"/>
              <a:gd fmla="val 47843"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YEAH! They had an </a:t>
            </a:r>
            <a:r>
              <a:rPr lang="en" sz="868"/>
              <a:t>argument</a:t>
            </a:r>
            <a:r>
              <a:rPr lang="en" sz="868"/>
              <a:t> for like 100 years!</a:t>
            </a:r>
            <a:endParaRPr sz="868"/>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Countries </a:t>
            </a:r>
            <a:r>
              <a:rPr lang="en"/>
              <a:t>response.</a:t>
            </a:r>
            <a:endParaRPr/>
          </a:p>
        </p:txBody>
      </p:sp>
      <p:sp>
        <p:nvSpPr>
          <p:cNvPr id="91" name="Google Shape;91;p16"/>
          <p:cNvSpPr txBox="1"/>
          <p:nvPr>
            <p:ph idx="1" type="body"/>
          </p:nvPr>
        </p:nvSpPr>
        <p:spPr>
          <a:xfrm>
            <a:off x="0" y="737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2" name="Google Shape;92;p16" title="download.jpg"/>
          <p:cNvPicPr preferRelativeResize="0"/>
          <p:nvPr/>
        </p:nvPicPr>
        <p:blipFill>
          <a:blip r:embed="rId3">
            <a:alphaModFix/>
          </a:blip>
          <a:stretch>
            <a:fillRect/>
          </a:stretch>
        </p:blipFill>
        <p:spPr>
          <a:xfrm>
            <a:off x="7334250" y="2619363"/>
            <a:ext cx="1809750" cy="2524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8" name="Google Shape;9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0" name="Google Shape;11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2" name="Google Shape;12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