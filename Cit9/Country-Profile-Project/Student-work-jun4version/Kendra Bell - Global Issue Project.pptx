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EB Garamond"/>
      <p:regular r:id="rId13"/>
      <p:bold r:id="rId14"/>
      <p:italic r:id="rId15"/>
      <p:boldItalic r:id="rId16"/>
    </p:embeddedFont>
    <p:embeddedFont>
      <p:font typeface="Lexe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EB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BGaramond-italic.fntdata"/><Relationship Id="rId14" Type="http://schemas.openxmlformats.org/officeDocument/2006/relationships/font" Target="fonts/EBGaramond-bold.fntdata"/><Relationship Id="rId17" Type="http://schemas.openxmlformats.org/officeDocument/2006/relationships/font" Target="fonts/Lexend-regular.fntdata"/><Relationship Id="rId16" Type="http://schemas.openxmlformats.org/officeDocument/2006/relationships/font" Target="fonts/EB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exe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bd95a0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bd95a0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zankia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bd95a0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4bd95a0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Kendra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bd95a05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4bd95a05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zankia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d092f5b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d092f5b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kendra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d092f5b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d092f5b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zankia,kendra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d092f5bf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d092f5b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Kendra,zankia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75" y="117125"/>
            <a:ext cx="7927000" cy="12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282925" y="4351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</a:rPr>
              <a:t>By: Kendra, and Zankia</a:t>
            </a:r>
            <a:endParaRPr b="1" sz="31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93363" y="117122"/>
            <a:ext cx="7927015" cy="126002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FF"/>
                </a:solidFill>
                <a:latin typeface="Zilla Slab Highlight"/>
              </a:rPr>
              <a:t>SOUTH AFRICA</a:t>
            </a:r>
          </a:p>
        </p:txBody>
      </p:sp>
      <p:pic>
        <p:nvPicPr>
          <p:cNvPr id="57" name="Google Shape;57;p13" title="download.jpg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25750"/>
            <a:ext cx="9144000" cy="50919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68400" y="89450"/>
            <a:ext cx="39012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20" u="sng">
                <a:latin typeface="EB Garamond"/>
                <a:ea typeface="EB Garamond"/>
                <a:cs typeface="EB Garamond"/>
                <a:sym typeface="EB Garamond"/>
              </a:rPr>
              <a:t>Country background</a:t>
            </a:r>
            <a:r>
              <a:rPr b="1" lang="en" sz="3220" u="sng"/>
              <a:t> </a:t>
            </a:r>
            <a:endParaRPr b="1" sz="3220" u="sng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0" y="772300"/>
            <a:ext cx="2997000" cy="4165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Language 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South Africa is one of the countries known for language diversity, they have 12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official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languages. They are divided into 3 main groups Bantu language, Germanic language, and sign language.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107400" y="772300"/>
            <a:ext cx="3107400" cy="416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Ethnicity</a:t>
            </a:r>
            <a:endParaRPr b="1"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black 75.2%, white 13.6%, Racialized person 8.6%, Indian 2.6%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Religions: Christian 68% (includes most whites and Coloreds, about 60% of blacks and about  40% of Indians), Muslim 2%, Hindu 1.5% (60% of Indians), indigenous beliefs and animist 28.5%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1825" y="0"/>
            <a:ext cx="2872175" cy="15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6325200" y="1784675"/>
            <a:ext cx="26079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South Africa is known as one of the most beautiful countries in the world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1825" y="3010650"/>
            <a:ext cx="2739600" cy="207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74900" y="68400"/>
            <a:ext cx="277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 u="sng">
                <a:latin typeface="EB Garamond"/>
                <a:ea typeface="EB Garamond"/>
                <a:cs typeface="EB Garamond"/>
                <a:sym typeface="EB Garamond"/>
              </a:rPr>
              <a:t>Global Issue</a:t>
            </a:r>
            <a:endParaRPr b="1" sz="3420" u="sng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033925" y="68400"/>
            <a:ext cx="53244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Income Inequality &amp; Poverty</a:t>
            </a:r>
            <a:endParaRPr b="1" sz="3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42950" y="1395300"/>
            <a:ext cx="80571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Country’s response 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</a:t>
            </a:r>
            <a:r>
              <a:rPr lang="en"/>
              <a:t> 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Canadian </a:t>
            </a:r>
            <a:r>
              <a:rPr lang="en"/>
              <a:t>comparison</a:t>
            </a:r>
            <a:r>
              <a:rPr lang="en"/>
              <a:t> 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Sites!!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