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  <p:embeddedFont>
      <p:font typeface="Ale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3" Type="http://schemas.openxmlformats.org/officeDocument/2006/relationships/font" Target="fonts/Aleo-bold.fntdata"/><Relationship Id="rId12" Type="http://schemas.openxmlformats.org/officeDocument/2006/relationships/font" Target="fonts/Ale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15" Type="http://schemas.openxmlformats.org/officeDocument/2006/relationships/font" Target="fonts/Aleo-boldItalic.fntdata"/><Relationship Id="rId14" Type="http://schemas.openxmlformats.org/officeDocument/2006/relationships/font" Target="fonts/Ale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577d364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577d364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1398" y="-665366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o"/>
                <a:ea typeface="Aleo"/>
                <a:cs typeface="Aleo"/>
                <a:sym typeface="Aleo"/>
              </a:rPr>
              <a:t>Indiaaaaaaaaaaaaa</a:t>
            </a:r>
            <a:endParaRPr>
              <a:latin typeface="Aleo"/>
              <a:ea typeface="Aleo"/>
              <a:cs typeface="Aleo"/>
              <a:sym typeface="Ale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4610" y="1146574"/>
            <a:ext cx="53403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 populous country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 Indians are Hindu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Most, if not all, speak Hindi and English fluently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The geography is so big that it is considered a subcontinent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Every single climate is possible in its borders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658925" y="4235150"/>
            <a:ext cx="3881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 Madhavan And Leo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-355800" y="2906200"/>
            <a:ext cx="9610200" cy="5415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4"/>
          <p:cNvSpPr txBox="1"/>
          <p:nvPr>
            <p:ph type="ctrTitle"/>
          </p:nvPr>
        </p:nvSpPr>
        <p:spPr>
          <a:xfrm>
            <a:off x="71398" y="-665366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o"/>
                <a:ea typeface="Aleo"/>
                <a:cs typeface="Aleo"/>
                <a:sym typeface="Aleo"/>
              </a:rPr>
              <a:t>Big Problem</a:t>
            </a:r>
            <a:endParaRPr>
              <a:latin typeface="Aleo"/>
              <a:ea typeface="Aleo"/>
              <a:cs typeface="Aleo"/>
              <a:sym typeface="Ale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4610" y="1146574"/>
            <a:ext cx="53403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The issue that is going on in India and has been going on for a long time is Air Pollution and Public Health and this matters a lot to other countries, especially to its direct neighbors because the pollution can spread and has spread.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658925" y="4235150"/>
            <a:ext cx="38811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By Madhavan And Leo</a:t>
            </a:r>
            <a:endParaRPr sz="2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