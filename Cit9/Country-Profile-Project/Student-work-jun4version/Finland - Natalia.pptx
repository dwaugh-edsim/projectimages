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6858000" cy="9144000"/>
  <p:embeddedFontLst>
    <p:embeddedFont>
      <p:font typeface="Merriweather Light"/>
      <p:regular r:id="rId13"/>
      <p:bold r:id="rId14"/>
      <p:italic r:id="rId15"/>
      <p:boldItalic r:id="rId16"/>
    </p:embeddedFont>
    <p:embeddedFont>
      <p:font typeface="Montserrat"/>
      <p:regular r:id="rId17"/>
      <p:bold r:id="rId18"/>
      <p:italic r:id="rId19"/>
      <p:boldItalic r:id="rId20"/>
    </p:embeddedFont>
    <p:embeddedFont>
      <p:font typeface="Open Sans SemiBold"/>
      <p:regular r:id="rId21"/>
      <p:bold r:id="rId22"/>
      <p:italic r:id="rId23"/>
      <p:boldItalic r:id="rId24"/>
    </p:embeddedFont>
    <p:embeddedFont>
      <p:font typeface="Vidaloka"/>
      <p:regular r:id="rId25"/>
    </p:embeddedFont>
    <p:embeddedFont>
      <p:font typeface="Russo One"/>
      <p:regular r:id="rId26"/>
    </p:embeddedFont>
    <p:embeddedFont>
      <p:font typeface="Mako"/>
      <p:regular r:id="rId27"/>
    </p:embeddedFont>
    <p:embeddedFont>
      <p:font typeface="Crimson Text"/>
      <p:regular r:id="rId28"/>
      <p:bold r:id="rId29"/>
      <p:italic r:id="rId30"/>
      <p:boldItalic r:id="rId31"/>
    </p:embeddedFont>
    <p:embeddedFont>
      <p:font typeface="Open Sans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CrimsonText-boldItalic.fntdata"/><Relationship Id="rId30" Type="http://schemas.openxmlformats.org/officeDocument/2006/relationships/font" Target="fonts/CrimsonText-italic.fntdata"/><Relationship Id="rId33" Type="http://schemas.openxmlformats.org/officeDocument/2006/relationships/font" Target="fonts/OpenSans-bold.fntdata"/><Relationship Id="rId32" Type="http://schemas.openxmlformats.org/officeDocument/2006/relationships/font" Target="fonts/OpenSans-regular.fntdata"/><Relationship Id="rId35" Type="http://schemas.openxmlformats.org/officeDocument/2006/relationships/font" Target="fonts/OpenSans-boldItalic.fntdata"/><Relationship Id="rId34" Type="http://schemas.openxmlformats.org/officeDocument/2006/relationships/font" Target="fonts/OpenSans-italic.fntdata"/><Relationship Id="rId20" Type="http://schemas.openxmlformats.org/officeDocument/2006/relationships/font" Target="fonts/Montserrat-boldItalic.fntdata"/><Relationship Id="rId22" Type="http://schemas.openxmlformats.org/officeDocument/2006/relationships/font" Target="fonts/OpenSansSemiBold-bold.fntdata"/><Relationship Id="rId21" Type="http://schemas.openxmlformats.org/officeDocument/2006/relationships/font" Target="fonts/OpenSansSemiBold-regular.fntdata"/><Relationship Id="rId24" Type="http://schemas.openxmlformats.org/officeDocument/2006/relationships/font" Target="fonts/OpenSansSemiBold-boldItalic.fntdata"/><Relationship Id="rId23" Type="http://schemas.openxmlformats.org/officeDocument/2006/relationships/font" Target="fonts/OpenSansSemiBold-italic.fntdata"/><Relationship Id="rId26" Type="http://schemas.openxmlformats.org/officeDocument/2006/relationships/font" Target="fonts/RussoOne-regular.fntdata"/><Relationship Id="rId25" Type="http://schemas.openxmlformats.org/officeDocument/2006/relationships/font" Target="fonts/Vidaloka-regular.fntdata"/><Relationship Id="rId28" Type="http://schemas.openxmlformats.org/officeDocument/2006/relationships/font" Target="fonts/CrimsonText-regular.fntdata"/><Relationship Id="rId27" Type="http://schemas.openxmlformats.org/officeDocument/2006/relationships/font" Target="fonts/Mako-regular.fntdata"/><Relationship Id="rId29" Type="http://schemas.openxmlformats.org/officeDocument/2006/relationships/font" Target="fonts/CrimsonText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MerriweatherLight-regular.fntdata"/><Relationship Id="rId12" Type="http://schemas.openxmlformats.org/officeDocument/2006/relationships/slide" Target="slides/slide8.xml"/><Relationship Id="rId15" Type="http://schemas.openxmlformats.org/officeDocument/2006/relationships/font" Target="fonts/MerriweatherLight-italic.fntdata"/><Relationship Id="rId14" Type="http://schemas.openxmlformats.org/officeDocument/2006/relationships/font" Target="fonts/MerriweatherLight-bold.fntdata"/><Relationship Id="rId17" Type="http://schemas.openxmlformats.org/officeDocument/2006/relationships/font" Target="fonts/Montserrat-regular.fntdata"/><Relationship Id="rId16" Type="http://schemas.openxmlformats.org/officeDocument/2006/relationships/font" Target="fonts/MerriweatherLight-boldItalic.fntdata"/><Relationship Id="rId19" Type="http://schemas.openxmlformats.org/officeDocument/2006/relationships/font" Target="fonts/Montserrat-italic.fntdata"/><Relationship Id="rId18" Type="http://schemas.openxmlformats.org/officeDocument/2006/relationships/font" Target="fonts/Montserra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cc7554a049_0_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cc7554a049_0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105aad17dc0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105aad17dc0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cd8a80d6bc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cd8a80d6bc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105aad17dc0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105aad17dc0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cd8a80d6b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cd8a80d6b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105aad17dc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105aad17dc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cc7554a049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cc7554a049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www.freepik.com/" TargetMode="Externa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1039975" y="1324500"/>
            <a:ext cx="70641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040000" y="3377100"/>
            <a:ext cx="7064100" cy="44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11" name="Google Shape;11;p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-257975" y="-72550"/>
            <a:ext cx="3047400" cy="13464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" name="Google Shape;13;p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" name="Google Shape;14;p2"/>
          <p:cNvCxnSpPr/>
          <p:nvPr/>
        </p:nvCxnSpPr>
        <p:spPr>
          <a:xfrm flipH="1">
            <a:off x="6467450" y="3935375"/>
            <a:ext cx="3047400" cy="13464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867300" y="2366275"/>
            <a:ext cx="7409400" cy="818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hasCustomPrompt="1" idx="2" type="title"/>
          </p:nvPr>
        </p:nvSpPr>
        <p:spPr>
          <a:xfrm>
            <a:off x="3746550" y="1339163"/>
            <a:ext cx="1650900" cy="9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2291400" y="3305275"/>
            <a:ext cx="4561200" cy="3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9" name="Google Shape;19;p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" name="Google Shape;20;p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" name="Google Shape;21;p3"/>
          <p:cNvCxnSpPr/>
          <p:nvPr/>
        </p:nvCxnSpPr>
        <p:spPr>
          <a:xfrm flipH="1">
            <a:off x="7948925" y="3979775"/>
            <a:ext cx="1378500" cy="12363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" name="Google Shape;22;p3"/>
          <p:cNvCxnSpPr/>
          <p:nvPr/>
        </p:nvCxnSpPr>
        <p:spPr>
          <a:xfrm flipH="1">
            <a:off x="-112875" y="-88700"/>
            <a:ext cx="1418700" cy="10644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9pPr>
          </a:lstStyle>
          <a:p/>
        </p:txBody>
      </p:sp>
      <p:cxnSp>
        <p:nvCxnSpPr>
          <p:cNvPr id="26" name="Google Shape;26;p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" name="Google Shape;27;p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" name="Google Shape;28;p4"/>
          <p:cNvCxnSpPr/>
          <p:nvPr/>
        </p:nvCxnSpPr>
        <p:spPr>
          <a:xfrm>
            <a:off x="6884900" y="-113600"/>
            <a:ext cx="2565600" cy="13062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713225" y="445025"/>
            <a:ext cx="5681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subTitle"/>
          </p:nvPr>
        </p:nvSpPr>
        <p:spPr>
          <a:xfrm>
            <a:off x="5038975" y="2551449"/>
            <a:ext cx="2486100" cy="50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2" type="subTitle"/>
          </p:nvPr>
        </p:nvSpPr>
        <p:spPr>
          <a:xfrm>
            <a:off x="5038975" y="2961200"/>
            <a:ext cx="2486100" cy="9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3" type="subTitle"/>
          </p:nvPr>
        </p:nvSpPr>
        <p:spPr>
          <a:xfrm>
            <a:off x="1693175" y="2551449"/>
            <a:ext cx="2486100" cy="50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4" type="subTitle"/>
          </p:nvPr>
        </p:nvSpPr>
        <p:spPr>
          <a:xfrm>
            <a:off x="1693175" y="2961200"/>
            <a:ext cx="2486100" cy="9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5" name="Google Shape;35;p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" name="Google Shape;36;p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" name="Google Shape;37;p5"/>
          <p:cNvCxnSpPr/>
          <p:nvPr/>
        </p:nvCxnSpPr>
        <p:spPr>
          <a:xfrm flipH="1">
            <a:off x="6935750" y="3931325"/>
            <a:ext cx="2549400" cy="13545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40" name="Google Shape;40;p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" name="Google Shape;41;p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idx="1" type="subTitle"/>
          </p:nvPr>
        </p:nvSpPr>
        <p:spPr>
          <a:xfrm>
            <a:off x="2247500" y="1433050"/>
            <a:ext cx="1838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2" type="subTitle"/>
          </p:nvPr>
        </p:nvSpPr>
        <p:spPr>
          <a:xfrm>
            <a:off x="2247500" y="1790050"/>
            <a:ext cx="5160300" cy="27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50800" rtl="0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>
                <a:solidFill>
                  <a:srgbClr val="374957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type="title"/>
          </p:nvPr>
        </p:nvSpPr>
        <p:spPr>
          <a:xfrm>
            <a:off x="713225" y="445025"/>
            <a:ext cx="429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46" name="Google Shape;46;p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" name="Google Shape;47;p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type="title"/>
          </p:nvPr>
        </p:nvSpPr>
        <p:spPr>
          <a:xfrm>
            <a:off x="1122500" y="1073000"/>
            <a:ext cx="6899100" cy="285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cxnSp>
        <p:nvCxnSpPr>
          <p:cNvPr id="50" name="Google Shape;50;p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" name="Google Shape;51;p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" name="Google Shape;52;p8"/>
          <p:cNvCxnSpPr/>
          <p:nvPr/>
        </p:nvCxnSpPr>
        <p:spPr>
          <a:xfrm flipH="1">
            <a:off x="7093250" y="3935075"/>
            <a:ext cx="2332800" cy="1347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" name="Google Shape;53;p8"/>
          <p:cNvCxnSpPr/>
          <p:nvPr/>
        </p:nvCxnSpPr>
        <p:spPr>
          <a:xfrm flipH="1">
            <a:off x="-420450" y="-121600"/>
            <a:ext cx="2332800" cy="1347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idx="1" type="subTitle"/>
          </p:nvPr>
        </p:nvSpPr>
        <p:spPr>
          <a:xfrm>
            <a:off x="895950" y="1682000"/>
            <a:ext cx="3847200" cy="237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57" name="Google Shape;57;p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" name="Google Shape;58;p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" name="Google Shape;59;p9"/>
          <p:cNvCxnSpPr/>
          <p:nvPr/>
        </p:nvCxnSpPr>
        <p:spPr>
          <a:xfrm flipH="1">
            <a:off x="5925450" y="2797500"/>
            <a:ext cx="3378000" cy="24669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/>
          <p:nvPr>
            <p:ph idx="1" type="body"/>
          </p:nvPr>
        </p:nvSpPr>
        <p:spPr>
          <a:xfrm>
            <a:off x="713225" y="441927"/>
            <a:ext cx="3557100" cy="9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3000">
                <a:latin typeface="Vidaloka"/>
                <a:ea typeface="Vidaloka"/>
                <a:cs typeface="Vidaloka"/>
                <a:sym typeface="Vidaloka"/>
              </a:defRPr>
            </a:lvl1pPr>
          </a:lstStyle>
          <a:p/>
        </p:txBody>
      </p:sp>
      <p:cxnSp>
        <p:nvCxnSpPr>
          <p:cNvPr id="62" name="Google Shape;62;p1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" name="Google Shape;63;p1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" name="Google Shape;64;p10"/>
          <p:cNvCxnSpPr/>
          <p:nvPr/>
        </p:nvCxnSpPr>
        <p:spPr>
          <a:xfrm flipH="1" rot="10800000">
            <a:off x="6144975" y="3103725"/>
            <a:ext cx="3118200" cy="22011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hasCustomPrompt="1" type="title"/>
          </p:nvPr>
        </p:nvSpPr>
        <p:spPr>
          <a:xfrm>
            <a:off x="713225" y="1345363"/>
            <a:ext cx="7717500" cy="16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7" name="Google Shape;67;p11"/>
          <p:cNvSpPr txBox="1"/>
          <p:nvPr>
            <p:ph idx="1" type="subTitle"/>
          </p:nvPr>
        </p:nvSpPr>
        <p:spPr>
          <a:xfrm>
            <a:off x="1514325" y="3188648"/>
            <a:ext cx="61203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68" name="Google Shape;68;p1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" name="Google Shape;69;p1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" name="Google Shape;70;p11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" name="Google Shape;71;p11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713225" y="445025"/>
            <a:ext cx="3583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subTitle"/>
          </p:nvPr>
        </p:nvSpPr>
        <p:spPr>
          <a:xfrm>
            <a:off x="5001000" y="1942925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76" name="Google Shape;76;p13"/>
          <p:cNvSpPr txBox="1"/>
          <p:nvPr>
            <p:ph idx="2" type="subTitle"/>
          </p:nvPr>
        </p:nvSpPr>
        <p:spPr>
          <a:xfrm>
            <a:off x="5001000" y="2255100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3" type="subTitle"/>
          </p:nvPr>
        </p:nvSpPr>
        <p:spPr>
          <a:xfrm>
            <a:off x="1655200" y="1942925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78" name="Google Shape;78;p13"/>
          <p:cNvSpPr txBox="1"/>
          <p:nvPr>
            <p:ph idx="4" type="subTitle"/>
          </p:nvPr>
        </p:nvSpPr>
        <p:spPr>
          <a:xfrm>
            <a:off x="1655200" y="2255100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5" type="subTitle"/>
          </p:nvPr>
        </p:nvSpPr>
        <p:spPr>
          <a:xfrm>
            <a:off x="5001000" y="3723950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80" name="Google Shape;80;p13"/>
          <p:cNvSpPr txBox="1"/>
          <p:nvPr>
            <p:ph idx="6" type="subTitle"/>
          </p:nvPr>
        </p:nvSpPr>
        <p:spPr>
          <a:xfrm>
            <a:off x="5001000" y="4036125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7" type="subTitle"/>
          </p:nvPr>
        </p:nvSpPr>
        <p:spPr>
          <a:xfrm>
            <a:off x="1655200" y="3723950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82" name="Google Shape;82;p13"/>
          <p:cNvSpPr txBox="1"/>
          <p:nvPr>
            <p:ph idx="8" type="subTitle"/>
          </p:nvPr>
        </p:nvSpPr>
        <p:spPr>
          <a:xfrm>
            <a:off x="1655250" y="4036125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hasCustomPrompt="1" idx="9" type="title"/>
          </p:nvPr>
        </p:nvSpPr>
        <p:spPr>
          <a:xfrm>
            <a:off x="2378650" y="1303588"/>
            <a:ext cx="1039200" cy="6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/>
          <p:nvPr>
            <p:ph hasCustomPrompt="1" idx="13" type="title"/>
          </p:nvPr>
        </p:nvSpPr>
        <p:spPr>
          <a:xfrm>
            <a:off x="5724450" y="1303588"/>
            <a:ext cx="1039200" cy="6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/>
          <p:nvPr>
            <p:ph hasCustomPrompt="1" idx="14" type="title"/>
          </p:nvPr>
        </p:nvSpPr>
        <p:spPr>
          <a:xfrm>
            <a:off x="2378700" y="3082738"/>
            <a:ext cx="1039200" cy="6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/>
          <p:nvPr>
            <p:ph hasCustomPrompt="1" idx="15" type="title"/>
          </p:nvPr>
        </p:nvSpPr>
        <p:spPr>
          <a:xfrm>
            <a:off x="5724450" y="3082738"/>
            <a:ext cx="1039200" cy="6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cxnSp>
        <p:nvCxnSpPr>
          <p:cNvPr id="87" name="Google Shape;87;p1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" name="Google Shape;88;p1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1">
  <p:cSld name="CUSTOM_1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720000" y="1677218"/>
            <a:ext cx="23364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1" name="Google Shape;91;p14"/>
          <p:cNvSpPr txBox="1"/>
          <p:nvPr>
            <p:ph hasCustomPrompt="1" idx="2" type="title"/>
          </p:nvPr>
        </p:nvSpPr>
        <p:spPr>
          <a:xfrm>
            <a:off x="1482600" y="1095325"/>
            <a:ext cx="81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2" name="Google Shape;92;p14"/>
          <p:cNvSpPr txBox="1"/>
          <p:nvPr>
            <p:ph idx="1" type="subTitle"/>
          </p:nvPr>
        </p:nvSpPr>
        <p:spPr>
          <a:xfrm>
            <a:off x="720000" y="2081199"/>
            <a:ext cx="233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4"/>
          <p:cNvSpPr txBox="1"/>
          <p:nvPr>
            <p:ph idx="3" type="title"/>
          </p:nvPr>
        </p:nvSpPr>
        <p:spPr>
          <a:xfrm>
            <a:off x="3403800" y="1677218"/>
            <a:ext cx="23364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4" name="Google Shape;94;p14"/>
          <p:cNvSpPr txBox="1"/>
          <p:nvPr>
            <p:ph hasCustomPrompt="1" idx="4" type="title"/>
          </p:nvPr>
        </p:nvSpPr>
        <p:spPr>
          <a:xfrm>
            <a:off x="4166400" y="1095325"/>
            <a:ext cx="81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5" name="Google Shape;95;p14"/>
          <p:cNvSpPr txBox="1"/>
          <p:nvPr>
            <p:ph idx="5" type="subTitle"/>
          </p:nvPr>
        </p:nvSpPr>
        <p:spPr>
          <a:xfrm>
            <a:off x="3403800" y="2081208"/>
            <a:ext cx="233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4"/>
          <p:cNvSpPr txBox="1"/>
          <p:nvPr>
            <p:ph idx="6" type="title"/>
          </p:nvPr>
        </p:nvSpPr>
        <p:spPr>
          <a:xfrm>
            <a:off x="6087600" y="1677218"/>
            <a:ext cx="23364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7" name="Google Shape;97;p14"/>
          <p:cNvSpPr txBox="1"/>
          <p:nvPr>
            <p:ph hasCustomPrompt="1" idx="7" type="title"/>
          </p:nvPr>
        </p:nvSpPr>
        <p:spPr>
          <a:xfrm>
            <a:off x="6850200" y="1095325"/>
            <a:ext cx="81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8" name="Google Shape;98;p14"/>
          <p:cNvSpPr txBox="1"/>
          <p:nvPr>
            <p:ph idx="8" type="subTitle"/>
          </p:nvPr>
        </p:nvSpPr>
        <p:spPr>
          <a:xfrm>
            <a:off x="6087600" y="2081208"/>
            <a:ext cx="233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4"/>
          <p:cNvSpPr txBox="1"/>
          <p:nvPr>
            <p:ph idx="9" type="title"/>
          </p:nvPr>
        </p:nvSpPr>
        <p:spPr>
          <a:xfrm>
            <a:off x="720000" y="3313579"/>
            <a:ext cx="23364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0" name="Google Shape;100;p14"/>
          <p:cNvSpPr txBox="1"/>
          <p:nvPr>
            <p:ph hasCustomPrompt="1" idx="13" type="title"/>
          </p:nvPr>
        </p:nvSpPr>
        <p:spPr>
          <a:xfrm>
            <a:off x="1482600" y="2714087"/>
            <a:ext cx="81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1" name="Google Shape;101;p14"/>
          <p:cNvSpPr txBox="1"/>
          <p:nvPr>
            <p:ph idx="14" type="subTitle"/>
          </p:nvPr>
        </p:nvSpPr>
        <p:spPr>
          <a:xfrm>
            <a:off x="720000" y="3705863"/>
            <a:ext cx="233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4"/>
          <p:cNvSpPr txBox="1"/>
          <p:nvPr>
            <p:ph idx="15" type="title"/>
          </p:nvPr>
        </p:nvSpPr>
        <p:spPr>
          <a:xfrm>
            <a:off x="3403800" y="3313579"/>
            <a:ext cx="23364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3" name="Google Shape;103;p14"/>
          <p:cNvSpPr txBox="1"/>
          <p:nvPr>
            <p:ph hasCustomPrompt="1" idx="16" type="title"/>
          </p:nvPr>
        </p:nvSpPr>
        <p:spPr>
          <a:xfrm>
            <a:off x="4166400" y="2714087"/>
            <a:ext cx="81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4" name="Google Shape;104;p14"/>
          <p:cNvSpPr txBox="1"/>
          <p:nvPr>
            <p:ph idx="17" type="subTitle"/>
          </p:nvPr>
        </p:nvSpPr>
        <p:spPr>
          <a:xfrm>
            <a:off x="3403800" y="3705863"/>
            <a:ext cx="233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4"/>
          <p:cNvSpPr txBox="1"/>
          <p:nvPr>
            <p:ph idx="18" type="title"/>
          </p:nvPr>
        </p:nvSpPr>
        <p:spPr>
          <a:xfrm>
            <a:off x="6087600" y="3313579"/>
            <a:ext cx="23364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6" name="Google Shape;106;p14"/>
          <p:cNvSpPr txBox="1"/>
          <p:nvPr>
            <p:ph hasCustomPrompt="1" idx="19" type="title"/>
          </p:nvPr>
        </p:nvSpPr>
        <p:spPr>
          <a:xfrm>
            <a:off x="6850200" y="2714087"/>
            <a:ext cx="81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7" name="Google Shape;107;p14"/>
          <p:cNvSpPr txBox="1"/>
          <p:nvPr>
            <p:ph idx="20" type="subTitle"/>
          </p:nvPr>
        </p:nvSpPr>
        <p:spPr>
          <a:xfrm>
            <a:off x="6087600" y="3705863"/>
            <a:ext cx="233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4"/>
          <p:cNvSpPr txBox="1"/>
          <p:nvPr>
            <p:ph idx="21" type="title"/>
          </p:nvPr>
        </p:nvSpPr>
        <p:spPr>
          <a:xfrm>
            <a:off x="2332400" y="445025"/>
            <a:ext cx="4479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09" name="Google Shape;109;p1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" name="Google Shape;110;p1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" name="Google Shape;111;p14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" name="Google Shape;112;p1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2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/>
          <p:nvPr>
            <p:ph type="title"/>
          </p:nvPr>
        </p:nvSpPr>
        <p:spPr>
          <a:xfrm>
            <a:off x="2410500" y="2808253"/>
            <a:ext cx="4323000" cy="49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/>
        </p:txBody>
      </p:sp>
      <p:sp>
        <p:nvSpPr>
          <p:cNvPr id="115" name="Google Shape;115;p15"/>
          <p:cNvSpPr txBox="1"/>
          <p:nvPr>
            <p:ph idx="1" type="subTitle"/>
          </p:nvPr>
        </p:nvSpPr>
        <p:spPr>
          <a:xfrm>
            <a:off x="1842900" y="1661963"/>
            <a:ext cx="5458200" cy="9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16" name="Google Shape;116;p1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" name="Google Shape;117;p1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CUSTOM_12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/>
          <p:nvPr>
            <p:ph type="title"/>
          </p:nvPr>
        </p:nvSpPr>
        <p:spPr>
          <a:xfrm>
            <a:off x="699900" y="2821263"/>
            <a:ext cx="4323000" cy="49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/>
        </p:txBody>
      </p:sp>
      <p:sp>
        <p:nvSpPr>
          <p:cNvPr id="120" name="Google Shape;120;p16"/>
          <p:cNvSpPr txBox="1"/>
          <p:nvPr>
            <p:ph idx="1" type="subTitle"/>
          </p:nvPr>
        </p:nvSpPr>
        <p:spPr>
          <a:xfrm>
            <a:off x="699900" y="1675902"/>
            <a:ext cx="5458200" cy="9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21" name="Google Shape;121;p1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" name="Google Shape;122;p1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" name="Google Shape;123;p16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" name="Google Shape;124;p16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3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/>
          <p:nvPr>
            <p:ph idx="1" type="subTitle"/>
          </p:nvPr>
        </p:nvSpPr>
        <p:spPr>
          <a:xfrm>
            <a:off x="2648400" y="1682000"/>
            <a:ext cx="3847200" cy="237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27" name="Google Shape;127;p17"/>
          <p:cNvSpPr txBox="1"/>
          <p:nvPr>
            <p:ph type="title"/>
          </p:nvPr>
        </p:nvSpPr>
        <p:spPr>
          <a:xfrm>
            <a:off x="1732050" y="445025"/>
            <a:ext cx="567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28" name="Google Shape;128;p1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" name="Google Shape;129;p1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" name="Google Shape;130;p17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" name="Google Shape;131;p17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SECTION_TITLE_AND_DESCRIPTION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/>
          <p:nvPr>
            <p:ph idx="1" type="subTitle"/>
          </p:nvPr>
        </p:nvSpPr>
        <p:spPr>
          <a:xfrm>
            <a:off x="895950" y="1682000"/>
            <a:ext cx="3847200" cy="237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4" name="Google Shape;134;p18"/>
          <p:cNvSpPr txBox="1"/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35" name="Google Shape;135;p1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" name="Google Shape;136;p1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" name="Google Shape;137;p18"/>
          <p:cNvCxnSpPr/>
          <p:nvPr/>
        </p:nvCxnSpPr>
        <p:spPr>
          <a:xfrm flipH="1">
            <a:off x="5925450" y="2797500"/>
            <a:ext cx="3378000" cy="24669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3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/>
          <p:nvPr>
            <p:ph type="title"/>
          </p:nvPr>
        </p:nvSpPr>
        <p:spPr>
          <a:xfrm>
            <a:off x="845550" y="1482825"/>
            <a:ext cx="7452900" cy="129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/>
        </p:txBody>
      </p:sp>
      <p:sp>
        <p:nvSpPr>
          <p:cNvPr id="140" name="Google Shape;140;p19"/>
          <p:cNvSpPr txBox="1"/>
          <p:nvPr>
            <p:ph idx="1" type="subTitle"/>
          </p:nvPr>
        </p:nvSpPr>
        <p:spPr>
          <a:xfrm>
            <a:off x="2299500" y="2972150"/>
            <a:ext cx="45450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cxnSp>
        <p:nvCxnSpPr>
          <p:cNvPr id="141" name="Google Shape;141;p1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" name="Google Shape;142;p1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4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"/>
          <p:cNvSpPr txBox="1"/>
          <p:nvPr>
            <p:ph type="title"/>
          </p:nvPr>
        </p:nvSpPr>
        <p:spPr>
          <a:xfrm>
            <a:off x="3742850" y="1549875"/>
            <a:ext cx="4545000" cy="129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/>
        </p:txBody>
      </p:sp>
      <p:sp>
        <p:nvSpPr>
          <p:cNvPr id="145" name="Google Shape;145;p20"/>
          <p:cNvSpPr txBox="1"/>
          <p:nvPr>
            <p:ph idx="1" type="subTitle"/>
          </p:nvPr>
        </p:nvSpPr>
        <p:spPr>
          <a:xfrm>
            <a:off x="3742850" y="3039213"/>
            <a:ext cx="45450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cxnSp>
        <p:nvCxnSpPr>
          <p:cNvPr id="146" name="Google Shape;146;p2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" name="Google Shape;147;p2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" name="Google Shape;148;p20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" name="Google Shape;149;p20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" name="Google Shape;150;p20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" name="Google Shape;151;p20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5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1"/>
          <p:cNvSpPr txBox="1"/>
          <p:nvPr>
            <p:ph type="title"/>
          </p:nvPr>
        </p:nvSpPr>
        <p:spPr>
          <a:xfrm>
            <a:off x="427325" y="2511800"/>
            <a:ext cx="4965600" cy="11133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4" name="Google Shape;154;p21"/>
          <p:cNvSpPr txBox="1"/>
          <p:nvPr>
            <p:ph hasCustomPrompt="1" idx="2" type="title"/>
          </p:nvPr>
        </p:nvSpPr>
        <p:spPr>
          <a:xfrm>
            <a:off x="3741925" y="1484693"/>
            <a:ext cx="1650900" cy="9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9pPr>
          </a:lstStyle>
          <a:p>
            <a:r>
              <a:t>xx%</a:t>
            </a:r>
          </a:p>
        </p:txBody>
      </p:sp>
      <p:sp>
        <p:nvSpPr>
          <p:cNvPr id="155" name="Google Shape;155;p21"/>
          <p:cNvSpPr txBox="1"/>
          <p:nvPr>
            <p:ph idx="1" type="subTitle"/>
          </p:nvPr>
        </p:nvSpPr>
        <p:spPr>
          <a:xfrm>
            <a:off x="831625" y="3625000"/>
            <a:ext cx="4561200" cy="3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56" name="Google Shape;156;p21"/>
          <p:cNvCxnSpPr/>
          <p:nvPr/>
        </p:nvCxnSpPr>
        <p:spPr>
          <a:xfrm rot="10800000">
            <a:off x="-30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" name="Google Shape;157;p21"/>
          <p:cNvCxnSpPr/>
          <p:nvPr/>
        </p:nvCxnSpPr>
        <p:spPr>
          <a:xfrm rot="10800000">
            <a:off x="-30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" name="Google Shape;158;p21"/>
          <p:cNvCxnSpPr/>
          <p:nvPr/>
        </p:nvCxnSpPr>
        <p:spPr>
          <a:xfrm>
            <a:off x="-112875" y="3979775"/>
            <a:ext cx="1378500" cy="12363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" name="Google Shape;159;p21"/>
          <p:cNvCxnSpPr/>
          <p:nvPr/>
        </p:nvCxnSpPr>
        <p:spPr>
          <a:xfrm>
            <a:off x="7908725" y="-88700"/>
            <a:ext cx="1418700" cy="10644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2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62" name="Google Shape;162;p2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" name="Google Shape;163;p2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" name="Google Shape;164;p22"/>
          <p:cNvCxnSpPr/>
          <p:nvPr/>
        </p:nvCxnSpPr>
        <p:spPr>
          <a:xfrm>
            <a:off x="7207350" y="-153175"/>
            <a:ext cx="2120400" cy="12738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6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6" name="Google Shape;166;p2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" name="Google Shape;167;p2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" name="Google Shape;168;p23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23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" name="Google Shape;170;p23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" name="Google Shape;171;p23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2" name="Google Shape;172;p23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17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4"/>
          <p:cNvSpPr txBox="1"/>
          <p:nvPr>
            <p:ph type="title"/>
          </p:nvPr>
        </p:nvSpPr>
        <p:spPr>
          <a:xfrm>
            <a:off x="1877475" y="445025"/>
            <a:ext cx="538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5" name="Google Shape;175;p24"/>
          <p:cNvSpPr txBox="1"/>
          <p:nvPr>
            <p:ph idx="1" type="subTitle"/>
          </p:nvPr>
        </p:nvSpPr>
        <p:spPr>
          <a:xfrm>
            <a:off x="3226708" y="1405390"/>
            <a:ext cx="2486100" cy="4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176" name="Google Shape;176;p24"/>
          <p:cNvSpPr txBox="1"/>
          <p:nvPr>
            <p:ph idx="2" type="subTitle"/>
          </p:nvPr>
        </p:nvSpPr>
        <p:spPr>
          <a:xfrm>
            <a:off x="3226708" y="1806417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24"/>
          <p:cNvSpPr txBox="1"/>
          <p:nvPr>
            <p:ph idx="3" type="subTitle"/>
          </p:nvPr>
        </p:nvSpPr>
        <p:spPr>
          <a:xfrm>
            <a:off x="719108" y="1405390"/>
            <a:ext cx="2486100" cy="4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178" name="Google Shape;178;p24"/>
          <p:cNvSpPr txBox="1"/>
          <p:nvPr>
            <p:ph idx="4" type="subTitle"/>
          </p:nvPr>
        </p:nvSpPr>
        <p:spPr>
          <a:xfrm>
            <a:off x="719108" y="1806417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24"/>
          <p:cNvSpPr txBox="1"/>
          <p:nvPr>
            <p:ph idx="5" type="subTitle"/>
          </p:nvPr>
        </p:nvSpPr>
        <p:spPr>
          <a:xfrm>
            <a:off x="3226708" y="3171118"/>
            <a:ext cx="24861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180" name="Google Shape;180;p24"/>
          <p:cNvSpPr txBox="1"/>
          <p:nvPr>
            <p:ph idx="6" type="subTitle"/>
          </p:nvPr>
        </p:nvSpPr>
        <p:spPr>
          <a:xfrm>
            <a:off x="3226708" y="3565487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24"/>
          <p:cNvSpPr txBox="1"/>
          <p:nvPr>
            <p:ph idx="7" type="subTitle"/>
          </p:nvPr>
        </p:nvSpPr>
        <p:spPr>
          <a:xfrm>
            <a:off x="719108" y="3171118"/>
            <a:ext cx="24861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182" name="Google Shape;182;p24"/>
          <p:cNvSpPr txBox="1"/>
          <p:nvPr>
            <p:ph idx="8" type="subTitle"/>
          </p:nvPr>
        </p:nvSpPr>
        <p:spPr>
          <a:xfrm>
            <a:off x="719158" y="3565487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83" name="Google Shape;183;p2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" name="Google Shape;184;p2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8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6" name="Google Shape;186;p2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" name="Google Shape;187;p2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" name="Google Shape;188;p25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" name="Google Shape;189;p25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0" name="Google Shape;190;p25"/>
          <p:cNvSpPr txBox="1"/>
          <p:nvPr>
            <p:ph idx="1" type="body"/>
          </p:nvPr>
        </p:nvSpPr>
        <p:spPr>
          <a:xfrm>
            <a:off x="5547900" y="3007750"/>
            <a:ext cx="2883000" cy="15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3000">
                <a:latin typeface="Vidaloka"/>
                <a:ea typeface="Vidaloka"/>
                <a:cs typeface="Vidaloka"/>
                <a:sym typeface="Vidaloka"/>
              </a:defRPr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3000">
                <a:latin typeface="Vidaloka"/>
                <a:ea typeface="Vidaloka"/>
                <a:cs typeface="Vidaloka"/>
                <a:sym typeface="Vidaloka"/>
              </a:defRPr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3000">
                <a:latin typeface="Vidaloka"/>
                <a:ea typeface="Vidaloka"/>
                <a:cs typeface="Vidaloka"/>
                <a:sym typeface="Vidaloka"/>
              </a:defRPr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3000">
                <a:latin typeface="Vidaloka"/>
                <a:ea typeface="Vidaloka"/>
                <a:cs typeface="Vidaloka"/>
                <a:sym typeface="Vidaloka"/>
              </a:defRPr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3000">
                <a:latin typeface="Vidaloka"/>
                <a:ea typeface="Vidaloka"/>
                <a:cs typeface="Vidaloka"/>
                <a:sym typeface="Vidaloka"/>
              </a:defRPr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3000">
                <a:latin typeface="Vidaloka"/>
                <a:ea typeface="Vidaloka"/>
                <a:cs typeface="Vidaloka"/>
                <a:sym typeface="Vidaloka"/>
              </a:defRPr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3000">
                <a:latin typeface="Vidaloka"/>
                <a:ea typeface="Vidaloka"/>
                <a:cs typeface="Vidaloka"/>
                <a:sym typeface="Vidaloka"/>
              </a:defRPr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3000"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1">
  <p:cSld name="CUSTOM_19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6"/>
          <p:cNvSpPr txBox="1"/>
          <p:nvPr>
            <p:ph hasCustomPrompt="1" type="title"/>
          </p:nvPr>
        </p:nvSpPr>
        <p:spPr>
          <a:xfrm>
            <a:off x="713225" y="1345375"/>
            <a:ext cx="6120300" cy="16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93" name="Google Shape;193;p26"/>
          <p:cNvSpPr txBox="1"/>
          <p:nvPr>
            <p:ph idx="1" type="subTitle"/>
          </p:nvPr>
        </p:nvSpPr>
        <p:spPr>
          <a:xfrm>
            <a:off x="713225" y="3188648"/>
            <a:ext cx="61203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194" name="Google Shape;194;p2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" name="Google Shape;195;p2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" name="Google Shape;196;p26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" name="Google Shape;197;p26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1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7"/>
          <p:cNvSpPr txBox="1"/>
          <p:nvPr>
            <p:ph type="title"/>
          </p:nvPr>
        </p:nvSpPr>
        <p:spPr>
          <a:xfrm>
            <a:off x="4346500" y="2467375"/>
            <a:ext cx="4083600" cy="12000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0" name="Google Shape;200;p27"/>
          <p:cNvSpPr txBox="1"/>
          <p:nvPr>
            <p:ph hasCustomPrompt="1" idx="2" type="title"/>
          </p:nvPr>
        </p:nvSpPr>
        <p:spPr>
          <a:xfrm>
            <a:off x="4956100" y="1021325"/>
            <a:ext cx="1650900" cy="97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9pPr>
          </a:lstStyle>
          <a:p>
            <a:r>
              <a:t>xx%</a:t>
            </a:r>
          </a:p>
        </p:txBody>
      </p:sp>
      <p:sp>
        <p:nvSpPr>
          <p:cNvPr id="201" name="Google Shape;201;p27"/>
          <p:cNvSpPr txBox="1"/>
          <p:nvPr>
            <p:ph idx="1" type="subTitle"/>
          </p:nvPr>
        </p:nvSpPr>
        <p:spPr>
          <a:xfrm>
            <a:off x="4346500" y="3649675"/>
            <a:ext cx="4083600" cy="62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02" name="Google Shape;202;p2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" name="Google Shape;203;p2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" name="Google Shape;204;p27"/>
          <p:cNvCxnSpPr/>
          <p:nvPr/>
        </p:nvCxnSpPr>
        <p:spPr>
          <a:xfrm>
            <a:off x="-209600" y="2402450"/>
            <a:ext cx="3144300" cy="27897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CUSTOM_20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 txBox="1"/>
          <p:nvPr>
            <p:ph type="title"/>
          </p:nvPr>
        </p:nvSpPr>
        <p:spPr>
          <a:xfrm>
            <a:off x="4373850" y="944250"/>
            <a:ext cx="4009500" cy="64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7" name="Google Shape;207;p28"/>
          <p:cNvSpPr txBox="1"/>
          <p:nvPr>
            <p:ph hasCustomPrompt="1" idx="2" type="title"/>
          </p:nvPr>
        </p:nvSpPr>
        <p:spPr>
          <a:xfrm>
            <a:off x="2294850" y="1096650"/>
            <a:ext cx="1650900" cy="97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9pPr>
          </a:lstStyle>
          <a:p>
            <a:r>
              <a:t>xx%</a:t>
            </a:r>
          </a:p>
        </p:txBody>
      </p:sp>
      <p:sp>
        <p:nvSpPr>
          <p:cNvPr id="208" name="Google Shape;208;p28"/>
          <p:cNvSpPr txBox="1"/>
          <p:nvPr>
            <p:ph idx="1" type="subTitle"/>
          </p:nvPr>
        </p:nvSpPr>
        <p:spPr>
          <a:xfrm>
            <a:off x="4373850" y="1593150"/>
            <a:ext cx="2475300" cy="62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09" name="Google Shape;209;p2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" name="Google Shape;210;p2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" name="Google Shape;211;p28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" name="Google Shape;212;p28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" name="Google Shape;213;p28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" name="Google Shape;214;p28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3_1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9"/>
          <p:cNvSpPr txBox="1"/>
          <p:nvPr>
            <p:ph type="title"/>
          </p:nvPr>
        </p:nvSpPr>
        <p:spPr>
          <a:xfrm>
            <a:off x="1043725" y="922567"/>
            <a:ext cx="3123000" cy="225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7" name="Google Shape;217;p29"/>
          <p:cNvSpPr txBox="1"/>
          <p:nvPr>
            <p:ph idx="1" type="subTitle"/>
          </p:nvPr>
        </p:nvSpPr>
        <p:spPr>
          <a:xfrm>
            <a:off x="1043725" y="3360938"/>
            <a:ext cx="3013500" cy="7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18" name="Google Shape;218;p2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" name="Google Shape;219;p2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" name="Google Shape;220;p29"/>
          <p:cNvCxnSpPr/>
          <p:nvPr/>
        </p:nvCxnSpPr>
        <p:spPr>
          <a:xfrm>
            <a:off x="5322650" y="-80625"/>
            <a:ext cx="4005000" cy="20073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21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0"/>
          <p:cNvSpPr txBox="1"/>
          <p:nvPr>
            <p:ph type="title"/>
          </p:nvPr>
        </p:nvSpPr>
        <p:spPr>
          <a:xfrm>
            <a:off x="5310925" y="962565"/>
            <a:ext cx="3123000" cy="225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3" name="Google Shape;223;p30"/>
          <p:cNvSpPr txBox="1"/>
          <p:nvPr>
            <p:ph idx="1" type="subTitle"/>
          </p:nvPr>
        </p:nvSpPr>
        <p:spPr>
          <a:xfrm>
            <a:off x="5310925" y="3400935"/>
            <a:ext cx="3013500" cy="7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24" name="Google Shape;224;p3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" name="Google Shape;225;p3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" name="Google Shape;226;p30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" name="Google Shape;227;p30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" name="Google Shape;228;p30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" name="Google Shape;229;p30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4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1"/>
          <p:cNvSpPr txBox="1"/>
          <p:nvPr>
            <p:ph idx="1" type="subTitle"/>
          </p:nvPr>
        </p:nvSpPr>
        <p:spPr>
          <a:xfrm>
            <a:off x="3509000" y="25320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32" name="Google Shape;232;p31"/>
          <p:cNvSpPr txBox="1"/>
          <p:nvPr>
            <p:ph idx="2" type="subTitle"/>
          </p:nvPr>
        </p:nvSpPr>
        <p:spPr>
          <a:xfrm>
            <a:off x="3509025" y="2948247"/>
            <a:ext cx="2126100" cy="81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31"/>
          <p:cNvSpPr txBox="1"/>
          <p:nvPr>
            <p:ph idx="3" type="subTitle"/>
          </p:nvPr>
        </p:nvSpPr>
        <p:spPr>
          <a:xfrm>
            <a:off x="953025" y="25320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34" name="Google Shape;234;p31"/>
          <p:cNvSpPr txBox="1"/>
          <p:nvPr>
            <p:ph idx="4" type="subTitle"/>
          </p:nvPr>
        </p:nvSpPr>
        <p:spPr>
          <a:xfrm>
            <a:off x="953125" y="2948247"/>
            <a:ext cx="2126100" cy="81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31"/>
          <p:cNvSpPr txBox="1"/>
          <p:nvPr>
            <p:ph idx="5" type="subTitle"/>
          </p:nvPr>
        </p:nvSpPr>
        <p:spPr>
          <a:xfrm>
            <a:off x="6064875" y="25320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36" name="Google Shape;236;p31"/>
          <p:cNvSpPr txBox="1"/>
          <p:nvPr>
            <p:ph idx="6" type="subTitle"/>
          </p:nvPr>
        </p:nvSpPr>
        <p:spPr>
          <a:xfrm>
            <a:off x="6064875" y="2948247"/>
            <a:ext cx="2126100" cy="81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31"/>
          <p:cNvSpPr txBox="1"/>
          <p:nvPr>
            <p:ph type="title"/>
          </p:nvPr>
        </p:nvSpPr>
        <p:spPr>
          <a:xfrm>
            <a:off x="713225" y="445025"/>
            <a:ext cx="665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238" name="Google Shape;238;p3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" name="Google Shape;239;p3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22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2"/>
          <p:cNvSpPr txBox="1"/>
          <p:nvPr>
            <p:ph idx="1" type="subTitle"/>
          </p:nvPr>
        </p:nvSpPr>
        <p:spPr>
          <a:xfrm>
            <a:off x="3509000" y="16938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42" name="Google Shape;242;p32"/>
          <p:cNvSpPr txBox="1"/>
          <p:nvPr>
            <p:ph idx="2" type="subTitle"/>
          </p:nvPr>
        </p:nvSpPr>
        <p:spPr>
          <a:xfrm>
            <a:off x="3509025" y="2110049"/>
            <a:ext cx="2126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p32"/>
          <p:cNvSpPr txBox="1"/>
          <p:nvPr>
            <p:ph idx="3" type="subTitle"/>
          </p:nvPr>
        </p:nvSpPr>
        <p:spPr>
          <a:xfrm>
            <a:off x="953025" y="16938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44" name="Google Shape;244;p32"/>
          <p:cNvSpPr txBox="1"/>
          <p:nvPr>
            <p:ph idx="4" type="subTitle"/>
          </p:nvPr>
        </p:nvSpPr>
        <p:spPr>
          <a:xfrm>
            <a:off x="953125" y="2110049"/>
            <a:ext cx="2126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32"/>
          <p:cNvSpPr txBox="1"/>
          <p:nvPr>
            <p:ph idx="5" type="subTitle"/>
          </p:nvPr>
        </p:nvSpPr>
        <p:spPr>
          <a:xfrm>
            <a:off x="6064875" y="16938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46" name="Google Shape;246;p32"/>
          <p:cNvSpPr txBox="1"/>
          <p:nvPr>
            <p:ph idx="6" type="subTitle"/>
          </p:nvPr>
        </p:nvSpPr>
        <p:spPr>
          <a:xfrm>
            <a:off x="6064875" y="2110049"/>
            <a:ext cx="2126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32"/>
          <p:cNvSpPr txBox="1"/>
          <p:nvPr>
            <p:ph type="title"/>
          </p:nvPr>
        </p:nvSpPr>
        <p:spPr>
          <a:xfrm>
            <a:off x="1244250" y="445025"/>
            <a:ext cx="665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sp>
        <p:nvSpPr>
          <p:cNvPr id="248" name="Google Shape;248;p32"/>
          <p:cNvSpPr txBox="1"/>
          <p:nvPr>
            <p:ph idx="7" type="subTitle"/>
          </p:nvPr>
        </p:nvSpPr>
        <p:spPr>
          <a:xfrm>
            <a:off x="3509000" y="33987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49" name="Google Shape;249;p32"/>
          <p:cNvSpPr txBox="1"/>
          <p:nvPr>
            <p:ph idx="8" type="subTitle"/>
          </p:nvPr>
        </p:nvSpPr>
        <p:spPr>
          <a:xfrm>
            <a:off x="3509025" y="3814949"/>
            <a:ext cx="2126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32"/>
          <p:cNvSpPr txBox="1"/>
          <p:nvPr>
            <p:ph idx="9" type="subTitle"/>
          </p:nvPr>
        </p:nvSpPr>
        <p:spPr>
          <a:xfrm>
            <a:off x="953025" y="33987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51" name="Google Shape;251;p32"/>
          <p:cNvSpPr txBox="1"/>
          <p:nvPr>
            <p:ph idx="13" type="subTitle"/>
          </p:nvPr>
        </p:nvSpPr>
        <p:spPr>
          <a:xfrm>
            <a:off x="953125" y="3814949"/>
            <a:ext cx="2126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32"/>
          <p:cNvSpPr txBox="1"/>
          <p:nvPr>
            <p:ph idx="14" type="subTitle"/>
          </p:nvPr>
        </p:nvSpPr>
        <p:spPr>
          <a:xfrm>
            <a:off x="6064875" y="33987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53" name="Google Shape;253;p32"/>
          <p:cNvSpPr txBox="1"/>
          <p:nvPr>
            <p:ph idx="15" type="subTitle"/>
          </p:nvPr>
        </p:nvSpPr>
        <p:spPr>
          <a:xfrm>
            <a:off x="6064875" y="3814949"/>
            <a:ext cx="2126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54" name="Google Shape;254;p3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5" name="Google Shape;255;p3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6" name="Google Shape;256;p32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" name="Google Shape;257;p32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1">
  <p:cSld name="CUSTOM_32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3"/>
          <p:cNvSpPr txBox="1"/>
          <p:nvPr>
            <p:ph idx="1" type="subTitle"/>
          </p:nvPr>
        </p:nvSpPr>
        <p:spPr>
          <a:xfrm>
            <a:off x="3414050" y="1714429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60" name="Google Shape;260;p33"/>
          <p:cNvSpPr txBox="1"/>
          <p:nvPr>
            <p:ph idx="2" type="subTitle"/>
          </p:nvPr>
        </p:nvSpPr>
        <p:spPr>
          <a:xfrm>
            <a:off x="3564200" y="2124122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33"/>
          <p:cNvSpPr txBox="1"/>
          <p:nvPr>
            <p:ph idx="3" type="subTitle"/>
          </p:nvPr>
        </p:nvSpPr>
        <p:spPr>
          <a:xfrm>
            <a:off x="705725" y="1714429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62" name="Google Shape;262;p33"/>
          <p:cNvSpPr txBox="1"/>
          <p:nvPr>
            <p:ph idx="4" type="subTitle"/>
          </p:nvPr>
        </p:nvSpPr>
        <p:spPr>
          <a:xfrm>
            <a:off x="855875" y="2124122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33"/>
          <p:cNvSpPr txBox="1"/>
          <p:nvPr>
            <p:ph idx="5" type="subTitle"/>
          </p:nvPr>
        </p:nvSpPr>
        <p:spPr>
          <a:xfrm>
            <a:off x="6122325" y="1714429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64" name="Google Shape;264;p33"/>
          <p:cNvSpPr txBox="1"/>
          <p:nvPr>
            <p:ph idx="6" type="subTitle"/>
          </p:nvPr>
        </p:nvSpPr>
        <p:spPr>
          <a:xfrm>
            <a:off x="6272475" y="2124122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33"/>
          <p:cNvSpPr txBox="1"/>
          <p:nvPr>
            <p:ph idx="7" type="subTitle"/>
          </p:nvPr>
        </p:nvSpPr>
        <p:spPr>
          <a:xfrm>
            <a:off x="3414050" y="3453326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66" name="Google Shape;266;p33"/>
          <p:cNvSpPr txBox="1"/>
          <p:nvPr>
            <p:ph idx="8" type="subTitle"/>
          </p:nvPr>
        </p:nvSpPr>
        <p:spPr>
          <a:xfrm>
            <a:off x="3564200" y="3869536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33"/>
          <p:cNvSpPr txBox="1"/>
          <p:nvPr>
            <p:ph idx="9" type="subTitle"/>
          </p:nvPr>
        </p:nvSpPr>
        <p:spPr>
          <a:xfrm>
            <a:off x="705725" y="3453326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68" name="Google Shape;268;p33"/>
          <p:cNvSpPr txBox="1"/>
          <p:nvPr>
            <p:ph idx="13" type="subTitle"/>
          </p:nvPr>
        </p:nvSpPr>
        <p:spPr>
          <a:xfrm>
            <a:off x="855875" y="3869536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33"/>
          <p:cNvSpPr txBox="1"/>
          <p:nvPr>
            <p:ph idx="14" type="subTitle"/>
          </p:nvPr>
        </p:nvSpPr>
        <p:spPr>
          <a:xfrm>
            <a:off x="6122325" y="3453326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70" name="Google Shape;270;p33"/>
          <p:cNvSpPr txBox="1"/>
          <p:nvPr>
            <p:ph idx="15" type="subTitle"/>
          </p:nvPr>
        </p:nvSpPr>
        <p:spPr>
          <a:xfrm>
            <a:off x="6272475" y="3869536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33"/>
          <p:cNvSpPr txBox="1"/>
          <p:nvPr>
            <p:ph type="title"/>
          </p:nvPr>
        </p:nvSpPr>
        <p:spPr>
          <a:xfrm>
            <a:off x="713225" y="445025"/>
            <a:ext cx="608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272" name="Google Shape;272;p3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" name="Google Shape;273;p3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CUSTOM_33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4"/>
          <p:cNvSpPr txBox="1"/>
          <p:nvPr>
            <p:ph idx="1" type="subTitle"/>
          </p:nvPr>
        </p:nvSpPr>
        <p:spPr>
          <a:xfrm>
            <a:off x="3414050" y="1714429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76" name="Google Shape;276;p34"/>
          <p:cNvSpPr txBox="1"/>
          <p:nvPr>
            <p:ph idx="2" type="subTitle"/>
          </p:nvPr>
        </p:nvSpPr>
        <p:spPr>
          <a:xfrm>
            <a:off x="3564200" y="2124122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7" name="Google Shape;277;p34"/>
          <p:cNvSpPr txBox="1"/>
          <p:nvPr>
            <p:ph idx="3" type="subTitle"/>
          </p:nvPr>
        </p:nvSpPr>
        <p:spPr>
          <a:xfrm>
            <a:off x="705725" y="1714429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78" name="Google Shape;278;p34"/>
          <p:cNvSpPr txBox="1"/>
          <p:nvPr>
            <p:ph idx="4" type="subTitle"/>
          </p:nvPr>
        </p:nvSpPr>
        <p:spPr>
          <a:xfrm>
            <a:off x="855875" y="2124122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34"/>
          <p:cNvSpPr txBox="1"/>
          <p:nvPr>
            <p:ph idx="5" type="subTitle"/>
          </p:nvPr>
        </p:nvSpPr>
        <p:spPr>
          <a:xfrm>
            <a:off x="6122325" y="1714429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80" name="Google Shape;280;p34"/>
          <p:cNvSpPr txBox="1"/>
          <p:nvPr>
            <p:ph idx="6" type="subTitle"/>
          </p:nvPr>
        </p:nvSpPr>
        <p:spPr>
          <a:xfrm>
            <a:off x="6272475" y="2124122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1" name="Google Shape;281;p34"/>
          <p:cNvSpPr txBox="1"/>
          <p:nvPr>
            <p:ph idx="7" type="subTitle"/>
          </p:nvPr>
        </p:nvSpPr>
        <p:spPr>
          <a:xfrm>
            <a:off x="2059863" y="3148526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82" name="Google Shape;282;p34"/>
          <p:cNvSpPr txBox="1"/>
          <p:nvPr>
            <p:ph idx="8" type="subTitle"/>
          </p:nvPr>
        </p:nvSpPr>
        <p:spPr>
          <a:xfrm>
            <a:off x="2210013" y="3564736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3" name="Google Shape;283;p34"/>
          <p:cNvSpPr txBox="1"/>
          <p:nvPr>
            <p:ph idx="9" type="subTitle"/>
          </p:nvPr>
        </p:nvSpPr>
        <p:spPr>
          <a:xfrm>
            <a:off x="4768138" y="3148526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84" name="Google Shape;284;p34"/>
          <p:cNvSpPr txBox="1"/>
          <p:nvPr>
            <p:ph idx="13" type="subTitle"/>
          </p:nvPr>
        </p:nvSpPr>
        <p:spPr>
          <a:xfrm>
            <a:off x="4918288" y="3564736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5" name="Google Shape;285;p34"/>
          <p:cNvSpPr txBox="1"/>
          <p:nvPr>
            <p:ph type="title"/>
          </p:nvPr>
        </p:nvSpPr>
        <p:spPr>
          <a:xfrm>
            <a:off x="1531650" y="445025"/>
            <a:ext cx="608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286" name="Google Shape;286;p3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7" name="Google Shape;287;p3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" name="Google Shape;288;p3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" name="Google Shape;289;p34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34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5"/>
          <p:cNvSpPr txBox="1"/>
          <p:nvPr>
            <p:ph type="title"/>
          </p:nvPr>
        </p:nvSpPr>
        <p:spPr>
          <a:xfrm>
            <a:off x="716225" y="1073000"/>
            <a:ext cx="5640600" cy="285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cxnSp>
        <p:nvCxnSpPr>
          <p:cNvPr id="292" name="Google Shape;292;p3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" name="Google Shape;293;p3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4" name="Google Shape;294;p35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5" name="Google Shape;295;p35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6" name="Google Shape;296;p35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" name="Google Shape;297;p35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35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6"/>
          <p:cNvSpPr txBox="1"/>
          <p:nvPr>
            <p:ph idx="1" type="subTitle"/>
          </p:nvPr>
        </p:nvSpPr>
        <p:spPr>
          <a:xfrm>
            <a:off x="4916850" y="1894200"/>
            <a:ext cx="2316000" cy="48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00" name="Google Shape;300;p36"/>
          <p:cNvSpPr txBox="1"/>
          <p:nvPr>
            <p:ph idx="2" type="subTitle"/>
          </p:nvPr>
        </p:nvSpPr>
        <p:spPr>
          <a:xfrm>
            <a:off x="5058900" y="2296473"/>
            <a:ext cx="203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1" name="Google Shape;301;p36"/>
          <p:cNvSpPr txBox="1"/>
          <p:nvPr>
            <p:ph idx="3" type="subTitle"/>
          </p:nvPr>
        </p:nvSpPr>
        <p:spPr>
          <a:xfrm>
            <a:off x="1911150" y="1894200"/>
            <a:ext cx="2316000" cy="48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02" name="Google Shape;302;p36"/>
          <p:cNvSpPr txBox="1"/>
          <p:nvPr>
            <p:ph idx="4" type="subTitle"/>
          </p:nvPr>
        </p:nvSpPr>
        <p:spPr>
          <a:xfrm>
            <a:off x="2053300" y="2296473"/>
            <a:ext cx="203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3" name="Google Shape;303;p36"/>
          <p:cNvSpPr txBox="1"/>
          <p:nvPr>
            <p:ph idx="5" type="subTitle"/>
          </p:nvPr>
        </p:nvSpPr>
        <p:spPr>
          <a:xfrm>
            <a:off x="4916850" y="3528902"/>
            <a:ext cx="2316000" cy="48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04" name="Google Shape;304;p36"/>
          <p:cNvSpPr txBox="1"/>
          <p:nvPr>
            <p:ph idx="6" type="subTitle"/>
          </p:nvPr>
        </p:nvSpPr>
        <p:spPr>
          <a:xfrm>
            <a:off x="5058900" y="3923733"/>
            <a:ext cx="203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36"/>
          <p:cNvSpPr txBox="1"/>
          <p:nvPr>
            <p:ph idx="7" type="subTitle"/>
          </p:nvPr>
        </p:nvSpPr>
        <p:spPr>
          <a:xfrm>
            <a:off x="1911150" y="3528902"/>
            <a:ext cx="2316000" cy="48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06" name="Google Shape;306;p36"/>
          <p:cNvSpPr txBox="1"/>
          <p:nvPr>
            <p:ph idx="8" type="subTitle"/>
          </p:nvPr>
        </p:nvSpPr>
        <p:spPr>
          <a:xfrm>
            <a:off x="2053200" y="3923733"/>
            <a:ext cx="203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7" name="Google Shape;307;p36"/>
          <p:cNvSpPr txBox="1"/>
          <p:nvPr>
            <p:ph type="title"/>
          </p:nvPr>
        </p:nvSpPr>
        <p:spPr>
          <a:xfrm>
            <a:off x="713225" y="445025"/>
            <a:ext cx="648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308" name="Google Shape;308;p3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9" name="Google Shape;309;p3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36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7"/>
          <p:cNvSpPr txBox="1"/>
          <p:nvPr>
            <p:ph idx="1" type="subTitle"/>
          </p:nvPr>
        </p:nvSpPr>
        <p:spPr>
          <a:xfrm>
            <a:off x="3571925" y="2904446"/>
            <a:ext cx="2015400" cy="4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12" name="Google Shape;312;p37"/>
          <p:cNvSpPr txBox="1"/>
          <p:nvPr>
            <p:ph idx="2" type="subTitle"/>
          </p:nvPr>
        </p:nvSpPr>
        <p:spPr>
          <a:xfrm>
            <a:off x="3571925" y="3306722"/>
            <a:ext cx="2015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3" name="Google Shape;313;p37"/>
          <p:cNvSpPr txBox="1"/>
          <p:nvPr>
            <p:ph idx="3" type="subTitle"/>
          </p:nvPr>
        </p:nvSpPr>
        <p:spPr>
          <a:xfrm>
            <a:off x="1088400" y="2904446"/>
            <a:ext cx="2015400" cy="4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14" name="Google Shape;314;p37"/>
          <p:cNvSpPr txBox="1"/>
          <p:nvPr>
            <p:ph idx="4" type="subTitle"/>
          </p:nvPr>
        </p:nvSpPr>
        <p:spPr>
          <a:xfrm>
            <a:off x="1088400" y="3306722"/>
            <a:ext cx="2015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5" name="Google Shape;315;p37"/>
          <p:cNvSpPr txBox="1"/>
          <p:nvPr>
            <p:ph idx="5" type="subTitle"/>
          </p:nvPr>
        </p:nvSpPr>
        <p:spPr>
          <a:xfrm>
            <a:off x="6055450" y="2904446"/>
            <a:ext cx="2015400" cy="4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16" name="Google Shape;316;p37"/>
          <p:cNvSpPr txBox="1"/>
          <p:nvPr>
            <p:ph idx="6" type="subTitle"/>
          </p:nvPr>
        </p:nvSpPr>
        <p:spPr>
          <a:xfrm>
            <a:off x="6055450" y="3306722"/>
            <a:ext cx="2015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7" name="Google Shape;317;p37"/>
          <p:cNvSpPr txBox="1"/>
          <p:nvPr>
            <p:ph type="title"/>
          </p:nvPr>
        </p:nvSpPr>
        <p:spPr>
          <a:xfrm>
            <a:off x="713225" y="445025"/>
            <a:ext cx="5517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318" name="Google Shape;318;p3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9" name="Google Shape;319;p3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0" name="Google Shape;320;p37"/>
          <p:cNvCxnSpPr/>
          <p:nvPr/>
        </p:nvCxnSpPr>
        <p:spPr>
          <a:xfrm>
            <a:off x="7434175" y="-125600"/>
            <a:ext cx="1993200" cy="13302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">
  <p:cSld name="CUSTOM_23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2" name="Google Shape;322;p3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3" name="Google Shape;323;p3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4" name="Google Shape;324;p38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5" name="Google Shape;325;p38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6" name="Google Shape;326;p38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" name="Google Shape;327;p38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8" name="Google Shape;328;p38"/>
          <p:cNvSpPr txBox="1"/>
          <p:nvPr>
            <p:ph type="title"/>
          </p:nvPr>
        </p:nvSpPr>
        <p:spPr>
          <a:xfrm>
            <a:off x="2780100" y="445025"/>
            <a:ext cx="3583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9" name="Google Shape;329;p38"/>
          <p:cNvSpPr txBox="1"/>
          <p:nvPr>
            <p:ph idx="1" type="subTitle"/>
          </p:nvPr>
        </p:nvSpPr>
        <p:spPr>
          <a:xfrm>
            <a:off x="5306650" y="1710190"/>
            <a:ext cx="2486100" cy="4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330" name="Google Shape;330;p38"/>
          <p:cNvSpPr txBox="1"/>
          <p:nvPr>
            <p:ph idx="2" type="subTitle"/>
          </p:nvPr>
        </p:nvSpPr>
        <p:spPr>
          <a:xfrm>
            <a:off x="5306650" y="2111217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38"/>
          <p:cNvSpPr txBox="1"/>
          <p:nvPr>
            <p:ph idx="3" type="subTitle"/>
          </p:nvPr>
        </p:nvSpPr>
        <p:spPr>
          <a:xfrm>
            <a:off x="1351250" y="1710190"/>
            <a:ext cx="2486100" cy="4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332" name="Google Shape;332;p38"/>
          <p:cNvSpPr txBox="1"/>
          <p:nvPr>
            <p:ph idx="4" type="subTitle"/>
          </p:nvPr>
        </p:nvSpPr>
        <p:spPr>
          <a:xfrm>
            <a:off x="1351250" y="2111217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3" name="Google Shape;333;p38"/>
          <p:cNvSpPr txBox="1"/>
          <p:nvPr>
            <p:ph idx="5" type="subTitle"/>
          </p:nvPr>
        </p:nvSpPr>
        <p:spPr>
          <a:xfrm>
            <a:off x="5306650" y="3552118"/>
            <a:ext cx="24861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334" name="Google Shape;334;p38"/>
          <p:cNvSpPr txBox="1"/>
          <p:nvPr>
            <p:ph idx="6" type="subTitle"/>
          </p:nvPr>
        </p:nvSpPr>
        <p:spPr>
          <a:xfrm>
            <a:off x="5306650" y="3946487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5" name="Google Shape;335;p38"/>
          <p:cNvSpPr txBox="1"/>
          <p:nvPr>
            <p:ph idx="7" type="subTitle"/>
          </p:nvPr>
        </p:nvSpPr>
        <p:spPr>
          <a:xfrm>
            <a:off x="1351250" y="3552118"/>
            <a:ext cx="24861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336" name="Google Shape;336;p38"/>
          <p:cNvSpPr txBox="1"/>
          <p:nvPr>
            <p:ph idx="8" type="subTitle"/>
          </p:nvPr>
        </p:nvSpPr>
        <p:spPr>
          <a:xfrm>
            <a:off x="1351300" y="3946487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7" name="Google Shape;337;p38"/>
          <p:cNvSpPr txBox="1"/>
          <p:nvPr>
            <p:ph hasCustomPrompt="1" idx="9" type="title"/>
          </p:nvPr>
        </p:nvSpPr>
        <p:spPr>
          <a:xfrm>
            <a:off x="1351250" y="1131425"/>
            <a:ext cx="24861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8" name="Google Shape;338;p38"/>
          <p:cNvSpPr txBox="1"/>
          <p:nvPr>
            <p:ph hasCustomPrompt="1" idx="13" type="title"/>
          </p:nvPr>
        </p:nvSpPr>
        <p:spPr>
          <a:xfrm>
            <a:off x="5306650" y="1131425"/>
            <a:ext cx="24861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9" name="Google Shape;339;p38"/>
          <p:cNvSpPr txBox="1"/>
          <p:nvPr>
            <p:ph hasCustomPrompt="1" idx="14" type="title"/>
          </p:nvPr>
        </p:nvSpPr>
        <p:spPr>
          <a:xfrm>
            <a:off x="1351300" y="2964563"/>
            <a:ext cx="24861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40" name="Google Shape;340;p38"/>
          <p:cNvSpPr txBox="1"/>
          <p:nvPr>
            <p:ph hasCustomPrompt="1" idx="15" type="title"/>
          </p:nvPr>
        </p:nvSpPr>
        <p:spPr>
          <a:xfrm>
            <a:off x="5306650" y="2964563"/>
            <a:ext cx="24861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4_2_1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9"/>
          <p:cNvSpPr txBox="1"/>
          <p:nvPr>
            <p:ph idx="1" type="subTitle"/>
          </p:nvPr>
        </p:nvSpPr>
        <p:spPr>
          <a:xfrm>
            <a:off x="3718325" y="3294199"/>
            <a:ext cx="16428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43" name="Google Shape;343;p39"/>
          <p:cNvSpPr txBox="1"/>
          <p:nvPr>
            <p:ph idx="2" type="subTitle"/>
          </p:nvPr>
        </p:nvSpPr>
        <p:spPr>
          <a:xfrm>
            <a:off x="3617675" y="3703897"/>
            <a:ext cx="184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44" name="Google Shape;344;p39"/>
          <p:cNvSpPr txBox="1"/>
          <p:nvPr>
            <p:ph idx="3" type="subTitle"/>
          </p:nvPr>
        </p:nvSpPr>
        <p:spPr>
          <a:xfrm>
            <a:off x="1328025" y="3294199"/>
            <a:ext cx="16428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45" name="Google Shape;345;p39"/>
          <p:cNvSpPr txBox="1"/>
          <p:nvPr>
            <p:ph idx="4" type="subTitle"/>
          </p:nvPr>
        </p:nvSpPr>
        <p:spPr>
          <a:xfrm>
            <a:off x="1227426" y="3703897"/>
            <a:ext cx="184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46" name="Google Shape;346;p39"/>
          <p:cNvSpPr txBox="1"/>
          <p:nvPr>
            <p:ph idx="5" type="subTitle"/>
          </p:nvPr>
        </p:nvSpPr>
        <p:spPr>
          <a:xfrm>
            <a:off x="6108550" y="3294199"/>
            <a:ext cx="16431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47" name="Google Shape;347;p39"/>
          <p:cNvSpPr txBox="1"/>
          <p:nvPr>
            <p:ph idx="6" type="subTitle"/>
          </p:nvPr>
        </p:nvSpPr>
        <p:spPr>
          <a:xfrm>
            <a:off x="6008050" y="3703897"/>
            <a:ext cx="184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48" name="Google Shape;348;p39"/>
          <p:cNvSpPr txBox="1"/>
          <p:nvPr>
            <p:ph type="title"/>
          </p:nvPr>
        </p:nvSpPr>
        <p:spPr>
          <a:xfrm>
            <a:off x="713225" y="445025"/>
            <a:ext cx="3188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349" name="Google Shape;349;p3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0" name="Google Shape;350;p3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3">
  <p:cSld name="CUSTOM_5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0"/>
          <p:cNvSpPr txBox="1"/>
          <p:nvPr>
            <p:ph idx="1" type="subTitle"/>
          </p:nvPr>
        </p:nvSpPr>
        <p:spPr>
          <a:xfrm>
            <a:off x="4750175" y="1632746"/>
            <a:ext cx="20148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53" name="Google Shape;353;p40"/>
          <p:cNvSpPr txBox="1"/>
          <p:nvPr>
            <p:ph idx="2" type="subTitle"/>
          </p:nvPr>
        </p:nvSpPr>
        <p:spPr>
          <a:xfrm>
            <a:off x="4750184" y="2035022"/>
            <a:ext cx="20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p40"/>
          <p:cNvSpPr txBox="1"/>
          <p:nvPr>
            <p:ph idx="3" type="subTitle"/>
          </p:nvPr>
        </p:nvSpPr>
        <p:spPr>
          <a:xfrm>
            <a:off x="2306450" y="1632746"/>
            <a:ext cx="20148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55" name="Google Shape;355;p40"/>
          <p:cNvSpPr txBox="1"/>
          <p:nvPr>
            <p:ph idx="4" type="subTitle"/>
          </p:nvPr>
        </p:nvSpPr>
        <p:spPr>
          <a:xfrm>
            <a:off x="2306462" y="2035022"/>
            <a:ext cx="20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6" name="Google Shape;356;p40"/>
          <p:cNvSpPr txBox="1"/>
          <p:nvPr>
            <p:ph idx="5" type="subTitle"/>
          </p:nvPr>
        </p:nvSpPr>
        <p:spPr>
          <a:xfrm>
            <a:off x="4750175" y="3062273"/>
            <a:ext cx="20148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57" name="Google Shape;357;p40"/>
          <p:cNvSpPr txBox="1"/>
          <p:nvPr>
            <p:ph idx="6" type="subTitle"/>
          </p:nvPr>
        </p:nvSpPr>
        <p:spPr>
          <a:xfrm>
            <a:off x="4750184" y="3471047"/>
            <a:ext cx="20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8" name="Google Shape;358;p40"/>
          <p:cNvSpPr txBox="1"/>
          <p:nvPr>
            <p:ph idx="7" type="subTitle"/>
          </p:nvPr>
        </p:nvSpPr>
        <p:spPr>
          <a:xfrm>
            <a:off x="2306450" y="3062273"/>
            <a:ext cx="20148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59" name="Google Shape;359;p40"/>
          <p:cNvSpPr txBox="1"/>
          <p:nvPr>
            <p:ph idx="8" type="subTitle"/>
          </p:nvPr>
        </p:nvSpPr>
        <p:spPr>
          <a:xfrm>
            <a:off x="2306462" y="3471047"/>
            <a:ext cx="20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0" name="Google Shape;360;p40"/>
          <p:cNvSpPr txBox="1"/>
          <p:nvPr>
            <p:ph type="title"/>
          </p:nvPr>
        </p:nvSpPr>
        <p:spPr>
          <a:xfrm>
            <a:off x="713225" y="445025"/>
            <a:ext cx="2785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361" name="Google Shape;361;p4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2" name="Google Shape;362;p4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3">
  <p:cSld name="CUSTOM_26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4" name="Google Shape;364;p4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5" name="Google Shape;365;p4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6" name="Google Shape;366;p41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7" name="Google Shape;367;p41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8" name="Google Shape;368;p41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9" name="Google Shape;369;p41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0" name="Google Shape;370;p41"/>
          <p:cNvSpPr txBox="1"/>
          <p:nvPr>
            <p:ph idx="1" type="subTitle"/>
          </p:nvPr>
        </p:nvSpPr>
        <p:spPr>
          <a:xfrm>
            <a:off x="728750" y="1112872"/>
            <a:ext cx="20148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71" name="Google Shape;371;p41"/>
          <p:cNvSpPr txBox="1"/>
          <p:nvPr>
            <p:ph idx="2" type="subTitle"/>
          </p:nvPr>
        </p:nvSpPr>
        <p:spPr>
          <a:xfrm>
            <a:off x="728762" y="1515149"/>
            <a:ext cx="20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2" name="Google Shape;372;p41"/>
          <p:cNvSpPr txBox="1"/>
          <p:nvPr>
            <p:ph idx="3" type="subTitle"/>
          </p:nvPr>
        </p:nvSpPr>
        <p:spPr>
          <a:xfrm>
            <a:off x="728750" y="2036386"/>
            <a:ext cx="20148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73" name="Google Shape;373;p41"/>
          <p:cNvSpPr txBox="1"/>
          <p:nvPr>
            <p:ph idx="4" type="subTitle"/>
          </p:nvPr>
        </p:nvSpPr>
        <p:spPr>
          <a:xfrm>
            <a:off x="728762" y="2445160"/>
            <a:ext cx="20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4" name="Google Shape;374;p41"/>
          <p:cNvSpPr txBox="1"/>
          <p:nvPr>
            <p:ph type="title"/>
          </p:nvPr>
        </p:nvSpPr>
        <p:spPr>
          <a:xfrm>
            <a:off x="1531650" y="445025"/>
            <a:ext cx="608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sp>
        <p:nvSpPr>
          <p:cNvPr id="375" name="Google Shape;375;p41"/>
          <p:cNvSpPr txBox="1"/>
          <p:nvPr>
            <p:ph idx="5" type="subTitle"/>
          </p:nvPr>
        </p:nvSpPr>
        <p:spPr>
          <a:xfrm>
            <a:off x="728750" y="2997225"/>
            <a:ext cx="20148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76" name="Google Shape;376;p41"/>
          <p:cNvSpPr txBox="1"/>
          <p:nvPr>
            <p:ph idx="6" type="subTitle"/>
          </p:nvPr>
        </p:nvSpPr>
        <p:spPr>
          <a:xfrm>
            <a:off x="728762" y="3405999"/>
            <a:ext cx="20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6"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2"/>
          <p:cNvSpPr txBox="1"/>
          <p:nvPr>
            <p:ph hasCustomPrompt="1" type="title"/>
          </p:nvPr>
        </p:nvSpPr>
        <p:spPr>
          <a:xfrm>
            <a:off x="2592925" y="714600"/>
            <a:ext cx="3958200" cy="6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379" name="Google Shape;379;p42"/>
          <p:cNvSpPr txBox="1"/>
          <p:nvPr>
            <p:ph idx="1" type="subTitle"/>
          </p:nvPr>
        </p:nvSpPr>
        <p:spPr>
          <a:xfrm>
            <a:off x="2364984" y="1346400"/>
            <a:ext cx="4414200" cy="3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0" name="Google Shape;380;p42"/>
          <p:cNvSpPr txBox="1"/>
          <p:nvPr>
            <p:ph hasCustomPrompt="1" idx="2" type="title"/>
          </p:nvPr>
        </p:nvSpPr>
        <p:spPr>
          <a:xfrm>
            <a:off x="2592925" y="2063025"/>
            <a:ext cx="3958200" cy="6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3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381" name="Google Shape;381;p42"/>
          <p:cNvSpPr txBox="1"/>
          <p:nvPr>
            <p:ph idx="3" type="subTitle"/>
          </p:nvPr>
        </p:nvSpPr>
        <p:spPr>
          <a:xfrm>
            <a:off x="2364984" y="2694825"/>
            <a:ext cx="4414200" cy="3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2" name="Google Shape;382;p42"/>
          <p:cNvSpPr txBox="1"/>
          <p:nvPr>
            <p:ph hasCustomPrompt="1" idx="4" type="title"/>
          </p:nvPr>
        </p:nvSpPr>
        <p:spPr>
          <a:xfrm>
            <a:off x="2592925" y="3411450"/>
            <a:ext cx="3958200" cy="6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3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383" name="Google Shape;383;p42"/>
          <p:cNvSpPr txBox="1"/>
          <p:nvPr>
            <p:ph idx="5" type="subTitle"/>
          </p:nvPr>
        </p:nvSpPr>
        <p:spPr>
          <a:xfrm>
            <a:off x="2364950" y="4043250"/>
            <a:ext cx="4414200" cy="3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84" name="Google Shape;384;p4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5" name="Google Shape;385;p4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2">
  <p:cSld name="CUSTOM_28"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3"/>
          <p:cNvSpPr txBox="1"/>
          <p:nvPr>
            <p:ph idx="1" type="subTitle"/>
          </p:nvPr>
        </p:nvSpPr>
        <p:spPr>
          <a:xfrm>
            <a:off x="5700609" y="2084269"/>
            <a:ext cx="27645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88" name="Google Shape;388;p43"/>
          <p:cNvSpPr txBox="1"/>
          <p:nvPr>
            <p:ph idx="2" type="subTitle"/>
          </p:nvPr>
        </p:nvSpPr>
        <p:spPr>
          <a:xfrm>
            <a:off x="5700621" y="2486544"/>
            <a:ext cx="276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Mako"/>
                <a:ea typeface="Mako"/>
                <a:cs typeface="Mako"/>
                <a:sym typeface="Mak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9" name="Google Shape;389;p43"/>
          <p:cNvSpPr txBox="1"/>
          <p:nvPr>
            <p:ph idx="3" type="subTitle"/>
          </p:nvPr>
        </p:nvSpPr>
        <p:spPr>
          <a:xfrm>
            <a:off x="1973988" y="902134"/>
            <a:ext cx="27645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90" name="Google Shape;390;p43"/>
          <p:cNvSpPr txBox="1"/>
          <p:nvPr>
            <p:ph idx="4" type="subTitle"/>
          </p:nvPr>
        </p:nvSpPr>
        <p:spPr>
          <a:xfrm>
            <a:off x="1973988" y="1304410"/>
            <a:ext cx="276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Mako"/>
                <a:ea typeface="Mako"/>
                <a:cs typeface="Mako"/>
                <a:sym typeface="Mak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1" name="Google Shape;391;p43"/>
          <p:cNvSpPr txBox="1"/>
          <p:nvPr>
            <p:ph idx="5" type="subTitle"/>
          </p:nvPr>
        </p:nvSpPr>
        <p:spPr>
          <a:xfrm>
            <a:off x="1973988" y="3290875"/>
            <a:ext cx="27645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92" name="Google Shape;392;p43"/>
          <p:cNvSpPr txBox="1"/>
          <p:nvPr>
            <p:ph idx="6" type="subTitle"/>
          </p:nvPr>
        </p:nvSpPr>
        <p:spPr>
          <a:xfrm>
            <a:off x="1973988" y="3699649"/>
            <a:ext cx="276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93" name="Google Shape;393;p4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4" name="Google Shape;394;p4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5" name="Google Shape;395;p43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6" name="Google Shape;396;p43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7" name="Google Shape;397;p43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8" name="Google Shape;398;p43"/>
          <p:cNvSpPr txBox="1"/>
          <p:nvPr>
            <p:ph hasCustomPrompt="1" type="title"/>
          </p:nvPr>
        </p:nvSpPr>
        <p:spPr>
          <a:xfrm>
            <a:off x="733000" y="1114450"/>
            <a:ext cx="1118100" cy="6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399" name="Google Shape;399;p43"/>
          <p:cNvSpPr txBox="1"/>
          <p:nvPr>
            <p:ph hasCustomPrompt="1" idx="7" type="title"/>
          </p:nvPr>
        </p:nvSpPr>
        <p:spPr>
          <a:xfrm>
            <a:off x="733000" y="3503175"/>
            <a:ext cx="1118100" cy="6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400" name="Google Shape;400;p43"/>
          <p:cNvSpPr txBox="1"/>
          <p:nvPr>
            <p:ph hasCustomPrompt="1" idx="8" type="title"/>
          </p:nvPr>
        </p:nvSpPr>
        <p:spPr>
          <a:xfrm>
            <a:off x="4441002" y="2276488"/>
            <a:ext cx="1118100" cy="6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7_1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4"/>
          <p:cNvSpPr txBox="1"/>
          <p:nvPr>
            <p:ph type="title"/>
          </p:nvPr>
        </p:nvSpPr>
        <p:spPr>
          <a:xfrm>
            <a:off x="803750" y="2040496"/>
            <a:ext cx="4087500" cy="6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3" name="Google Shape;403;p44"/>
          <p:cNvSpPr txBox="1"/>
          <p:nvPr>
            <p:ph idx="1" type="subTitle"/>
          </p:nvPr>
        </p:nvSpPr>
        <p:spPr>
          <a:xfrm>
            <a:off x="803750" y="2693525"/>
            <a:ext cx="3159300" cy="55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404" name="Google Shape;404;p4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5" name="Google Shape;405;p4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6">
  <p:cSld name="CUSTOM_7_2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5"/>
          <p:cNvSpPr txBox="1"/>
          <p:nvPr>
            <p:ph type="title"/>
          </p:nvPr>
        </p:nvSpPr>
        <p:spPr>
          <a:xfrm>
            <a:off x="4490150" y="2047725"/>
            <a:ext cx="3364200" cy="6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/>
        </p:txBody>
      </p:sp>
      <p:sp>
        <p:nvSpPr>
          <p:cNvPr id="408" name="Google Shape;408;p45"/>
          <p:cNvSpPr txBox="1"/>
          <p:nvPr>
            <p:ph idx="1" type="subTitle"/>
          </p:nvPr>
        </p:nvSpPr>
        <p:spPr>
          <a:xfrm>
            <a:off x="4855550" y="2694825"/>
            <a:ext cx="2998800" cy="55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Josefin Sans"/>
              <a:buNone/>
              <a:defRPr sz="1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cxnSp>
        <p:nvCxnSpPr>
          <p:cNvPr id="409" name="Google Shape;409;p4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" name="Google Shape;410;p4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7">
  <p:cSld name="CUSTOM_8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6"/>
          <p:cNvSpPr txBox="1"/>
          <p:nvPr>
            <p:ph idx="1" type="subTitle"/>
          </p:nvPr>
        </p:nvSpPr>
        <p:spPr>
          <a:xfrm>
            <a:off x="713225" y="1453525"/>
            <a:ext cx="7411200" cy="288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381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3" name="Google Shape;413;p46"/>
          <p:cNvSpPr txBox="1"/>
          <p:nvPr>
            <p:ph type="title"/>
          </p:nvPr>
        </p:nvSpPr>
        <p:spPr>
          <a:xfrm>
            <a:off x="713225" y="445025"/>
            <a:ext cx="450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414" name="Google Shape;414;p4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" name="Google Shape;415;p4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6" name="Google Shape;416;p46"/>
          <p:cNvCxnSpPr/>
          <p:nvPr/>
        </p:nvCxnSpPr>
        <p:spPr>
          <a:xfrm flipH="1">
            <a:off x="6772150" y="3663450"/>
            <a:ext cx="2823300" cy="16332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29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8" name="Google Shape;418;p4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9" name="Google Shape;419;p4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" name="Google Shape;420;p47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1" name="Google Shape;421;p47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2" name="Google Shape;422;p47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3" name="Google Shape;423;p47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4" name="Google Shape;424;p47"/>
          <p:cNvSpPr txBox="1"/>
          <p:nvPr>
            <p:ph type="title"/>
          </p:nvPr>
        </p:nvSpPr>
        <p:spPr>
          <a:xfrm>
            <a:off x="1531650" y="445025"/>
            <a:ext cx="608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sp>
        <p:nvSpPr>
          <p:cNvPr id="425" name="Google Shape;425;p47"/>
          <p:cNvSpPr txBox="1"/>
          <p:nvPr>
            <p:ph idx="1" type="subTitle"/>
          </p:nvPr>
        </p:nvSpPr>
        <p:spPr>
          <a:xfrm>
            <a:off x="4525188" y="1537663"/>
            <a:ext cx="3957600" cy="288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381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426" name="Google Shape;426;p47"/>
          <p:cNvSpPr txBox="1"/>
          <p:nvPr>
            <p:ph idx="2" type="subTitle"/>
          </p:nvPr>
        </p:nvSpPr>
        <p:spPr>
          <a:xfrm>
            <a:off x="661213" y="1537663"/>
            <a:ext cx="3957600" cy="288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381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9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8"/>
          <p:cNvSpPr txBox="1"/>
          <p:nvPr>
            <p:ph idx="1" type="subTitle"/>
          </p:nvPr>
        </p:nvSpPr>
        <p:spPr>
          <a:xfrm>
            <a:off x="4816075" y="3616375"/>
            <a:ext cx="2942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29" name="Google Shape;429;p48"/>
          <p:cNvSpPr txBox="1"/>
          <p:nvPr>
            <p:ph idx="2" type="subTitle"/>
          </p:nvPr>
        </p:nvSpPr>
        <p:spPr>
          <a:xfrm>
            <a:off x="4816200" y="3956375"/>
            <a:ext cx="2941800" cy="6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0" name="Google Shape;430;p48"/>
          <p:cNvSpPr txBox="1"/>
          <p:nvPr>
            <p:ph idx="3" type="subTitle"/>
          </p:nvPr>
        </p:nvSpPr>
        <p:spPr>
          <a:xfrm>
            <a:off x="1385829" y="3616375"/>
            <a:ext cx="2942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31" name="Google Shape;431;p48"/>
          <p:cNvSpPr txBox="1"/>
          <p:nvPr>
            <p:ph idx="4" type="subTitle"/>
          </p:nvPr>
        </p:nvSpPr>
        <p:spPr>
          <a:xfrm>
            <a:off x="1386025" y="3956375"/>
            <a:ext cx="2941800" cy="6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2" name="Google Shape;432;p48"/>
          <p:cNvSpPr txBox="1"/>
          <p:nvPr>
            <p:ph type="title"/>
          </p:nvPr>
        </p:nvSpPr>
        <p:spPr>
          <a:xfrm>
            <a:off x="713225" y="445025"/>
            <a:ext cx="2729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433" name="Google Shape;433;p4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4" name="Google Shape;434;p4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4">
  <p:cSld name="CUSTOM_31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9"/>
          <p:cNvSpPr txBox="1"/>
          <p:nvPr>
            <p:ph type="title"/>
          </p:nvPr>
        </p:nvSpPr>
        <p:spPr>
          <a:xfrm>
            <a:off x="1244250" y="445025"/>
            <a:ext cx="665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sp>
        <p:nvSpPr>
          <p:cNvPr id="437" name="Google Shape;437;p49"/>
          <p:cNvSpPr txBox="1"/>
          <p:nvPr>
            <p:ph idx="1" type="subTitle"/>
          </p:nvPr>
        </p:nvSpPr>
        <p:spPr>
          <a:xfrm>
            <a:off x="3509000" y="33987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38" name="Google Shape;438;p49"/>
          <p:cNvSpPr txBox="1"/>
          <p:nvPr>
            <p:ph idx="2" type="subTitle"/>
          </p:nvPr>
        </p:nvSpPr>
        <p:spPr>
          <a:xfrm>
            <a:off x="3509025" y="3814950"/>
            <a:ext cx="2126100" cy="8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9" name="Google Shape;439;p49"/>
          <p:cNvSpPr txBox="1"/>
          <p:nvPr>
            <p:ph idx="3" type="subTitle"/>
          </p:nvPr>
        </p:nvSpPr>
        <p:spPr>
          <a:xfrm>
            <a:off x="953025" y="33987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40" name="Google Shape;440;p49"/>
          <p:cNvSpPr txBox="1"/>
          <p:nvPr>
            <p:ph idx="4" type="subTitle"/>
          </p:nvPr>
        </p:nvSpPr>
        <p:spPr>
          <a:xfrm>
            <a:off x="953125" y="3814951"/>
            <a:ext cx="2126100" cy="8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1" name="Google Shape;441;p49"/>
          <p:cNvSpPr txBox="1"/>
          <p:nvPr>
            <p:ph idx="5" type="subTitle"/>
          </p:nvPr>
        </p:nvSpPr>
        <p:spPr>
          <a:xfrm>
            <a:off x="6064875" y="33987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42" name="Google Shape;442;p49"/>
          <p:cNvSpPr txBox="1"/>
          <p:nvPr>
            <p:ph idx="6" type="subTitle"/>
          </p:nvPr>
        </p:nvSpPr>
        <p:spPr>
          <a:xfrm>
            <a:off x="6064875" y="3814950"/>
            <a:ext cx="2126100" cy="8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443" name="Google Shape;443;p4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4" name="Google Shape;444;p4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5" name="Google Shape;445;p49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6" name="Google Shape;446;p49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"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0"/>
          <p:cNvSpPr txBox="1"/>
          <p:nvPr>
            <p:ph type="title"/>
          </p:nvPr>
        </p:nvSpPr>
        <p:spPr>
          <a:xfrm>
            <a:off x="2832900" y="791200"/>
            <a:ext cx="3478200" cy="92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449" name="Google Shape;449;p50"/>
          <p:cNvSpPr txBox="1"/>
          <p:nvPr>
            <p:ph idx="1" type="subTitle"/>
          </p:nvPr>
        </p:nvSpPr>
        <p:spPr>
          <a:xfrm>
            <a:off x="2983350" y="1749425"/>
            <a:ext cx="3177300" cy="92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0" name="Google Shape;450;p50"/>
          <p:cNvSpPr txBox="1"/>
          <p:nvPr/>
        </p:nvSpPr>
        <p:spPr>
          <a:xfrm>
            <a:off x="2900450" y="3438275"/>
            <a:ext cx="33432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CREDITS</a:t>
            </a:r>
            <a:r>
              <a:rPr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: This presentation template was created by </a:t>
            </a:r>
            <a:r>
              <a:rPr b="1" lang="en" sz="1100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, including icons by </a:t>
            </a:r>
            <a:r>
              <a:rPr b="1" lang="en" sz="1100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, infographics &amp; images by </a:t>
            </a:r>
            <a:r>
              <a:rPr b="1" lang="en" sz="1100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1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51" name="Google Shape;451;p5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2" name="Google Shape;452;p50"/>
          <p:cNvCxnSpPr/>
          <p:nvPr/>
        </p:nvCxnSpPr>
        <p:spPr>
          <a:xfrm>
            <a:off x="-257975" y="3935375"/>
            <a:ext cx="3047400" cy="13464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3" name="Google Shape;453;p5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4" name="Google Shape;454;p50"/>
          <p:cNvCxnSpPr/>
          <p:nvPr/>
        </p:nvCxnSpPr>
        <p:spPr>
          <a:xfrm>
            <a:off x="6467450" y="-72550"/>
            <a:ext cx="3047400" cy="13464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10"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6" name="Google Shape;456;p5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7" name="Google Shape;457;p5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0_1"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9" name="Google Shape;459;p5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0" name="Google Shape;460;p5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1" name="Google Shape;461;p52"/>
          <p:cNvCxnSpPr/>
          <p:nvPr/>
        </p:nvCxnSpPr>
        <p:spPr>
          <a:xfrm>
            <a:off x="7434175" y="-125600"/>
            <a:ext cx="1993200" cy="13302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2" name="Google Shape;462;p52"/>
          <p:cNvCxnSpPr/>
          <p:nvPr/>
        </p:nvCxnSpPr>
        <p:spPr>
          <a:xfrm>
            <a:off x="-147275" y="3943475"/>
            <a:ext cx="1993200" cy="13302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10_1_1"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4" name="Google Shape;464;p5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5" name="Google Shape;465;p5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6" name="Google Shape;466;p53"/>
          <p:cNvCxnSpPr/>
          <p:nvPr/>
        </p:nvCxnSpPr>
        <p:spPr>
          <a:xfrm flipH="1">
            <a:off x="6772150" y="3663450"/>
            <a:ext cx="2823300" cy="16332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CUSTOM_30"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8" name="Google Shape;468;p5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9" name="Google Shape;469;p5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0" name="Google Shape;470;p54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1" name="Google Shape;471;p5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2" name="Google Shape;472;p54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3" name="Google Shape;473;p54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5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1" sz="3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1" sz="3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1" sz="3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1" sz="3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1" sz="3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1" sz="3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1" sz="3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1"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5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55"/>
          <p:cNvSpPr txBox="1"/>
          <p:nvPr>
            <p:ph type="ctrTitle"/>
          </p:nvPr>
        </p:nvSpPr>
        <p:spPr>
          <a:xfrm>
            <a:off x="1172550" y="1324500"/>
            <a:ext cx="70641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​​      The Finland Education System </a:t>
            </a:r>
            <a:endParaRPr/>
          </a:p>
        </p:txBody>
      </p:sp>
      <p:sp>
        <p:nvSpPr>
          <p:cNvPr id="479" name="Google Shape;479;p55"/>
          <p:cNvSpPr txBox="1"/>
          <p:nvPr>
            <p:ph idx="1" type="subTitle"/>
          </p:nvPr>
        </p:nvSpPr>
        <p:spPr>
          <a:xfrm>
            <a:off x="1040000" y="3377100"/>
            <a:ext cx="7064100" cy="4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By Natalia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56"/>
          <p:cNvSpPr txBox="1"/>
          <p:nvPr>
            <p:ph type="title"/>
          </p:nvPr>
        </p:nvSpPr>
        <p:spPr>
          <a:xfrm>
            <a:off x="3306900" y="436175"/>
            <a:ext cx="2530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About Finland</a:t>
            </a:r>
            <a:endParaRPr/>
          </a:p>
        </p:txBody>
      </p:sp>
      <p:sp>
        <p:nvSpPr>
          <p:cNvPr id="485" name="Google Shape;485;p56"/>
          <p:cNvSpPr txBox="1"/>
          <p:nvPr>
            <p:ph idx="1" type="body"/>
          </p:nvPr>
        </p:nvSpPr>
        <p:spPr>
          <a:xfrm>
            <a:off x="589500" y="1079575"/>
            <a:ext cx="7717500" cy="32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4748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Geography, culture/language, brief economic context</a:t>
            </a:r>
            <a:endParaRPr sz="1700">
              <a:solidFill>
                <a:srgbClr val="0F172A"/>
              </a:solidFill>
              <a:highlight>
                <a:srgbClr val="F8FA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0F172A"/>
                </a:solidFill>
                <a:highlight>
                  <a:srgbClr val="F8FAFC"/>
                </a:highlight>
                <a:latin typeface="Arial"/>
                <a:ea typeface="Arial"/>
                <a:cs typeface="Arial"/>
                <a:sym typeface="Arial"/>
              </a:rPr>
              <a:t>Where is the country located? (continent, region, climate)</a:t>
            </a:r>
            <a:endParaRPr sz="1700">
              <a:solidFill>
                <a:srgbClr val="0F172A"/>
              </a:solidFill>
              <a:highlight>
                <a:srgbClr val="F8FA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0F172A"/>
                </a:solidFill>
                <a:highlight>
                  <a:srgbClr val="F8FAFC"/>
                </a:highlight>
                <a:latin typeface="Arial"/>
                <a:ea typeface="Arial"/>
                <a:cs typeface="Arial"/>
                <a:sym typeface="Arial"/>
              </a:rPr>
              <a:t>What is the population and main cultural traditions?</a:t>
            </a:r>
            <a:endParaRPr sz="1700">
              <a:solidFill>
                <a:srgbClr val="0F172A"/>
              </a:solidFill>
              <a:highlight>
                <a:srgbClr val="F8FA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0F172A"/>
                </a:solidFill>
                <a:highlight>
                  <a:srgbClr val="F8FAFC"/>
                </a:highlight>
                <a:latin typeface="Arial"/>
                <a:ea typeface="Arial"/>
                <a:cs typeface="Arial"/>
                <a:sym typeface="Arial"/>
              </a:rPr>
              <a:t>What language is spoken and what is the government type?</a:t>
            </a:r>
            <a:endParaRPr sz="1700">
              <a:solidFill>
                <a:srgbClr val="0F172A"/>
              </a:solidFill>
              <a:highlight>
                <a:srgbClr val="F8FA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Arial"/>
              <a:buChar char="+"/>
            </a:pPr>
            <a:r>
              <a:rPr lang="en" sz="1700">
                <a:solidFill>
                  <a:srgbClr val="0F172A"/>
                </a:solidFill>
                <a:highlight>
                  <a:srgbClr val="F8FAFC"/>
                </a:highlight>
                <a:latin typeface="Arial"/>
                <a:ea typeface="Arial"/>
                <a:cs typeface="Arial"/>
                <a:sym typeface="Arial"/>
              </a:rPr>
              <a:t>Picture on google maps</a:t>
            </a:r>
            <a:endParaRPr sz="1700">
              <a:solidFill>
                <a:srgbClr val="0F172A"/>
              </a:solidFill>
              <a:highlight>
                <a:srgbClr val="F8FA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7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86" name="Google Shape;486;p56" title="Screenshot 2026-06-02 at 1.24.5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2001" y="2571775"/>
            <a:ext cx="2672850" cy="2209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57"/>
          <p:cNvSpPr txBox="1"/>
          <p:nvPr>
            <p:ph idx="21" type="title"/>
          </p:nvPr>
        </p:nvSpPr>
        <p:spPr>
          <a:xfrm>
            <a:off x="2332350" y="480375"/>
            <a:ext cx="4479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lang="en"/>
              <a:t>Global</a:t>
            </a:r>
            <a:r>
              <a:rPr lang="en"/>
              <a:t> Issue </a:t>
            </a:r>
            <a:endParaRPr/>
          </a:p>
        </p:txBody>
      </p:sp>
      <p:sp>
        <p:nvSpPr>
          <p:cNvPr id="492" name="Google Shape;492;p57"/>
          <p:cNvSpPr txBox="1"/>
          <p:nvPr/>
        </p:nvSpPr>
        <p:spPr>
          <a:xfrm>
            <a:off x="397700" y="1290300"/>
            <a:ext cx="8351700" cy="3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Click to add text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8"/>
          <p:cNvSpPr txBox="1"/>
          <p:nvPr>
            <p:ph type="title"/>
          </p:nvPr>
        </p:nvSpPr>
        <p:spPr>
          <a:xfrm>
            <a:off x="2410500" y="2808253"/>
            <a:ext cx="4323000" cy="49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—Someone Famous</a:t>
            </a:r>
            <a:endParaRPr/>
          </a:p>
        </p:txBody>
      </p:sp>
      <p:sp>
        <p:nvSpPr>
          <p:cNvPr id="498" name="Google Shape;498;p58"/>
          <p:cNvSpPr txBox="1"/>
          <p:nvPr>
            <p:ph idx="1" type="subTitle"/>
          </p:nvPr>
        </p:nvSpPr>
        <p:spPr>
          <a:xfrm>
            <a:off x="1842900" y="1661963"/>
            <a:ext cx="5458200" cy="9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“This is a quote. Words full of wisdom that someone important said and can make the reader get inspired.”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59"/>
          <p:cNvSpPr txBox="1"/>
          <p:nvPr>
            <p:ph type="title"/>
          </p:nvPr>
        </p:nvSpPr>
        <p:spPr>
          <a:xfrm>
            <a:off x="2109600" y="470500"/>
            <a:ext cx="4924800" cy="49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is Finland Responding?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60"/>
          <p:cNvSpPr txBox="1"/>
          <p:nvPr>
            <p:ph idx="1" type="subTitle"/>
          </p:nvPr>
        </p:nvSpPr>
        <p:spPr>
          <a:xfrm>
            <a:off x="1249475" y="1575950"/>
            <a:ext cx="6280200" cy="237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60"/>
          <p:cNvSpPr txBox="1"/>
          <p:nvPr>
            <p:ph type="title"/>
          </p:nvPr>
        </p:nvSpPr>
        <p:spPr>
          <a:xfrm>
            <a:off x="1963650" y="471550"/>
            <a:ext cx="5216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Evaluating</a:t>
            </a:r>
            <a:r>
              <a:rPr lang="en"/>
              <a:t> the </a:t>
            </a:r>
            <a:r>
              <a:rPr lang="en"/>
              <a:t>Consequences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61"/>
          <p:cNvSpPr txBox="1"/>
          <p:nvPr>
            <p:ph idx="1" type="subTitle"/>
          </p:nvPr>
        </p:nvSpPr>
        <p:spPr>
          <a:xfrm>
            <a:off x="1113550" y="1682000"/>
            <a:ext cx="7070100" cy="237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15" name="Google Shape;515;p61"/>
          <p:cNvSpPr txBox="1"/>
          <p:nvPr>
            <p:ph type="title"/>
          </p:nvPr>
        </p:nvSpPr>
        <p:spPr>
          <a:xfrm>
            <a:off x="1732050" y="445025"/>
            <a:ext cx="567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Canada &amp; Finland Reflection 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62"/>
          <p:cNvSpPr txBox="1"/>
          <p:nvPr>
            <p:ph type="title"/>
          </p:nvPr>
        </p:nvSpPr>
        <p:spPr>
          <a:xfrm>
            <a:off x="845550" y="1482825"/>
            <a:ext cx="7452900" cy="129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521" name="Google Shape;521;p62"/>
          <p:cNvSpPr txBox="1"/>
          <p:nvPr>
            <p:ph idx="1" type="subTitle"/>
          </p:nvPr>
        </p:nvSpPr>
        <p:spPr>
          <a:xfrm>
            <a:off x="2299500" y="2972150"/>
            <a:ext cx="45450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Sources: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inimalist Business Slides XL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