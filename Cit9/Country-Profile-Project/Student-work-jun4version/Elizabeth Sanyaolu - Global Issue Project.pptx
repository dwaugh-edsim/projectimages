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exend SemiBold"/>
      <p:regular r:id="rId16"/>
      <p:bold r:id="rId17"/>
    </p:embeddedFont>
    <p:embeddedFont>
      <p:font typeface="Caveat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IBM Plex Mono Light"/>
      <p:regular r:id="rId24"/>
      <p:bold r:id="rId25"/>
      <p:italic r:id="rId26"/>
      <p:boldItalic r:id="rId27"/>
    </p:embeddedFont>
    <p:embeddedFont>
      <p:font typeface="IBM Plex Mono ExtraLight"/>
      <p:regular r:id="rId28"/>
      <p:bold r:id="rId29"/>
      <p:italic r:id="rId30"/>
      <p:boldItalic r:id="rId31"/>
    </p:embeddedFont>
    <p:embeddedFont>
      <p:font typeface="Lexend Medium"/>
      <p:regular r:id="rId32"/>
      <p:bold r:id="rId33"/>
    </p:embeddedFont>
    <p:embeddedFont>
      <p:font typeface="Lexend"/>
      <p:regular r:id="rId34"/>
      <p:bold r:id="rId35"/>
    </p:embeddedFont>
    <p:embeddedFont>
      <p:font typeface="IBM Plex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IBMPlexMonoLigh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BMPlexMonoLight-italic.fntdata"/><Relationship Id="rId25" Type="http://schemas.openxmlformats.org/officeDocument/2006/relationships/font" Target="fonts/IBMPlexMonoLight-bold.fntdata"/><Relationship Id="rId28" Type="http://schemas.openxmlformats.org/officeDocument/2006/relationships/font" Target="fonts/IBMPlexMonoExtraLight-regular.fntdata"/><Relationship Id="rId27" Type="http://schemas.openxmlformats.org/officeDocument/2006/relationships/font" Target="fonts/IBMPlexMono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MonoExtra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MonoExtraLight-boldItalic.fntdata"/><Relationship Id="rId30" Type="http://schemas.openxmlformats.org/officeDocument/2006/relationships/font" Target="fonts/IBMPlexMonoExtraLight-italic.fntdata"/><Relationship Id="rId11" Type="http://schemas.openxmlformats.org/officeDocument/2006/relationships/slide" Target="slides/slide5.xml"/><Relationship Id="rId33" Type="http://schemas.openxmlformats.org/officeDocument/2006/relationships/font" Target="fonts/LexendMedium-bold.fntdata"/><Relationship Id="rId10" Type="http://schemas.openxmlformats.org/officeDocument/2006/relationships/slide" Target="slides/slide4.xml"/><Relationship Id="rId32" Type="http://schemas.openxmlformats.org/officeDocument/2006/relationships/font" Target="fonts/LexendMedium-regular.fntdata"/><Relationship Id="rId13" Type="http://schemas.openxmlformats.org/officeDocument/2006/relationships/slide" Target="slides/slide7.xml"/><Relationship Id="rId35" Type="http://schemas.openxmlformats.org/officeDocument/2006/relationships/font" Target="fonts/Lexend-bold.fntdata"/><Relationship Id="rId12" Type="http://schemas.openxmlformats.org/officeDocument/2006/relationships/slide" Target="slides/slide6.xml"/><Relationship Id="rId34" Type="http://schemas.openxmlformats.org/officeDocument/2006/relationships/font" Target="fonts/Lexend-regular.fntdata"/><Relationship Id="rId15" Type="http://schemas.openxmlformats.org/officeDocument/2006/relationships/slide" Target="slides/slide9.xml"/><Relationship Id="rId37" Type="http://schemas.openxmlformats.org/officeDocument/2006/relationships/font" Target="fonts/IBMPlexMono-bold.fntdata"/><Relationship Id="rId14" Type="http://schemas.openxmlformats.org/officeDocument/2006/relationships/slide" Target="slides/slide8.xml"/><Relationship Id="rId36" Type="http://schemas.openxmlformats.org/officeDocument/2006/relationships/font" Target="fonts/IBMPlexMono-regular.fntdata"/><Relationship Id="rId17" Type="http://schemas.openxmlformats.org/officeDocument/2006/relationships/font" Target="fonts/LexendSemiBold-bold.fntdata"/><Relationship Id="rId39" Type="http://schemas.openxmlformats.org/officeDocument/2006/relationships/font" Target="fonts/IBMPlexMono-boldItalic.fntdata"/><Relationship Id="rId16" Type="http://schemas.openxmlformats.org/officeDocument/2006/relationships/font" Target="fonts/LexendSemiBold-regular.fntdata"/><Relationship Id="rId38" Type="http://schemas.openxmlformats.org/officeDocument/2006/relationships/font" Target="fonts/IBMPlexMono-italic.fntdata"/><Relationship Id="rId19" Type="http://schemas.openxmlformats.org/officeDocument/2006/relationships/font" Target="fonts/Caveat-bold.fntdata"/><Relationship Id="rId18" Type="http://schemas.openxmlformats.org/officeDocument/2006/relationships/font" Target="fonts/Cave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e53214cc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e53214cc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e53214ccc3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e53214ccc3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e53214ccc3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e53214ccc3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e53214ccc3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e53214ccc3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e53214ccc3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e53214ccc3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e53214ccc3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e53214ccc3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e53214ccc3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e53214ccc3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e53214ccc3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e53214ccc3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e53214ccc3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e53214ccc3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HEADER_1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6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7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7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" name="Google Shape;67;p17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7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" name="Google Shape;69;p17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7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" name="Google Shape;71;p17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7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" name="Google Shape;73;p17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7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6" name="Google Shape;76;p17"/>
          <p:cNvSpPr txBox="1"/>
          <p:nvPr>
            <p:ph idx="2" type="subTitle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3" type="body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4" type="body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9" name="Google Shape;79;p17"/>
          <p:cNvSpPr txBox="1"/>
          <p:nvPr>
            <p:ph idx="5" type="body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6" type="body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7" type="body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8" type="subTitle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9" type="subTitle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3" type="subTitle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14" type="subTitle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References">
  <p:cSld name="CUSTOM_15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8"/>
          <p:cNvSpPr/>
          <p:nvPr>
            <p:ph idx="2" type="pic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8"/>
          <p:cNvSpPr/>
          <p:nvPr>
            <p:ph idx="3" type="pic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8"/>
          <p:cNvSpPr/>
          <p:nvPr>
            <p:ph idx="4" type="pic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5" type="subTitle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6" type="subTitle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7" type="subTitle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8"/>
          <p:cNvSpPr/>
          <p:nvPr>
            <p:ph idx="8" type="pic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>
            <p:ph idx="9" type="subTitle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18"/>
          <p:cNvSpPr/>
          <p:nvPr>
            <p:ph idx="13" type="pic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8"/>
          <p:cNvSpPr txBox="1"/>
          <p:nvPr>
            <p:ph idx="1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">
  <p:cSld name="CUSTOM_16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>
            <p:ph idx="2" type="pic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9"/>
          <p:cNvSpPr/>
          <p:nvPr>
            <p:ph idx="3" type="pic"/>
          </p:nvPr>
        </p:nvSpPr>
        <p:spPr>
          <a:xfrm>
            <a:off x="4802975" y="4532150"/>
            <a:ext cx="398700" cy="26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4" type="body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 Overview">
  <p:cSld name="CUSTOM_17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gredients Equipment Timing">
  <p:cSld name="CUSTOM_18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5" name="Google Shape;135;p21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1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1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0" name="Google Shape;140;p21"/>
          <p:cNvSpPr txBox="1"/>
          <p:nvPr>
            <p:ph idx="3" type="body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4" type="body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5" type="subTitle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6" type="subTitle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7" type="subTitle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1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1">
  <p:cSld name="CUSTOM_19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22"/>
          <p:cNvSpPr txBox="1"/>
          <p:nvPr>
            <p:ph idx="2" type="subTitle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3" type="body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4" type="subTitle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5" type="body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6" type="subTitle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4" name="Google Shape;154;p22"/>
          <p:cNvSpPr txBox="1"/>
          <p:nvPr>
            <p:ph idx="7" type="body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8" type="subTitle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2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2">
  <p:cSld name="CUSTOM_19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idx="1" type="subTitle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cxnSp>
        <p:nvCxnSpPr>
          <p:cNvPr id="161" name="Google Shape;161;p23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3"/>
          <p:cNvSpPr txBox="1"/>
          <p:nvPr>
            <p:ph idx="2" type="body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3" type="subTitle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4" type="body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5" type="subTitle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6" name="Google Shape;166;p23"/>
          <p:cNvSpPr txBox="1"/>
          <p:nvPr>
            <p:ph idx="6" type="body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23"/>
          <p:cNvSpPr txBox="1"/>
          <p:nvPr>
            <p:ph idx="7" type="subTitle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8" name="Google Shape;168;p23"/>
          <p:cNvSpPr/>
          <p:nvPr>
            <p:ph idx="8" type="pic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9" name="Google Shape;169;p23"/>
          <p:cNvSpPr/>
          <p:nvPr>
            <p:ph idx="9" type="pic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0" name="Google Shape;170;p23"/>
          <p:cNvSpPr/>
          <p:nvPr>
            <p:ph idx="13" type="pic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1" name="Google Shape;171;p23"/>
          <p:cNvSpPr txBox="1"/>
          <p:nvPr>
            <p:ph idx="14" type="body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15" type="subTitle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3" name="Google Shape;173;p23"/>
          <p:cNvSpPr txBox="1"/>
          <p:nvPr>
            <p:ph idx="16" type="body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4" name="Google Shape;174;p23"/>
          <p:cNvSpPr txBox="1"/>
          <p:nvPr>
            <p:ph idx="17" type="subTitle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5" name="Google Shape;175;p23"/>
          <p:cNvSpPr txBox="1"/>
          <p:nvPr>
            <p:ph idx="18" type="body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6" name="Google Shape;176;p23"/>
          <p:cNvSpPr txBox="1"/>
          <p:nvPr>
            <p:ph idx="19" type="subTitle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7" name="Google Shape;177;p23"/>
          <p:cNvSpPr/>
          <p:nvPr>
            <p:ph idx="20" type="pic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23"/>
          <p:cNvSpPr/>
          <p:nvPr>
            <p:ph idx="21" type="pic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22" type="pic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3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3">
  <p:cSld name="CUSTOM_19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2" type="subTitle"/>
          </p:nvPr>
        </p:nvSpPr>
        <p:spPr>
          <a:xfrm>
            <a:off x="38047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5" name="Google Shape;185;p24"/>
          <p:cNvSpPr txBox="1"/>
          <p:nvPr>
            <p:ph idx="3" type="subTitle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6" name="Google Shape;186;p24"/>
          <p:cNvSpPr txBox="1"/>
          <p:nvPr>
            <p:ph idx="4" type="body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5" type="body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24"/>
          <p:cNvSpPr txBox="1"/>
          <p:nvPr>
            <p:ph idx="6" type="subTitle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9" name="Google Shape;189;p24"/>
          <p:cNvSpPr txBox="1"/>
          <p:nvPr>
            <p:ph idx="7" type="body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8" type="subTitle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1" name="Google Shape;191;p24"/>
          <p:cNvSpPr txBox="1"/>
          <p:nvPr>
            <p:ph idx="9" type="subTitle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2" name="Google Shape;192;p24"/>
          <p:cNvSpPr txBox="1"/>
          <p:nvPr>
            <p:ph idx="13" type="body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3" name="Google Shape;193;p24"/>
          <p:cNvSpPr txBox="1"/>
          <p:nvPr>
            <p:ph idx="14" type="body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4" name="Google Shape;194;p24"/>
          <p:cNvSpPr txBox="1"/>
          <p:nvPr>
            <p:ph idx="15" type="subTitle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5" name="Google Shape;195;p24"/>
          <p:cNvSpPr txBox="1"/>
          <p:nvPr>
            <p:ph idx="16" type="body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6" name="Google Shape;196;p24"/>
          <p:cNvSpPr txBox="1"/>
          <p:nvPr>
            <p:ph idx="17" type="subTitle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18" type="subTitle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8" name="Google Shape;198;p24"/>
          <p:cNvSpPr txBox="1"/>
          <p:nvPr>
            <p:ph idx="19" type="body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9" name="Google Shape;199;p24"/>
          <p:cNvSpPr txBox="1"/>
          <p:nvPr>
            <p:ph idx="20" type="body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00" name="Google Shape;200;p24"/>
          <p:cNvSpPr txBox="1"/>
          <p:nvPr>
            <p:ph idx="21" type="subTitle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22" type="subTitle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2" name="Google Shape;202;p24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4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4">
  <p:cSld name="CUSTOM_2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06" name="Google Shape;206;p25"/>
          <p:cNvSpPr txBox="1"/>
          <p:nvPr>
            <p:ph idx="2" type="subTitle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07" name="Google Shape;207;p25"/>
          <p:cNvSpPr/>
          <p:nvPr>
            <p:ph idx="3" type="pic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25"/>
          <p:cNvSpPr/>
          <p:nvPr>
            <p:ph idx="4" type="pic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25"/>
          <p:cNvSpPr txBox="1"/>
          <p:nvPr>
            <p:ph idx="5" type="body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0" name="Google Shape;210;p25"/>
          <p:cNvSpPr txBox="1"/>
          <p:nvPr>
            <p:ph idx="6" type="subTitle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1" name="Google Shape;211;p25"/>
          <p:cNvSpPr txBox="1"/>
          <p:nvPr>
            <p:ph idx="7" type="body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2" name="Google Shape;212;p25"/>
          <p:cNvSpPr txBox="1"/>
          <p:nvPr>
            <p:ph idx="8" type="subTitle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3" name="Google Shape;213;p25"/>
          <p:cNvSpPr/>
          <p:nvPr>
            <p:ph idx="9" type="pic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4" name="Google Shape;214;p25"/>
          <p:cNvSpPr txBox="1"/>
          <p:nvPr>
            <p:ph idx="13" type="body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5" name="Google Shape;215;p25"/>
          <p:cNvSpPr txBox="1"/>
          <p:nvPr>
            <p:ph idx="14" type="subTitle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6" name="Google Shape;216;p25"/>
          <p:cNvSpPr/>
          <p:nvPr>
            <p:ph idx="15" type="pic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25"/>
          <p:cNvSpPr/>
          <p:nvPr>
            <p:ph idx="16" type="pic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8" name="Google Shape;218;p25"/>
          <p:cNvSpPr txBox="1"/>
          <p:nvPr>
            <p:ph idx="17" type="body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9" name="Google Shape;219;p25"/>
          <p:cNvSpPr txBox="1"/>
          <p:nvPr>
            <p:ph idx="18" type="subTitle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0" name="Google Shape;220;p25"/>
          <p:cNvSpPr txBox="1"/>
          <p:nvPr>
            <p:ph idx="19" type="body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1" name="Google Shape;221;p25"/>
          <p:cNvSpPr txBox="1"/>
          <p:nvPr>
            <p:ph idx="20" type="subTitle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2" name="Google Shape;222;p25"/>
          <p:cNvSpPr/>
          <p:nvPr>
            <p:ph idx="21" type="pic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25"/>
          <p:cNvSpPr txBox="1"/>
          <p:nvPr>
            <p:ph idx="22" type="body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idx="23" type="subTitle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5" name="Google Shape;225;p25"/>
          <p:cNvSpPr/>
          <p:nvPr>
            <p:ph idx="24" type="pic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6" name="Google Shape;226;p25"/>
          <p:cNvSpPr/>
          <p:nvPr>
            <p:ph idx="25" type="pic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7" name="Google Shape;227;p25"/>
          <p:cNvSpPr txBox="1"/>
          <p:nvPr>
            <p:ph idx="26" type="body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8" name="Google Shape;228;p25"/>
          <p:cNvSpPr txBox="1"/>
          <p:nvPr>
            <p:ph idx="27" type="subTitle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9" name="Google Shape;229;p25"/>
          <p:cNvSpPr txBox="1"/>
          <p:nvPr>
            <p:ph idx="28" type="body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29" type="subTitle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31" name="Google Shape;231;p25"/>
          <p:cNvSpPr/>
          <p:nvPr>
            <p:ph idx="30" type="pic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2" name="Google Shape;232;p25"/>
          <p:cNvSpPr txBox="1"/>
          <p:nvPr>
            <p:ph idx="31" type="subTitle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25"/>
          <p:cNvSpPr txBox="1"/>
          <p:nvPr>
            <p:ph idx="3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a">
  <p:cSld name="CUSTOM_23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6" name="Google Shape;256;p26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57" name="Google Shape;257;p26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58" name="Google Shape;258;p26"/>
          <p:cNvSpPr txBox="1"/>
          <p:nvPr>
            <p:ph idx="4" type="body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5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6" type="body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7" type="subTitle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8" type="body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3" name="Google Shape;263;p26"/>
          <p:cNvSpPr txBox="1"/>
          <p:nvPr>
            <p:ph idx="9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3" type="body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14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15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26"/>
          <p:cNvSpPr txBox="1"/>
          <p:nvPr>
            <p:ph idx="16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b">
  <p:cSld name="CUSTOM_2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27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8" name="Google Shape;288;p27"/>
          <p:cNvSpPr/>
          <p:nvPr>
            <p:ph idx="2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89" name="Google Shape;289;p27"/>
          <p:cNvSpPr txBox="1"/>
          <p:nvPr>
            <p:ph idx="3" type="body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90" name="Google Shape;290;p27"/>
          <p:cNvSpPr txBox="1"/>
          <p:nvPr>
            <p:ph idx="4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5" type="body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92" name="Google Shape;292;p27"/>
          <p:cNvSpPr txBox="1"/>
          <p:nvPr>
            <p:ph idx="6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93" name="Google Shape;293;p27"/>
          <p:cNvSpPr txBox="1"/>
          <p:nvPr>
            <p:ph idx="7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27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Serve">
  <p:cSld name="CUSTOM_20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8"/>
          <p:cNvSpPr txBox="1"/>
          <p:nvPr>
            <p:ph idx="1" type="body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8" name="Google Shape;318;p28"/>
          <p:cNvSpPr/>
          <p:nvPr>
            <p:ph idx="2" type="pic"/>
          </p:nvPr>
        </p:nvSpPr>
        <p:spPr>
          <a:xfrm>
            <a:off x="6131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19" name="Google Shape;319;p28"/>
          <p:cNvSpPr/>
          <p:nvPr>
            <p:ph idx="3" type="pic"/>
          </p:nvPr>
        </p:nvSpPr>
        <p:spPr>
          <a:xfrm>
            <a:off x="346535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0" name="Google Shape;320;p28"/>
          <p:cNvSpPr/>
          <p:nvPr>
            <p:ph idx="4" type="pic"/>
          </p:nvPr>
        </p:nvSpPr>
        <p:spPr>
          <a:xfrm>
            <a:off x="63000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1" name="Google Shape;321;p28"/>
          <p:cNvSpPr txBox="1"/>
          <p:nvPr>
            <p:ph idx="5" type="body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22" name="Google Shape;322;p28"/>
          <p:cNvSpPr txBox="1"/>
          <p:nvPr>
            <p:ph idx="6" type="body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7" type="body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21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21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21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21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21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21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21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21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21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24" name="Google Shape;324;p28"/>
          <p:cNvSpPr txBox="1"/>
          <p:nvPr>
            <p:ph idx="8" type="subTitle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5" name="Google Shape;325;p28"/>
          <p:cNvSpPr txBox="1"/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6" name="Google Shape;326;p2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28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mentary Food and Dishes">
  <p:cSld name="CUSTOM_2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 txBox="1"/>
          <p:nvPr>
            <p:ph idx="1" type="body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sp>
        <p:nvSpPr>
          <p:cNvPr id="331" name="Google Shape;331;p29"/>
          <p:cNvSpPr/>
          <p:nvPr>
            <p:ph idx="2" type="pic"/>
          </p:nvPr>
        </p:nvSpPr>
        <p:spPr>
          <a:xfrm>
            <a:off x="6361100" y="31467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32" name="Google Shape;332;p29"/>
          <p:cNvSpPr/>
          <p:nvPr>
            <p:ph idx="3" type="pic"/>
          </p:nvPr>
        </p:nvSpPr>
        <p:spPr>
          <a:xfrm>
            <a:off x="6361100" y="1841538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33" name="Google Shape;333;p29"/>
          <p:cNvSpPr/>
          <p:nvPr>
            <p:ph idx="4" type="pic"/>
          </p:nvPr>
        </p:nvSpPr>
        <p:spPr>
          <a:xfrm>
            <a:off x="6361100" y="3368413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34" name="Google Shape;334;p2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29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mories">
  <p:cSld name="CUSTOM_2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0"/>
          <p:cNvSpPr txBox="1"/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2" name="Google Shape;362;p30"/>
          <p:cNvSpPr/>
          <p:nvPr>
            <p:ph idx="2" type="pic"/>
          </p:nvPr>
        </p:nvSpPr>
        <p:spPr>
          <a:xfrm>
            <a:off x="2504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3" name="Google Shape;363;p30"/>
          <p:cNvSpPr/>
          <p:nvPr>
            <p:ph idx="3" type="pic"/>
          </p:nvPr>
        </p:nvSpPr>
        <p:spPr>
          <a:xfrm>
            <a:off x="33140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4" name="Google Shape;364;p30"/>
          <p:cNvSpPr/>
          <p:nvPr>
            <p:ph idx="4" type="pic"/>
          </p:nvPr>
        </p:nvSpPr>
        <p:spPr>
          <a:xfrm>
            <a:off x="637025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5" name="Google Shape;365;p30"/>
          <p:cNvSpPr/>
          <p:nvPr>
            <p:ph idx="5" type="pic"/>
          </p:nvPr>
        </p:nvSpPr>
        <p:spPr>
          <a:xfrm>
            <a:off x="2504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6" name="Google Shape;366;p30"/>
          <p:cNvSpPr/>
          <p:nvPr>
            <p:ph idx="6" type="pic"/>
          </p:nvPr>
        </p:nvSpPr>
        <p:spPr>
          <a:xfrm>
            <a:off x="33140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7" name="Google Shape;367;p30"/>
          <p:cNvSpPr/>
          <p:nvPr>
            <p:ph idx="7" type="pic"/>
          </p:nvPr>
        </p:nvSpPr>
        <p:spPr>
          <a:xfrm>
            <a:off x="637025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8" name="Google Shape;368;p3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30"/>
          <p:cNvSpPr txBox="1"/>
          <p:nvPr>
            <p:ph idx="1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Thoughts">
  <p:cSld name="CUSTOM_21_1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1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1"/>
          <p:cNvSpPr txBox="1"/>
          <p:nvPr>
            <p:ph idx="1" type="subTitle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8" name="Google Shape;388;p31"/>
          <p:cNvSpPr txBox="1"/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9" name="Google Shape;389;p31"/>
          <p:cNvSpPr txBox="1"/>
          <p:nvPr>
            <p:ph idx="2" type="body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90" name="Google Shape;390;p31"/>
          <p:cNvSpPr txBox="1"/>
          <p:nvPr>
            <p:ph idx="3" type="body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91" name="Google Shape;391;p31"/>
          <p:cNvSpPr txBox="1"/>
          <p:nvPr>
            <p:ph idx="4" type="body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92" name="Google Shape;392;p3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31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21_1_1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3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3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2"/>
          <p:cNvSpPr/>
          <p:nvPr>
            <p:ph idx="2" type="pic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32"/>
          <p:cNvSpPr txBox="1"/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_1"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 txBox="1"/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422" name="Google Shape;422;p33"/>
          <p:cNvSpPr txBox="1"/>
          <p:nvPr>
            <p:ph idx="1" type="subTitle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21_1_1_1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4"/>
          <p:cNvSpPr txBox="1"/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3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5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51" name="Google Shape;451;p35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35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3_2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6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71" name="Google Shape;471;p36"/>
          <p:cNvSpPr txBox="1"/>
          <p:nvPr>
            <p:ph idx="1" type="body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72" name="Google Shape;472;p36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36"/>
          <p:cNvSpPr txBox="1"/>
          <p:nvPr>
            <p:ph idx="2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SECTION_HEADER_1_2">
    <p:bg>
      <p:bgPr>
        <a:solidFill>
          <a:schemeClr val="lt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7"/>
          <p:cNvSpPr txBox="1"/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3_2_1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3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8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8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4" name="Google Shape;494;p38"/>
          <p:cNvSpPr txBox="1"/>
          <p:nvPr>
            <p:ph idx="1" type="body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95" name="Google Shape;495;p38"/>
          <p:cNvSpPr txBox="1"/>
          <p:nvPr>
            <p:ph idx="2" type="subTitle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SECTION_HEADER_1_2_1">
    <p:bg>
      <p:bgPr>
        <a:solidFill>
          <a:schemeClr val="lt1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9"/>
          <p:cNvSpPr txBox="1"/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3_2_1_1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0"/>
          <p:cNvSpPr txBox="1"/>
          <p:nvPr>
            <p:ph idx="1" type="body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_2">
    <p:bg>
      <p:bgPr>
        <a:solidFill>
          <a:schemeClr val="lt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1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41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41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41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41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1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41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1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1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1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1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1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1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41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7" name="Google Shape;517;p41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41"/>
          <p:cNvSpPr txBox="1"/>
          <p:nvPr>
            <p:ph idx="1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4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0" name="Google Shape;520;p42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42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42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42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42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42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42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42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8" name="Google Shape;528;p42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42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42"/>
          <p:cNvSpPr txBox="1"/>
          <p:nvPr>
            <p:ph idx="1" type="subTitle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1" name="Google Shape;531;p42"/>
          <p:cNvSpPr txBox="1"/>
          <p:nvPr>
            <p:ph idx="2" type="subTitle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2" name="Google Shape;532;p42"/>
          <p:cNvSpPr txBox="1"/>
          <p:nvPr>
            <p:ph idx="3" type="subTitle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3" name="Google Shape;533;p42"/>
          <p:cNvSpPr txBox="1"/>
          <p:nvPr>
            <p:ph idx="4" type="subTitle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4" name="Google Shape;534;p42"/>
          <p:cNvSpPr txBox="1"/>
          <p:nvPr>
            <p:ph idx="5" type="subTitle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5" name="Google Shape;535;p42"/>
          <p:cNvSpPr txBox="1"/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cxnSp>
        <p:nvCxnSpPr>
          <p:cNvPr id="536" name="Google Shape;536;p42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42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42"/>
          <p:cNvSpPr txBox="1"/>
          <p:nvPr>
            <p:ph idx="6" type="subTitle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7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3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43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2" name="Google Shape;542;p43"/>
          <p:cNvSpPr txBox="1"/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3_2_1_2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4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4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4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4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4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4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4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4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4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4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44"/>
          <p:cNvSpPr txBox="1"/>
          <p:nvPr>
            <p:ph idx="1" type="body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1" name="Google Shape;561;p44"/>
          <p:cNvSpPr txBox="1"/>
          <p:nvPr>
            <p:ph idx="2" type="subTitle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2" name="Google Shape;562;p44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44"/>
          <p:cNvSpPr txBox="1"/>
          <p:nvPr>
            <p:ph idx="3" type="body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4" name="Google Shape;564;p44"/>
          <p:cNvSpPr txBox="1"/>
          <p:nvPr>
            <p:ph idx="4" type="subTitle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5" name="Google Shape;565;p44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0_1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5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4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4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4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45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4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4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45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45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45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45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45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Google Shape;580;p45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4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4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4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4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45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45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45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45"/>
          <p:cNvSpPr txBox="1"/>
          <p:nvPr>
            <p:ph idx="1" type="body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89" name="Google Shape;589;p45"/>
          <p:cNvSpPr txBox="1"/>
          <p:nvPr>
            <p:ph idx="2" type="body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0" name="Google Shape;590;p45"/>
          <p:cNvSpPr txBox="1"/>
          <p:nvPr>
            <p:ph idx="3" type="body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1" name="Google Shape;591;p45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92" name="Google Shape;592;p45"/>
          <p:cNvSpPr txBox="1"/>
          <p:nvPr>
            <p:ph idx="4" type="subTitle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3" name="Google Shape;593;p45"/>
          <p:cNvSpPr txBox="1"/>
          <p:nvPr>
            <p:ph idx="5" type="subTitle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4" name="Google Shape;594;p45"/>
          <p:cNvSpPr txBox="1"/>
          <p:nvPr>
            <p:ph idx="6" type="subTitle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20_1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4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4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4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4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4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4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4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4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4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4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4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4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4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4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4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46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46"/>
          <p:cNvSpPr txBox="1"/>
          <p:nvPr>
            <p:ph idx="1" type="body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16" name="Google Shape;616;p46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17" name="Google Shape;617;p46"/>
          <p:cNvSpPr txBox="1"/>
          <p:nvPr>
            <p:ph idx="2" type="subTitle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8" name="Google Shape;618;p46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46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46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46"/>
          <p:cNvSpPr txBox="1"/>
          <p:nvPr>
            <p:ph idx="3" type="body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2" name="Google Shape;622;p46"/>
          <p:cNvSpPr txBox="1"/>
          <p:nvPr>
            <p:ph idx="4" type="subTitle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3" name="Google Shape;623;p46"/>
          <p:cNvSpPr txBox="1"/>
          <p:nvPr>
            <p:ph idx="5" type="body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4" name="Google Shape;624;p46"/>
          <p:cNvSpPr txBox="1"/>
          <p:nvPr>
            <p:ph idx="6" type="subTitle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5" name="Google Shape;625;p46"/>
          <p:cNvSpPr txBox="1"/>
          <p:nvPr>
            <p:ph idx="7" type="body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6" name="Google Shape;626;p46"/>
          <p:cNvSpPr txBox="1"/>
          <p:nvPr>
            <p:ph idx="8" type="subTitle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3_3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7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4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4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4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4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4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4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4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4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4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4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4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4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4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4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4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47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47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47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47" name="Google Shape;647;p47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48" name="Google Shape;648;p47"/>
          <p:cNvSpPr txBox="1"/>
          <p:nvPr>
            <p:ph idx="1" type="body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49" name="Google Shape;649;p47"/>
          <p:cNvSpPr txBox="1"/>
          <p:nvPr>
            <p:ph idx="4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50" name="Google Shape;650;p47"/>
          <p:cNvSpPr txBox="1"/>
          <p:nvPr>
            <p:ph idx="5" type="body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51" name="Google Shape;651;p47"/>
          <p:cNvSpPr txBox="1"/>
          <p:nvPr>
            <p:ph idx="6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52" name="Google Shape;652;p47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0_1_2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4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4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4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48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4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48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4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4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4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48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4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4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4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4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4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4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48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48"/>
          <p:cNvSpPr txBox="1"/>
          <p:nvPr>
            <p:ph idx="1" type="body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74" name="Google Shape;674;p48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75" name="Google Shape;675;p48"/>
          <p:cNvSpPr txBox="1"/>
          <p:nvPr>
            <p:ph idx="2" type="subTitle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76" name="Google Shape;676;p48"/>
          <p:cNvSpPr/>
          <p:nvPr>
            <p:ph idx="3" type="pic"/>
          </p:nvPr>
        </p:nvSpPr>
        <p:spPr>
          <a:xfrm>
            <a:off x="6131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77" name="Google Shape;677;p48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48"/>
          <p:cNvSpPr txBox="1"/>
          <p:nvPr>
            <p:ph idx="4" type="body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79" name="Google Shape;679;p48"/>
          <p:cNvSpPr txBox="1"/>
          <p:nvPr>
            <p:ph idx="5" type="subTitle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80" name="Google Shape;680;p48"/>
          <p:cNvSpPr/>
          <p:nvPr>
            <p:ph idx="6" type="pic"/>
          </p:nvPr>
        </p:nvSpPr>
        <p:spPr>
          <a:xfrm>
            <a:off x="344775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81" name="Google Shape;681;p48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48"/>
          <p:cNvSpPr txBox="1"/>
          <p:nvPr>
            <p:ph idx="7" type="body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83" name="Google Shape;683;p48"/>
          <p:cNvSpPr txBox="1"/>
          <p:nvPr>
            <p:ph idx="8" type="subTitle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84" name="Google Shape;684;p48"/>
          <p:cNvSpPr/>
          <p:nvPr>
            <p:ph idx="9" type="pic"/>
          </p:nvPr>
        </p:nvSpPr>
        <p:spPr>
          <a:xfrm>
            <a:off x="62824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1_1_1_1_2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9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49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49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49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49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49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49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49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4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4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4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4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4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4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4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4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4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4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4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49"/>
          <p:cNvSpPr/>
          <p:nvPr>
            <p:ph idx="2" type="pic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1_1_2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5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5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5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5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5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5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5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5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5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5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5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5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5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5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5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5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5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5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5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5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5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5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50"/>
          <p:cNvSpPr txBox="1"/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36" name="Google Shape;736;p50"/>
          <p:cNvSpPr/>
          <p:nvPr>
            <p:ph idx="2" type="pic"/>
          </p:nvPr>
        </p:nvSpPr>
        <p:spPr>
          <a:xfrm>
            <a:off x="3908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7" name="Google Shape;737;p50"/>
          <p:cNvSpPr/>
          <p:nvPr>
            <p:ph idx="3" type="pic"/>
          </p:nvPr>
        </p:nvSpPr>
        <p:spPr>
          <a:xfrm>
            <a:off x="3908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8" name="Google Shape;738;p50"/>
          <p:cNvSpPr/>
          <p:nvPr>
            <p:ph idx="4" type="pic"/>
          </p:nvPr>
        </p:nvSpPr>
        <p:spPr>
          <a:xfrm>
            <a:off x="3908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9" name="Google Shape;739;p50"/>
          <p:cNvSpPr/>
          <p:nvPr>
            <p:ph idx="5" type="pic"/>
          </p:nvPr>
        </p:nvSpPr>
        <p:spPr>
          <a:xfrm>
            <a:off x="344615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0" name="Google Shape;740;p50"/>
          <p:cNvSpPr/>
          <p:nvPr>
            <p:ph idx="6" type="pic"/>
          </p:nvPr>
        </p:nvSpPr>
        <p:spPr>
          <a:xfrm>
            <a:off x="344615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1" name="Google Shape;741;p50"/>
          <p:cNvSpPr/>
          <p:nvPr>
            <p:ph idx="7" type="pic"/>
          </p:nvPr>
        </p:nvSpPr>
        <p:spPr>
          <a:xfrm>
            <a:off x="344615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2" name="Google Shape;742;p50"/>
          <p:cNvSpPr/>
          <p:nvPr>
            <p:ph idx="8" type="pic"/>
          </p:nvPr>
        </p:nvSpPr>
        <p:spPr>
          <a:xfrm>
            <a:off x="65015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3" name="Google Shape;743;p50"/>
          <p:cNvSpPr/>
          <p:nvPr>
            <p:ph idx="9" type="pic"/>
          </p:nvPr>
        </p:nvSpPr>
        <p:spPr>
          <a:xfrm>
            <a:off x="65015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4" name="Google Shape;744;p50"/>
          <p:cNvSpPr/>
          <p:nvPr>
            <p:ph idx="13" type="pic"/>
          </p:nvPr>
        </p:nvSpPr>
        <p:spPr>
          <a:xfrm>
            <a:off x="65015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1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FC5E8"/>
                </a:solidFill>
              </a:rPr>
              <a:t>New Zealand </a:t>
            </a:r>
            <a:endParaRPr>
              <a:solidFill>
                <a:srgbClr val="9FC5E8"/>
              </a:solidFill>
            </a:endParaRPr>
          </a:p>
        </p:txBody>
      </p:sp>
      <p:sp>
        <p:nvSpPr>
          <p:cNvPr id="750" name="Google Shape;750;p51"/>
          <p:cNvSpPr txBox="1"/>
          <p:nvPr>
            <p:ph idx="1" type="subTitle"/>
          </p:nvPr>
        </p:nvSpPr>
        <p:spPr>
          <a:xfrm>
            <a:off x="456625" y="2332975"/>
            <a:ext cx="8388900" cy="15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latin typeface="Caveat"/>
                <a:ea typeface="Caveat"/>
                <a:cs typeface="Caveat"/>
                <a:sym typeface="Caveat"/>
              </a:rPr>
              <a:t>Indigenous</a:t>
            </a:r>
            <a:r>
              <a:rPr lang="en" sz="5100">
                <a:latin typeface="Caveat"/>
                <a:ea typeface="Caveat"/>
                <a:cs typeface="Caveat"/>
                <a:sym typeface="Caveat"/>
              </a:rPr>
              <a:t> Rights and </a:t>
            </a:r>
            <a:r>
              <a:rPr lang="en" sz="5100">
                <a:latin typeface="Caveat"/>
                <a:ea typeface="Caveat"/>
                <a:cs typeface="Caveat"/>
                <a:sym typeface="Caveat"/>
              </a:rPr>
              <a:t>Reconciliation </a:t>
            </a:r>
            <a:r>
              <a:rPr lang="en" sz="5100">
                <a:latin typeface="Caveat"/>
                <a:ea typeface="Caveat"/>
                <a:cs typeface="Caveat"/>
                <a:sym typeface="Caveat"/>
              </a:rPr>
              <a:t>  </a:t>
            </a:r>
            <a:endParaRPr sz="51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51" name="Google Shape;751;p51"/>
          <p:cNvSpPr/>
          <p:nvPr/>
        </p:nvSpPr>
        <p:spPr>
          <a:xfrm>
            <a:off x="4503975" y="4258625"/>
            <a:ext cx="4253100" cy="39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Alia &amp; Elizabeth│</a:t>
            </a: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Citizenship</a:t>
            </a: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9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2"/>
          <p:cNvSpPr txBox="1"/>
          <p:nvPr>
            <p:ph type="title"/>
          </p:nvPr>
        </p:nvSpPr>
        <p:spPr>
          <a:xfrm>
            <a:off x="132100" y="4262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57" name="Google Shape;757;p52"/>
          <p:cNvSpPr txBox="1"/>
          <p:nvPr>
            <p:ph idx="4294967295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8" name="Google Shape;758;p52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9" name="Google Shape;759;p52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</a:t>
            </a:r>
            <a:endParaRPr/>
          </a:p>
        </p:txBody>
      </p:sp>
      <p:sp>
        <p:nvSpPr>
          <p:cNvPr id="760" name="Google Shape;760;p52"/>
          <p:cNvSpPr txBox="1"/>
          <p:nvPr/>
        </p:nvSpPr>
        <p:spPr>
          <a:xfrm>
            <a:off x="244975" y="1583400"/>
            <a:ext cx="4326900" cy="29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Lexend SemiBold"/>
              <a:buChar char="❖"/>
            </a:pPr>
            <a:r>
              <a:rPr lang="en">
                <a:solidFill>
                  <a:srgbClr val="0B5394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Geography: New Zealand is an isolated small island (approximately 268,000 </a:t>
            </a:r>
            <a:r>
              <a:rPr lang="en">
                <a:solidFill>
                  <a:srgbClr val="0B5394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square</a:t>
            </a:r>
            <a:r>
              <a:rPr lang="en">
                <a:solidFill>
                  <a:srgbClr val="0B5394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kilometers) located in southwestern Pacific Ocean. </a:t>
            </a:r>
            <a:endParaRPr>
              <a:solidFill>
                <a:srgbClr val="0B5394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Lexend"/>
              <a:buChar char="❖"/>
            </a:pPr>
            <a:r>
              <a:rPr b="1" lang="en">
                <a:solidFill>
                  <a:srgbClr val="0B5394"/>
                </a:solidFill>
                <a:latin typeface="Lexend"/>
                <a:ea typeface="Lexend"/>
                <a:cs typeface="Lexend"/>
                <a:sym typeface="Lexend"/>
              </a:rPr>
              <a:t>Culture: New Zealand has the largest Polynesian population in the world. The country has a mix of Indigenous Maori heritage, British colonial roots,  –</a:t>
            </a:r>
            <a:endParaRPr b="1">
              <a:solidFill>
                <a:srgbClr val="0B539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Lexend"/>
              <a:buChar char="❖"/>
            </a:pPr>
            <a:r>
              <a:rPr b="1" lang="en">
                <a:solidFill>
                  <a:srgbClr val="0B5394"/>
                </a:solidFill>
                <a:latin typeface="Lexend"/>
                <a:ea typeface="Lexend"/>
                <a:cs typeface="Lexend"/>
                <a:sym typeface="Lexend"/>
              </a:rPr>
              <a:t>Economy: </a:t>
            </a:r>
            <a:endParaRPr b="1">
              <a:solidFill>
                <a:srgbClr val="0B539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1" name="Google Shape;76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475" y="2129900"/>
            <a:ext cx="3707925" cy="246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475" y="532325"/>
            <a:ext cx="3707925" cy="159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3"/>
          <p:cNvSpPr txBox="1"/>
          <p:nvPr/>
        </p:nvSpPr>
        <p:spPr>
          <a:xfrm>
            <a:off x="132100" y="1291125"/>
            <a:ext cx="4440000" cy="3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Global issue we are </a:t>
            </a:r>
            <a:r>
              <a:rPr lang="en">
                <a:solidFill>
                  <a:srgbClr val="0B5394"/>
                </a:solidFill>
                <a:latin typeface="Lexend Medium"/>
                <a:ea typeface="Lexend Medium"/>
                <a:cs typeface="Lexend Medium"/>
                <a:sym typeface="Lexend Medium"/>
              </a:rPr>
              <a:t>going to be covering is indigenous rights and reconciliation in New Zealand.</a:t>
            </a:r>
            <a:endParaRPr>
              <a:solidFill>
                <a:srgbClr val="0B5394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issue is about the interpretation of of the 1840 treaty of Waitangi</a:t>
            </a:r>
            <a:endParaRPr>
              <a:solidFill>
                <a:srgbClr val="0B5394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394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768" name="Google Shape;768;p53"/>
          <p:cNvSpPr txBox="1"/>
          <p:nvPr>
            <p:ph idx="4294967295" type="title"/>
          </p:nvPr>
        </p:nvSpPr>
        <p:spPr>
          <a:xfrm>
            <a:off x="132100" y="4262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Issue </a:t>
            </a:r>
            <a:endParaRPr/>
          </a:p>
        </p:txBody>
      </p:sp>
      <p:pic>
        <p:nvPicPr>
          <p:cNvPr id="769" name="Google Shape;769;p53" title="Screenshot 2026-05-28 10.21.3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075" y="95375"/>
            <a:ext cx="4047325" cy="2476375"/>
          </a:xfrm>
          <a:prstGeom prst="rect">
            <a:avLst/>
          </a:prstGeom>
          <a:noFill/>
          <a:ln cap="flat" cmpd="sng" w="28575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0" name="Google Shape;77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3075" y="2571750"/>
            <a:ext cx="4047326" cy="2476375"/>
          </a:xfrm>
          <a:prstGeom prst="rect">
            <a:avLst/>
          </a:prstGeom>
          <a:noFill/>
          <a:ln cap="flat" cmpd="sng" w="28575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ndparents cooking with grandchild." id="775" name="Google Shape;775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093" r="28112" t="0"/>
          <a:stretch/>
        </p:blipFill>
        <p:spPr>
          <a:xfrm>
            <a:off x="5925600" y="0"/>
            <a:ext cx="3218400" cy="5143500"/>
          </a:xfrm>
          <a:prstGeom prst="rect">
            <a:avLst/>
          </a:prstGeom>
        </p:spPr>
      </p:pic>
      <p:sp>
        <p:nvSpPr>
          <p:cNvPr id="776" name="Google Shape;776;p54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4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THOUGHT ABOUT</a:t>
            </a:r>
            <a:endParaRPr/>
          </a:p>
        </p:txBody>
      </p:sp>
      <p:sp>
        <p:nvSpPr>
          <p:cNvPr id="778" name="Google Shape;778;p54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Nonna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ndparents cooking with grandchild." id="783" name="Google Shape;783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093" r="28112" t="0"/>
          <a:stretch/>
        </p:blipFill>
        <p:spPr>
          <a:xfrm>
            <a:off x="5925600" y="0"/>
            <a:ext cx="3218400" cy="5143500"/>
          </a:xfrm>
          <a:prstGeom prst="rect">
            <a:avLst/>
          </a:prstGeom>
        </p:spPr>
      </p:pic>
      <p:sp>
        <p:nvSpPr>
          <p:cNvPr id="784" name="Google Shape;784;p55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elit. Nunc eros justo, cursus condimentum imperdiet ac, imperdiet ut nunc. Morbi sit amet laoreet risus. Pellentesque ac.</a:t>
            </a:r>
            <a:endParaRPr/>
          </a:p>
        </p:txBody>
      </p:sp>
      <p:sp>
        <p:nvSpPr>
          <p:cNvPr id="785" name="Google Shape;785;p55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THOUGHT ABOUT</a:t>
            </a:r>
            <a:endParaRPr/>
          </a:p>
        </p:txBody>
      </p:sp>
      <p:sp>
        <p:nvSpPr>
          <p:cNvPr id="786" name="Google Shape;786;p55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Nonna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ndparents cooking with grandchild." id="791" name="Google Shape;791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093" r="28112" t="0"/>
          <a:stretch/>
        </p:blipFill>
        <p:spPr>
          <a:xfrm>
            <a:off x="5925600" y="0"/>
            <a:ext cx="3218400" cy="5143500"/>
          </a:xfrm>
          <a:prstGeom prst="rect">
            <a:avLst/>
          </a:prstGeom>
        </p:spPr>
      </p:pic>
      <p:sp>
        <p:nvSpPr>
          <p:cNvPr id="792" name="Google Shape;792;p56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elit. Nunc eros justo, cursus condimentum imperdiet ac, imperdiet ut nunc. Morbi sit amet laoreet risus. Pellentesque ac.</a:t>
            </a:r>
            <a:endParaRPr/>
          </a:p>
        </p:txBody>
      </p:sp>
      <p:sp>
        <p:nvSpPr>
          <p:cNvPr id="793" name="Google Shape;793;p56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THOUGHT ABOUT</a:t>
            </a:r>
            <a:endParaRPr/>
          </a:p>
        </p:txBody>
      </p:sp>
      <p:sp>
        <p:nvSpPr>
          <p:cNvPr id="794" name="Google Shape;794;p56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Nonna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ndparents cooking with grandchild." id="799" name="Google Shape;799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093" r="28112" t="0"/>
          <a:stretch/>
        </p:blipFill>
        <p:spPr>
          <a:xfrm>
            <a:off x="5925600" y="0"/>
            <a:ext cx="3218400" cy="5143500"/>
          </a:xfrm>
          <a:prstGeom prst="rect">
            <a:avLst/>
          </a:prstGeom>
        </p:spPr>
      </p:pic>
      <p:sp>
        <p:nvSpPr>
          <p:cNvPr id="800" name="Google Shape;800;p57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elit. Nunc eros justo, cursus condimentum imperdiet ac, imperdiet ut nunc. Morbi sit amet laoreet risus. Pellentesque ac.</a:t>
            </a:r>
            <a:endParaRPr/>
          </a:p>
        </p:txBody>
      </p:sp>
      <p:sp>
        <p:nvSpPr>
          <p:cNvPr id="801" name="Google Shape;801;p57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THOUGHT ABOUT</a:t>
            </a:r>
            <a:endParaRPr/>
          </a:p>
        </p:txBody>
      </p:sp>
      <p:sp>
        <p:nvSpPr>
          <p:cNvPr id="802" name="Google Shape;802;p57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Nonna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ndparents cooking with grandchild." id="807" name="Google Shape;807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093" r="28112" t="0"/>
          <a:stretch/>
        </p:blipFill>
        <p:spPr>
          <a:xfrm>
            <a:off x="5925600" y="0"/>
            <a:ext cx="3218400" cy="5143500"/>
          </a:xfrm>
          <a:prstGeom prst="rect">
            <a:avLst/>
          </a:prstGeom>
        </p:spPr>
      </p:pic>
      <p:sp>
        <p:nvSpPr>
          <p:cNvPr id="808" name="Google Shape;808;p58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elit. Nunc eros justo, cursus condimentum imperdiet ac, imperdiet ut nunc. Morbi sit amet laoreet risus. Pellentesque ac.</a:t>
            </a:r>
            <a:endParaRPr/>
          </a:p>
        </p:txBody>
      </p:sp>
      <p:sp>
        <p:nvSpPr>
          <p:cNvPr id="809" name="Google Shape;809;p58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THOUGHT ABOUT</a:t>
            </a:r>
            <a:endParaRPr/>
          </a:p>
        </p:txBody>
      </p:sp>
      <p:sp>
        <p:nvSpPr>
          <p:cNvPr id="810" name="Google Shape;810;p58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Nonna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9"/>
          <p:cNvSpPr txBox="1"/>
          <p:nvPr>
            <p:ph idx="1" type="body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9"/>
          <p:cNvSpPr txBox="1"/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pic>
        <p:nvPicPr>
          <p:cNvPr descr="Prosciutto on cutting board." id="817" name="Google Shape;817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603" l="0" r="0" t="11603"/>
          <a:stretch/>
        </p:blipFill>
        <p:spPr>
          <a:xfrm>
            <a:off x="6361100" y="314675"/>
            <a:ext cx="2532600" cy="1297200"/>
          </a:xfrm>
          <a:prstGeom prst="roundRect">
            <a:avLst>
              <a:gd fmla="val 16667" name="adj"/>
            </a:avLst>
          </a:prstGeom>
        </p:spPr>
      </p:pic>
      <p:pic>
        <p:nvPicPr>
          <p:cNvPr descr="Plated asparagus." id="818" name="Google Shape;818;p5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1120" l="0" r="0" t="11120"/>
          <a:stretch/>
        </p:blipFill>
        <p:spPr>
          <a:xfrm>
            <a:off x="6361100" y="1841538"/>
            <a:ext cx="2532600" cy="1297200"/>
          </a:xfrm>
          <a:prstGeom prst="roundRect">
            <a:avLst>
              <a:gd fmla="val 16667" name="adj"/>
            </a:avLst>
          </a:prstGeom>
        </p:spPr>
      </p:pic>
      <p:pic>
        <p:nvPicPr>
          <p:cNvPr descr="Freshly prepared salads and fruit." id="819" name="Google Shape;819;p5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11633" l="0" r="0" t="11633"/>
          <a:stretch/>
        </p:blipFill>
        <p:spPr>
          <a:xfrm>
            <a:off x="6361100" y="3368413"/>
            <a:ext cx="2532600" cy="1297200"/>
          </a:xfrm>
          <a:prstGeom prst="roundRect">
            <a:avLst>
              <a:gd fmla="val 16667" name="adj"/>
            </a:avLst>
          </a:prstGeom>
        </p:spPr>
      </p:pic>
      <p:sp>
        <p:nvSpPr>
          <p:cNvPr id="820" name="Google Shape;820;p59"/>
          <p:cNvSpPr/>
          <p:nvPr/>
        </p:nvSpPr>
        <p:spPr>
          <a:xfrm>
            <a:off x="6761600" y="3283100"/>
            <a:ext cx="1731600" cy="24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FOOD NAME</a:t>
            </a:r>
            <a:endParaRPr sz="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21" name="Google Shape;821;p59"/>
          <p:cNvSpPr/>
          <p:nvPr/>
        </p:nvSpPr>
        <p:spPr>
          <a:xfrm>
            <a:off x="6761600" y="1766475"/>
            <a:ext cx="1731600" cy="24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FOOD NAME</a:t>
            </a:r>
            <a:endParaRPr sz="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22" name="Google Shape;822;p59"/>
          <p:cNvSpPr/>
          <p:nvPr/>
        </p:nvSpPr>
        <p:spPr>
          <a:xfrm>
            <a:off x="6761600" y="239125"/>
            <a:ext cx="1731600" cy="24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FOOD NAME</a:t>
            </a:r>
            <a:endParaRPr sz="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23" name="Google Shape;823;p5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4" name="Google Shape;824;p59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