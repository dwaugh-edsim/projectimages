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6858000" cy="9144000"/>
  <p:embeddedFontLst>
    <p:embeddedFont>
      <p:font typeface="Plus Jakarta Sans"/>
      <p:regular r:id="rId17"/>
      <p:bold r:id="rId18"/>
      <p:italic r:id="rId19"/>
      <p:boldItalic r:id="rId20"/>
    </p:embeddedFont>
    <p:embeddedFont>
      <p:font typeface="Urbanist"/>
      <p:regular r:id="rId21"/>
      <p:bold r:id="rId22"/>
      <p:italic r:id="rId23"/>
      <p:boldItalic r:id="rId24"/>
    </p:embeddedFont>
    <p:embeddedFont>
      <p:font typeface="PT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usJakartaSans-boldItalic.fntdata"/><Relationship Id="rId22" Type="http://schemas.openxmlformats.org/officeDocument/2006/relationships/font" Target="fonts/Urbanist-bold.fntdata"/><Relationship Id="rId21" Type="http://schemas.openxmlformats.org/officeDocument/2006/relationships/font" Target="fonts/Urbanist-regular.fntdata"/><Relationship Id="rId24" Type="http://schemas.openxmlformats.org/officeDocument/2006/relationships/font" Target="fonts/Urbanist-boldItalic.fntdata"/><Relationship Id="rId23" Type="http://schemas.openxmlformats.org/officeDocument/2006/relationships/font" Target="fonts/Urbanis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bold.fntdata"/><Relationship Id="rId25" Type="http://schemas.openxmlformats.org/officeDocument/2006/relationships/font" Target="fonts/PTSans-regular.fntdata"/><Relationship Id="rId28" Type="http://schemas.openxmlformats.org/officeDocument/2006/relationships/font" Target="fonts/PTSans-boldItalic.fntdata"/><Relationship Id="rId27" Type="http://schemas.openxmlformats.org/officeDocument/2006/relationships/font" Target="fonts/PT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usJakartaSans-regular.fntdata"/><Relationship Id="rId16" Type="http://schemas.openxmlformats.org/officeDocument/2006/relationships/slide" Target="slides/slide12.xml"/><Relationship Id="rId19" Type="http://schemas.openxmlformats.org/officeDocument/2006/relationships/font" Target="fonts/PlusJakartaSans-italic.fntdata"/><Relationship Id="rId18" Type="http://schemas.openxmlformats.org/officeDocument/2006/relationships/font" Target="fonts/PlusJakarta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bafd0f3d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1bafd0f3d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e8bd745f4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e8bd745f4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ad8745c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ad8745c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ec407ea7b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ec407ea7b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ead8745ca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ead8745ca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ec407ea7b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ec407ea7b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ead8745ca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ead8745ca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ec407ea7b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ec407ea7b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ead8745ca5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ead8745ca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c407ea7b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ec407ea7b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bbcb35b5ae_0_229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bbcb35b5ae_0_229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471200" y="1134374"/>
            <a:ext cx="6201600" cy="2330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rgbClr val="191919"/>
              </a:buClr>
              <a:buSzPts val="5200"/>
              <a:buNone/>
              <a:defRPr sz="5200">
                <a:solidFill>
                  <a:srgbClr val="191919"/>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 name="Google Shape;11;p2"/>
          <p:cNvSpPr/>
          <p:nvPr/>
        </p:nvSpPr>
        <p:spPr>
          <a:xfrm rot="200015">
            <a:off x="-70637" y="-83394"/>
            <a:ext cx="1744380" cy="1608161"/>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dk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14300" y="92800"/>
            <a:ext cx="1490666" cy="1481334"/>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146825" y="3467101"/>
            <a:ext cx="3145770" cy="1713123"/>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6798944" y="3959785"/>
            <a:ext cx="2351370" cy="11857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6597750" y="3608024"/>
            <a:ext cx="2606353" cy="1592859"/>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rot="10376807">
            <a:off x="7263583" y="-355382"/>
            <a:ext cx="2215930" cy="159928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4023300" y="1267688"/>
            <a:ext cx="1097400" cy="1097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 name="Google Shape;21;p3"/>
          <p:cNvSpPr/>
          <p:nvPr/>
        </p:nvSpPr>
        <p:spPr>
          <a:xfrm rot="-10177876">
            <a:off x="-412039" y="4032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89571">
            <a:off x="6924660" y="-34314"/>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10406059">
            <a:off x="-164783" y="-247591"/>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5981654" y="3432417"/>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312361">
            <a:off x="-457450" y="4194502"/>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425596">
            <a:off x="6971866" y="-20391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9" name="Google Shape;29;p4"/>
          <p:cNvSpPr txBox="1"/>
          <p:nvPr>
            <p:ph idx="1" type="body"/>
          </p:nvPr>
        </p:nvSpPr>
        <p:spPr>
          <a:xfrm>
            <a:off x="720000" y="1135564"/>
            <a:ext cx="7704000" cy="3750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Clr>
                <a:srgbClr val="434343"/>
              </a:buClr>
              <a:buSzPts val="1200"/>
              <a:buAutoNum type="arabicPeriod"/>
              <a:defRPr sz="1200"/>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
        <p:nvSpPr>
          <p:cNvPr id="30" name="Google Shape;30;p4"/>
          <p:cNvSpPr/>
          <p:nvPr/>
        </p:nvSpPr>
        <p:spPr>
          <a:xfrm flipH="1" rot="-371371">
            <a:off x="7667218" y="4470208"/>
            <a:ext cx="1974472" cy="740945"/>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rot="-371406">
            <a:off x="7456462" y="4289730"/>
            <a:ext cx="2395980" cy="899149"/>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rot="10800000">
            <a:off x="-78109" y="-54440"/>
            <a:ext cx="1877832" cy="94696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108243" y="-82113"/>
            <a:ext cx="2190686" cy="1152237"/>
          </a:xfrm>
          <a:custGeom>
            <a:rect b="b" l="l" r="r" t="t"/>
            <a:pathLst>
              <a:path extrusionOk="0" fill="none" h="19503" w="37080">
                <a:moveTo>
                  <a:pt x="37079" y="2478"/>
                </a:moveTo>
                <a:cubicBezTo>
                  <a:pt x="33546" y="1"/>
                  <a:pt x="28233" y="527"/>
                  <a:pt x="25254" y="3649"/>
                </a:cubicBezTo>
                <a:cubicBezTo>
                  <a:pt x="23262" y="5734"/>
                  <a:pt x="22272" y="8744"/>
                  <a:pt x="19897" y="10382"/>
                </a:cubicBezTo>
                <a:cubicBezTo>
                  <a:pt x="17363" y="12130"/>
                  <a:pt x="14014" y="11826"/>
                  <a:pt x="10950" y="12123"/>
                </a:cubicBezTo>
                <a:cubicBezTo>
                  <a:pt x="9025" y="12311"/>
                  <a:pt x="7136" y="12759"/>
                  <a:pt x="5334" y="13458"/>
                </a:cubicBezTo>
                <a:cubicBezTo>
                  <a:pt x="4002" y="13976"/>
                  <a:pt x="2698" y="14645"/>
                  <a:pt x="1691" y="15659"/>
                </a:cubicBezTo>
                <a:cubicBezTo>
                  <a:pt x="685" y="16673"/>
                  <a:pt x="0" y="18077"/>
                  <a:pt x="99" y="19503"/>
                </a:cubicBezTo>
                <a:lnTo>
                  <a:pt x="37079" y="19503"/>
                </a:lnTo>
                <a:close/>
              </a:path>
            </a:pathLst>
          </a:custGeom>
          <a:solidFill>
            <a:schemeClr val="dk1"/>
          </a:solid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6" name="Google Shape;36;p5"/>
          <p:cNvSpPr txBox="1"/>
          <p:nvPr>
            <p:ph idx="2" type="title"/>
          </p:nvPr>
        </p:nvSpPr>
        <p:spPr>
          <a:xfrm>
            <a:off x="1537450"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 name="Google Shape;37;p5"/>
          <p:cNvSpPr txBox="1"/>
          <p:nvPr>
            <p:ph idx="3" type="title"/>
          </p:nvPr>
        </p:nvSpPr>
        <p:spPr>
          <a:xfrm>
            <a:off x="4864299" y="2648588"/>
            <a:ext cx="2742600" cy="42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24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8" name="Google Shape;38;p5"/>
          <p:cNvSpPr txBox="1"/>
          <p:nvPr>
            <p:ph idx="1" type="subTitle"/>
          </p:nvPr>
        </p:nvSpPr>
        <p:spPr>
          <a:xfrm>
            <a:off x="4863999" y="2985289"/>
            <a:ext cx="27432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5"/>
          <p:cNvSpPr txBox="1"/>
          <p:nvPr>
            <p:ph idx="4" type="subTitle"/>
          </p:nvPr>
        </p:nvSpPr>
        <p:spPr>
          <a:xfrm>
            <a:off x="1537450" y="2985289"/>
            <a:ext cx="2742600" cy="1044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0" name="Google Shape;40;p5"/>
          <p:cNvSpPr/>
          <p:nvPr/>
        </p:nvSpPr>
        <p:spPr>
          <a:xfrm flipH="1" rot="2978961">
            <a:off x="-1168688" y="-238557"/>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2473911">
            <a:off x="7539227" y="2987272"/>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flipH="1" rot="2473911">
            <a:off x="7682102" y="3070509"/>
            <a:ext cx="2500055" cy="324260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flipH="1" rot="2978961">
            <a:off x="-1297086" y="-313570"/>
            <a:ext cx="2500048" cy="324259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6"/>
          <p:cNvSpPr/>
          <p:nvPr/>
        </p:nvSpPr>
        <p:spPr>
          <a:xfrm rot="169350">
            <a:off x="7168154" y="-102276"/>
            <a:ext cx="2100675" cy="987345"/>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rot="5400000">
            <a:off x="261255" y="3697985"/>
            <a:ext cx="903930" cy="1987110"/>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rot="5400000">
            <a:off x="360783" y="3966076"/>
            <a:ext cx="704893" cy="17643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10509608">
            <a:off x="7796912" y="3885338"/>
            <a:ext cx="1441468" cy="1328903"/>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rot="169366">
            <a:off x="7473294" y="-111128"/>
            <a:ext cx="1737364" cy="81657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flipH="1" rot="10800000">
            <a:off x="-179525" y="-47649"/>
            <a:ext cx="1615996" cy="1297974"/>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txBox="1"/>
          <p:nvPr>
            <p:ph idx="1" type="body"/>
          </p:nvPr>
        </p:nvSpPr>
        <p:spPr>
          <a:xfrm>
            <a:off x="4186800" y="1593575"/>
            <a:ext cx="3966300" cy="2505000"/>
          </a:xfrm>
          <a:prstGeom prst="rect">
            <a:avLst/>
          </a:prstGeom>
        </p:spPr>
        <p:txBody>
          <a:bodyPr anchorCtr="0" anchor="ctr" bIns="91425" lIns="91425" spcFirstLastPara="1" rIns="91425" wrap="square" tIns="91425">
            <a:noAutofit/>
          </a:bodyPr>
          <a:lstStyle>
            <a:lvl1pPr indent="-317500" lvl="0" marL="457200" rtl="0">
              <a:lnSpc>
                <a:spcPct val="100000"/>
              </a:lnSpc>
              <a:spcBef>
                <a:spcPts val="0"/>
              </a:spcBef>
              <a:spcAft>
                <a:spcPts val="0"/>
              </a:spcAft>
              <a:buSzPts val="1400"/>
              <a:buAutoNum type="arabicPeriod"/>
              <a:defRPr>
                <a:solidFill>
                  <a:srgbClr val="434343"/>
                </a:solidFill>
              </a:defRPr>
            </a:lvl1pPr>
            <a:lvl2pPr indent="-317500" lvl="1" marL="914400" rtl="0">
              <a:lnSpc>
                <a:spcPct val="115000"/>
              </a:lnSpc>
              <a:spcBef>
                <a:spcPts val="1600"/>
              </a:spcBef>
              <a:spcAft>
                <a:spcPts val="0"/>
              </a:spcAft>
              <a:buSzPts val="1400"/>
              <a:buAutoNum type="alphaLcPeriod"/>
              <a:defRPr>
                <a:solidFill>
                  <a:srgbClr val="434343"/>
                </a:solidFill>
              </a:defRPr>
            </a:lvl2pPr>
            <a:lvl3pPr indent="-317500" lvl="2" marL="1371600" rtl="0">
              <a:lnSpc>
                <a:spcPct val="115000"/>
              </a:lnSpc>
              <a:spcBef>
                <a:spcPts val="1600"/>
              </a:spcBef>
              <a:spcAft>
                <a:spcPts val="0"/>
              </a:spcAft>
              <a:buSzPts val="1400"/>
              <a:buAutoNum type="romanLcPeriod"/>
              <a:defRPr>
                <a:solidFill>
                  <a:srgbClr val="434343"/>
                </a:solidFill>
              </a:defRPr>
            </a:lvl3pPr>
            <a:lvl4pPr indent="-317500" lvl="3" marL="1828800" rtl="0">
              <a:lnSpc>
                <a:spcPct val="115000"/>
              </a:lnSpc>
              <a:spcBef>
                <a:spcPts val="1600"/>
              </a:spcBef>
              <a:spcAft>
                <a:spcPts val="0"/>
              </a:spcAft>
              <a:buSzPts val="1400"/>
              <a:buAutoNum type="arabicPeriod"/>
              <a:defRPr>
                <a:solidFill>
                  <a:srgbClr val="434343"/>
                </a:solidFill>
              </a:defRPr>
            </a:lvl4pPr>
            <a:lvl5pPr indent="-317500" lvl="4" marL="2286000" rtl="0">
              <a:lnSpc>
                <a:spcPct val="115000"/>
              </a:lnSpc>
              <a:spcBef>
                <a:spcPts val="1600"/>
              </a:spcBef>
              <a:spcAft>
                <a:spcPts val="0"/>
              </a:spcAft>
              <a:buSzPts val="1400"/>
              <a:buAutoNum type="alphaLcPeriod"/>
              <a:defRPr>
                <a:solidFill>
                  <a:srgbClr val="434343"/>
                </a:solidFill>
              </a:defRPr>
            </a:lvl5pPr>
            <a:lvl6pPr indent="-317500" lvl="5" marL="2743200" rtl="0">
              <a:lnSpc>
                <a:spcPct val="115000"/>
              </a:lnSpc>
              <a:spcBef>
                <a:spcPts val="1600"/>
              </a:spcBef>
              <a:spcAft>
                <a:spcPts val="0"/>
              </a:spcAft>
              <a:buSzPts val="1400"/>
              <a:buAutoNum type="romanLcPeriod"/>
              <a:defRPr>
                <a:solidFill>
                  <a:srgbClr val="434343"/>
                </a:solidFill>
              </a:defRPr>
            </a:lvl6pPr>
            <a:lvl7pPr indent="-317500" lvl="6" marL="3200400" rtl="0">
              <a:lnSpc>
                <a:spcPct val="115000"/>
              </a:lnSpc>
              <a:spcBef>
                <a:spcPts val="1600"/>
              </a:spcBef>
              <a:spcAft>
                <a:spcPts val="0"/>
              </a:spcAft>
              <a:buSzPts val="1400"/>
              <a:buAutoNum type="arabicPeriod"/>
              <a:defRPr>
                <a:solidFill>
                  <a:srgbClr val="434343"/>
                </a:solidFill>
              </a:defRPr>
            </a:lvl7pPr>
            <a:lvl8pPr indent="-317500" lvl="7" marL="3657600" rtl="0">
              <a:lnSpc>
                <a:spcPct val="115000"/>
              </a:lnSpc>
              <a:spcBef>
                <a:spcPts val="1600"/>
              </a:spcBef>
              <a:spcAft>
                <a:spcPts val="0"/>
              </a:spcAft>
              <a:buSzPts val="1400"/>
              <a:buAutoNum type="alphaLcPeriod"/>
              <a:defRPr>
                <a:solidFill>
                  <a:srgbClr val="434343"/>
                </a:solidFill>
              </a:defRPr>
            </a:lvl8pPr>
            <a:lvl9pPr indent="-317500" lvl="8" marL="4114800" rtl="0">
              <a:lnSpc>
                <a:spcPct val="115000"/>
              </a:lnSpc>
              <a:spcBef>
                <a:spcPts val="1600"/>
              </a:spcBef>
              <a:spcAft>
                <a:spcPts val="1600"/>
              </a:spcAft>
              <a:buSzPts val="1400"/>
              <a:buAutoNum type="romanLcPeriod"/>
              <a:defRPr>
                <a:solidFill>
                  <a:srgbClr val="434343"/>
                </a:solidFill>
              </a:defRPr>
            </a:lvl9pPr>
          </a:lstStyle>
          <a:p/>
        </p:txBody>
      </p:sp>
      <p:sp>
        <p:nvSpPr>
          <p:cNvPr id="54" name="Google Shape;54;p7"/>
          <p:cNvSpPr txBox="1"/>
          <p:nvPr>
            <p:ph type="title"/>
          </p:nvPr>
        </p:nvSpPr>
        <p:spPr>
          <a:xfrm>
            <a:off x="720000" y="48235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5" name="Google Shape;55;p7"/>
          <p:cNvSpPr/>
          <p:nvPr>
            <p:ph idx="2" type="pic"/>
          </p:nvPr>
        </p:nvSpPr>
        <p:spPr>
          <a:xfrm>
            <a:off x="990900" y="1475407"/>
            <a:ext cx="2796600" cy="2741400"/>
          </a:xfrm>
          <a:prstGeom prst="rect">
            <a:avLst/>
          </a:prstGeom>
          <a:noFill/>
          <a:ln cap="flat" cmpd="sng" w="9525">
            <a:solidFill>
              <a:schemeClr val="dk1"/>
            </a:solidFill>
            <a:prstDash val="solid"/>
            <a:round/>
            <a:headEnd len="sm" w="sm" type="none"/>
            <a:tailEnd len="sm" w="sm" type="none"/>
          </a:ln>
        </p:spPr>
      </p:sp>
      <p:sp>
        <p:nvSpPr>
          <p:cNvPr id="56" name="Google Shape;56;p7"/>
          <p:cNvSpPr/>
          <p:nvPr/>
        </p:nvSpPr>
        <p:spPr>
          <a:xfrm rot="10800000">
            <a:off x="-583494" y="4052891"/>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flipH="1" rot="2919970">
            <a:off x="7411560" y="2953759"/>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rot="10800000">
            <a:off x="-659670" y="4121590"/>
            <a:ext cx="2187552" cy="1150789"/>
          </a:xfrm>
          <a:custGeom>
            <a:rect b="b" l="l" r="r" t="t"/>
            <a:pathLst>
              <a:path extrusionOk="0" h="24494" w="46561">
                <a:moveTo>
                  <a:pt x="2087" y="0"/>
                </a:moveTo>
                <a:cubicBezTo>
                  <a:pt x="277" y="911"/>
                  <a:pt x="0" y="3563"/>
                  <a:pt x="1015" y="5315"/>
                </a:cubicBezTo>
                <a:cubicBezTo>
                  <a:pt x="1972" y="6963"/>
                  <a:pt x="3842" y="8040"/>
                  <a:pt x="5747" y="8040"/>
                </a:cubicBezTo>
                <a:cubicBezTo>
                  <a:pt x="5758" y="8040"/>
                  <a:pt x="5769" y="8040"/>
                  <a:pt x="5780" y="8040"/>
                </a:cubicBezTo>
                <a:cubicBezTo>
                  <a:pt x="7349" y="8031"/>
                  <a:pt x="8825" y="7355"/>
                  <a:pt x="10259" y="6722"/>
                </a:cubicBezTo>
                <a:cubicBezTo>
                  <a:pt x="11574" y="6142"/>
                  <a:pt x="12956" y="5576"/>
                  <a:pt x="14383" y="5576"/>
                </a:cubicBezTo>
                <a:cubicBezTo>
                  <a:pt x="14513" y="5576"/>
                  <a:pt x="14644" y="5581"/>
                  <a:pt x="14774" y="5591"/>
                </a:cubicBezTo>
                <a:cubicBezTo>
                  <a:pt x="16338" y="5710"/>
                  <a:pt x="17943" y="6802"/>
                  <a:pt x="18104" y="8361"/>
                </a:cubicBezTo>
                <a:cubicBezTo>
                  <a:pt x="18223" y="9521"/>
                  <a:pt x="17546" y="10613"/>
                  <a:pt x="16766" y="11479"/>
                </a:cubicBezTo>
                <a:cubicBezTo>
                  <a:pt x="15987" y="12346"/>
                  <a:pt x="15064" y="13109"/>
                  <a:pt x="14503" y="14131"/>
                </a:cubicBezTo>
                <a:cubicBezTo>
                  <a:pt x="13651" y="15682"/>
                  <a:pt x="13812" y="17731"/>
                  <a:pt x="14893" y="19131"/>
                </a:cubicBezTo>
                <a:cubicBezTo>
                  <a:pt x="15755" y="20245"/>
                  <a:pt x="17163" y="20897"/>
                  <a:pt x="18567" y="20897"/>
                </a:cubicBezTo>
                <a:cubicBezTo>
                  <a:pt x="18926" y="20897"/>
                  <a:pt x="19284" y="20855"/>
                  <a:pt x="19633" y="20766"/>
                </a:cubicBezTo>
                <a:cubicBezTo>
                  <a:pt x="21012" y="20418"/>
                  <a:pt x="22359" y="19430"/>
                  <a:pt x="23694" y="19430"/>
                </a:cubicBezTo>
                <a:cubicBezTo>
                  <a:pt x="23981" y="19430"/>
                  <a:pt x="24267" y="19476"/>
                  <a:pt x="24553" y="19583"/>
                </a:cubicBezTo>
                <a:cubicBezTo>
                  <a:pt x="25832" y="20066"/>
                  <a:pt x="26363" y="21548"/>
                  <a:pt x="27259" y="22581"/>
                </a:cubicBezTo>
                <a:cubicBezTo>
                  <a:pt x="28460" y="23966"/>
                  <a:pt x="30312" y="24493"/>
                  <a:pt x="32185" y="24493"/>
                </a:cubicBezTo>
                <a:cubicBezTo>
                  <a:pt x="32904" y="24493"/>
                  <a:pt x="33626" y="24416"/>
                  <a:pt x="34315" y="24279"/>
                </a:cubicBezTo>
                <a:cubicBezTo>
                  <a:pt x="39815" y="23192"/>
                  <a:pt x="44542" y="18847"/>
                  <a:pt x="46089" y="13457"/>
                </a:cubicBezTo>
                <a:lnTo>
                  <a:pt x="4656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flipH="1" rot="2919970">
            <a:off x="7561528" y="3039456"/>
            <a:ext cx="2376122" cy="308177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flipH="1" rot="10800000">
            <a:off x="-845300" y="-462323"/>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rot="10800000">
            <a:off x="7032500" y="-509948"/>
            <a:ext cx="2796555" cy="1049442"/>
          </a:xfrm>
          <a:custGeom>
            <a:rect b="b" l="l" r="r" t="t"/>
            <a:pathLst>
              <a:path extrusionOk="0" h="11080" w="29526">
                <a:moveTo>
                  <a:pt x="8183" y="1"/>
                </a:moveTo>
                <a:cubicBezTo>
                  <a:pt x="6391" y="1"/>
                  <a:pt x="4609" y="1063"/>
                  <a:pt x="3819" y="2682"/>
                </a:cubicBezTo>
                <a:cubicBezTo>
                  <a:pt x="3238" y="3873"/>
                  <a:pt x="3173" y="5249"/>
                  <a:pt x="2755" y="6507"/>
                </a:cubicBezTo>
                <a:cubicBezTo>
                  <a:pt x="2339" y="7755"/>
                  <a:pt x="1345" y="9000"/>
                  <a:pt x="35" y="9000"/>
                </a:cubicBezTo>
                <a:cubicBezTo>
                  <a:pt x="23" y="9000"/>
                  <a:pt x="12" y="9000"/>
                  <a:pt x="0" y="9000"/>
                </a:cubicBezTo>
                <a:lnTo>
                  <a:pt x="0" y="11079"/>
                </a:lnTo>
                <a:lnTo>
                  <a:pt x="24342" y="11079"/>
                </a:lnTo>
                <a:lnTo>
                  <a:pt x="28963" y="10111"/>
                </a:lnTo>
                <a:cubicBezTo>
                  <a:pt x="29526" y="7642"/>
                  <a:pt x="27731" y="4887"/>
                  <a:pt x="25245" y="4404"/>
                </a:cubicBezTo>
                <a:cubicBezTo>
                  <a:pt x="24901" y="4337"/>
                  <a:pt x="24555" y="4309"/>
                  <a:pt x="24209" y="4309"/>
                </a:cubicBezTo>
                <a:cubicBezTo>
                  <a:pt x="22334" y="4309"/>
                  <a:pt x="20437" y="5140"/>
                  <a:pt x="18558" y="5140"/>
                </a:cubicBezTo>
                <a:cubicBezTo>
                  <a:pt x="18238" y="5140"/>
                  <a:pt x="17918" y="5116"/>
                  <a:pt x="17598" y="5059"/>
                </a:cubicBezTo>
                <a:cubicBezTo>
                  <a:pt x="14265" y="4467"/>
                  <a:pt x="12243" y="612"/>
                  <a:pt x="8902" y="59"/>
                </a:cubicBezTo>
                <a:cubicBezTo>
                  <a:pt x="8664" y="20"/>
                  <a:pt x="8423" y="1"/>
                  <a:pt x="8183"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2" name="Shape 62"/>
        <p:cNvGrpSpPr/>
        <p:nvPr/>
      </p:nvGrpSpPr>
      <p:grpSpPr>
        <a:xfrm>
          <a:off x="0" y="0"/>
          <a:ext cx="0" cy="0"/>
          <a:chOff x="0" y="0"/>
          <a:chExt cx="0" cy="0"/>
        </a:xfrm>
      </p:grpSpPr>
      <p:sp>
        <p:nvSpPr>
          <p:cNvPr id="63" name="Google Shape;63;p8"/>
          <p:cNvSpPr/>
          <p:nvPr/>
        </p:nvSpPr>
        <p:spPr>
          <a:xfrm flipH="1" rot="10800000">
            <a:off x="-142350" y="80963"/>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flipH="1">
            <a:off x="7014368" y="330889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8"/>
          <p:cNvSpPr/>
          <p:nvPr/>
        </p:nvSpPr>
        <p:spPr>
          <a:xfrm flipH="1" rot="10800000">
            <a:off x="-142349" y="3502823"/>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8"/>
          <p:cNvSpPr/>
          <p:nvPr/>
        </p:nvSpPr>
        <p:spPr>
          <a:xfrm flipH="1" rot="10800000">
            <a:off x="-301525" y="-52387"/>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8"/>
          <p:cNvSpPr/>
          <p:nvPr/>
        </p:nvSpPr>
        <p:spPr>
          <a:xfrm flipH="1">
            <a:off x="5944126" y="-176177"/>
            <a:ext cx="3337278" cy="180260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8"/>
          <p:cNvSpPr/>
          <p:nvPr/>
        </p:nvSpPr>
        <p:spPr>
          <a:xfrm flipH="1">
            <a:off x="7173543" y="3442240"/>
            <a:ext cx="2271289" cy="1757362"/>
          </a:xfrm>
          <a:custGeom>
            <a:rect b="b" l="l" r="r" t="t"/>
            <a:pathLst>
              <a:path extrusionOk="0" h="20575" w="26592">
                <a:moveTo>
                  <a:pt x="3799" y="1"/>
                </a:moveTo>
                <a:cubicBezTo>
                  <a:pt x="2904" y="1"/>
                  <a:pt x="2010" y="132"/>
                  <a:pt x="1374" y="725"/>
                </a:cubicBezTo>
                <a:cubicBezTo>
                  <a:pt x="551" y="1493"/>
                  <a:pt x="465" y="2746"/>
                  <a:pt x="437" y="3871"/>
                </a:cubicBezTo>
                <a:cubicBezTo>
                  <a:pt x="291" y="9438"/>
                  <a:pt x="147" y="15007"/>
                  <a:pt x="1" y="20574"/>
                </a:cubicBezTo>
                <a:cubicBezTo>
                  <a:pt x="3789" y="20245"/>
                  <a:pt x="7587" y="20080"/>
                  <a:pt x="11384" y="20080"/>
                </a:cubicBezTo>
                <a:cubicBezTo>
                  <a:pt x="15040" y="20080"/>
                  <a:pt x="18695" y="20233"/>
                  <a:pt x="22342" y="20538"/>
                </a:cubicBezTo>
                <a:cubicBezTo>
                  <a:pt x="22539" y="20555"/>
                  <a:pt x="22747" y="20565"/>
                  <a:pt x="22961" y="20565"/>
                </a:cubicBezTo>
                <a:cubicBezTo>
                  <a:pt x="24276" y="20565"/>
                  <a:pt x="25796" y="20197"/>
                  <a:pt x="26168" y="18758"/>
                </a:cubicBezTo>
                <a:cubicBezTo>
                  <a:pt x="26591" y="17123"/>
                  <a:pt x="24742" y="15794"/>
                  <a:pt x="23385" y="15426"/>
                </a:cubicBezTo>
                <a:cubicBezTo>
                  <a:pt x="22737" y="15250"/>
                  <a:pt x="22073" y="15181"/>
                  <a:pt x="21403" y="15181"/>
                </a:cubicBezTo>
                <a:cubicBezTo>
                  <a:pt x="20463" y="15181"/>
                  <a:pt x="19513" y="15316"/>
                  <a:pt x="18586" y="15482"/>
                </a:cubicBezTo>
                <a:cubicBezTo>
                  <a:pt x="17163" y="15736"/>
                  <a:pt x="15733" y="16060"/>
                  <a:pt x="14292" y="16060"/>
                </a:cubicBezTo>
                <a:cubicBezTo>
                  <a:pt x="14125" y="16060"/>
                  <a:pt x="13958" y="16055"/>
                  <a:pt x="13791" y="16046"/>
                </a:cubicBezTo>
                <a:cubicBezTo>
                  <a:pt x="12179" y="15957"/>
                  <a:pt x="10507" y="15330"/>
                  <a:pt x="9583" y="14008"/>
                </a:cubicBezTo>
                <a:cubicBezTo>
                  <a:pt x="8688" y="12726"/>
                  <a:pt x="8642" y="11035"/>
                  <a:pt x="8874" y="9490"/>
                </a:cubicBezTo>
                <a:cubicBezTo>
                  <a:pt x="9105" y="7947"/>
                  <a:pt x="9579" y="6432"/>
                  <a:pt x="9609" y="4869"/>
                </a:cubicBezTo>
                <a:cubicBezTo>
                  <a:pt x="9639" y="3307"/>
                  <a:pt x="9116" y="1610"/>
                  <a:pt x="7803" y="766"/>
                </a:cubicBezTo>
                <a:cubicBezTo>
                  <a:pt x="6880" y="173"/>
                  <a:pt x="5728" y="93"/>
                  <a:pt x="4633" y="29"/>
                </a:cubicBezTo>
                <a:cubicBezTo>
                  <a:pt x="4360" y="13"/>
                  <a:pt x="4079" y="1"/>
                  <a:pt x="3799"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8"/>
          <p:cNvSpPr txBox="1"/>
          <p:nvPr>
            <p:ph type="title"/>
          </p:nvPr>
        </p:nvSpPr>
        <p:spPr>
          <a:xfrm>
            <a:off x="1721250" y="1263963"/>
            <a:ext cx="57015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 name="Shape 70"/>
        <p:cNvGrpSpPr/>
        <p:nvPr/>
      </p:nvGrpSpPr>
      <p:grpSpPr>
        <a:xfrm>
          <a:off x="0" y="0"/>
          <a:ext cx="0" cy="0"/>
          <a:chOff x="0" y="0"/>
          <a:chExt cx="0" cy="0"/>
        </a:xfrm>
      </p:grpSpPr>
      <p:sp>
        <p:nvSpPr>
          <p:cNvPr id="71" name="Google Shape;71;p9"/>
          <p:cNvSpPr txBox="1"/>
          <p:nvPr>
            <p:ph type="title"/>
          </p:nvPr>
        </p:nvSpPr>
        <p:spPr>
          <a:xfrm>
            <a:off x="2151750" y="1436838"/>
            <a:ext cx="4840500" cy="729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2" name="Google Shape;72;p9"/>
          <p:cNvSpPr txBox="1"/>
          <p:nvPr>
            <p:ph idx="1" type="subTitle"/>
          </p:nvPr>
        </p:nvSpPr>
        <p:spPr>
          <a:xfrm>
            <a:off x="2151750" y="2239663"/>
            <a:ext cx="4840500" cy="14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3" name="Google Shape;73;p9"/>
          <p:cNvSpPr/>
          <p:nvPr/>
        </p:nvSpPr>
        <p:spPr>
          <a:xfrm>
            <a:off x="6446701" y="3638550"/>
            <a:ext cx="2773455" cy="1507626"/>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9"/>
          <p:cNvSpPr/>
          <p:nvPr/>
        </p:nvSpPr>
        <p:spPr>
          <a:xfrm rot="22194">
            <a:off x="-353040" y="-265393"/>
            <a:ext cx="3463722" cy="18709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9"/>
          <p:cNvSpPr/>
          <p:nvPr/>
        </p:nvSpPr>
        <p:spPr>
          <a:xfrm>
            <a:off x="-200025" y="4125013"/>
            <a:ext cx="1638143" cy="1243377"/>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9"/>
          <p:cNvSpPr/>
          <p:nvPr/>
        </p:nvSpPr>
        <p:spPr>
          <a:xfrm rot="22221">
            <a:off x="-194185" y="-141951"/>
            <a:ext cx="3348426" cy="1824691"/>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
          <p:cNvSpPr/>
          <p:nvPr/>
        </p:nvSpPr>
        <p:spPr>
          <a:xfrm rot="3908686">
            <a:off x="8242948" y="-144513"/>
            <a:ext cx="1638128" cy="1243366"/>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9"/>
          <p:cNvSpPr/>
          <p:nvPr/>
        </p:nvSpPr>
        <p:spPr>
          <a:xfrm>
            <a:off x="6654894" y="3887374"/>
            <a:ext cx="2565240" cy="128596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9" name="Shape 79"/>
        <p:cNvGrpSpPr/>
        <p:nvPr/>
      </p:nvGrpSpPr>
      <p:grpSpPr>
        <a:xfrm>
          <a:off x="0" y="0"/>
          <a:ext cx="0" cy="0"/>
          <a:chOff x="0" y="0"/>
          <a:chExt cx="0" cy="0"/>
        </a:xfrm>
      </p:grpSpPr>
      <p:sp>
        <p:nvSpPr>
          <p:cNvPr id="80" name="Google Shape;80;p10"/>
          <p:cNvSpPr txBox="1"/>
          <p:nvPr>
            <p:ph type="title"/>
          </p:nvPr>
        </p:nvSpPr>
        <p:spPr>
          <a:xfrm>
            <a:off x="713225" y="3460475"/>
            <a:ext cx="4611300" cy="1148100"/>
          </a:xfrm>
          <a:prstGeom prst="rect">
            <a:avLst/>
          </a:prstGeom>
          <a:solidFill>
            <a:schemeClr val="l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1" name="Google Shape;81;p10"/>
          <p:cNvSpPr/>
          <p:nvPr/>
        </p:nvSpPr>
        <p:spPr>
          <a:xfrm rot="-219531">
            <a:off x="7193308" y="3486413"/>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rot="-219531">
            <a:off x="7297708" y="3572138"/>
            <a:ext cx="2665425" cy="1923693"/>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flipH="1" rot="-5543251">
            <a:off x="-298935" y="-318264"/>
            <a:ext cx="2161186" cy="1992366"/>
          </a:xfrm>
          <a:custGeom>
            <a:rect b="b" l="l" r="r" t="t"/>
            <a:pathLst>
              <a:path extrusionOk="0" h="21026" w="22807">
                <a:moveTo>
                  <a:pt x="22807" y="1"/>
                </a:moveTo>
                <a:lnTo>
                  <a:pt x="0" y="1365"/>
                </a:lnTo>
                <a:lnTo>
                  <a:pt x="0" y="1365"/>
                </a:lnTo>
                <a:lnTo>
                  <a:pt x="547" y="18653"/>
                </a:lnTo>
                <a:cubicBezTo>
                  <a:pt x="1436" y="20116"/>
                  <a:pt x="3140" y="21026"/>
                  <a:pt x="4844" y="21026"/>
                </a:cubicBezTo>
                <a:cubicBezTo>
                  <a:pt x="5155" y="21026"/>
                  <a:pt x="5465" y="20996"/>
                  <a:pt x="5771" y="20933"/>
                </a:cubicBezTo>
                <a:cubicBezTo>
                  <a:pt x="7755" y="20527"/>
                  <a:pt x="9394" y="18788"/>
                  <a:pt x="9682" y="16784"/>
                </a:cubicBezTo>
                <a:cubicBezTo>
                  <a:pt x="10160" y="13459"/>
                  <a:pt x="7255" y="10295"/>
                  <a:pt x="7871" y="6992"/>
                </a:cubicBezTo>
                <a:cubicBezTo>
                  <a:pt x="8279" y="4809"/>
                  <a:pt x="10415" y="3112"/>
                  <a:pt x="12620" y="3112"/>
                </a:cubicBezTo>
                <a:cubicBezTo>
                  <a:pt x="12793" y="3112"/>
                  <a:pt x="12967" y="3122"/>
                  <a:pt x="13140" y="3144"/>
                </a:cubicBezTo>
                <a:cubicBezTo>
                  <a:pt x="14562" y="3323"/>
                  <a:pt x="15843" y="4131"/>
                  <a:pt x="17261" y="4329"/>
                </a:cubicBezTo>
                <a:cubicBezTo>
                  <a:pt x="17457" y="4356"/>
                  <a:pt x="17653" y="4369"/>
                  <a:pt x="17849" y="4369"/>
                </a:cubicBezTo>
                <a:cubicBezTo>
                  <a:pt x="20242" y="4369"/>
                  <a:pt x="22546" y="2404"/>
                  <a:pt x="228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11"/>
          <p:cNvSpPr txBox="1"/>
          <p:nvPr>
            <p:ph hasCustomPrompt="1" type="title"/>
          </p:nvPr>
        </p:nvSpPr>
        <p:spPr>
          <a:xfrm>
            <a:off x="1188300" y="1356488"/>
            <a:ext cx="6767400" cy="18858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4000">
                <a:solidFill>
                  <a:srgbClr val="10112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6" name="Google Shape;86;p11"/>
          <p:cNvSpPr txBox="1"/>
          <p:nvPr>
            <p:ph idx="1" type="subTitle"/>
          </p:nvPr>
        </p:nvSpPr>
        <p:spPr>
          <a:xfrm>
            <a:off x="1188750" y="3289913"/>
            <a:ext cx="67665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
        <p:nvSpPr>
          <p:cNvPr id="87" name="Google Shape;87;p11"/>
          <p:cNvSpPr/>
          <p:nvPr/>
        </p:nvSpPr>
        <p:spPr>
          <a:xfrm rot="10800000">
            <a:off x="-733809" y="-289591"/>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10635829">
            <a:off x="-889271" y="-356276"/>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1"/>
          <p:cNvSpPr/>
          <p:nvPr/>
        </p:nvSpPr>
        <p:spPr>
          <a:xfrm flipH="1" rot="10800000">
            <a:off x="8210550" y="-398797"/>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1"/>
          <p:cNvSpPr/>
          <p:nvPr/>
        </p:nvSpPr>
        <p:spPr>
          <a:xfrm flipH="1">
            <a:off x="-381" y="2963528"/>
            <a:ext cx="933450" cy="2584347"/>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1"/>
          <p:cNvSpPr/>
          <p:nvPr/>
        </p:nvSpPr>
        <p:spPr>
          <a:xfrm>
            <a:off x="6982488" y="3344384"/>
            <a:ext cx="2894061" cy="2088705"/>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1"/>
          <p:cNvSpPr/>
          <p:nvPr/>
        </p:nvSpPr>
        <p:spPr>
          <a:xfrm rot="-164171">
            <a:off x="7137929" y="3411054"/>
            <a:ext cx="2894082" cy="2088720"/>
          </a:xfrm>
          <a:custGeom>
            <a:rect b="b" l="l" r="r" t="t"/>
            <a:pathLst>
              <a:path extrusionOk="0" h="27040" w="37466">
                <a:moveTo>
                  <a:pt x="25743" y="1"/>
                </a:moveTo>
                <a:cubicBezTo>
                  <a:pt x="23267" y="1"/>
                  <a:pt x="20789" y="1130"/>
                  <a:pt x="19599" y="3275"/>
                </a:cubicBezTo>
                <a:cubicBezTo>
                  <a:pt x="18617" y="5047"/>
                  <a:pt x="18604" y="7172"/>
                  <a:pt x="18496" y="9195"/>
                </a:cubicBezTo>
                <a:cubicBezTo>
                  <a:pt x="18387" y="11218"/>
                  <a:pt x="18089" y="13386"/>
                  <a:pt x="16710" y="14872"/>
                </a:cubicBezTo>
                <a:cubicBezTo>
                  <a:pt x="15373" y="16313"/>
                  <a:pt x="13282" y="16799"/>
                  <a:pt x="11317" y="16813"/>
                </a:cubicBezTo>
                <a:cubicBezTo>
                  <a:pt x="11281" y="16813"/>
                  <a:pt x="11245" y="16814"/>
                  <a:pt x="11209" y="16814"/>
                </a:cubicBezTo>
                <a:cubicBezTo>
                  <a:pt x="9376" y="16814"/>
                  <a:pt x="7553" y="16484"/>
                  <a:pt x="5721" y="16484"/>
                </a:cubicBezTo>
                <a:cubicBezTo>
                  <a:pt x="5625" y="16484"/>
                  <a:pt x="5528" y="16485"/>
                  <a:pt x="5431" y="16487"/>
                </a:cubicBezTo>
                <a:cubicBezTo>
                  <a:pt x="3761" y="16522"/>
                  <a:pt x="1820" y="17086"/>
                  <a:pt x="1259" y="18657"/>
                </a:cubicBezTo>
                <a:cubicBezTo>
                  <a:pt x="922" y="19602"/>
                  <a:pt x="1212" y="20632"/>
                  <a:pt x="1740" y="21445"/>
                </a:cubicBezTo>
                <a:cubicBezTo>
                  <a:pt x="2296" y="22304"/>
                  <a:pt x="2796" y="22629"/>
                  <a:pt x="1912" y="23457"/>
                </a:cubicBezTo>
                <a:cubicBezTo>
                  <a:pt x="1281" y="24048"/>
                  <a:pt x="1" y="24475"/>
                  <a:pt x="314" y="25597"/>
                </a:cubicBezTo>
                <a:cubicBezTo>
                  <a:pt x="554" y="26456"/>
                  <a:pt x="1627" y="26589"/>
                  <a:pt x="2373" y="26628"/>
                </a:cubicBezTo>
                <a:cubicBezTo>
                  <a:pt x="6265" y="26836"/>
                  <a:pt x="10191" y="27040"/>
                  <a:pt x="14101" y="27040"/>
                </a:cubicBezTo>
                <a:cubicBezTo>
                  <a:pt x="19934" y="27040"/>
                  <a:pt x="25730" y="26586"/>
                  <a:pt x="31328" y="25010"/>
                </a:cubicBezTo>
                <a:cubicBezTo>
                  <a:pt x="33559" y="24381"/>
                  <a:pt x="35972" y="23369"/>
                  <a:pt x="36881" y="21238"/>
                </a:cubicBezTo>
                <a:cubicBezTo>
                  <a:pt x="37465" y="19865"/>
                  <a:pt x="37294" y="18305"/>
                  <a:pt x="37111" y="16826"/>
                </a:cubicBezTo>
                <a:cubicBezTo>
                  <a:pt x="36707" y="13559"/>
                  <a:pt x="36274" y="10242"/>
                  <a:pt x="34971" y="7219"/>
                </a:cubicBezTo>
                <a:cubicBezTo>
                  <a:pt x="33667" y="4198"/>
                  <a:pt x="31350" y="1456"/>
                  <a:pt x="28231" y="401"/>
                </a:cubicBezTo>
                <a:cubicBezTo>
                  <a:pt x="27437" y="133"/>
                  <a:pt x="26590" y="1"/>
                  <a:pt x="257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3" name="Shape 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4" name="Shape 94"/>
        <p:cNvGrpSpPr/>
        <p:nvPr/>
      </p:nvGrpSpPr>
      <p:grpSpPr>
        <a:xfrm>
          <a:off x="0" y="0"/>
          <a:ext cx="0" cy="0"/>
          <a:chOff x="0" y="0"/>
          <a:chExt cx="0" cy="0"/>
        </a:xfrm>
      </p:grpSpPr>
      <p:sp>
        <p:nvSpPr>
          <p:cNvPr id="95" name="Google Shape;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 name="Google Shape;96;p13"/>
          <p:cNvSpPr txBox="1"/>
          <p:nvPr>
            <p:ph idx="2" type="title"/>
          </p:nvPr>
        </p:nvSpPr>
        <p:spPr>
          <a:xfrm>
            <a:off x="1605703" y="1508078"/>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7" name="Google Shape;97;p13"/>
          <p:cNvSpPr txBox="1"/>
          <p:nvPr>
            <p:ph idx="1" type="subTitle"/>
          </p:nvPr>
        </p:nvSpPr>
        <p:spPr>
          <a:xfrm>
            <a:off x="1605703" y="203576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98" name="Google Shape;98;p13"/>
          <p:cNvSpPr txBox="1"/>
          <p:nvPr>
            <p:ph idx="3" type="title"/>
          </p:nvPr>
        </p:nvSpPr>
        <p:spPr>
          <a:xfrm>
            <a:off x="5578397" y="1510685"/>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99" name="Google Shape;99;p13"/>
          <p:cNvSpPr txBox="1"/>
          <p:nvPr>
            <p:ph idx="4" type="subTitle"/>
          </p:nvPr>
        </p:nvSpPr>
        <p:spPr>
          <a:xfrm>
            <a:off x="5578397" y="2035055"/>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idx="5" type="title"/>
          </p:nvPr>
        </p:nvSpPr>
        <p:spPr>
          <a:xfrm>
            <a:off x="1605703" y="3169253"/>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1" name="Google Shape;101;p13"/>
          <p:cNvSpPr txBox="1"/>
          <p:nvPr>
            <p:ph idx="6" type="subTitle"/>
          </p:nvPr>
        </p:nvSpPr>
        <p:spPr>
          <a:xfrm>
            <a:off x="1605703" y="369695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2" name="Google Shape;102;p13"/>
          <p:cNvSpPr txBox="1"/>
          <p:nvPr>
            <p:ph idx="7" type="title"/>
          </p:nvPr>
        </p:nvSpPr>
        <p:spPr>
          <a:xfrm>
            <a:off x="5578397" y="3165749"/>
            <a:ext cx="2788800" cy="527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03" name="Google Shape;103;p13"/>
          <p:cNvSpPr txBox="1"/>
          <p:nvPr>
            <p:ph idx="8" type="subTitle"/>
          </p:nvPr>
        </p:nvSpPr>
        <p:spPr>
          <a:xfrm>
            <a:off x="5578397" y="3699263"/>
            <a:ext cx="2788800" cy="484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4" name="Google Shape;104;p13"/>
          <p:cNvSpPr txBox="1"/>
          <p:nvPr>
            <p:ph hasCustomPrompt="1" idx="9" type="title"/>
          </p:nvPr>
        </p:nvSpPr>
        <p:spPr>
          <a:xfrm>
            <a:off x="4749503" y="1627829"/>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5" name="Google Shape;105;p13"/>
          <p:cNvSpPr txBox="1"/>
          <p:nvPr>
            <p:ph hasCustomPrompt="1" idx="13" type="title"/>
          </p:nvPr>
        </p:nvSpPr>
        <p:spPr>
          <a:xfrm>
            <a:off x="4749503" y="3292037"/>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6" name="Google Shape;106;p13"/>
          <p:cNvSpPr txBox="1"/>
          <p:nvPr>
            <p:ph hasCustomPrompt="1" idx="14" type="title"/>
          </p:nvPr>
        </p:nvSpPr>
        <p:spPr>
          <a:xfrm>
            <a:off x="776803" y="1628802"/>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7" name="Google Shape;107;p13"/>
          <p:cNvSpPr txBox="1"/>
          <p:nvPr>
            <p:ph hasCustomPrompt="1" idx="15" type="title"/>
          </p:nvPr>
        </p:nvSpPr>
        <p:spPr>
          <a:xfrm>
            <a:off x="776803" y="3291053"/>
            <a:ext cx="752700" cy="7689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08" name="Google Shape;108;p13"/>
          <p:cNvSpPr/>
          <p:nvPr/>
        </p:nvSpPr>
        <p:spPr>
          <a:xfrm flipH="1" rot="-4417560">
            <a:off x="-491850" y="3940772"/>
            <a:ext cx="1758370" cy="1660495"/>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flipH="1" rot="-4417555">
            <a:off x="-453576" y="4111131"/>
            <a:ext cx="1557874" cy="1471167"/>
          </a:xfrm>
          <a:custGeom>
            <a:rect b="b" l="l" r="r" t="t"/>
            <a:pathLst>
              <a:path extrusionOk="0" h="29006" w="30717">
                <a:moveTo>
                  <a:pt x="10543" y="0"/>
                </a:moveTo>
                <a:cubicBezTo>
                  <a:pt x="7303" y="0"/>
                  <a:pt x="4068" y="388"/>
                  <a:pt x="1873" y="3130"/>
                </a:cubicBezTo>
                <a:cubicBezTo>
                  <a:pt x="331" y="5056"/>
                  <a:pt x="0" y="8036"/>
                  <a:pt x="1520" y="9979"/>
                </a:cubicBezTo>
                <a:cubicBezTo>
                  <a:pt x="3667" y="12719"/>
                  <a:pt x="8342" y="12488"/>
                  <a:pt x="10260" y="15391"/>
                </a:cubicBezTo>
                <a:cubicBezTo>
                  <a:pt x="11428" y="17159"/>
                  <a:pt x="11146" y="19465"/>
                  <a:pt x="10929" y="21572"/>
                </a:cubicBezTo>
                <a:cubicBezTo>
                  <a:pt x="10712" y="23678"/>
                  <a:pt x="10707" y="26080"/>
                  <a:pt x="12216" y="27566"/>
                </a:cubicBezTo>
                <a:cubicBezTo>
                  <a:pt x="13524" y="28855"/>
                  <a:pt x="15524" y="29006"/>
                  <a:pt x="17383" y="29006"/>
                </a:cubicBezTo>
                <a:cubicBezTo>
                  <a:pt x="17496" y="29006"/>
                  <a:pt x="17609" y="29005"/>
                  <a:pt x="17722" y="29004"/>
                </a:cubicBezTo>
                <a:cubicBezTo>
                  <a:pt x="20075" y="28987"/>
                  <a:pt x="22473" y="28935"/>
                  <a:pt x="24704" y="28188"/>
                </a:cubicBezTo>
                <a:cubicBezTo>
                  <a:pt x="26937" y="27439"/>
                  <a:pt x="29016" y="25878"/>
                  <a:pt x="29811" y="23663"/>
                </a:cubicBezTo>
                <a:cubicBezTo>
                  <a:pt x="30716" y="21138"/>
                  <a:pt x="29826" y="18362"/>
                  <a:pt x="28939" y="15830"/>
                </a:cubicBezTo>
                <a:cubicBezTo>
                  <a:pt x="27670" y="12209"/>
                  <a:pt x="26365" y="8522"/>
                  <a:pt x="24049" y="5463"/>
                </a:cubicBezTo>
                <a:cubicBezTo>
                  <a:pt x="21672" y="2326"/>
                  <a:pt x="18198" y="71"/>
                  <a:pt x="14211" y="60"/>
                </a:cubicBezTo>
                <a:cubicBezTo>
                  <a:pt x="13026" y="57"/>
                  <a:pt x="11784" y="0"/>
                  <a:pt x="105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rot="-151101">
            <a:off x="7229070" y="4059960"/>
            <a:ext cx="2403424" cy="1227601"/>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rot="10800000">
            <a:off x="-72875" y="-19689"/>
            <a:ext cx="1806450" cy="90551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rot="432445">
            <a:off x="7139565" y="-62157"/>
            <a:ext cx="2076015" cy="990429"/>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rot="432385">
            <a:off x="7319513" y="-130495"/>
            <a:ext cx="1975419" cy="942437"/>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114" name="Shape 114"/>
        <p:cNvGrpSpPr/>
        <p:nvPr/>
      </p:nvGrpSpPr>
      <p:grpSpPr>
        <a:xfrm>
          <a:off x="0" y="0"/>
          <a:ext cx="0" cy="0"/>
          <a:chOff x="0" y="0"/>
          <a:chExt cx="0" cy="0"/>
        </a:xfrm>
      </p:grpSpPr>
      <p:sp>
        <p:nvSpPr>
          <p:cNvPr id="115" name="Google Shape;115;p14"/>
          <p:cNvSpPr txBox="1"/>
          <p:nvPr>
            <p:ph type="title"/>
          </p:nvPr>
        </p:nvSpPr>
        <p:spPr>
          <a:xfrm>
            <a:off x="1984800" y="1309400"/>
            <a:ext cx="5174400" cy="1645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4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6" name="Google Shape;116;p14"/>
          <p:cNvSpPr txBox="1"/>
          <p:nvPr>
            <p:ph idx="1" type="subTitle"/>
          </p:nvPr>
        </p:nvSpPr>
        <p:spPr>
          <a:xfrm>
            <a:off x="1984800" y="3178900"/>
            <a:ext cx="5174400" cy="65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7" name="Google Shape;117;p14"/>
          <p:cNvSpPr/>
          <p:nvPr/>
        </p:nvSpPr>
        <p:spPr>
          <a:xfrm flipH="1" rot="-5260772">
            <a:off x="7345280" y="35357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flipH="1" rot="-5125085">
            <a:off x="-1303001" y="855254"/>
            <a:ext cx="3174892" cy="964198"/>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flipH="1" rot="10800000">
            <a:off x="7022550" y="-31944"/>
            <a:ext cx="2121461" cy="106341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flipH="1" rot="-5400000">
            <a:off x="7503631" y="35031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flipH="1" rot="-5071491">
            <a:off x="-1394969" y="842944"/>
            <a:ext cx="3174976" cy="964224"/>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flipH="1">
            <a:off x="-15" y="4183619"/>
            <a:ext cx="1914914" cy="959884"/>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3" name="Shape 123"/>
        <p:cNvGrpSpPr/>
        <p:nvPr/>
      </p:nvGrpSpPr>
      <p:grpSpPr>
        <a:xfrm>
          <a:off x="0" y="0"/>
          <a:ext cx="0" cy="0"/>
          <a:chOff x="0" y="0"/>
          <a:chExt cx="0" cy="0"/>
        </a:xfrm>
      </p:grpSpPr>
      <p:sp>
        <p:nvSpPr>
          <p:cNvPr id="124" name="Google Shape;124;p15"/>
          <p:cNvSpPr txBox="1"/>
          <p:nvPr>
            <p:ph type="title"/>
          </p:nvPr>
        </p:nvSpPr>
        <p:spPr>
          <a:xfrm>
            <a:off x="1638575" y="3400400"/>
            <a:ext cx="58746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5" name="Google Shape;125;p15"/>
          <p:cNvSpPr txBox="1"/>
          <p:nvPr>
            <p:ph idx="1" type="subTitle"/>
          </p:nvPr>
        </p:nvSpPr>
        <p:spPr>
          <a:xfrm>
            <a:off x="1634700" y="1287425"/>
            <a:ext cx="5874600" cy="19620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
        <p:nvSpPr>
          <p:cNvPr id="126" name="Google Shape;126;p15"/>
          <p:cNvSpPr/>
          <p:nvPr/>
        </p:nvSpPr>
        <p:spPr>
          <a:xfrm flipH="1" rot="10800000">
            <a:off x="52225" y="3125777"/>
            <a:ext cx="3409984" cy="1849223"/>
          </a:xfrm>
          <a:custGeom>
            <a:rect b="b" l="l" r="r" t="t"/>
            <a:pathLst>
              <a:path extrusionOk="0" fill="none" h="22546" w="41031">
                <a:moveTo>
                  <a:pt x="1522" y="20961"/>
                </a:moveTo>
                <a:cubicBezTo>
                  <a:pt x="3156" y="22293"/>
                  <a:pt x="5591" y="22545"/>
                  <a:pt x="7464" y="21577"/>
                </a:cubicBezTo>
                <a:cubicBezTo>
                  <a:pt x="9336" y="20609"/>
                  <a:pt x="10540" y="18476"/>
                  <a:pt x="10399" y="16373"/>
                </a:cubicBezTo>
                <a:cubicBezTo>
                  <a:pt x="10306" y="14998"/>
                  <a:pt x="9703" y="13719"/>
                  <a:pt x="9278" y="12408"/>
                </a:cubicBezTo>
                <a:cubicBezTo>
                  <a:pt x="8854" y="11096"/>
                  <a:pt x="8620" y="9611"/>
                  <a:pt x="9239" y="8379"/>
                </a:cubicBezTo>
                <a:cubicBezTo>
                  <a:pt x="10077" y="6715"/>
                  <a:pt x="12219" y="6101"/>
                  <a:pt x="14068" y="6342"/>
                </a:cubicBezTo>
                <a:cubicBezTo>
                  <a:pt x="15919" y="6585"/>
                  <a:pt x="17608" y="7475"/>
                  <a:pt x="19369" y="8088"/>
                </a:cubicBezTo>
                <a:cubicBezTo>
                  <a:pt x="21130" y="8702"/>
                  <a:pt x="23156" y="9018"/>
                  <a:pt x="24802" y="8142"/>
                </a:cubicBezTo>
                <a:cubicBezTo>
                  <a:pt x="26425" y="7281"/>
                  <a:pt x="27390" y="5408"/>
                  <a:pt x="29111" y="4761"/>
                </a:cubicBezTo>
                <a:cubicBezTo>
                  <a:pt x="31986" y="3678"/>
                  <a:pt x="35239" y="6563"/>
                  <a:pt x="38119" y="5498"/>
                </a:cubicBezTo>
                <a:cubicBezTo>
                  <a:pt x="40200" y="4730"/>
                  <a:pt x="41030" y="1731"/>
                  <a:pt x="39642" y="1"/>
                </a:cubicBezTo>
                <a:lnTo>
                  <a:pt x="1" y="1"/>
                </a:lnTo>
                <a:close/>
              </a:path>
            </a:pathLst>
          </a:custGeom>
          <a:noFill/>
          <a:ln cap="flat" cmpd="sng" w="9525">
            <a:solidFill>
              <a:srgbClr val="000000"/>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5"/>
          <p:cNvSpPr/>
          <p:nvPr/>
        </p:nvSpPr>
        <p:spPr>
          <a:xfrm flipH="1" rot="10800000">
            <a:off x="6315075" y="-363453"/>
            <a:ext cx="2847986" cy="2295503"/>
          </a:xfrm>
          <a:custGeom>
            <a:rect b="b" l="l" r="r" t="t"/>
            <a:pathLst>
              <a:path extrusionOk="0" fill="none" h="22411" w="31568">
                <a:moveTo>
                  <a:pt x="2049" y="20154"/>
                </a:moveTo>
                <a:cubicBezTo>
                  <a:pt x="662" y="19435"/>
                  <a:pt x="1" y="17677"/>
                  <a:pt x="319" y="16148"/>
                </a:cubicBezTo>
                <a:cubicBezTo>
                  <a:pt x="635" y="14618"/>
                  <a:pt x="1787" y="13351"/>
                  <a:pt x="3166" y="12616"/>
                </a:cubicBezTo>
                <a:cubicBezTo>
                  <a:pt x="4546" y="11883"/>
                  <a:pt x="6132" y="11627"/>
                  <a:pt x="7694" y="11574"/>
                </a:cubicBezTo>
                <a:cubicBezTo>
                  <a:pt x="9995" y="11499"/>
                  <a:pt x="12289" y="11837"/>
                  <a:pt x="14470" y="12575"/>
                </a:cubicBezTo>
                <a:cubicBezTo>
                  <a:pt x="17147" y="13484"/>
                  <a:pt x="19932" y="15009"/>
                  <a:pt x="22633" y="14173"/>
                </a:cubicBezTo>
                <a:cubicBezTo>
                  <a:pt x="25092" y="13413"/>
                  <a:pt x="26665" y="10527"/>
                  <a:pt x="25971" y="8050"/>
                </a:cubicBezTo>
                <a:cubicBezTo>
                  <a:pt x="25469" y="6257"/>
                  <a:pt x="23965" y="4623"/>
                  <a:pt x="24358" y="2804"/>
                </a:cubicBezTo>
                <a:cubicBezTo>
                  <a:pt x="24655" y="1431"/>
                  <a:pt x="26013" y="493"/>
                  <a:pt x="27397" y="247"/>
                </a:cubicBezTo>
                <a:cubicBezTo>
                  <a:pt x="28780" y="1"/>
                  <a:pt x="30197" y="308"/>
                  <a:pt x="31568" y="612"/>
                </a:cubicBezTo>
                <a:lnTo>
                  <a:pt x="31568" y="21141"/>
                </a:lnTo>
                <a:cubicBezTo>
                  <a:pt x="31568" y="21141"/>
                  <a:pt x="1055" y="22411"/>
                  <a:pt x="1153" y="22020"/>
                </a:cubicBezTo>
                <a:cubicBezTo>
                  <a:pt x="1250" y="21629"/>
                  <a:pt x="2049" y="20154"/>
                  <a:pt x="2049" y="20154"/>
                </a:cubicBezTo>
                <a:close/>
              </a:path>
            </a:pathLst>
          </a:custGeom>
          <a:noFill/>
          <a:ln cap="flat" cmpd="sng" w="9525">
            <a:solidFill>
              <a:schemeClr val="dk1"/>
            </a:solidFill>
            <a:prstDash val="solid"/>
            <a:miter lim="1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5"/>
          <p:cNvSpPr/>
          <p:nvPr/>
        </p:nvSpPr>
        <p:spPr>
          <a:xfrm flipH="1" rot="-10612389">
            <a:off x="6391285" y="-342952"/>
            <a:ext cx="2902342" cy="2016966"/>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5"/>
          <p:cNvSpPr/>
          <p:nvPr/>
        </p:nvSpPr>
        <p:spPr>
          <a:xfrm flipH="1" rot="10800000">
            <a:off x="-163450" y="3125775"/>
            <a:ext cx="3841331" cy="207486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130" name="Shape 130"/>
        <p:cNvGrpSpPr/>
        <p:nvPr/>
      </p:nvGrpSpPr>
      <p:grpSpPr>
        <a:xfrm>
          <a:off x="0" y="0"/>
          <a:ext cx="0" cy="0"/>
          <a:chOff x="0" y="0"/>
          <a:chExt cx="0" cy="0"/>
        </a:xfrm>
      </p:grpSpPr>
      <p:sp>
        <p:nvSpPr>
          <p:cNvPr id="131" name="Google Shape;13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2" name="Google Shape;132;p16"/>
          <p:cNvSpPr/>
          <p:nvPr/>
        </p:nvSpPr>
        <p:spPr>
          <a:xfrm>
            <a:off x="-98300" y="-38100"/>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6"/>
          <p:cNvSpPr/>
          <p:nvPr/>
        </p:nvSpPr>
        <p:spPr>
          <a:xfrm flipH="1" rot="10800000">
            <a:off x="-71049" y="3879708"/>
            <a:ext cx="1615073" cy="1289067"/>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6"/>
          <p:cNvSpPr/>
          <p:nvPr/>
        </p:nvSpPr>
        <p:spPr>
          <a:xfrm flipH="1">
            <a:off x="7646475" y="0"/>
            <a:ext cx="1568585" cy="1251963"/>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6"/>
          <p:cNvSpPr/>
          <p:nvPr/>
        </p:nvSpPr>
        <p:spPr>
          <a:xfrm rot="10800000">
            <a:off x="7124525" y="4013575"/>
            <a:ext cx="2138689" cy="1155194"/>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6"/>
          <p:cNvSpPr/>
          <p:nvPr/>
        </p:nvSpPr>
        <p:spPr>
          <a:xfrm flipH="1" rot="10800000">
            <a:off x="32390" y="3979361"/>
            <a:ext cx="1442543" cy="1084958"/>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6"/>
          <p:cNvSpPr/>
          <p:nvPr/>
        </p:nvSpPr>
        <p:spPr>
          <a:xfrm flipH="1">
            <a:off x="7681975" y="99117"/>
            <a:ext cx="1401039" cy="1053745"/>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38" name="Shape 138"/>
        <p:cNvGrpSpPr/>
        <p:nvPr/>
      </p:nvGrpSpPr>
      <p:grpSpPr>
        <a:xfrm>
          <a:off x="0" y="0"/>
          <a:ext cx="0" cy="0"/>
          <a:chOff x="0" y="0"/>
          <a:chExt cx="0" cy="0"/>
        </a:xfrm>
      </p:grpSpPr>
      <p:sp>
        <p:nvSpPr>
          <p:cNvPr id="139" name="Google Shape;139;p17"/>
          <p:cNvSpPr txBox="1"/>
          <p:nvPr>
            <p:ph type="title"/>
          </p:nvPr>
        </p:nvSpPr>
        <p:spPr>
          <a:xfrm>
            <a:off x="1237676" y="1191713"/>
            <a:ext cx="3166200" cy="1746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0" name="Google Shape;140;p17"/>
          <p:cNvSpPr txBox="1"/>
          <p:nvPr>
            <p:ph idx="1" type="subTitle"/>
          </p:nvPr>
        </p:nvSpPr>
        <p:spPr>
          <a:xfrm>
            <a:off x="1237676" y="3088688"/>
            <a:ext cx="3166200" cy="863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1" name="Google Shape;141;p17"/>
          <p:cNvSpPr/>
          <p:nvPr>
            <p:ph idx="2" type="pic"/>
          </p:nvPr>
        </p:nvSpPr>
        <p:spPr>
          <a:xfrm>
            <a:off x="5048826" y="693613"/>
            <a:ext cx="2857500" cy="3756300"/>
          </a:xfrm>
          <a:prstGeom prst="rect">
            <a:avLst/>
          </a:prstGeom>
          <a:noFill/>
          <a:ln cap="flat" cmpd="sng" w="9525">
            <a:solidFill>
              <a:schemeClr val="dk1"/>
            </a:solidFill>
            <a:prstDash val="solid"/>
            <a:round/>
            <a:headEnd len="sm" w="sm" type="none"/>
            <a:tailEnd len="sm" w="sm" type="none"/>
          </a:ln>
        </p:spPr>
      </p:sp>
      <p:sp>
        <p:nvSpPr>
          <p:cNvPr id="142" name="Google Shape;142;p17"/>
          <p:cNvSpPr/>
          <p:nvPr/>
        </p:nvSpPr>
        <p:spPr>
          <a:xfrm rot="5260772">
            <a:off x="-382382" y="3575669"/>
            <a:ext cx="2168294" cy="1095407"/>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rot="5396840">
            <a:off x="6967876" y="1935319"/>
            <a:ext cx="4207479" cy="1277789"/>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rot="10800000">
            <a:off x="-42" y="-1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rot="5400000">
            <a:off x="-557681" y="3543085"/>
            <a:ext cx="2185242" cy="1095391"/>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7"/>
          <p:cNvSpPr/>
          <p:nvPr/>
        </p:nvSpPr>
        <p:spPr>
          <a:xfrm rot="5343115">
            <a:off x="7090702" y="1928657"/>
            <a:ext cx="4207473" cy="1277787"/>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47" name="Shape 147"/>
        <p:cNvGrpSpPr/>
        <p:nvPr/>
      </p:nvGrpSpPr>
      <p:grpSpPr>
        <a:xfrm>
          <a:off x="0" y="0"/>
          <a:ext cx="0" cy="0"/>
          <a:chOff x="0" y="0"/>
          <a:chExt cx="0" cy="0"/>
        </a:xfrm>
      </p:grpSpPr>
      <p:sp>
        <p:nvSpPr>
          <p:cNvPr id="148" name="Google Shape;148;p18"/>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8"/>
          <p:cNvSpPr/>
          <p:nvPr/>
        </p:nvSpPr>
        <p:spPr>
          <a:xfrm flipH="1">
            <a:off x="6933615"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8"/>
          <p:cNvSpPr/>
          <p:nvPr/>
        </p:nvSpPr>
        <p:spPr>
          <a:xfrm flipH="1">
            <a:off x="-33937"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txBox="1"/>
          <p:nvPr>
            <p:ph type="title"/>
          </p:nvPr>
        </p:nvSpPr>
        <p:spPr>
          <a:xfrm>
            <a:off x="1181513" y="1586488"/>
            <a:ext cx="2441400" cy="65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5" name="Google Shape;155;p18"/>
          <p:cNvSpPr txBox="1"/>
          <p:nvPr>
            <p:ph idx="1" type="subTitle"/>
          </p:nvPr>
        </p:nvSpPr>
        <p:spPr>
          <a:xfrm>
            <a:off x="1181513" y="2314713"/>
            <a:ext cx="2440800" cy="124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156" name="Shape 156"/>
        <p:cNvGrpSpPr/>
        <p:nvPr/>
      </p:nvGrpSpPr>
      <p:grpSpPr>
        <a:xfrm>
          <a:off x="0" y="0"/>
          <a:ext cx="0" cy="0"/>
          <a:chOff x="0" y="0"/>
          <a:chExt cx="0" cy="0"/>
        </a:xfrm>
      </p:grpSpPr>
      <p:sp>
        <p:nvSpPr>
          <p:cNvPr id="157" name="Google Shape;157;p19"/>
          <p:cNvSpPr/>
          <p:nvPr/>
        </p:nvSpPr>
        <p:spPr>
          <a:xfrm flipH="1" rot="10800000">
            <a:off x="7095225" y="1131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9"/>
          <p:cNvSpPr/>
          <p:nvPr/>
        </p:nvSpPr>
        <p:spPr>
          <a:xfrm flipH="1" rot="10800000">
            <a:off x="0" y="3521908"/>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9"/>
          <p:cNvSpPr/>
          <p:nvPr/>
        </p:nvSpPr>
        <p:spPr>
          <a:xfrm flipH="1" rot="10800000">
            <a:off x="7064263"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flipH="1" rot="10800000">
            <a:off x="-87810"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rot="10800000">
            <a:off x="6933615" y="3339379"/>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rot="10800000">
            <a:off x="-41937" y="-3770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9"/>
          <p:cNvSpPr txBox="1"/>
          <p:nvPr>
            <p:ph idx="1" type="subTitle"/>
          </p:nvPr>
        </p:nvSpPr>
        <p:spPr>
          <a:xfrm>
            <a:off x="1090500" y="1264700"/>
            <a:ext cx="6963000" cy="12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64" name="Google Shape;164;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1_1">
    <p:spTree>
      <p:nvGrpSpPr>
        <p:cNvPr id="165" name="Shape 165"/>
        <p:cNvGrpSpPr/>
        <p:nvPr/>
      </p:nvGrpSpPr>
      <p:grpSpPr>
        <a:xfrm>
          <a:off x="0" y="0"/>
          <a:ext cx="0" cy="0"/>
          <a:chOff x="0" y="0"/>
          <a:chExt cx="0" cy="0"/>
        </a:xfrm>
      </p:grpSpPr>
      <p:sp>
        <p:nvSpPr>
          <p:cNvPr id="166" name="Google Shape;166;p20"/>
          <p:cNvSpPr/>
          <p:nvPr/>
        </p:nvSpPr>
        <p:spPr>
          <a:xfrm>
            <a:off x="7095225" y="3964825"/>
            <a:ext cx="2048780"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0"/>
          <p:cNvSpPr/>
          <p:nvPr/>
        </p:nvSpPr>
        <p:spPr>
          <a:xfrm>
            <a:off x="0" y="82950"/>
            <a:ext cx="2224199" cy="1531121"/>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0"/>
          <p:cNvSpPr/>
          <p:nvPr/>
        </p:nvSpPr>
        <p:spPr>
          <a:xfrm>
            <a:off x="7033301" y="4115650"/>
            <a:ext cx="2110707" cy="1058029"/>
          </a:xfrm>
          <a:custGeom>
            <a:rect b="b" l="l" r="r" t="t"/>
            <a:pathLst>
              <a:path extrusionOk="0" h="18588" w="37082">
                <a:moveTo>
                  <a:pt x="31932" y="1"/>
                </a:moveTo>
                <a:cubicBezTo>
                  <a:pt x="29456" y="1"/>
                  <a:pt x="26969" y="938"/>
                  <a:pt x="25254" y="2734"/>
                </a:cubicBezTo>
                <a:cubicBezTo>
                  <a:pt x="23264" y="4819"/>
                  <a:pt x="22272" y="7829"/>
                  <a:pt x="19899" y="9467"/>
                </a:cubicBezTo>
                <a:cubicBezTo>
                  <a:pt x="17363" y="11215"/>
                  <a:pt x="14015" y="10911"/>
                  <a:pt x="10950" y="11209"/>
                </a:cubicBezTo>
                <a:cubicBezTo>
                  <a:pt x="9026" y="11395"/>
                  <a:pt x="7138" y="11844"/>
                  <a:pt x="5334" y="12544"/>
                </a:cubicBezTo>
                <a:cubicBezTo>
                  <a:pt x="4002" y="13061"/>
                  <a:pt x="2699" y="13730"/>
                  <a:pt x="1691" y="14744"/>
                </a:cubicBezTo>
                <a:cubicBezTo>
                  <a:pt x="685" y="15759"/>
                  <a:pt x="0" y="17162"/>
                  <a:pt x="101" y="18588"/>
                </a:cubicBezTo>
                <a:lnTo>
                  <a:pt x="37081" y="18588"/>
                </a:lnTo>
                <a:lnTo>
                  <a:pt x="37080" y="1563"/>
                </a:lnTo>
                <a:cubicBezTo>
                  <a:pt x="35580" y="511"/>
                  <a:pt x="33759" y="1"/>
                  <a:pt x="3193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0"/>
          <p:cNvSpPr/>
          <p:nvPr/>
        </p:nvSpPr>
        <p:spPr>
          <a:xfrm>
            <a:off x="-87810" y="-37700"/>
            <a:ext cx="2298195" cy="1834300"/>
          </a:xfrm>
          <a:custGeom>
            <a:rect b="b" l="l" r="r" t="t"/>
            <a:pathLst>
              <a:path extrusionOk="0" h="30601" w="38340">
                <a:moveTo>
                  <a:pt x="1" y="0"/>
                </a:moveTo>
                <a:lnTo>
                  <a:pt x="1" y="23084"/>
                </a:lnTo>
                <a:lnTo>
                  <a:pt x="1091" y="30360"/>
                </a:lnTo>
                <a:cubicBezTo>
                  <a:pt x="1622" y="30522"/>
                  <a:pt x="2175" y="30600"/>
                  <a:pt x="2728" y="30600"/>
                </a:cubicBezTo>
                <a:cubicBezTo>
                  <a:pt x="4334" y="30600"/>
                  <a:pt x="5947" y="29942"/>
                  <a:pt x="7047" y="28765"/>
                </a:cubicBezTo>
                <a:cubicBezTo>
                  <a:pt x="8528" y="27184"/>
                  <a:pt x="9010" y="24741"/>
                  <a:pt x="8243" y="22715"/>
                </a:cubicBezTo>
                <a:cubicBezTo>
                  <a:pt x="7539" y="20859"/>
                  <a:pt x="5960" y="19502"/>
                  <a:pt x="4703" y="17965"/>
                </a:cubicBezTo>
                <a:cubicBezTo>
                  <a:pt x="3445" y="16426"/>
                  <a:pt x="2455" y="14333"/>
                  <a:pt x="3210" y="12495"/>
                </a:cubicBezTo>
                <a:cubicBezTo>
                  <a:pt x="3926" y="10751"/>
                  <a:pt x="5917" y="9937"/>
                  <a:pt x="7755" y="9510"/>
                </a:cubicBezTo>
                <a:cubicBezTo>
                  <a:pt x="9592" y="9080"/>
                  <a:pt x="11588" y="8801"/>
                  <a:pt x="12981" y="7531"/>
                </a:cubicBezTo>
                <a:cubicBezTo>
                  <a:pt x="14034" y="6570"/>
                  <a:pt x="14589" y="5163"/>
                  <a:pt x="15624" y="4184"/>
                </a:cubicBezTo>
                <a:cubicBezTo>
                  <a:pt x="16731" y="3135"/>
                  <a:pt x="18282" y="2690"/>
                  <a:pt x="19822" y="2690"/>
                </a:cubicBezTo>
                <a:cubicBezTo>
                  <a:pt x="20133" y="2690"/>
                  <a:pt x="20444" y="2709"/>
                  <a:pt x="20751" y="2744"/>
                </a:cubicBezTo>
                <a:cubicBezTo>
                  <a:pt x="22572" y="2954"/>
                  <a:pt x="24286" y="3689"/>
                  <a:pt x="25964" y="4427"/>
                </a:cubicBezTo>
                <a:cubicBezTo>
                  <a:pt x="27643" y="5165"/>
                  <a:pt x="29343" y="5921"/>
                  <a:pt x="31157" y="6178"/>
                </a:cubicBezTo>
                <a:cubicBezTo>
                  <a:pt x="31548" y="6234"/>
                  <a:pt x="31946" y="6263"/>
                  <a:pt x="32344" y="6263"/>
                </a:cubicBezTo>
                <a:cubicBezTo>
                  <a:pt x="33797" y="6263"/>
                  <a:pt x="35253" y="5874"/>
                  <a:pt x="36348" y="4942"/>
                </a:cubicBezTo>
                <a:cubicBezTo>
                  <a:pt x="37743" y="3754"/>
                  <a:pt x="38340" y="1559"/>
                  <a:pt x="373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0"/>
          <p:cNvSpPr txBox="1"/>
          <p:nvPr>
            <p:ph idx="1" type="subTitle"/>
          </p:nvPr>
        </p:nvSpPr>
        <p:spPr>
          <a:xfrm>
            <a:off x="1127700" y="1136500"/>
            <a:ext cx="6888600" cy="347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434343"/>
              </a:buClr>
              <a:buSzPts val="1200"/>
              <a:buChar char="■"/>
              <a:defRPr/>
            </a:lvl1pPr>
            <a:lvl2pPr lvl="1" rtl="0" algn="ctr">
              <a:lnSpc>
                <a:spcPct val="100000"/>
              </a:lnSpc>
              <a:spcBef>
                <a:spcPts val="0"/>
              </a:spcBef>
              <a:spcAft>
                <a:spcPts val="0"/>
              </a:spcAft>
              <a:buClr>
                <a:srgbClr val="434343"/>
              </a:buClr>
              <a:buSzPts val="1200"/>
              <a:buFont typeface="Roboto Condensed Light"/>
              <a:buChar char="○"/>
              <a:defRPr/>
            </a:lvl2pPr>
            <a:lvl3pPr lvl="2" rtl="0" algn="ctr">
              <a:lnSpc>
                <a:spcPct val="100000"/>
              </a:lnSpc>
              <a:spcBef>
                <a:spcPts val="1600"/>
              </a:spcBef>
              <a:spcAft>
                <a:spcPts val="0"/>
              </a:spcAft>
              <a:buClr>
                <a:srgbClr val="434343"/>
              </a:buClr>
              <a:buSzPts val="1200"/>
              <a:buFont typeface="Roboto Condensed Light"/>
              <a:buChar char="■"/>
              <a:defRPr/>
            </a:lvl3pPr>
            <a:lvl4pPr lvl="3" rtl="0" algn="ctr">
              <a:lnSpc>
                <a:spcPct val="100000"/>
              </a:lnSpc>
              <a:spcBef>
                <a:spcPts val="1600"/>
              </a:spcBef>
              <a:spcAft>
                <a:spcPts val="0"/>
              </a:spcAft>
              <a:buClr>
                <a:srgbClr val="434343"/>
              </a:buClr>
              <a:buSzPts val="1200"/>
              <a:buFont typeface="Roboto Condensed Light"/>
              <a:buChar char="●"/>
              <a:defRPr/>
            </a:lvl4pPr>
            <a:lvl5pPr lvl="4" rtl="0" algn="ctr">
              <a:lnSpc>
                <a:spcPct val="100000"/>
              </a:lnSpc>
              <a:spcBef>
                <a:spcPts val="1600"/>
              </a:spcBef>
              <a:spcAft>
                <a:spcPts val="0"/>
              </a:spcAft>
              <a:buClr>
                <a:srgbClr val="434343"/>
              </a:buClr>
              <a:buSzPts val="1200"/>
              <a:buFont typeface="Roboto Condensed Light"/>
              <a:buChar char="○"/>
              <a:defRPr/>
            </a:lvl5pPr>
            <a:lvl6pPr lvl="5" rtl="0" algn="ctr">
              <a:lnSpc>
                <a:spcPct val="100000"/>
              </a:lnSpc>
              <a:spcBef>
                <a:spcPts val="1600"/>
              </a:spcBef>
              <a:spcAft>
                <a:spcPts val="0"/>
              </a:spcAft>
              <a:buClr>
                <a:srgbClr val="434343"/>
              </a:buClr>
              <a:buSzPts val="1200"/>
              <a:buFont typeface="Roboto Condensed Light"/>
              <a:buChar char="■"/>
              <a:defRPr/>
            </a:lvl6pPr>
            <a:lvl7pPr lvl="6" rtl="0" algn="ctr">
              <a:lnSpc>
                <a:spcPct val="100000"/>
              </a:lnSpc>
              <a:spcBef>
                <a:spcPts val="1600"/>
              </a:spcBef>
              <a:spcAft>
                <a:spcPts val="0"/>
              </a:spcAft>
              <a:buClr>
                <a:srgbClr val="434343"/>
              </a:buClr>
              <a:buSzPts val="1200"/>
              <a:buFont typeface="Roboto Condensed Light"/>
              <a:buChar char="●"/>
              <a:defRPr/>
            </a:lvl7pPr>
            <a:lvl8pPr lvl="7" rtl="0" algn="ctr">
              <a:lnSpc>
                <a:spcPct val="100000"/>
              </a:lnSpc>
              <a:spcBef>
                <a:spcPts val="1600"/>
              </a:spcBef>
              <a:spcAft>
                <a:spcPts val="0"/>
              </a:spcAft>
              <a:buClr>
                <a:srgbClr val="434343"/>
              </a:buClr>
              <a:buSzPts val="1200"/>
              <a:buFont typeface="Roboto Condensed Light"/>
              <a:buChar char="○"/>
              <a:defRPr/>
            </a:lvl8pPr>
            <a:lvl9pPr lvl="8" rtl="0" algn="ctr">
              <a:lnSpc>
                <a:spcPct val="100000"/>
              </a:lnSpc>
              <a:spcBef>
                <a:spcPts val="1600"/>
              </a:spcBef>
              <a:spcAft>
                <a:spcPts val="1600"/>
              </a:spcAft>
              <a:buClr>
                <a:srgbClr val="434343"/>
              </a:buClr>
              <a:buSzPts val="1200"/>
              <a:buFont typeface="Roboto Condensed Light"/>
              <a:buChar char="■"/>
              <a:defRPr/>
            </a:lvl9pPr>
          </a:lstStyle>
          <a:p/>
        </p:txBody>
      </p:sp>
      <p:sp>
        <p:nvSpPr>
          <p:cNvPr id="171" name="Google Shape;171;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2" name="Shape 172"/>
        <p:cNvGrpSpPr/>
        <p:nvPr/>
      </p:nvGrpSpPr>
      <p:grpSpPr>
        <a:xfrm>
          <a:off x="0" y="0"/>
          <a:ext cx="0" cy="0"/>
          <a:chOff x="0" y="0"/>
          <a:chExt cx="0" cy="0"/>
        </a:xfrm>
      </p:grpSpPr>
      <p:sp>
        <p:nvSpPr>
          <p:cNvPr id="173" name="Google Shape;17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4" name="Google Shape;174;p21"/>
          <p:cNvSpPr txBox="1"/>
          <p:nvPr>
            <p:ph idx="2" type="title"/>
          </p:nvPr>
        </p:nvSpPr>
        <p:spPr>
          <a:xfrm>
            <a:off x="937700"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1"/>
          <p:cNvSpPr txBox="1"/>
          <p:nvPr>
            <p:ph idx="1" type="subTitle"/>
          </p:nvPr>
        </p:nvSpPr>
        <p:spPr>
          <a:xfrm>
            <a:off x="93770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6" name="Google Shape;176;p21"/>
          <p:cNvSpPr txBox="1"/>
          <p:nvPr>
            <p:ph idx="3" type="title"/>
          </p:nvPr>
        </p:nvSpPr>
        <p:spPr>
          <a:xfrm>
            <a:off x="3484421"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7" name="Google Shape;177;p21"/>
          <p:cNvSpPr txBox="1"/>
          <p:nvPr>
            <p:ph idx="4" type="subTitle"/>
          </p:nvPr>
        </p:nvSpPr>
        <p:spPr>
          <a:xfrm>
            <a:off x="3484422"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1"/>
          <p:cNvSpPr txBox="1"/>
          <p:nvPr>
            <p:ph idx="5" type="title"/>
          </p:nvPr>
        </p:nvSpPr>
        <p:spPr>
          <a:xfrm>
            <a:off x="6031149" y="2812083"/>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9" name="Google Shape;179;p21"/>
          <p:cNvSpPr txBox="1"/>
          <p:nvPr>
            <p:ph idx="6" type="subTitle"/>
          </p:nvPr>
        </p:nvSpPr>
        <p:spPr>
          <a:xfrm>
            <a:off x="6031150" y="3145757"/>
            <a:ext cx="21753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0" name="Google Shape;180;p21"/>
          <p:cNvSpPr/>
          <p:nvPr/>
        </p:nvSpPr>
        <p:spPr>
          <a:xfrm flipH="1" rot="-5400000">
            <a:off x="-420649" y="33694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1"/>
          <p:cNvSpPr/>
          <p:nvPr/>
        </p:nvSpPr>
        <p:spPr>
          <a:xfrm flipH="1" rot="-5400000">
            <a:off x="-681950" y="283425"/>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1"/>
          <p:cNvSpPr/>
          <p:nvPr/>
        </p:nvSpPr>
        <p:spPr>
          <a:xfrm flipH="1" rot="-5191632">
            <a:off x="7126284" y="3909003"/>
            <a:ext cx="2837559" cy="1449287"/>
          </a:xfrm>
          <a:custGeom>
            <a:rect b="b" l="l" r="r" t="t"/>
            <a:pathLst>
              <a:path extrusionOk="0" h="19596" w="38367">
                <a:moveTo>
                  <a:pt x="23187" y="0"/>
                </a:moveTo>
                <a:cubicBezTo>
                  <a:pt x="21336" y="0"/>
                  <a:pt x="19523" y="1461"/>
                  <a:pt x="19259" y="3318"/>
                </a:cubicBezTo>
                <a:cubicBezTo>
                  <a:pt x="18901" y="5858"/>
                  <a:pt x="21052" y="8501"/>
                  <a:pt x="20010" y="10847"/>
                </a:cubicBezTo>
                <a:cubicBezTo>
                  <a:pt x="19397" y="12226"/>
                  <a:pt x="17804" y="12962"/>
                  <a:pt x="16295" y="12984"/>
                </a:cubicBezTo>
                <a:cubicBezTo>
                  <a:pt x="16266" y="12985"/>
                  <a:pt x="16238" y="12985"/>
                  <a:pt x="16209" y="12985"/>
                </a:cubicBezTo>
                <a:cubicBezTo>
                  <a:pt x="14733" y="12985"/>
                  <a:pt x="13309" y="12432"/>
                  <a:pt x="11950" y="11847"/>
                </a:cubicBezTo>
                <a:cubicBezTo>
                  <a:pt x="10563" y="11250"/>
                  <a:pt x="9167" y="10601"/>
                  <a:pt x="7667" y="10433"/>
                </a:cubicBezTo>
                <a:cubicBezTo>
                  <a:pt x="7421" y="10406"/>
                  <a:pt x="7173" y="10393"/>
                  <a:pt x="6926" y="10393"/>
                </a:cubicBezTo>
                <a:cubicBezTo>
                  <a:pt x="5345" y="10393"/>
                  <a:pt x="3765" y="10942"/>
                  <a:pt x="2537" y="11939"/>
                </a:cubicBezTo>
                <a:cubicBezTo>
                  <a:pt x="1458" y="12815"/>
                  <a:pt x="1" y="14636"/>
                  <a:pt x="115" y="16140"/>
                </a:cubicBezTo>
                <a:cubicBezTo>
                  <a:pt x="242" y="17828"/>
                  <a:pt x="2622" y="17937"/>
                  <a:pt x="3882" y="17995"/>
                </a:cubicBezTo>
                <a:lnTo>
                  <a:pt x="37937" y="19595"/>
                </a:lnTo>
                <a:cubicBezTo>
                  <a:pt x="38366" y="14493"/>
                  <a:pt x="38330" y="9363"/>
                  <a:pt x="37832" y="4269"/>
                </a:cubicBezTo>
                <a:cubicBezTo>
                  <a:pt x="37724" y="3160"/>
                  <a:pt x="37566" y="1986"/>
                  <a:pt x="36862" y="1121"/>
                </a:cubicBezTo>
                <a:cubicBezTo>
                  <a:pt x="36431" y="591"/>
                  <a:pt x="35722" y="252"/>
                  <a:pt x="35056" y="252"/>
                </a:cubicBezTo>
                <a:cubicBezTo>
                  <a:pt x="34636" y="252"/>
                  <a:pt x="34234" y="386"/>
                  <a:pt x="33930" y="692"/>
                </a:cubicBezTo>
                <a:cubicBezTo>
                  <a:pt x="33416" y="1207"/>
                  <a:pt x="33340" y="2016"/>
                  <a:pt x="32935" y="2622"/>
                </a:cubicBezTo>
                <a:cubicBezTo>
                  <a:pt x="32466" y="3325"/>
                  <a:pt x="31612" y="3647"/>
                  <a:pt x="30752" y="3647"/>
                </a:cubicBezTo>
                <a:cubicBezTo>
                  <a:pt x="30437" y="3647"/>
                  <a:pt x="30120" y="3604"/>
                  <a:pt x="29822" y="3520"/>
                </a:cubicBezTo>
                <a:cubicBezTo>
                  <a:pt x="28709" y="3208"/>
                  <a:pt x="27780" y="2458"/>
                  <a:pt x="26875" y="1740"/>
                </a:cubicBezTo>
                <a:cubicBezTo>
                  <a:pt x="25967" y="1024"/>
                  <a:pt x="25007" y="303"/>
                  <a:pt x="23876" y="70"/>
                </a:cubicBezTo>
                <a:cubicBezTo>
                  <a:pt x="23648" y="23"/>
                  <a:pt x="23417" y="0"/>
                  <a:pt x="231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83" name="Shape 183"/>
        <p:cNvGrpSpPr/>
        <p:nvPr/>
      </p:nvGrpSpPr>
      <p:grpSpPr>
        <a:xfrm>
          <a:off x="0" y="0"/>
          <a:ext cx="0" cy="0"/>
          <a:chOff x="0" y="0"/>
          <a:chExt cx="0" cy="0"/>
        </a:xfrm>
      </p:grpSpPr>
      <p:sp>
        <p:nvSpPr>
          <p:cNvPr id="184" name="Google Shape;184;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5" name="Google Shape;185;p22"/>
          <p:cNvSpPr txBox="1"/>
          <p:nvPr>
            <p:ph idx="2" type="title"/>
          </p:nvPr>
        </p:nvSpPr>
        <p:spPr>
          <a:xfrm>
            <a:off x="937700"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6" name="Google Shape;186;p22"/>
          <p:cNvSpPr txBox="1"/>
          <p:nvPr>
            <p:ph idx="1" type="subTitle"/>
          </p:nvPr>
        </p:nvSpPr>
        <p:spPr>
          <a:xfrm>
            <a:off x="93770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7" name="Google Shape;187;p22"/>
          <p:cNvSpPr txBox="1"/>
          <p:nvPr>
            <p:ph idx="3" type="title"/>
          </p:nvPr>
        </p:nvSpPr>
        <p:spPr>
          <a:xfrm>
            <a:off x="3484421"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2"/>
          <p:cNvSpPr txBox="1"/>
          <p:nvPr>
            <p:ph idx="4" type="subTitle"/>
          </p:nvPr>
        </p:nvSpPr>
        <p:spPr>
          <a:xfrm>
            <a:off x="3484422"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2"/>
          <p:cNvSpPr txBox="1"/>
          <p:nvPr>
            <p:ph idx="5" type="title"/>
          </p:nvPr>
        </p:nvSpPr>
        <p:spPr>
          <a:xfrm>
            <a:off x="6031149" y="3358195"/>
            <a:ext cx="21753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2"/>
          <p:cNvSpPr txBox="1"/>
          <p:nvPr>
            <p:ph idx="6" type="subTitle"/>
          </p:nvPr>
        </p:nvSpPr>
        <p:spPr>
          <a:xfrm>
            <a:off x="6031150" y="3691865"/>
            <a:ext cx="21753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2"/>
          <p:cNvSpPr/>
          <p:nvPr/>
        </p:nvSpPr>
        <p:spPr>
          <a:xfrm rot="5621492">
            <a:off x="570643" y="3463388"/>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2"/>
          <p:cNvSpPr/>
          <p:nvPr/>
        </p:nvSpPr>
        <p:spPr>
          <a:xfrm rot="10302847">
            <a:off x="6503240" y="4492486"/>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2"/>
          <p:cNvSpPr/>
          <p:nvPr/>
        </p:nvSpPr>
        <p:spPr>
          <a:xfrm rot="-7154837">
            <a:off x="2812562" y="-2346136"/>
            <a:ext cx="3027667" cy="3926926"/>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2"/>
          <p:cNvSpPr/>
          <p:nvPr/>
        </p:nvSpPr>
        <p:spPr>
          <a:xfrm rot="5400000">
            <a:off x="570639" y="3639491"/>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
          <p:cNvSpPr/>
          <p:nvPr/>
        </p:nvSpPr>
        <p:spPr>
          <a:xfrm rot="10302847">
            <a:off x="6547615" y="4598961"/>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1_1">
    <p:spTree>
      <p:nvGrpSpPr>
        <p:cNvPr id="196" name="Shape 196"/>
        <p:cNvGrpSpPr/>
        <p:nvPr/>
      </p:nvGrpSpPr>
      <p:grpSpPr>
        <a:xfrm>
          <a:off x="0" y="0"/>
          <a:ext cx="0" cy="0"/>
          <a:chOff x="0" y="0"/>
          <a:chExt cx="0" cy="0"/>
        </a:xfrm>
      </p:grpSpPr>
      <p:sp>
        <p:nvSpPr>
          <p:cNvPr id="197" name="Google Shape;197;p23"/>
          <p:cNvSpPr/>
          <p:nvPr/>
        </p:nvSpPr>
        <p:spPr>
          <a:xfrm rot="8568211">
            <a:off x="-1213648" y="115517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9360838">
            <a:off x="8004434" y="-80124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3"/>
          <p:cNvSpPr/>
          <p:nvPr/>
        </p:nvSpPr>
        <p:spPr>
          <a:xfrm rot="9360838">
            <a:off x="8158514" y="-836751"/>
            <a:ext cx="2390686" cy="3100753"/>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3"/>
          <p:cNvSpPr/>
          <p:nvPr/>
        </p:nvSpPr>
        <p:spPr>
          <a:xfrm rot="8568211">
            <a:off x="-1355201" y="1200735"/>
            <a:ext cx="2500109" cy="3242677"/>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2" name="Google Shape;202;p23"/>
          <p:cNvSpPr txBox="1"/>
          <p:nvPr>
            <p:ph idx="2" type="title"/>
          </p:nvPr>
        </p:nvSpPr>
        <p:spPr>
          <a:xfrm>
            <a:off x="937700" y="2303594"/>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3" name="Google Shape;203;p23"/>
          <p:cNvSpPr txBox="1"/>
          <p:nvPr>
            <p:ph idx="1" type="subTitle"/>
          </p:nvPr>
        </p:nvSpPr>
        <p:spPr>
          <a:xfrm>
            <a:off x="937700" y="2637278"/>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23"/>
          <p:cNvSpPr txBox="1"/>
          <p:nvPr>
            <p:ph idx="3" type="title"/>
          </p:nvPr>
        </p:nvSpPr>
        <p:spPr>
          <a:xfrm>
            <a:off x="3534150" y="2760796"/>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5" name="Google Shape;205;p23"/>
          <p:cNvSpPr txBox="1"/>
          <p:nvPr>
            <p:ph idx="4" type="subTitle"/>
          </p:nvPr>
        </p:nvSpPr>
        <p:spPr>
          <a:xfrm>
            <a:off x="3534150" y="3094477"/>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6" name="Google Shape;206;p23"/>
          <p:cNvSpPr txBox="1"/>
          <p:nvPr>
            <p:ph idx="5" type="title"/>
          </p:nvPr>
        </p:nvSpPr>
        <p:spPr>
          <a:xfrm>
            <a:off x="6131045" y="3217417"/>
            <a:ext cx="2075700" cy="43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07" name="Google Shape;207;p23"/>
          <p:cNvSpPr txBox="1"/>
          <p:nvPr>
            <p:ph idx="6" type="subTitle"/>
          </p:nvPr>
        </p:nvSpPr>
        <p:spPr>
          <a:xfrm>
            <a:off x="6131047" y="3551101"/>
            <a:ext cx="2075700" cy="775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23"/>
          <p:cNvSpPr txBox="1"/>
          <p:nvPr>
            <p:ph hasCustomPrompt="1" idx="7" type="title"/>
          </p:nvPr>
        </p:nvSpPr>
        <p:spPr>
          <a:xfrm>
            <a:off x="4206300" y="18402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9" name="Google Shape;209;p23"/>
          <p:cNvSpPr txBox="1"/>
          <p:nvPr>
            <p:ph hasCustomPrompt="1" idx="8" type="title"/>
          </p:nvPr>
        </p:nvSpPr>
        <p:spPr>
          <a:xfrm>
            <a:off x="1609404" y="13830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0" name="Google Shape;210;p23"/>
          <p:cNvSpPr txBox="1"/>
          <p:nvPr>
            <p:ph hasCustomPrompt="1" idx="9" type="title"/>
          </p:nvPr>
        </p:nvSpPr>
        <p:spPr>
          <a:xfrm>
            <a:off x="6803196" y="2297490"/>
            <a:ext cx="731400" cy="731400"/>
          </a:xfrm>
          <a:prstGeom prst="rect">
            <a:avLst/>
          </a:prstGeom>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6000"/>
              <a:buNone/>
              <a:defRPr sz="3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1" name="Google Shape;211;p23"/>
          <p:cNvSpPr/>
          <p:nvPr/>
        </p:nvSpPr>
        <p:spPr>
          <a:xfrm flipH="1" rot="-8714582">
            <a:off x="8348112" y="4307438"/>
            <a:ext cx="2011487" cy="1526751"/>
          </a:xfrm>
          <a:custGeom>
            <a:rect b="b" l="l" r="r" t="t"/>
            <a:pathLst>
              <a:path extrusionOk="0" h="15953" w="21018">
                <a:moveTo>
                  <a:pt x="7144" y="1"/>
                </a:moveTo>
                <a:cubicBezTo>
                  <a:pt x="6372" y="1"/>
                  <a:pt x="5606" y="184"/>
                  <a:pt x="4844" y="476"/>
                </a:cubicBezTo>
                <a:cubicBezTo>
                  <a:pt x="4568" y="582"/>
                  <a:pt x="4294" y="616"/>
                  <a:pt x="4022" y="616"/>
                </a:cubicBezTo>
                <a:cubicBezTo>
                  <a:pt x="3530" y="616"/>
                  <a:pt x="3043" y="504"/>
                  <a:pt x="2550" y="504"/>
                </a:cubicBezTo>
                <a:cubicBezTo>
                  <a:pt x="2146" y="504"/>
                  <a:pt x="1738" y="579"/>
                  <a:pt x="1320" y="855"/>
                </a:cubicBezTo>
                <a:cubicBezTo>
                  <a:pt x="471" y="1416"/>
                  <a:pt x="1" y="2500"/>
                  <a:pt x="172" y="3504"/>
                </a:cubicBezTo>
                <a:cubicBezTo>
                  <a:pt x="393" y="4797"/>
                  <a:pt x="1540" y="5794"/>
                  <a:pt x="1729" y="7093"/>
                </a:cubicBezTo>
                <a:cubicBezTo>
                  <a:pt x="1996" y="8906"/>
                  <a:pt x="327" y="10493"/>
                  <a:pt x="272" y="12325"/>
                </a:cubicBezTo>
                <a:cubicBezTo>
                  <a:pt x="226" y="13887"/>
                  <a:pt x="1460" y="15311"/>
                  <a:pt x="2956" y="15764"/>
                </a:cubicBezTo>
                <a:cubicBezTo>
                  <a:pt x="3383" y="15893"/>
                  <a:pt x="3824" y="15952"/>
                  <a:pt x="4267" y="15952"/>
                </a:cubicBezTo>
                <a:cubicBezTo>
                  <a:pt x="5374" y="15952"/>
                  <a:pt x="6491" y="15579"/>
                  <a:pt x="7436" y="14985"/>
                </a:cubicBezTo>
                <a:cubicBezTo>
                  <a:pt x="8163" y="14529"/>
                  <a:pt x="8824" y="13942"/>
                  <a:pt x="9642" y="13681"/>
                </a:cubicBezTo>
                <a:cubicBezTo>
                  <a:pt x="9973" y="13577"/>
                  <a:pt x="10309" y="13531"/>
                  <a:pt x="10647" y="13531"/>
                </a:cubicBezTo>
                <a:cubicBezTo>
                  <a:pt x="11750" y="13531"/>
                  <a:pt x="12872" y="14016"/>
                  <a:pt x="13891" y="14509"/>
                </a:cubicBezTo>
                <a:cubicBezTo>
                  <a:pt x="14990" y="15041"/>
                  <a:pt x="16171" y="15604"/>
                  <a:pt x="17360" y="15604"/>
                </a:cubicBezTo>
                <a:cubicBezTo>
                  <a:pt x="17615" y="15604"/>
                  <a:pt x="17869" y="15578"/>
                  <a:pt x="18124" y="15521"/>
                </a:cubicBezTo>
                <a:cubicBezTo>
                  <a:pt x="19546" y="15200"/>
                  <a:pt x="20624" y="13866"/>
                  <a:pt x="20822" y="12422"/>
                </a:cubicBezTo>
                <a:cubicBezTo>
                  <a:pt x="21018" y="10979"/>
                  <a:pt x="20411" y="9490"/>
                  <a:pt x="19391" y="8450"/>
                </a:cubicBezTo>
                <a:cubicBezTo>
                  <a:pt x="18371" y="7408"/>
                  <a:pt x="16980" y="6784"/>
                  <a:pt x="15549" y="6508"/>
                </a:cubicBezTo>
                <a:cubicBezTo>
                  <a:pt x="14915" y="6386"/>
                  <a:pt x="14264" y="6326"/>
                  <a:pt x="13652" y="6123"/>
                </a:cubicBezTo>
                <a:cubicBezTo>
                  <a:pt x="13037" y="5921"/>
                  <a:pt x="12447" y="5545"/>
                  <a:pt x="12160" y="4966"/>
                </a:cubicBezTo>
                <a:cubicBezTo>
                  <a:pt x="11980" y="4604"/>
                  <a:pt x="11934" y="4194"/>
                  <a:pt x="11842" y="3799"/>
                </a:cubicBezTo>
                <a:cubicBezTo>
                  <a:pt x="11483" y="2270"/>
                  <a:pt x="10352" y="944"/>
                  <a:pt x="8899" y="346"/>
                </a:cubicBezTo>
                <a:cubicBezTo>
                  <a:pt x="8312" y="105"/>
                  <a:pt x="7726" y="1"/>
                  <a:pt x="7144"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2" name="Shape 212"/>
        <p:cNvGrpSpPr/>
        <p:nvPr/>
      </p:nvGrpSpPr>
      <p:grpSpPr>
        <a:xfrm>
          <a:off x="0" y="0"/>
          <a:ext cx="0" cy="0"/>
          <a:chOff x="0" y="0"/>
          <a:chExt cx="0" cy="0"/>
        </a:xfrm>
      </p:grpSpPr>
      <p:sp>
        <p:nvSpPr>
          <p:cNvPr id="213" name="Google Shape;213;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4" name="Google Shape;214;p24"/>
          <p:cNvSpPr txBox="1"/>
          <p:nvPr>
            <p:ph idx="2" type="title"/>
          </p:nvPr>
        </p:nvSpPr>
        <p:spPr>
          <a:xfrm>
            <a:off x="1315324" y="173529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5" name="Google Shape;215;p24"/>
          <p:cNvSpPr txBox="1"/>
          <p:nvPr>
            <p:ph idx="1" type="subTitle"/>
          </p:nvPr>
        </p:nvSpPr>
        <p:spPr>
          <a:xfrm>
            <a:off x="1315324" y="204431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6" name="Google Shape;216;p24"/>
          <p:cNvSpPr txBox="1"/>
          <p:nvPr>
            <p:ph idx="3" type="title"/>
          </p:nvPr>
        </p:nvSpPr>
        <p:spPr>
          <a:xfrm>
            <a:off x="5850476" y="173529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7" name="Google Shape;217;p24"/>
          <p:cNvSpPr txBox="1"/>
          <p:nvPr>
            <p:ph idx="4" type="subTitle"/>
          </p:nvPr>
        </p:nvSpPr>
        <p:spPr>
          <a:xfrm>
            <a:off x="5850476" y="204431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8" name="Google Shape;218;p24"/>
          <p:cNvSpPr txBox="1"/>
          <p:nvPr>
            <p:ph idx="5" type="title"/>
          </p:nvPr>
        </p:nvSpPr>
        <p:spPr>
          <a:xfrm>
            <a:off x="1315323" y="3126523"/>
            <a:ext cx="1978200" cy="463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19" name="Google Shape;219;p24"/>
          <p:cNvSpPr txBox="1"/>
          <p:nvPr>
            <p:ph idx="6" type="subTitle"/>
          </p:nvPr>
        </p:nvSpPr>
        <p:spPr>
          <a:xfrm>
            <a:off x="1315323" y="3435448"/>
            <a:ext cx="1978200" cy="52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4"/>
          <p:cNvSpPr txBox="1"/>
          <p:nvPr>
            <p:ph idx="7" type="title"/>
          </p:nvPr>
        </p:nvSpPr>
        <p:spPr>
          <a:xfrm>
            <a:off x="5850477" y="3126523"/>
            <a:ext cx="1978200" cy="4632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1" name="Google Shape;221;p24"/>
          <p:cNvSpPr txBox="1"/>
          <p:nvPr>
            <p:ph idx="8" type="subTitle"/>
          </p:nvPr>
        </p:nvSpPr>
        <p:spPr>
          <a:xfrm>
            <a:off x="5850475" y="3435448"/>
            <a:ext cx="1978200" cy="521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2" name="Google Shape;222;p24"/>
          <p:cNvSpPr/>
          <p:nvPr/>
        </p:nvSpPr>
        <p:spPr>
          <a:xfrm flipH="1" rot="2141257">
            <a:off x="-1002536" y="1129456"/>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4"/>
          <p:cNvSpPr/>
          <p:nvPr/>
        </p:nvSpPr>
        <p:spPr>
          <a:xfrm flipH="1" rot="2141257">
            <a:off x="-1154792" y="1136089"/>
            <a:ext cx="2218903" cy="287794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
          <p:cNvSpPr/>
          <p:nvPr/>
        </p:nvSpPr>
        <p:spPr>
          <a:xfrm flipH="1" rot="10800000">
            <a:off x="7145155" y="4296005"/>
            <a:ext cx="2040904" cy="973678"/>
          </a:xfrm>
          <a:custGeom>
            <a:rect b="b" l="l" r="r" t="t"/>
            <a:pathLst>
              <a:path extrusionOk="0" h="13125" w="27511">
                <a:moveTo>
                  <a:pt x="2894" y="0"/>
                </a:moveTo>
                <a:lnTo>
                  <a:pt x="0" y="1800"/>
                </a:lnTo>
                <a:cubicBezTo>
                  <a:pt x="439" y="1667"/>
                  <a:pt x="894" y="1604"/>
                  <a:pt x="1349" y="1604"/>
                </a:cubicBezTo>
                <a:cubicBezTo>
                  <a:pt x="3296" y="1604"/>
                  <a:pt x="5254" y="2765"/>
                  <a:pt x="6056" y="4557"/>
                </a:cubicBezTo>
                <a:cubicBezTo>
                  <a:pt x="6381" y="5282"/>
                  <a:pt x="6537" y="6086"/>
                  <a:pt x="6979" y="6746"/>
                </a:cubicBezTo>
                <a:cubicBezTo>
                  <a:pt x="7755" y="7902"/>
                  <a:pt x="9258" y="8360"/>
                  <a:pt x="10651" y="8374"/>
                </a:cubicBezTo>
                <a:cubicBezTo>
                  <a:pt x="10682" y="8374"/>
                  <a:pt x="10713" y="8374"/>
                  <a:pt x="10744" y="8374"/>
                </a:cubicBezTo>
                <a:cubicBezTo>
                  <a:pt x="12107" y="8374"/>
                  <a:pt x="13450" y="8046"/>
                  <a:pt x="14812" y="7990"/>
                </a:cubicBezTo>
                <a:cubicBezTo>
                  <a:pt x="14928" y="7985"/>
                  <a:pt x="15044" y="7982"/>
                  <a:pt x="15160" y="7982"/>
                </a:cubicBezTo>
                <a:cubicBezTo>
                  <a:pt x="16450" y="7982"/>
                  <a:pt x="17794" y="8298"/>
                  <a:pt x="18665" y="9234"/>
                </a:cubicBezTo>
                <a:cubicBezTo>
                  <a:pt x="19196" y="9804"/>
                  <a:pt x="19497" y="10549"/>
                  <a:pt x="19953" y="11178"/>
                </a:cubicBezTo>
                <a:cubicBezTo>
                  <a:pt x="20812" y="12361"/>
                  <a:pt x="22246" y="13104"/>
                  <a:pt x="23708" y="13125"/>
                </a:cubicBezTo>
                <a:cubicBezTo>
                  <a:pt x="23727" y="13125"/>
                  <a:pt x="23746" y="13125"/>
                  <a:pt x="23765" y="13125"/>
                </a:cubicBezTo>
                <a:cubicBezTo>
                  <a:pt x="25206" y="13125"/>
                  <a:pt x="26634" y="12423"/>
                  <a:pt x="27510" y="11277"/>
                </a:cubicBezTo>
                <a:lnTo>
                  <a:pt x="2751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p:nvPr/>
        </p:nvSpPr>
        <p:spPr>
          <a:xfrm rot="-3756494">
            <a:off x="7924244" y="-778526"/>
            <a:ext cx="1504447" cy="1903366"/>
          </a:xfrm>
          <a:custGeom>
            <a:rect b="b" l="l" r="r" t="t"/>
            <a:pathLst>
              <a:path extrusionOk="0" h="25245" w="19954">
                <a:moveTo>
                  <a:pt x="11518" y="0"/>
                </a:moveTo>
                <a:cubicBezTo>
                  <a:pt x="11194" y="0"/>
                  <a:pt x="10870" y="22"/>
                  <a:pt x="10546" y="68"/>
                </a:cubicBezTo>
                <a:cubicBezTo>
                  <a:pt x="6566" y="624"/>
                  <a:pt x="3391" y="4626"/>
                  <a:pt x="3755" y="8629"/>
                </a:cubicBezTo>
                <a:cubicBezTo>
                  <a:pt x="3938" y="10639"/>
                  <a:pt x="4871" y="12738"/>
                  <a:pt x="4067" y="14588"/>
                </a:cubicBezTo>
                <a:cubicBezTo>
                  <a:pt x="3464" y="15975"/>
                  <a:pt x="2031" y="16813"/>
                  <a:pt x="1201" y="18078"/>
                </a:cubicBezTo>
                <a:cubicBezTo>
                  <a:pt x="1" y="19905"/>
                  <a:pt x="344" y="22589"/>
                  <a:pt x="1967" y="24054"/>
                </a:cubicBezTo>
                <a:cubicBezTo>
                  <a:pt x="2754" y="24763"/>
                  <a:pt x="3988" y="25245"/>
                  <a:pt x="5151" y="25245"/>
                </a:cubicBezTo>
                <a:cubicBezTo>
                  <a:pt x="5650" y="25245"/>
                  <a:pt x="6135" y="25156"/>
                  <a:pt x="6566" y="24959"/>
                </a:cubicBezTo>
                <a:cubicBezTo>
                  <a:pt x="7657" y="24460"/>
                  <a:pt x="8094" y="23197"/>
                  <a:pt x="8899" y="22366"/>
                </a:cubicBezTo>
                <a:cubicBezTo>
                  <a:pt x="11618" y="19563"/>
                  <a:pt x="15032" y="17656"/>
                  <a:pt x="17326" y="14397"/>
                </a:cubicBezTo>
                <a:cubicBezTo>
                  <a:pt x="18951" y="12092"/>
                  <a:pt x="19954" y="9207"/>
                  <a:pt x="19427" y="6435"/>
                </a:cubicBezTo>
                <a:cubicBezTo>
                  <a:pt x="18739" y="2808"/>
                  <a:pt x="15180" y="0"/>
                  <a:pt x="11518"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26" name="Shape 226"/>
        <p:cNvGrpSpPr/>
        <p:nvPr/>
      </p:nvGrpSpPr>
      <p:grpSpPr>
        <a:xfrm>
          <a:off x="0" y="0"/>
          <a:ext cx="0" cy="0"/>
          <a:chOff x="0" y="0"/>
          <a:chExt cx="0" cy="0"/>
        </a:xfrm>
      </p:grpSpPr>
      <p:sp>
        <p:nvSpPr>
          <p:cNvPr id="227" name="Google Shape;22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8" name="Google Shape;228;p25"/>
          <p:cNvSpPr txBox="1"/>
          <p:nvPr>
            <p:ph idx="2" type="title"/>
          </p:nvPr>
        </p:nvSpPr>
        <p:spPr>
          <a:xfrm>
            <a:off x="111012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29" name="Google Shape;229;p25"/>
          <p:cNvSpPr txBox="1"/>
          <p:nvPr>
            <p:ph idx="1" type="subTitle"/>
          </p:nvPr>
        </p:nvSpPr>
        <p:spPr>
          <a:xfrm>
            <a:off x="111012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0" name="Google Shape;230;p25"/>
          <p:cNvSpPr txBox="1"/>
          <p:nvPr>
            <p:ph idx="3" type="title"/>
          </p:nvPr>
        </p:nvSpPr>
        <p:spPr>
          <a:xfrm>
            <a:off x="3579900" y="2005684"/>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1" name="Google Shape;231;p25"/>
          <p:cNvSpPr txBox="1"/>
          <p:nvPr>
            <p:ph idx="4" type="subTitle"/>
          </p:nvPr>
        </p:nvSpPr>
        <p:spPr>
          <a:xfrm>
            <a:off x="3579900" y="2292225"/>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2" name="Google Shape;232;p25"/>
          <p:cNvSpPr txBox="1"/>
          <p:nvPr>
            <p:ph idx="5" type="title"/>
          </p:nvPr>
        </p:nvSpPr>
        <p:spPr>
          <a:xfrm>
            <a:off x="111012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3" name="Google Shape;233;p25"/>
          <p:cNvSpPr txBox="1"/>
          <p:nvPr>
            <p:ph idx="6" type="subTitle"/>
          </p:nvPr>
        </p:nvSpPr>
        <p:spPr>
          <a:xfrm>
            <a:off x="111012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4" name="Google Shape;234;p25"/>
          <p:cNvSpPr txBox="1"/>
          <p:nvPr>
            <p:ph idx="7" type="title"/>
          </p:nvPr>
        </p:nvSpPr>
        <p:spPr>
          <a:xfrm>
            <a:off x="3579900" y="3777009"/>
            <a:ext cx="1984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5" name="Google Shape;235;p25"/>
          <p:cNvSpPr txBox="1"/>
          <p:nvPr>
            <p:ph idx="8" type="subTitle"/>
          </p:nvPr>
        </p:nvSpPr>
        <p:spPr>
          <a:xfrm>
            <a:off x="3579900" y="4063650"/>
            <a:ext cx="19842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6" name="Google Shape;236;p25"/>
          <p:cNvSpPr txBox="1"/>
          <p:nvPr>
            <p:ph idx="9" type="title"/>
          </p:nvPr>
        </p:nvSpPr>
        <p:spPr>
          <a:xfrm>
            <a:off x="6047880" y="2005684"/>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7" name="Google Shape;237;p25"/>
          <p:cNvSpPr txBox="1"/>
          <p:nvPr>
            <p:ph idx="13" type="subTitle"/>
          </p:nvPr>
        </p:nvSpPr>
        <p:spPr>
          <a:xfrm>
            <a:off x="6047880" y="229222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8" name="Google Shape;238;p25"/>
          <p:cNvSpPr txBox="1"/>
          <p:nvPr>
            <p:ph idx="14" type="title"/>
          </p:nvPr>
        </p:nvSpPr>
        <p:spPr>
          <a:xfrm>
            <a:off x="6047880" y="3777009"/>
            <a:ext cx="19860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39" name="Google Shape;239;p25"/>
          <p:cNvSpPr txBox="1"/>
          <p:nvPr>
            <p:ph idx="15" type="subTitle"/>
          </p:nvPr>
        </p:nvSpPr>
        <p:spPr>
          <a:xfrm>
            <a:off x="6047880" y="4063650"/>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rgbClr val="242424"/>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0" name="Google Shape;240;p25"/>
          <p:cNvSpPr/>
          <p:nvPr/>
        </p:nvSpPr>
        <p:spPr>
          <a:xfrm flipH="1" rot="5400000">
            <a:off x="341743" y="-725452"/>
            <a:ext cx="838203" cy="219383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flipH="1" rot="419070">
            <a:off x="7601986" y="4529899"/>
            <a:ext cx="2617957" cy="1021462"/>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flipH="1" rot="5400000">
            <a:off x="355282" y="-720584"/>
            <a:ext cx="715896" cy="198211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7516470" y="-196247"/>
            <a:ext cx="1828619" cy="933445"/>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flipH="1" rot="503382">
            <a:off x="7744536" y="4667224"/>
            <a:ext cx="2332854" cy="933450"/>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rot="-100">
            <a:off x="-1170862" y="4608599"/>
            <a:ext cx="2332892" cy="933447"/>
          </a:xfrm>
          <a:custGeom>
            <a:rect b="b" l="l" r="r" t="t"/>
            <a:pathLst>
              <a:path extrusionOk="0" h="14467" w="27030">
                <a:moveTo>
                  <a:pt x="15207" y="1"/>
                </a:moveTo>
                <a:cubicBezTo>
                  <a:pt x="14495" y="1"/>
                  <a:pt x="13766" y="155"/>
                  <a:pt x="13095" y="394"/>
                </a:cubicBezTo>
                <a:cubicBezTo>
                  <a:pt x="11753" y="872"/>
                  <a:pt x="10532" y="1647"/>
                  <a:pt x="9189" y="2122"/>
                </a:cubicBezTo>
                <a:cubicBezTo>
                  <a:pt x="8528" y="2355"/>
                  <a:pt x="7823" y="2508"/>
                  <a:pt x="7118" y="2508"/>
                </a:cubicBezTo>
                <a:cubicBezTo>
                  <a:pt x="7045" y="2508"/>
                  <a:pt x="6972" y="2506"/>
                  <a:pt x="6898" y="2503"/>
                </a:cubicBezTo>
                <a:cubicBezTo>
                  <a:pt x="6099" y="2467"/>
                  <a:pt x="5593" y="2045"/>
                  <a:pt x="4886" y="1857"/>
                </a:cubicBezTo>
                <a:cubicBezTo>
                  <a:pt x="4705" y="1809"/>
                  <a:pt x="4514" y="1787"/>
                  <a:pt x="4317" y="1787"/>
                </a:cubicBezTo>
                <a:cubicBezTo>
                  <a:pt x="3096" y="1787"/>
                  <a:pt x="1660" y="2644"/>
                  <a:pt x="999" y="3501"/>
                </a:cubicBezTo>
                <a:cubicBezTo>
                  <a:pt x="48" y="4737"/>
                  <a:pt x="1" y="6665"/>
                  <a:pt x="1074" y="7796"/>
                </a:cubicBezTo>
                <a:cubicBezTo>
                  <a:pt x="1945" y="8714"/>
                  <a:pt x="3290" y="8957"/>
                  <a:pt x="4528" y="9222"/>
                </a:cubicBezTo>
                <a:cubicBezTo>
                  <a:pt x="5767" y="9485"/>
                  <a:pt x="7113" y="9903"/>
                  <a:pt x="7765" y="10989"/>
                </a:cubicBezTo>
                <a:cubicBezTo>
                  <a:pt x="8180" y="11679"/>
                  <a:pt x="8249" y="12548"/>
                  <a:pt x="8736" y="13188"/>
                </a:cubicBezTo>
                <a:cubicBezTo>
                  <a:pt x="9236" y="13842"/>
                  <a:pt x="10040" y="14092"/>
                  <a:pt x="10882" y="14092"/>
                </a:cubicBezTo>
                <a:cubicBezTo>
                  <a:pt x="11415" y="14092"/>
                  <a:pt x="11963" y="13992"/>
                  <a:pt x="12458" y="13830"/>
                </a:cubicBezTo>
                <a:cubicBezTo>
                  <a:pt x="13736" y="13412"/>
                  <a:pt x="14951" y="12686"/>
                  <a:pt x="16294" y="12652"/>
                </a:cubicBezTo>
                <a:cubicBezTo>
                  <a:pt x="16326" y="12651"/>
                  <a:pt x="16359" y="12650"/>
                  <a:pt x="16392" y="12650"/>
                </a:cubicBezTo>
                <a:cubicBezTo>
                  <a:pt x="17681" y="12650"/>
                  <a:pt x="18882" y="13276"/>
                  <a:pt x="20070" y="13789"/>
                </a:cubicBezTo>
                <a:cubicBezTo>
                  <a:pt x="20912" y="14152"/>
                  <a:pt x="21839" y="14466"/>
                  <a:pt x="22739" y="14466"/>
                </a:cubicBezTo>
                <a:cubicBezTo>
                  <a:pt x="23140" y="14466"/>
                  <a:pt x="23536" y="14404"/>
                  <a:pt x="23917" y="14256"/>
                </a:cubicBezTo>
                <a:cubicBezTo>
                  <a:pt x="25197" y="13758"/>
                  <a:pt x="25946" y="12435"/>
                  <a:pt x="26438" y="11154"/>
                </a:cubicBezTo>
                <a:cubicBezTo>
                  <a:pt x="26767" y="10297"/>
                  <a:pt x="27030" y="9394"/>
                  <a:pt x="27002" y="8477"/>
                </a:cubicBezTo>
                <a:cubicBezTo>
                  <a:pt x="26972" y="7559"/>
                  <a:pt x="26615" y="6618"/>
                  <a:pt x="25889" y="6055"/>
                </a:cubicBezTo>
                <a:cubicBezTo>
                  <a:pt x="24534" y="5002"/>
                  <a:pt x="22473" y="5583"/>
                  <a:pt x="20964" y="4765"/>
                </a:cubicBezTo>
                <a:cubicBezTo>
                  <a:pt x="19293" y="3860"/>
                  <a:pt x="18824" y="1558"/>
                  <a:pt x="17220" y="538"/>
                </a:cubicBezTo>
                <a:cubicBezTo>
                  <a:pt x="16617" y="156"/>
                  <a:pt x="15921" y="1"/>
                  <a:pt x="152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46" name="Shape 246"/>
        <p:cNvGrpSpPr/>
        <p:nvPr/>
      </p:nvGrpSpPr>
      <p:grpSpPr>
        <a:xfrm>
          <a:off x="0" y="0"/>
          <a:ext cx="0" cy="0"/>
          <a:chOff x="0" y="0"/>
          <a:chExt cx="0" cy="0"/>
        </a:xfrm>
      </p:grpSpPr>
      <p:sp>
        <p:nvSpPr>
          <p:cNvPr id="247" name="Google Shape;247;p26"/>
          <p:cNvSpPr txBox="1"/>
          <p:nvPr>
            <p:ph hasCustomPrompt="1" type="title"/>
          </p:nvPr>
        </p:nvSpPr>
        <p:spPr>
          <a:xfrm>
            <a:off x="12892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48" name="Google Shape;248;p26"/>
          <p:cNvSpPr txBox="1"/>
          <p:nvPr>
            <p:ph idx="1" type="subTitle"/>
          </p:nvPr>
        </p:nvSpPr>
        <p:spPr>
          <a:xfrm>
            <a:off x="3584400"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49" name="Google Shape;249;p26"/>
          <p:cNvSpPr txBox="1"/>
          <p:nvPr>
            <p:ph hasCustomPrompt="1" idx="2" type="title"/>
          </p:nvPr>
        </p:nvSpPr>
        <p:spPr>
          <a:xfrm>
            <a:off x="388620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0" name="Google Shape;250;p26"/>
          <p:cNvSpPr txBox="1"/>
          <p:nvPr>
            <p:ph idx="3" type="subTitle"/>
          </p:nvPr>
        </p:nvSpPr>
        <p:spPr>
          <a:xfrm>
            <a:off x="6181296"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1" name="Google Shape;251;p26"/>
          <p:cNvSpPr txBox="1"/>
          <p:nvPr>
            <p:ph hasCustomPrompt="1" idx="4" type="title"/>
          </p:nvPr>
        </p:nvSpPr>
        <p:spPr>
          <a:xfrm>
            <a:off x="6483150" y="1340199"/>
            <a:ext cx="1371600" cy="463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2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52" name="Google Shape;252;p26"/>
          <p:cNvSpPr txBox="1"/>
          <p:nvPr>
            <p:ph idx="5" type="subTitle"/>
          </p:nvPr>
        </p:nvSpPr>
        <p:spPr>
          <a:xfrm>
            <a:off x="987504" y="3827850"/>
            <a:ext cx="19752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 name="Google Shape;253;p26"/>
          <p:cNvSpPr txBox="1"/>
          <p:nvPr>
            <p:ph idx="6"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4" name="Google Shape;254;p26"/>
          <p:cNvSpPr/>
          <p:nvPr/>
        </p:nvSpPr>
        <p:spPr>
          <a:xfrm rot="-5400000">
            <a:off x="-420649" y="3274509"/>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rot="-5400000">
            <a:off x="-681950" y="3354351"/>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p:nvPr/>
        </p:nvSpPr>
        <p:spPr>
          <a:xfrm rot="5400000">
            <a:off x="6998014" y="335491"/>
            <a:ext cx="2565298" cy="1533500"/>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
          <p:cNvSpPr/>
          <p:nvPr/>
        </p:nvSpPr>
        <p:spPr>
          <a:xfrm rot="5400000">
            <a:off x="7034265" y="281967"/>
            <a:ext cx="2790348" cy="1507182"/>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6"/>
          <p:cNvSpPr txBox="1"/>
          <p:nvPr>
            <p:ph idx="7" type="title"/>
          </p:nvPr>
        </p:nvSpPr>
        <p:spPr>
          <a:xfrm>
            <a:off x="987504"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59" name="Google Shape;259;p26"/>
          <p:cNvSpPr txBox="1"/>
          <p:nvPr>
            <p:ph idx="8" type="title"/>
          </p:nvPr>
        </p:nvSpPr>
        <p:spPr>
          <a:xfrm>
            <a:off x="3584400"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260" name="Google Shape;260;p26"/>
          <p:cNvSpPr txBox="1"/>
          <p:nvPr>
            <p:ph idx="9" type="title"/>
          </p:nvPr>
        </p:nvSpPr>
        <p:spPr>
          <a:xfrm>
            <a:off x="6181296" y="3530521"/>
            <a:ext cx="1975200" cy="439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4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61" name="Shape 261"/>
        <p:cNvGrpSpPr/>
        <p:nvPr/>
      </p:nvGrpSpPr>
      <p:grpSpPr>
        <a:xfrm>
          <a:off x="0" y="0"/>
          <a:ext cx="0" cy="0"/>
          <a:chOff x="0" y="0"/>
          <a:chExt cx="0" cy="0"/>
        </a:xfrm>
      </p:grpSpPr>
      <p:sp>
        <p:nvSpPr>
          <p:cNvPr id="262" name="Google Shape;262;p27"/>
          <p:cNvSpPr txBox="1"/>
          <p:nvPr>
            <p:ph type="title"/>
          </p:nvPr>
        </p:nvSpPr>
        <p:spPr>
          <a:xfrm>
            <a:off x="2698350" y="539500"/>
            <a:ext cx="3747300" cy="850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3" name="Google Shape;263;p27"/>
          <p:cNvSpPr txBox="1"/>
          <p:nvPr>
            <p:ph idx="1" type="subTitle"/>
          </p:nvPr>
        </p:nvSpPr>
        <p:spPr>
          <a:xfrm>
            <a:off x="2698350" y="1452625"/>
            <a:ext cx="3747300" cy="1426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4" name="Google Shape;264;p27"/>
          <p:cNvSpPr/>
          <p:nvPr/>
        </p:nvSpPr>
        <p:spPr>
          <a:xfrm flipH="1" rot="5242374">
            <a:off x="652848" y="-692073"/>
            <a:ext cx="836452" cy="2315842"/>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flipH="1" rot="-5644322">
            <a:off x="7652303" y="3508168"/>
            <a:ext cx="882984" cy="2200816"/>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rot="-5400000">
            <a:off x="7188298" y="275133"/>
            <a:ext cx="2484954" cy="1726959"/>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rot="5400000">
            <a:off x="-452892" y="3156906"/>
            <a:ext cx="2400273" cy="16681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flipH="1" rot="5400000">
            <a:off x="652850" y="-826337"/>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flipH="1" rot="-5400000">
            <a:off x="7675575" y="3564088"/>
            <a:ext cx="836450" cy="2315835"/>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txBox="1"/>
          <p:nvPr/>
        </p:nvSpPr>
        <p:spPr>
          <a:xfrm>
            <a:off x="2018775" y="3886200"/>
            <a:ext cx="5099700" cy="484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b="1" lang="en" sz="1200">
                <a:solidFill>
                  <a:schemeClr val="dk1"/>
                </a:solidFill>
                <a:latin typeface="Plus Jakarta Sans"/>
                <a:ea typeface="Plus Jakarta Sans"/>
                <a:cs typeface="Plus Jakarta Sans"/>
                <a:sym typeface="Plus Jakarta Sans"/>
              </a:rPr>
              <a:t>CREDITS:</a:t>
            </a:r>
            <a:r>
              <a:rPr lang="en" sz="1200">
                <a:solidFill>
                  <a:schemeClr val="dk1"/>
                </a:solidFill>
                <a:latin typeface="Plus Jakarta Sans"/>
                <a:ea typeface="Plus Jakarta Sans"/>
                <a:cs typeface="Plus Jakarta Sans"/>
                <a:sym typeface="Plus Jakarta Sans"/>
              </a:rPr>
              <a:t> Diese Präsentationsvorlage wurde von </a:t>
            </a:r>
            <a:r>
              <a:rPr b="1" lang="en" sz="1200">
                <a:solidFill>
                  <a:schemeClr val="dk1"/>
                </a:solidFill>
                <a:uFill>
                  <a:noFill/>
                </a:uFill>
                <a:latin typeface="Plus Jakarta Sans"/>
                <a:ea typeface="Plus Jakarta Sans"/>
                <a:cs typeface="Plus Jakarta Sans"/>
                <a:sym typeface="Plus Jakarta Sans"/>
                <a:hlinkClick r:id="rId2">
                  <a:extLst>
                    <a:ext uri="{A12FA001-AC4F-418D-AE19-62706E023703}">
                      <ahyp:hlinkClr val="tx"/>
                    </a:ext>
                  </a:extLst>
                </a:hlinkClick>
              </a:rPr>
              <a:t>Slidesgo</a:t>
            </a:r>
            <a:r>
              <a:rPr lang="en" sz="1200">
                <a:solidFill>
                  <a:schemeClr val="dk1"/>
                </a:solidFill>
                <a:uFill>
                  <a:noFill/>
                </a:uFill>
                <a:latin typeface="Plus Jakarta Sans"/>
                <a:ea typeface="Plus Jakarta Sans"/>
                <a:cs typeface="Plus Jakarta Sans"/>
                <a:sym typeface="Plus Jakarta Sans"/>
                <a:hlinkClick r:id="rId3">
                  <a:extLst>
                    <a:ext uri="{A12FA001-AC4F-418D-AE19-62706E023703}">
                      <ahyp:hlinkClr val="tx"/>
                    </a:ext>
                  </a:extLst>
                </a:hlinkClick>
              </a:rPr>
              <a:t> </a:t>
            </a:r>
            <a:r>
              <a:rPr lang="en" sz="1200">
                <a:solidFill>
                  <a:schemeClr val="dk1"/>
                </a:solidFill>
                <a:latin typeface="Plus Jakarta Sans"/>
                <a:ea typeface="Plus Jakarta Sans"/>
                <a:cs typeface="Plus Jakarta Sans"/>
                <a:sym typeface="Plus Jakarta Sans"/>
              </a:rPr>
              <a:t>erstellt, inklusive Icons von </a:t>
            </a:r>
            <a:r>
              <a:rPr b="1" lang="en" sz="1200">
                <a:solidFill>
                  <a:schemeClr val="dk1"/>
                </a:solidFill>
                <a:uFill>
                  <a:noFill/>
                </a:uFill>
                <a:latin typeface="Plus Jakarta Sans"/>
                <a:ea typeface="Plus Jakarta Sans"/>
                <a:cs typeface="Plus Jakarta Sans"/>
                <a:sym typeface="Plus Jakarta Sans"/>
                <a:hlinkClick r:id="rId4">
                  <a:extLst>
                    <a:ext uri="{A12FA001-AC4F-418D-AE19-62706E023703}">
                      <ahyp:hlinkClr val="tx"/>
                    </a:ext>
                  </a:extLst>
                </a:hlinkClick>
              </a:rPr>
              <a:t>Flaticon</a:t>
            </a:r>
            <a:r>
              <a:rPr lang="en" sz="1200">
                <a:solidFill>
                  <a:schemeClr val="dk1"/>
                </a:solidFill>
                <a:latin typeface="Plus Jakarta Sans"/>
                <a:ea typeface="Plus Jakarta Sans"/>
                <a:cs typeface="Plus Jakarta Sans"/>
                <a:sym typeface="Plus Jakarta Sans"/>
              </a:rPr>
              <a:t> und Infografiken &amp; Bilder von</a:t>
            </a:r>
            <a:r>
              <a:rPr b="1" lang="en" sz="1200">
                <a:solidFill>
                  <a:schemeClr val="dk1"/>
                </a:solidFill>
                <a:latin typeface="Plus Jakarta Sans"/>
                <a:ea typeface="Plus Jakarta Sans"/>
                <a:cs typeface="Plus Jakarta Sans"/>
                <a:sym typeface="Plus Jakarta Sans"/>
              </a:rPr>
              <a:t> </a:t>
            </a:r>
            <a:r>
              <a:rPr b="1" lang="en" sz="1200">
                <a:solidFill>
                  <a:schemeClr val="dk1"/>
                </a:solidFill>
                <a:uFill>
                  <a:noFill/>
                </a:uFill>
                <a:latin typeface="Plus Jakarta Sans"/>
                <a:ea typeface="Plus Jakarta Sans"/>
                <a:cs typeface="Plus Jakarta Sans"/>
                <a:sym typeface="Plus Jakarta Sans"/>
                <a:hlinkClick r:id="rId5">
                  <a:extLst>
                    <a:ext uri="{A12FA001-AC4F-418D-AE19-62706E023703}">
                      <ahyp:hlinkClr val="tx"/>
                    </a:ext>
                  </a:extLst>
                </a:hlinkClick>
              </a:rPr>
              <a:t>Freepik </a:t>
            </a:r>
            <a:endParaRPr b="1" sz="1200">
              <a:solidFill>
                <a:schemeClr val="dk1"/>
              </a:solidFill>
              <a:latin typeface="Plus Jakarta Sans"/>
              <a:ea typeface="Plus Jakarta Sans"/>
              <a:cs typeface="Plus Jakarta Sans"/>
              <a:sym typeface="Plus Jakarta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1" name="Shape 271"/>
        <p:cNvGrpSpPr/>
        <p:nvPr/>
      </p:nvGrpSpPr>
      <p:grpSpPr>
        <a:xfrm>
          <a:off x="0" y="0"/>
          <a:ext cx="0" cy="0"/>
          <a:chOff x="0" y="0"/>
          <a:chExt cx="0" cy="0"/>
        </a:xfrm>
      </p:grpSpPr>
      <p:sp>
        <p:nvSpPr>
          <p:cNvPr id="272" name="Google Shape;272;p28"/>
          <p:cNvSpPr/>
          <p:nvPr/>
        </p:nvSpPr>
        <p:spPr>
          <a:xfrm flipH="1" rot="-622124">
            <a:off x="-412039" y="-63063"/>
            <a:ext cx="2624361" cy="117303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8"/>
          <p:cNvSpPr/>
          <p:nvPr/>
        </p:nvSpPr>
        <p:spPr>
          <a:xfrm flipH="1" rot="10210429">
            <a:off x="6924660" y="4029655"/>
            <a:ext cx="2569122" cy="1146696"/>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p:nvPr/>
        </p:nvSpPr>
        <p:spPr>
          <a:xfrm flipH="1" rot="393941">
            <a:off x="-164783" y="3395217"/>
            <a:ext cx="2869886" cy="1994411"/>
          </a:xfrm>
          <a:custGeom>
            <a:rect b="b" l="l" r="r" t="t"/>
            <a:pathLst>
              <a:path extrusionOk="0" h="21938" w="31568">
                <a:moveTo>
                  <a:pt x="28459" y="0"/>
                </a:moveTo>
                <a:cubicBezTo>
                  <a:pt x="28104" y="0"/>
                  <a:pt x="27750" y="27"/>
                  <a:pt x="27398" y="89"/>
                </a:cubicBezTo>
                <a:cubicBezTo>
                  <a:pt x="26014" y="335"/>
                  <a:pt x="24654" y="1274"/>
                  <a:pt x="24358" y="2648"/>
                </a:cubicBezTo>
                <a:cubicBezTo>
                  <a:pt x="23966" y="4465"/>
                  <a:pt x="25470" y="6101"/>
                  <a:pt x="25972" y="7892"/>
                </a:cubicBezTo>
                <a:cubicBezTo>
                  <a:pt x="26664" y="10369"/>
                  <a:pt x="25091" y="13256"/>
                  <a:pt x="22633" y="14016"/>
                </a:cubicBezTo>
                <a:cubicBezTo>
                  <a:pt x="22084" y="14185"/>
                  <a:pt x="21533" y="14257"/>
                  <a:pt x="20979" y="14257"/>
                </a:cubicBezTo>
                <a:cubicBezTo>
                  <a:pt x="18806" y="14257"/>
                  <a:pt x="16603" y="13142"/>
                  <a:pt x="14469" y="12419"/>
                </a:cubicBezTo>
                <a:cubicBezTo>
                  <a:pt x="12491" y="11749"/>
                  <a:pt x="10417" y="11407"/>
                  <a:pt x="8330" y="11407"/>
                </a:cubicBezTo>
                <a:cubicBezTo>
                  <a:pt x="8118" y="11407"/>
                  <a:pt x="7906" y="11411"/>
                  <a:pt x="7694" y="11418"/>
                </a:cubicBezTo>
                <a:cubicBezTo>
                  <a:pt x="6133" y="11469"/>
                  <a:pt x="4546" y="11725"/>
                  <a:pt x="3167" y="12460"/>
                </a:cubicBezTo>
                <a:cubicBezTo>
                  <a:pt x="1787" y="13193"/>
                  <a:pt x="636" y="14461"/>
                  <a:pt x="318" y="15990"/>
                </a:cubicBezTo>
                <a:cubicBezTo>
                  <a:pt x="0" y="17521"/>
                  <a:pt x="661" y="19277"/>
                  <a:pt x="2050" y="19996"/>
                </a:cubicBezTo>
                <a:cubicBezTo>
                  <a:pt x="2050" y="19996"/>
                  <a:pt x="1251" y="21472"/>
                  <a:pt x="1152" y="21863"/>
                </a:cubicBezTo>
                <a:cubicBezTo>
                  <a:pt x="1139" y="21915"/>
                  <a:pt x="1669" y="21937"/>
                  <a:pt x="2598" y="21937"/>
                </a:cubicBezTo>
                <a:cubicBezTo>
                  <a:pt x="8643" y="21937"/>
                  <a:pt x="31567" y="20984"/>
                  <a:pt x="31567" y="20984"/>
                </a:cubicBezTo>
                <a:lnTo>
                  <a:pt x="31567" y="456"/>
                </a:lnTo>
                <a:cubicBezTo>
                  <a:pt x="30545" y="228"/>
                  <a:pt x="29499" y="0"/>
                  <a:pt x="284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8"/>
          <p:cNvSpPr/>
          <p:nvPr/>
        </p:nvSpPr>
        <p:spPr>
          <a:xfrm flipH="1">
            <a:off x="5981654" y="-119188"/>
            <a:ext cx="3385796" cy="1828808"/>
          </a:xfrm>
          <a:custGeom>
            <a:rect b="b" l="l" r="r" t="t"/>
            <a:pathLst>
              <a:path extrusionOk="0" h="22162" w="41030">
                <a:moveTo>
                  <a:pt x="0" y="0"/>
                </a:moveTo>
                <a:lnTo>
                  <a:pt x="1522" y="20961"/>
                </a:lnTo>
                <a:cubicBezTo>
                  <a:pt x="2492" y="21752"/>
                  <a:pt x="3745" y="22162"/>
                  <a:pt x="4995" y="22162"/>
                </a:cubicBezTo>
                <a:cubicBezTo>
                  <a:pt x="5849" y="22162"/>
                  <a:pt x="6703" y="21970"/>
                  <a:pt x="7463" y="21577"/>
                </a:cubicBezTo>
                <a:cubicBezTo>
                  <a:pt x="9336" y="20610"/>
                  <a:pt x="10539" y="18476"/>
                  <a:pt x="10398" y="16373"/>
                </a:cubicBezTo>
                <a:cubicBezTo>
                  <a:pt x="10306" y="14997"/>
                  <a:pt x="9702" y="13718"/>
                  <a:pt x="9278" y="12407"/>
                </a:cubicBezTo>
                <a:cubicBezTo>
                  <a:pt x="8853" y="11095"/>
                  <a:pt x="8620" y="9610"/>
                  <a:pt x="9239" y="8378"/>
                </a:cubicBezTo>
                <a:cubicBezTo>
                  <a:pt x="9961" y="6945"/>
                  <a:pt x="11649" y="6291"/>
                  <a:pt x="13285" y="6291"/>
                </a:cubicBezTo>
                <a:cubicBezTo>
                  <a:pt x="13549" y="6291"/>
                  <a:pt x="13811" y="6308"/>
                  <a:pt x="14068" y="6342"/>
                </a:cubicBezTo>
                <a:cubicBezTo>
                  <a:pt x="15917" y="6584"/>
                  <a:pt x="17608" y="7474"/>
                  <a:pt x="19369" y="8089"/>
                </a:cubicBezTo>
                <a:cubicBezTo>
                  <a:pt x="20355" y="8432"/>
                  <a:pt x="21424" y="8682"/>
                  <a:pt x="22463" y="8682"/>
                </a:cubicBezTo>
                <a:cubicBezTo>
                  <a:pt x="23279" y="8682"/>
                  <a:pt x="24077" y="8527"/>
                  <a:pt x="24801" y="8142"/>
                </a:cubicBezTo>
                <a:cubicBezTo>
                  <a:pt x="26424" y="7280"/>
                  <a:pt x="27390" y="5408"/>
                  <a:pt x="29110" y="4761"/>
                </a:cubicBezTo>
                <a:cubicBezTo>
                  <a:pt x="29579" y="4584"/>
                  <a:pt x="30057" y="4513"/>
                  <a:pt x="30542" y="4513"/>
                </a:cubicBezTo>
                <a:cubicBezTo>
                  <a:pt x="32557" y="4513"/>
                  <a:pt x="34689" y="5738"/>
                  <a:pt x="36705" y="5738"/>
                </a:cubicBezTo>
                <a:cubicBezTo>
                  <a:pt x="37184" y="5738"/>
                  <a:pt x="37656" y="5669"/>
                  <a:pt x="38118" y="5499"/>
                </a:cubicBezTo>
                <a:cubicBezTo>
                  <a:pt x="40199" y="4729"/>
                  <a:pt x="41030" y="1730"/>
                  <a:pt x="3964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
          <p:cNvSpPr/>
          <p:nvPr/>
        </p:nvSpPr>
        <p:spPr>
          <a:xfrm flipH="1" rot="-487639">
            <a:off x="-457450" y="-225507"/>
            <a:ext cx="2624403" cy="1173042"/>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8"/>
          <p:cNvSpPr/>
          <p:nvPr/>
        </p:nvSpPr>
        <p:spPr>
          <a:xfrm flipH="1" rot="10374404">
            <a:off x="6971866" y="4199278"/>
            <a:ext cx="2569082" cy="1146677"/>
          </a:xfrm>
          <a:custGeom>
            <a:rect b="b" l="l" r="r" t="t"/>
            <a:pathLst>
              <a:path extrusionOk="0" h="16137" w="36153">
                <a:moveTo>
                  <a:pt x="13520" y="0"/>
                </a:moveTo>
                <a:cubicBezTo>
                  <a:pt x="11603" y="0"/>
                  <a:pt x="9685" y="46"/>
                  <a:pt x="7768" y="138"/>
                </a:cubicBezTo>
                <a:cubicBezTo>
                  <a:pt x="5927" y="225"/>
                  <a:pt x="3036" y="195"/>
                  <a:pt x="1494" y="1389"/>
                </a:cubicBezTo>
                <a:cubicBezTo>
                  <a:pt x="1" y="2544"/>
                  <a:pt x="1160" y="5180"/>
                  <a:pt x="2234" y="6404"/>
                </a:cubicBezTo>
                <a:cubicBezTo>
                  <a:pt x="3306" y="7629"/>
                  <a:pt x="4922" y="8358"/>
                  <a:pt x="6551" y="8358"/>
                </a:cubicBezTo>
                <a:cubicBezTo>
                  <a:pt x="6580" y="8358"/>
                  <a:pt x="6609" y="8358"/>
                  <a:pt x="6638" y="8357"/>
                </a:cubicBezTo>
                <a:cubicBezTo>
                  <a:pt x="8618" y="8325"/>
                  <a:pt x="10497" y="7275"/>
                  <a:pt x="12460" y="7275"/>
                </a:cubicBezTo>
                <a:cubicBezTo>
                  <a:pt x="12582" y="7275"/>
                  <a:pt x="12705" y="7279"/>
                  <a:pt x="12827" y="7287"/>
                </a:cubicBezTo>
                <a:cubicBezTo>
                  <a:pt x="14747" y="7424"/>
                  <a:pt x="16417" y="8655"/>
                  <a:pt x="17758" y="10036"/>
                </a:cubicBezTo>
                <a:cubicBezTo>
                  <a:pt x="19100" y="11416"/>
                  <a:pt x="20250" y="13000"/>
                  <a:pt x="21776" y="14172"/>
                </a:cubicBezTo>
                <a:cubicBezTo>
                  <a:pt x="23409" y="15426"/>
                  <a:pt x="25465" y="16136"/>
                  <a:pt x="27515" y="16136"/>
                </a:cubicBezTo>
                <a:cubicBezTo>
                  <a:pt x="28180" y="16136"/>
                  <a:pt x="28843" y="16062"/>
                  <a:pt x="29491" y="15907"/>
                </a:cubicBezTo>
                <a:cubicBezTo>
                  <a:pt x="32141" y="15274"/>
                  <a:pt x="34455" y="13259"/>
                  <a:pt x="35305" y="10669"/>
                </a:cubicBezTo>
                <a:cubicBezTo>
                  <a:pt x="36152" y="8080"/>
                  <a:pt x="35430" y="5006"/>
                  <a:pt x="33413" y="3173"/>
                </a:cubicBezTo>
                <a:cubicBezTo>
                  <a:pt x="31417" y="1360"/>
                  <a:pt x="28564" y="913"/>
                  <a:pt x="25881" y="636"/>
                </a:cubicBezTo>
                <a:cubicBezTo>
                  <a:pt x="21773" y="212"/>
                  <a:pt x="17648" y="0"/>
                  <a:pt x="13520" y="0"/>
                </a:cubicBezTo>
                <a:close/>
              </a:path>
            </a:pathLst>
          </a:cu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78" name="Shape 278"/>
        <p:cNvGrpSpPr/>
        <p:nvPr/>
      </p:nvGrpSpPr>
      <p:grpSpPr>
        <a:xfrm>
          <a:off x="0" y="0"/>
          <a:ext cx="0" cy="0"/>
          <a:chOff x="0" y="0"/>
          <a:chExt cx="0" cy="0"/>
        </a:xfrm>
      </p:grpSpPr>
      <p:sp>
        <p:nvSpPr>
          <p:cNvPr id="279" name="Google Shape;279;p29"/>
          <p:cNvSpPr/>
          <p:nvPr/>
        </p:nvSpPr>
        <p:spPr>
          <a:xfrm flipH="1" rot="5178508">
            <a:off x="570643" y="-585071"/>
            <a:ext cx="827249" cy="2290361"/>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9"/>
          <p:cNvSpPr/>
          <p:nvPr/>
        </p:nvSpPr>
        <p:spPr>
          <a:xfrm flipH="1" rot="497153">
            <a:off x="6503240" y="-305953"/>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9"/>
          <p:cNvSpPr/>
          <p:nvPr/>
        </p:nvSpPr>
        <p:spPr>
          <a:xfrm flipH="1" rot="-3475803">
            <a:off x="2812578" y="3441281"/>
            <a:ext cx="3027622" cy="3926868"/>
          </a:xfrm>
          <a:custGeom>
            <a:rect b="b" l="l" r="r" t="t"/>
            <a:pathLst>
              <a:path extrusionOk="0" h="48258" w="37207">
                <a:moveTo>
                  <a:pt x="26953" y="0"/>
                </a:moveTo>
                <a:cubicBezTo>
                  <a:pt x="25106" y="0"/>
                  <a:pt x="23199" y="567"/>
                  <a:pt x="21901" y="1878"/>
                </a:cubicBezTo>
                <a:cubicBezTo>
                  <a:pt x="19154" y="4653"/>
                  <a:pt x="20077" y="9386"/>
                  <a:pt x="18282" y="12852"/>
                </a:cubicBezTo>
                <a:cubicBezTo>
                  <a:pt x="16829" y="15657"/>
                  <a:pt x="13838" y="17230"/>
                  <a:pt x="11173" y="18926"/>
                </a:cubicBezTo>
                <a:cubicBezTo>
                  <a:pt x="8509" y="20621"/>
                  <a:pt x="5800" y="22987"/>
                  <a:pt x="5599" y="26138"/>
                </a:cubicBezTo>
                <a:cubicBezTo>
                  <a:pt x="5500" y="27697"/>
                  <a:pt x="6044" y="29214"/>
                  <a:pt x="6354" y="30745"/>
                </a:cubicBezTo>
                <a:cubicBezTo>
                  <a:pt x="6663" y="32276"/>
                  <a:pt x="6694" y="34012"/>
                  <a:pt x="5729" y="35239"/>
                </a:cubicBezTo>
                <a:cubicBezTo>
                  <a:pt x="4880" y="36318"/>
                  <a:pt x="3463" y="36754"/>
                  <a:pt x="2363" y="37578"/>
                </a:cubicBezTo>
                <a:cubicBezTo>
                  <a:pt x="1049" y="38565"/>
                  <a:pt x="1082" y="39965"/>
                  <a:pt x="892" y="41431"/>
                </a:cubicBezTo>
                <a:cubicBezTo>
                  <a:pt x="713" y="42812"/>
                  <a:pt x="0" y="44126"/>
                  <a:pt x="878" y="45433"/>
                </a:cubicBezTo>
                <a:cubicBezTo>
                  <a:pt x="1655" y="46592"/>
                  <a:pt x="3118" y="47126"/>
                  <a:pt x="4519" y="47126"/>
                </a:cubicBezTo>
                <a:cubicBezTo>
                  <a:pt x="4572" y="47126"/>
                  <a:pt x="4626" y="47125"/>
                  <a:pt x="4679" y="47124"/>
                </a:cubicBezTo>
                <a:cubicBezTo>
                  <a:pt x="6127" y="47081"/>
                  <a:pt x="7511" y="46555"/>
                  <a:pt x="8861" y="46033"/>
                </a:cubicBezTo>
                <a:cubicBezTo>
                  <a:pt x="10212" y="45510"/>
                  <a:pt x="11592" y="44980"/>
                  <a:pt x="13039" y="44925"/>
                </a:cubicBezTo>
                <a:cubicBezTo>
                  <a:pt x="13122" y="44922"/>
                  <a:pt x="13205" y="44921"/>
                  <a:pt x="13287" y="44921"/>
                </a:cubicBezTo>
                <a:cubicBezTo>
                  <a:pt x="15618" y="44921"/>
                  <a:pt x="17782" y="46112"/>
                  <a:pt x="19924" y="47066"/>
                </a:cubicBezTo>
                <a:cubicBezTo>
                  <a:pt x="21379" y="47713"/>
                  <a:pt x="23004" y="48257"/>
                  <a:pt x="24567" y="48257"/>
                </a:cubicBezTo>
                <a:cubicBezTo>
                  <a:pt x="25385" y="48257"/>
                  <a:pt x="26186" y="48108"/>
                  <a:pt x="26937" y="47747"/>
                </a:cubicBezTo>
                <a:cubicBezTo>
                  <a:pt x="29305" y="46611"/>
                  <a:pt x="30336" y="43652"/>
                  <a:pt x="30011" y="41046"/>
                </a:cubicBezTo>
                <a:cubicBezTo>
                  <a:pt x="29687" y="38442"/>
                  <a:pt x="28294" y="36107"/>
                  <a:pt x="26903" y="33880"/>
                </a:cubicBezTo>
                <a:cubicBezTo>
                  <a:pt x="25510" y="31655"/>
                  <a:pt x="24056" y="29375"/>
                  <a:pt x="23581" y="26795"/>
                </a:cubicBezTo>
                <a:cubicBezTo>
                  <a:pt x="23106" y="24213"/>
                  <a:pt x="23858" y="21212"/>
                  <a:pt x="26077" y="19810"/>
                </a:cubicBezTo>
                <a:cubicBezTo>
                  <a:pt x="27638" y="18821"/>
                  <a:pt x="29596" y="18785"/>
                  <a:pt x="31373" y="18282"/>
                </a:cubicBezTo>
                <a:cubicBezTo>
                  <a:pt x="33151" y="17777"/>
                  <a:pt x="35004" y="16383"/>
                  <a:pt x="34847" y="14543"/>
                </a:cubicBezTo>
                <a:cubicBezTo>
                  <a:pt x="34695" y="12766"/>
                  <a:pt x="32703" y="11240"/>
                  <a:pt x="33311" y="9565"/>
                </a:cubicBezTo>
                <a:cubicBezTo>
                  <a:pt x="33803" y="8211"/>
                  <a:pt x="35659" y="7906"/>
                  <a:pt x="36467" y="6713"/>
                </a:cubicBezTo>
                <a:cubicBezTo>
                  <a:pt x="37207" y="5624"/>
                  <a:pt x="36821" y="4062"/>
                  <a:pt x="35928" y="3094"/>
                </a:cubicBezTo>
                <a:cubicBezTo>
                  <a:pt x="35033" y="2125"/>
                  <a:pt x="33758" y="1621"/>
                  <a:pt x="32514" y="1185"/>
                </a:cubicBezTo>
                <a:cubicBezTo>
                  <a:pt x="30745" y="566"/>
                  <a:pt x="28918" y="21"/>
                  <a:pt x="27044" y="1"/>
                </a:cubicBezTo>
                <a:cubicBezTo>
                  <a:pt x="27014" y="0"/>
                  <a:pt x="26983" y="0"/>
                  <a:pt x="269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
          <p:cNvSpPr/>
          <p:nvPr/>
        </p:nvSpPr>
        <p:spPr>
          <a:xfrm flipH="1" rot="5400000">
            <a:off x="570639" y="-761182"/>
            <a:ext cx="827252" cy="2290369"/>
          </a:xfrm>
          <a:custGeom>
            <a:rect b="b" l="l" r="r" t="t"/>
            <a:pathLst>
              <a:path extrusionOk="0" h="19040" w="6877">
                <a:moveTo>
                  <a:pt x="6782" y="1"/>
                </a:moveTo>
                <a:cubicBezTo>
                  <a:pt x="4670" y="1"/>
                  <a:pt x="2846" y="2254"/>
                  <a:pt x="3316" y="4321"/>
                </a:cubicBezTo>
                <a:cubicBezTo>
                  <a:pt x="3573" y="5452"/>
                  <a:pt x="4374" y="6419"/>
                  <a:pt x="4526" y="7567"/>
                </a:cubicBezTo>
                <a:cubicBezTo>
                  <a:pt x="4759" y="9338"/>
                  <a:pt x="3432" y="10883"/>
                  <a:pt x="2277" y="12246"/>
                </a:cubicBezTo>
                <a:cubicBezTo>
                  <a:pt x="1124" y="13609"/>
                  <a:pt x="1" y="15417"/>
                  <a:pt x="679" y="17069"/>
                </a:cubicBezTo>
                <a:cubicBezTo>
                  <a:pt x="1122" y="18150"/>
                  <a:pt x="2268" y="18821"/>
                  <a:pt x="3424" y="18987"/>
                </a:cubicBezTo>
                <a:cubicBezTo>
                  <a:pt x="3675" y="19023"/>
                  <a:pt x="3928" y="19040"/>
                  <a:pt x="4180" y="19040"/>
                </a:cubicBezTo>
                <a:cubicBezTo>
                  <a:pt x="5087" y="19040"/>
                  <a:pt x="5997" y="18828"/>
                  <a:pt x="6876" y="18578"/>
                </a:cubicBezTo>
                <a:lnTo>
                  <a:pt x="6868" y="2"/>
                </a:lnTo>
                <a:cubicBezTo>
                  <a:pt x="6839" y="1"/>
                  <a:pt x="6811" y="1"/>
                  <a:pt x="678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9"/>
          <p:cNvSpPr/>
          <p:nvPr/>
        </p:nvSpPr>
        <p:spPr>
          <a:xfrm flipH="1" rot="497153">
            <a:off x="6547615" y="-412428"/>
            <a:ext cx="3233990" cy="982146"/>
          </a:xfrm>
          <a:custGeom>
            <a:rect b="b" l="l" r="r" t="t"/>
            <a:pathLst>
              <a:path extrusionOk="0" h="11746" w="38677">
                <a:moveTo>
                  <a:pt x="16704" y="1"/>
                </a:moveTo>
                <a:cubicBezTo>
                  <a:pt x="14747" y="1"/>
                  <a:pt x="12790" y="26"/>
                  <a:pt x="10836" y="51"/>
                </a:cubicBezTo>
                <a:cubicBezTo>
                  <a:pt x="8678" y="80"/>
                  <a:pt x="6436" y="127"/>
                  <a:pt x="4501" y="1084"/>
                </a:cubicBezTo>
                <a:cubicBezTo>
                  <a:pt x="3182" y="1739"/>
                  <a:pt x="964" y="3284"/>
                  <a:pt x="487" y="4744"/>
                </a:cubicBezTo>
                <a:cubicBezTo>
                  <a:pt x="1" y="6234"/>
                  <a:pt x="908" y="8428"/>
                  <a:pt x="1870" y="9527"/>
                </a:cubicBezTo>
                <a:cubicBezTo>
                  <a:pt x="2930" y="10740"/>
                  <a:pt x="4531" y="11461"/>
                  <a:pt x="6141" y="11461"/>
                </a:cubicBezTo>
                <a:cubicBezTo>
                  <a:pt x="6199" y="11461"/>
                  <a:pt x="6258" y="11460"/>
                  <a:pt x="6317" y="11459"/>
                </a:cubicBezTo>
                <a:cubicBezTo>
                  <a:pt x="8949" y="11372"/>
                  <a:pt x="11171" y="9509"/>
                  <a:pt x="13711" y="8809"/>
                </a:cubicBezTo>
                <a:cubicBezTo>
                  <a:pt x="14561" y="8575"/>
                  <a:pt x="15425" y="8475"/>
                  <a:pt x="16294" y="8475"/>
                </a:cubicBezTo>
                <a:cubicBezTo>
                  <a:pt x="18581" y="8475"/>
                  <a:pt x="20903" y="9164"/>
                  <a:pt x="23100" y="9906"/>
                </a:cubicBezTo>
                <a:cubicBezTo>
                  <a:pt x="25695" y="10781"/>
                  <a:pt x="28368" y="11745"/>
                  <a:pt x="31073" y="11745"/>
                </a:cubicBezTo>
                <a:cubicBezTo>
                  <a:pt x="31531" y="11745"/>
                  <a:pt x="31989" y="11718"/>
                  <a:pt x="32448" y="11658"/>
                </a:cubicBezTo>
                <a:cubicBezTo>
                  <a:pt x="34208" y="11426"/>
                  <a:pt x="35949" y="10669"/>
                  <a:pt x="37093" y="9312"/>
                </a:cubicBezTo>
                <a:cubicBezTo>
                  <a:pt x="38235" y="7955"/>
                  <a:pt x="38677" y="5951"/>
                  <a:pt x="37936" y="4339"/>
                </a:cubicBezTo>
                <a:cubicBezTo>
                  <a:pt x="36897" y="2081"/>
                  <a:pt x="34119" y="1300"/>
                  <a:pt x="31663" y="924"/>
                </a:cubicBezTo>
                <a:cubicBezTo>
                  <a:pt x="26718" y="167"/>
                  <a:pt x="21712" y="1"/>
                  <a:pt x="167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1pPr>
            <a:lvl2pPr lvl="1"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2pPr>
            <a:lvl3pPr lvl="2"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3pPr>
            <a:lvl4pPr lvl="3"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4pPr>
            <a:lvl5pPr lvl="4"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5pPr>
            <a:lvl6pPr lvl="5"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6pPr>
            <a:lvl7pPr lvl="6"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7pPr>
            <a:lvl8pPr lvl="7"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8pPr>
            <a:lvl9pPr lvl="8" rtl="0">
              <a:spcBef>
                <a:spcPts val="0"/>
              </a:spcBef>
              <a:spcAft>
                <a:spcPts val="0"/>
              </a:spcAft>
              <a:buClr>
                <a:schemeClr val="dk1"/>
              </a:buClr>
              <a:buSzPts val="3500"/>
              <a:buFont typeface="Urbanist"/>
              <a:buNone/>
              <a:defRPr sz="3500">
                <a:solidFill>
                  <a:schemeClr val="dk1"/>
                </a:solidFill>
                <a:latin typeface="Urbanist"/>
                <a:ea typeface="Urbanist"/>
                <a:cs typeface="Urbanist"/>
                <a:sym typeface="Urbanis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1pPr>
            <a:lvl2pPr indent="-317500" lvl="1" marL="914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2pPr>
            <a:lvl3pPr indent="-317500" lvl="2" marL="1371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3pPr>
            <a:lvl4pPr indent="-317500" lvl="3" marL="18288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4pPr>
            <a:lvl5pPr indent="-317500" lvl="4" marL="22860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5pPr>
            <a:lvl6pPr indent="-317500" lvl="5" marL="27432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6pPr>
            <a:lvl7pPr indent="-317500" lvl="6" marL="32004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7pPr>
            <a:lvl8pPr indent="-317500" lvl="7" marL="3657600">
              <a:lnSpc>
                <a:spcPct val="115000"/>
              </a:lnSpc>
              <a:spcBef>
                <a:spcPts val="1600"/>
              </a:spcBef>
              <a:spcAft>
                <a:spcPts val="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8pPr>
            <a:lvl9pPr indent="-317500" lvl="8" marL="4114800">
              <a:lnSpc>
                <a:spcPct val="115000"/>
              </a:lnSpc>
              <a:spcBef>
                <a:spcPts val="1600"/>
              </a:spcBef>
              <a:spcAft>
                <a:spcPts val="1600"/>
              </a:spcAft>
              <a:buClr>
                <a:schemeClr val="dk1"/>
              </a:buClr>
              <a:buSzPts val="1400"/>
              <a:buFont typeface="Plus Jakarta Sans"/>
              <a:buChar char="■"/>
              <a:defRPr>
                <a:solidFill>
                  <a:schemeClr val="dk1"/>
                </a:solidFill>
                <a:latin typeface="Plus Jakarta Sans"/>
                <a:ea typeface="Plus Jakarta Sans"/>
                <a:cs typeface="Plus Jakarta Sans"/>
                <a:sym typeface="Plus Jakart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2.jpg"/><Relationship Id="rId7"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4.jpg"/><Relationship Id="rId5"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hyperlink" Target="https://en.wikipedia.org/wiki/Bundestag" TargetMode="External"/><Relationship Id="rId4" Type="http://schemas.openxmlformats.org/officeDocument/2006/relationships/hyperlink" Target="https://www.cleanenergywire.org/germanys-energiewende-brief" TargetMode="External"/><Relationship Id="rId5" Type="http://schemas.openxmlformats.org/officeDocument/2006/relationships/hyperlink" Target="https://www.brookings.edu/articles/europes-messy-russian-gas-divorce/" TargetMode="External"/><Relationship Id="rId6" Type="http://schemas.openxmlformats.org/officeDocument/2006/relationships/hyperlink" Target="https://www.cleanenergywire.org/factsheets/what-happens-if-russias-gas-supplies-germany-are-cu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7" name="Shape 287"/>
        <p:cNvGrpSpPr/>
        <p:nvPr/>
      </p:nvGrpSpPr>
      <p:grpSpPr>
        <a:xfrm>
          <a:off x="0" y="0"/>
          <a:ext cx="0" cy="0"/>
          <a:chOff x="0" y="0"/>
          <a:chExt cx="0" cy="0"/>
        </a:xfrm>
      </p:grpSpPr>
      <p:sp>
        <p:nvSpPr>
          <p:cNvPr id="288" name="Google Shape;288;p30"/>
          <p:cNvSpPr txBox="1"/>
          <p:nvPr>
            <p:ph type="ctrTitle"/>
          </p:nvPr>
        </p:nvSpPr>
        <p:spPr>
          <a:xfrm>
            <a:off x="1206675" y="1134375"/>
            <a:ext cx="6750000" cy="233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000">
                <a:solidFill>
                  <a:schemeClr val="dk1"/>
                </a:solidFill>
              </a:rPr>
              <a:t>Delisha </a:t>
            </a:r>
            <a:endParaRPr sz="9000">
              <a:solidFill>
                <a:schemeClr val="dk1"/>
              </a:solidFill>
            </a:endParaRPr>
          </a:p>
          <a:p>
            <a:pPr indent="0" lvl="0" marL="0" rtl="0" algn="ctr">
              <a:spcBef>
                <a:spcPts val="0"/>
              </a:spcBef>
              <a:spcAft>
                <a:spcPts val="0"/>
              </a:spcAft>
              <a:buNone/>
            </a:pPr>
            <a:r>
              <a:rPr lang="en" sz="4500">
                <a:solidFill>
                  <a:schemeClr val="dk1"/>
                </a:solidFill>
              </a:rPr>
              <a:t>Climate &amp; </a:t>
            </a:r>
            <a:r>
              <a:rPr lang="en" sz="4500">
                <a:solidFill>
                  <a:schemeClr val="dk1"/>
                </a:solidFill>
              </a:rPr>
              <a:t>Environment</a:t>
            </a:r>
            <a:endParaRPr sz="4500">
              <a:solidFill>
                <a:schemeClr val="dk1"/>
              </a:solidFill>
            </a:endParaRPr>
          </a:p>
        </p:txBody>
      </p:sp>
      <p:sp>
        <p:nvSpPr>
          <p:cNvPr id="289" name="Google Shape;289;p30"/>
          <p:cNvSpPr txBox="1"/>
          <p:nvPr>
            <p:ph idx="1" type="subTitle"/>
          </p:nvPr>
        </p:nvSpPr>
        <p:spPr>
          <a:xfrm>
            <a:off x="2057400" y="3608026"/>
            <a:ext cx="5029200" cy="4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By : Germany</a:t>
            </a:r>
            <a:endParaRPr/>
          </a:p>
        </p:txBody>
      </p:sp>
      <p:cxnSp>
        <p:nvCxnSpPr>
          <p:cNvPr id="290" name="Google Shape;290;p30"/>
          <p:cNvCxnSpPr/>
          <p:nvPr/>
        </p:nvCxnSpPr>
        <p:spPr>
          <a:xfrm>
            <a:off x="1676250" y="3468425"/>
            <a:ext cx="57915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Delisha Background</a:t>
            </a:r>
            <a:endParaRPr/>
          </a:p>
        </p:txBody>
      </p:sp>
      <p:sp>
        <p:nvSpPr>
          <p:cNvPr id="296" name="Google Shape;296;p31"/>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97" name="Google Shape;297;p31"/>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Geography, Culture/Language, Brief economic context</a:t>
            </a:r>
            <a:endParaRPr/>
          </a:p>
        </p:txBody>
      </p:sp>
      <p:cxnSp>
        <p:nvCxnSpPr>
          <p:cNvPr id="298" name="Google Shape;298;p31"/>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2"/>
          <p:cNvSpPr txBox="1"/>
          <p:nvPr>
            <p:ph idx="2" type="title"/>
          </p:nvPr>
        </p:nvSpPr>
        <p:spPr>
          <a:xfrm>
            <a:off x="442050" y="1227000"/>
            <a:ext cx="28197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t>Germany is located in Europe, specifically in the central-western region of the continent. </a:t>
            </a:r>
            <a:r>
              <a:rPr lang="en" sz="1200"/>
              <a:t>Germany</a:t>
            </a:r>
            <a:r>
              <a:rPr lang="en" sz="1200"/>
              <a:t> has nine </a:t>
            </a:r>
            <a:r>
              <a:rPr lang="en" sz="1200"/>
              <a:t>neighbouring</a:t>
            </a:r>
            <a:r>
              <a:rPr lang="en" sz="1200"/>
              <a:t> </a:t>
            </a:r>
            <a:r>
              <a:rPr lang="en" sz="1200"/>
              <a:t>countries which are, Denmark, Poland, Czech Republic, Austria, Switzerland, France, Luxembourg, Belgium, and the Netherlands. Germany is bounded by the North Sea  to the northwest and the Baltic Sea to the northeast. Germany experiences a predominantly temperate climate, characterized by warm summers, cool to cold winters, and moderate, year-round rainfall. Germany’s capital is Berlin. </a:t>
            </a:r>
            <a:endParaRPr sz="1200"/>
          </a:p>
        </p:txBody>
      </p:sp>
      <p:sp>
        <p:nvSpPr>
          <p:cNvPr id="304" name="Google Shape;304;p32"/>
          <p:cNvSpPr txBox="1"/>
          <p:nvPr>
            <p:ph idx="2" type="title"/>
          </p:nvPr>
        </p:nvSpPr>
        <p:spPr>
          <a:xfrm>
            <a:off x="3334850" y="1160275"/>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Germany’s </a:t>
            </a:r>
            <a:r>
              <a:rPr lang="en" sz="1200"/>
              <a:t>official</a:t>
            </a:r>
            <a:r>
              <a:rPr lang="en" sz="1200"/>
              <a:t> </a:t>
            </a:r>
            <a:r>
              <a:rPr lang="en" sz="1200"/>
              <a:t>language</a:t>
            </a:r>
            <a:r>
              <a:rPr lang="en" sz="1200"/>
              <a:t> is standard german (</a:t>
            </a:r>
            <a:r>
              <a:rPr lang="en" sz="1200"/>
              <a:t>Hochdeutsch</a:t>
            </a:r>
            <a:r>
              <a:rPr lang="en" sz="1200"/>
              <a:t>) and is spoken by the vast majority of the population. </a:t>
            </a:r>
            <a:r>
              <a:rPr lang="en" sz="1200"/>
              <a:t>It's</a:t>
            </a:r>
            <a:r>
              <a:rPr lang="en" sz="1200"/>
              <a:t> language </a:t>
            </a:r>
            <a:r>
              <a:rPr lang="en" sz="1200"/>
              <a:t>emphasized</a:t>
            </a:r>
            <a:r>
              <a:rPr lang="en" sz="1200"/>
              <a:t> </a:t>
            </a:r>
            <a:r>
              <a:rPr lang="en" sz="1200"/>
              <a:t>structure, oresision, and punctuation. Germany has a love for rich tradition, including world-renowned bread, beer, and festivals. Germany has a population of around 84 million people. The country is known for its Oktoberfest celebrations in Munich, its carnival culture, and their Christmas, also known as, Weihnachten. </a:t>
            </a:r>
            <a:endParaRPr sz="2300"/>
          </a:p>
        </p:txBody>
      </p:sp>
      <p:sp>
        <p:nvSpPr>
          <p:cNvPr id="305" name="Google Shape;305;p32"/>
          <p:cNvSpPr txBox="1"/>
          <p:nvPr>
            <p:ph idx="2" type="title"/>
          </p:nvPr>
        </p:nvSpPr>
        <p:spPr>
          <a:xfrm>
            <a:off x="5949650" y="1204800"/>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The Federal Republic of </a:t>
            </a:r>
            <a:r>
              <a:rPr lang="en" sz="1200"/>
              <a:t>Germany</a:t>
            </a:r>
            <a:r>
              <a:rPr lang="en" sz="1200"/>
              <a:t> is made up of 16 federal states, the Lander. The Bundestag is the federal parliament of </a:t>
            </a:r>
            <a:r>
              <a:rPr lang="en" sz="1200"/>
              <a:t>Germany</a:t>
            </a:r>
            <a:r>
              <a:rPr lang="en" sz="1200"/>
              <a:t>. It is the only  constitutional party in the </a:t>
            </a:r>
            <a:r>
              <a:rPr lang="en" sz="1200"/>
              <a:t>country</a:t>
            </a:r>
            <a:r>
              <a:rPr lang="en" sz="1200"/>
              <a:t> directly elected </a:t>
            </a:r>
            <a:r>
              <a:rPr lang="en" sz="1200"/>
              <a:t>by</a:t>
            </a:r>
            <a:r>
              <a:rPr lang="en" sz="1200"/>
              <a:t> </a:t>
            </a:r>
            <a:r>
              <a:rPr lang="en" sz="1200"/>
              <a:t>the</a:t>
            </a:r>
            <a:r>
              <a:rPr lang="en" sz="1200"/>
              <a:t> people of </a:t>
            </a:r>
            <a:r>
              <a:rPr lang="en" sz="1200"/>
              <a:t>Germany. The Bundestag was established by Tite III of the Basic Law of the Federal Republic of Germany in 1949. The members of the Bundestag represent all of the German people as a whole, are not forced by any orders or instructions, and are only responsible for their conscience. The Bundestag is elected every four years by the Germans aged 18 and older. </a:t>
            </a:r>
            <a:endParaRPr sz="1200"/>
          </a:p>
        </p:txBody>
      </p:sp>
      <p:sp>
        <p:nvSpPr>
          <p:cNvPr id="306" name="Google Shape;306;p32"/>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Geography</a:t>
            </a:r>
            <a:endParaRPr b="1" sz="1700"/>
          </a:p>
        </p:txBody>
      </p:sp>
      <p:sp>
        <p:nvSpPr>
          <p:cNvPr id="307" name="Google Shape;307;p32"/>
          <p:cNvSpPr txBox="1"/>
          <p:nvPr>
            <p:ph idx="2" type="title"/>
          </p:nvPr>
        </p:nvSpPr>
        <p:spPr>
          <a:xfrm>
            <a:off x="333482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Culture/Language </a:t>
            </a:r>
            <a:endParaRPr sz="1600"/>
          </a:p>
        </p:txBody>
      </p:sp>
      <p:sp>
        <p:nvSpPr>
          <p:cNvPr id="308" name="Google Shape;308;p32"/>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700"/>
              <a:t>Economic Co</a:t>
            </a:r>
            <a:r>
              <a:rPr b="1" lang="en" sz="1700"/>
              <a:t>ntext</a:t>
            </a:r>
            <a:r>
              <a:rPr b="1" lang="en" sz="1700"/>
              <a:t> </a:t>
            </a:r>
            <a:endParaRPr sz="1600"/>
          </a:p>
        </p:txBody>
      </p:sp>
      <p:pic>
        <p:nvPicPr>
          <p:cNvPr id="309" name="Google Shape;309;p32" title="download.jpg"/>
          <p:cNvPicPr preferRelativeResize="0"/>
          <p:nvPr/>
        </p:nvPicPr>
        <p:blipFill>
          <a:blip r:embed="rId3">
            <a:alphaModFix/>
          </a:blip>
          <a:stretch>
            <a:fillRect/>
          </a:stretch>
        </p:blipFill>
        <p:spPr>
          <a:xfrm>
            <a:off x="2391225" y="4304175"/>
            <a:ext cx="795125" cy="763900"/>
          </a:xfrm>
          <a:prstGeom prst="rect">
            <a:avLst/>
          </a:prstGeom>
          <a:noFill/>
          <a:ln>
            <a:noFill/>
          </a:ln>
        </p:spPr>
      </p:pic>
      <p:pic>
        <p:nvPicPr>
          <p:cNvPr id="310" name="Google Shape;310;p32" title="download.jpg"/>
          <p:cNvPicPr preferRelativeResize="0"/>
          <p:nvPr/>
        </p:nvPicPr>
        <p:blipFill>
          <a:blip r:embed="rId4">
            <a:alphaModFix/>
          </a:blip>
          <a:stretch>
            <a:fillRect/>
          </a:stretch>
        </p:blipFill>
        <p:spPr>
          <a:xfrm>
            <a:off x="3334850" y="4004700"/>
            <a:ext cx="924625" cy="636950"/>
          </a:xfrm>
          <a:prstGeom prst="rect">
            <a:avLst/>
          </a:prstGeom>
          <a:noFill/>
          <a:ln>
            <a:noFill/>
          </a:ln>
        </p:spPr>
      </p:pic>
      <p:pic>
        <p:nvPicPr>
          <p:cNvPr id="311" name="Google Shape;311;p32" title="download.jpg"/>
          <p:cNvPicPr preferRelativeResize="0"/>
          <p:nvPr/>
        </p:nvPicPr>
        <p:blipFill>
          <a:blip r:embed="rId5">
            <a:alphaModFix/>
          </a:blip>
          <a:stretch>
            <a:fillRect/>
          </a:stretch>
        </p:blipFill>
        <p:spPr>
          <a:xfrm>
            <a:off x="4407975" y="3877750"/>
            <a:ext cx="1023784" cy="763900"/>
          </a:xfrm>
          <a:prstGeom prst="rect">
            <a:avLst/>
          </a:prstGeom>
          <a:noFill/>
          <a:ln>
            <a:noFill/>
          </a:ln>
        </p:spPr>
      </p:pic>
      <p:pic>
        <p:nvPicPr>
          <p:cNvPr id="312" name="Google Shape;312;p32" title="download.jpg"/>
          <p:cNvPicPr preferRelativeResize="0"/>
          <p:nvPr/>
        </p:nvPicPr>
        <p:blipFill>
          <a:blip r:embed="rId6">
            <a:alphaModFix/>
          </a:blip>
          <a:stretch>
            <a:fillRect/>
          </a:stretch>
        </p:blipFill>
        <p:spPr>
          <a:xfrm>
            <a:off x="2431497" y="100125"/>
            <a:ext cx="1137423" cy="636950"/>
          </a:xfrm>
          <a:prstGeom prst="rect">
            <a:avLst/>
          </a:prstGeom>
          <a:noFill/>
          <a:ln>
            <a:noFill/>
          </a:ln>
        </p:spPr>
      </p:pic>
      <p:pic>
        <p:nvPicPr>
          <p:cNvPr id="313" name="Google Shape;313;p32" title="download.jpg"/>
          <p:cNvPicPr preferRelativeResize="0"/>
          <p:nvPr/>
        </p:nvPicPr>
        <p:blipFill>
          <a:blip r:embed="rId7">
            <a:alphaModFix/>
          </a:blip>
          <a:stretch>
            <a:fillRect/>
          </a:stretch>
        </p:blipFill>
        <p:spPr>
          <a:xfrm>
            <a:off x="7460650" y="4963"/>
            <a:ext cx="1400975" cy="732125"/>
          </a:xfrm>
          <a:prstGeom prst="rect">
            <a:avLst/>
          </a:prstGeom>
          <a:noFill/>
          <a:ln>
            <a:noFill/>
          </a:ln>
        </p:spPr>
      </p:pic>
      <p:sp>
        <p:nvSpPr>
          <p:cNvPr id="314" name="Google Shape;314;p32"/>
          <p:cNvSpPr txBox="1"/>
          <p:nvPr/>
        </p:nvSpPr>
        <p:spPr>
          <a:xfrm>
            <a:off x="8077275" y="621625"/>
            <a:ext cx="1101000" cy="3018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Urbanist"/>
                <a:ea typeface="Urbanist"/>
                <a:cs typeface="Urbanist"/>
                <a:sym typeface="Urbanist"/>
              </a:rPr>
              <a:t>Joachim-Friedrich Martin Josef Merz is the </a:t>
            </a:r>
            <a:r>
              <a:rPr lang="en" sz="900">
                <a:solidFill>
                  <a:schemeClr val="dk1"/>
                </a:solidFill>
                <a:latin typeface="Urbanist"/>
                <a:ea typeface="Urbanist"/>
                <a:cs typeface="Urbanist"/>
                <a:sym typeface="Urbanist"/>
              </a:rPr>
              <a:t>Chancellor</a:t>
            </a:r>
            <a:r>
              <a:rPr lang="en" sz="900">
                <a:solidFill>
                  <a:schemeClr val="dk1"/>
                </a:solidFill>
                <a:latin typeface="Urbanist"/>
                <a:ea typeface="Urbanist"/>
                <a:cs typeface="Urbanist"/>
                <a:sym typeface="Urbanist"/>
              </a:rPr>
              <a:t> of German. </a:t>
            </a:r>
            <a:endParaRPr sz="1100">
              <a:solidFill>
                <a:schemeClr val="dk1"/>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The Global </a:t>
            </a:r>
            <a:r>
              <a:rPr lang="en"/>
              <a:t>Issue</a:t>
            </a:r>
            <a:r>
              <a:rPr lang="en"/>
              <a:t> </a:t>
            </a:r>
            <a:endParaRPr/>
          </a:p>
        </p:txBody>
      </p:sp>
      <p:sp>
        <p:nvSpPr>
          <p:cNvPr id="320" name="Google Shape;320;p33"/>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321" name="Google Shape;321;p33"/>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Defining issue, Explaining global importance, Key facts </a:t>
            </a:r>
            <a:endParaRPr/>
          </a:p>
        </p:txBody>
      </p:sp>
      <p:cxnSp>
        <p:nvCxnSpPr>
          <p:cNvPr id="322" name="Google Shape;322;p33"/>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ph idx="2" type="title"/>
          </p:nvPr>
        </p:nvSpPr>
        <p:spPr>
          <a:xfrm>
            <a:off x="396275" y="1006825"/>
            <a:ext cx="25680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200"/>
              <a:t>Germany is facing several major crises directly tied to Russia og going war with </a:t>
            </a:r>
            <a:r>
              <a:rPr lang="en" sz="1200"/>
              <a:t>Ukraine</a:t>
            </a:r>
            <a:r>
              <a:rPr lang="en" sz="1200"/>
              <a:t>. The war has disrupted the major energy supplies from Russia to </a:t>
            </a:r>
            <a:r>
              <a:rPr lang="en" sz="1200"/>
              <a:t>Germany</a:t>
            </a:r>
            <a:r>
              <a:rPr lang="en" sz="1200"/>
              <a:t> and </a:t>
            </a:r>
            <a:r>
              <a:rPr lang="en" sz="1200"/>
              <a:t>impacted</a:t>
            </a:r>
            <a:r>
              <a:rPr lang="en" sz="1200"/>
              <a:t> </a:t>
            </a:r>
            <a:r>
              <a:rPr lang="en" sz="1200"/>
              <a:t>shipping</a:t>
            </a:r>
            <a:r>
              <a:rPr lang="en" sz="1200"/>
              <a:t> to </a:t>
            </a:r>
            <a:r>
              <a:rPr lang="en" sz="1200"/>
              <a:t>and</a:t>
            </a:r>
            <a:r>
              <a:rPr lang="en" sz="1200"/>
              <a:t> </a:t>
            </a:r>
            <a:r>
              <a:rPr lang="en" sz="1200"/>
              <a:t>from</a:t>
            </a:r>
            <a:r>
              <a:rPr lang="en" sz="1200"/>
              <a:t> G</a:t>
            </a:r>
            <a:r>
              <a:rPr lang="en" sz="1200"/>
              <a:t>erman ports. Science Russie historically supplied over half of Germany's natural gas, when Russia cut ties, the industrial strain on Germany grew massive. This pressure caused higher prices and expensive production as many factories couldn’t depend on natural gas anymore. </a:t>
            </a:r>
            <a:endParaRPr sz="1200"/>
          </a:p>
        </p:txBody>
      </p:sp>
      <p:sp>
        <p:nvSpPr>
          <p:cNvPr id="328" name="Google Shape;328;p34"/>
          <p:cNvSpPr txBox="1"/>
          <p:nvPr>
            <p:ph idx="2" type="title"/>
          </p:nvPr>
        </p:nvSpPr>
        <p:spPr>
          <a:xfrm>
            <a:off x="2945800" y="958625"/>
            <a:ext cx="3122400" cy="3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Germany</a:t>
            </a:r>
            <a:r>
              <a:rPr lang="en" sz="1200"/>
              <a:t>’s energy challenges matter globally because they affect </a:t>
            </a:r>
            <a:r>
              <a:rPr lang="en" sz="1200"/>
              <a:t>energy</a:t>
            </a:r>
            <a:r>
              <a:rPr lang="en" sz="1200"/>
              <a:t> prices, internations trades, climate change </a:t>
            </a:r>
            <a:r>
              <a:rPr lang="en" sz="1200"/>
              <a:t>efforts</a:t>
            </a:r>
            <a:r>
              <a:rPr lang="en" sz="1200"/>
              <a:t>, and the </a:t>
            </a:r>
            <a:r>
              <a:rPr lang="en" sz="1200"/>
              <a:t>security</a:t>
            </a:r>
            <a:r>
              <a:rPr lang="en" sz="1200"/>
              <a:t> of </a:t>
            </a:r>
            <a:r>
              <a:rPr lang="en" sz="1200"/>
              <a:t>energy</a:t>
            </a:r>
            <a:r>
              <a:rPr lang="en" sz="1200"/>
              <a:t> </a:t>
            </a:r>
            <a:r>
              <a:rPr lang="en" sz="1200"/>
              <a:t>supplies</a:t>
            </a:r>
            <a:r>
              <a:rPr lang="en" sz="1200"/>
              <a:t> </a:t>
            </a:r>
            <a:r>
              <a:rPr lang="en" sz="1200"/>
              <a:t>about</a:t>
            </a:r>
            <a:r>
              <a:rPr lang="en" sz="1200"/>
              <a:t> the </a:t>
            </a:r>
            <a:r>
              <a:rPr lang="en" sz="1200"/>
              <a:t>world. When Germany needs to replace lost energy supplies quickly, demand and prices for oil and natural gas rise international, affecting many other countries and economies. Germany is also a major manufacturer and exporter. Higher energy costs can increase the prices for products sold around the world. Germany’s energy issue can also impact positively on other countries. Germany’s investments in renewable energy, energy efficiency, and new technologies can influence policies and innovation in other countries. </a:t>
            </a:r>
            <a:endParaRPr sz="1200"/>
          </a:p>
        </p:txBody>
      </p:sp>
      <p:sp>
        <p:nvSpPr>
          <p:cNvPr id="329" name="Google Shape;329;p34"/>
          <p:cNvSpPr txBox="1"/>
          <p:nvPr>
            <p:ph idx="2" type="title"/>
          </p:nvPr>
        </p:nvSpPr>
        <p:spPr>
          <a:xfrm>
            <a:off x="6068200" y="984625"/>
            <a:ext cx="29757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50"/>
              <a:t>The war significantly impacted Germany </a:t>
            </a:r>
            <a:r>
              <a:rPr lang="en" sz="1150"/>
              <a:t>because</a:t>
            </a:r>
            <a:r>
              <a:rPr lang="en" sz="1150"/>
              <a:t> the country has depended on Russian </a:t>
            </a:r>
            <a:r>
              <a:rPr lang="en" sz="1150"/>
              <a:t>natural</a:t>
            </a:r>
            <a:r>
              <a:rPr lang="en" sz="1150"/>
              <a:t> gas for most of its energy. Many German families had to pay </a:t>
            </a:r>
            <a:r>
              <a:rPr lang="en" sz="1150"/>
              <a:t>higher </a:t>
            </a:r>
            <a:r>
              <a:rPr lang="en" sz="1150"/>
              <a:t>bills for </a:t>
            </a:r>
            <a:r>
              <a:rPr lang="en" sz="1150"/>
              <a:t>heating</a:t>
            </a:r>
            <a:r>
              <a:rPr lang="en" sz="1150"/>
              <a:t> and electricity, and the overall cost of living </a:t>
            </a:r>
            <a:r>
              <a:rPr lang="en" sz="1150"/>
              <a:t>increased as many goods and services were getting affected by the energy crisis. Many businesses and factories also faced higher costs, more expensive production, and reduced profits. The economic pressure encouraged the government to prompt energy efficiency and cleaner technologies as part of the Energiewende. The Energiewende literally means “energy transition”, it's Germany strategy to transition to a low-carbon, nuclear-free, highly efficient energy economy. </a:t>
            </a:r>
            <a:endParaRPr sz="1150"/>
          </a:p>
        </p:txBody>
      </p:sp>
      <p:sp>
        <p:nvSpPr>
          <p:cNvPr id="330" name="Google Shape;330;p34"/>
          <p:cNvSpPr txBox="1"/>
          <p:nvPr>
            <p:ph idx="2" type="title"/>
          </p:nvPr>
        </p:nvSpPr>
        <p:spPr>
          <a:xfrm>
            <a:off x="39807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What </a:t>
            </a:r>
            <a:r>
              <a:rPr b="1" lang="en" sz="1500"/>
              <a:t>exactly</a:t>
            </a:r>
            <a:r>
              <a:rPr b="1" lang="en" sz="1500"/>
              <a:t> is the Issue?</a:t>
            </a:r>
            <a:endParaRPr b="1" sz="1500"/>
          </a:p>
        </p:txBody>
      </p:sp>
      <p:sp>
        <p:nvSpPr>
          <p:cNvPr id="331" name="Google Shape;331;p34"/>
          <p:cNvSpPr txBox="1"/>
          <p:nvPr>
            <p:ph idx="2" type="title"/>
          </p:nvPr>
        </p:nvSpPr>
        <p:spPr>
          <a:xfrm>
            <a:off x="3066500" y="621625"/>
            <a:ext cx="25680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t>Why does it matter Globally?</a:t>
            </a:r>
            <a:endParaRPr sz="1300"/>
          </a:p>
        </p:txBody>
      </p:sp>
      <p:sp>
        <p:nvSpPr>
          <p:cNvPr id="332" name="Google Shape;332;p34"/>
          <p:cNvSpPr txBox="1"/>
          <p:nvPr>
            <p:ph idx="2" type="title"/>
          </p:nvPr>
        </p:nvSpPr>
        <p:spPr>
          <a:xfrm>
            <a:off x="6194100" y="5734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How does it </a:t>
            </a:r>
            <a:r>
              <a:rPr b="1" lang="en" sz="1200"/>
              <a:t>specifically affected</a:t>
            </a:r>
            <a:r>
              <a:rPr b="1" lang="en" sz="1200"/>
              <a:t> </a:t>
            </a:r>
            <a:r>
              <a:rPr b="1" lang="en" sz="1200"/>
              <a:t>Germany</a:t>
            </a:r>
            <a:r>
              <a:rPr b="1" lang="en" sz="1200"/>
              <a:t>?</a:t>
            </a:r>
            <a:endParaRPr sz="1200"/>
          </a:p>
        </p:txBody>
      </p:sp>
      <p:pic>
        <p:nvPicPr>
          <p:cNvPr id="333" name="Google Shape;333;p34" title="download.jpg"/>
          <p:cNvPicPr preferRelativeResize="0"/>
          <p:nvPr/>
        </p:nvPicPr>
        <p:blipFill>
          <a:blip r:embed="rId3">
            <a:alphaModFix/>
          </a:blip>
          <a:stretch>
            <a:fillRect/>
          </a:stretch>
        </p:blipFill>
        <p:spPr>
          <a:xfrm>
            <a:off x="2046825" y="4088675"/>
            <a:ext cx="965925" cy="965925"/>
          </a:xfrm>
          <a:prstGeom prst="rect">
            <a:avLst/>
          </a:prstGeom>
          <a:noFill/>
          <a:ln>
            <a:noFill/>
          </a:ln>
        </p:spPr>
      </p:pic>
      <p:pic>
        <p:nvPicPr>
          <p:cNvPr id="334" name="Google Shape;334;p34" title="download.jpg"/>
          <p:cNvPicPr preferRelativeResize="0"/>
          <p:nvPr/>
        </p:nvPicPr>
        <p:blipFill>
          <a:blip r:embed="rId4">
            <a:alphaModFix/>
          </a:blip>
          <a:stretch>
            <a:fillRect/>
          </a:stretch>
        </p:blipFill>
        <p:spPr>
          <a:xfrm>
            <a:off x="2563100" y="86592"/>
            <a:ext cx="1070050" cy="535025"/>
          </a:xfrm>
          <a:prstGeom prst="rect">
            <a:avLst/>
          </a:prstGeom>
          <a:noFill/>
          <a:ln>
            <a:noFill/>
          </a:ln>
        </p:spPr>
      </p:pic>
      <p:pic>
        <p:nvPicPr>
          <p:cNvPr id="335" name="Google Shape;335;p34" title="download.jpg"/>
          <p:cNvPicPr preferRelativeResize="0"/>
          <p:nvPr/>
        </p:nvPicPr>
        <p:blipFill>
          <a:blip r:embed="rId5">
            <a:alphaModFix/>
          </a:blip>
          <a:stretch>
            <a:fillRect/>
          </a:stretch>
        </p:blipFill>
        <p:spPr>
          <a:xfrm>
            <a:off x="7336525" y="4088675"/>
            <a:ext cx="853850" cy="604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5"/>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Delisha’s Response</a:t>
            </a:r>
            <a:endParaRPr/>
          </a:p>
        </p:txBody>
      </p:sp>
      <p:sp>
        <p:nvSpPr>
          <p:cNvPr id="341" name="Google Shape;341;p35"/>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342" name="Google Shape;342;p35"/>
          <p:cNvSpPr txBox="1"/>
          <p:nvPr>
            <p:ph idx="1" type="subTitle"/>
          </p:nvPr>
        </p:nvSpPr>
        <p:spPr>
          <a:xfrm>
            <a:off x="2038200" y="3510113"/>
            <a:ext cx="50676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Germany’s actions, Evidence, International efforts  </a:t>
            </a:r>
            <a:endParaRPr/>
          </a:p>
        </p:txBody>
      </p:sp>
      <p:cxnSp>
        <p:nvCxnSpPr>
          <p:cNvPr id="343" name="Google Shape;343;p35"/>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6"/>
          <p:cNvSpPr txBox="1"/>
          <p:nvPr>
            <p:ph idx="2" type="title"/>
          </p:nvPr>
        </p:nvSpPr>
        <p:spPr>
          <a:xfrm>
            <a:off x="222000" y="1117925"/>
            <a:ext cx="29643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100"/>
              <a:t>The </a:t>
            </a:r>
            <a:r>
              <a:rPr lang="en" sz="1100"/>
              <a:t>German</a:t>
            </a:r>
            <a:r>
              <a:rPr lang="en" sz="1100"/>
              <a:t> government has taken several measures to respond to the energy crisis. The </a:t>
            </a:r>
            <a:r>
              <a:rPr lang="en" sz="1100"/>
              <a:t>government has given a relief package of 1.7 billion euros for almost all households on January 28 in 2022. Germany built new LNG (liquefied natural gas) terminals so they could import natural gas from other countries such as the United States and Qatar. Germany even requested household and businesses to reduce energy use and promoted financial support to help families and business to cope with the high energy prices. Germany also began to increase its investments in wind and solar power, and continues to work toward long-term goals to make Germany’s energy system cleaner, more secure, and more sustainable. </a:t>
            </a:r>
            <a:endParaRPr sz="1100"/>
          </a:p>
        </p:txBody>
      </p:sp>
      <p:sp>
        <p:nvSpPr>
          <p:cNvPr id="349" name="Google Shape;349;p36"/>
          <p:cNvSpPr txBox="1"/>
          <p:nvPr>
            <p:ph idx="2" type="title"/>
          </p:nvPr>
        </p:nvSpPr>
        <p:spPr>
          <a:xfrm>
            <a:off x="3186300" y="1095725"/>
            <a:ext cx="2763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Even through Germany is </a:t>
            </a:r>
            <a:r>
              <a:rPr lang="en" sz="1200"/>
              <a:t>trying</a:t>
            </a:r>
            <a:r>
              <a:rPr lang="en" sz="1200"/>
              <a:t> really hard to only rely on green energy, it has not completely stopped using fossil fuels. </a:t>
            </a:r>
            <a:r>
              <a:rPr lang="en" sz="1200"/>
              <a:t>Germany</a:t>
            </a:r>
            <a:r>
              <a:rPr lang="en" sz="1200"/>
              <a:t> still needs a reliable energy </a:t>
            </a:r>
            <a:r>
              <a:rPr lang="en" sz="1200"/>
              <a:t>source</a:t>
            </a:r>
            <a:r>
              <a:rPr lang="en" sz="1200"/>
              <a:t> for homes, schools, hospitals, and factories. Renewable </a:t>
            </a:r>
            <a:r>
              <a:rPr lang="en" sz="1200"/>
              <a:t>energy</a:t>
            </a:r>
            <a:r>
              <a:rPr lang="en" sz="1200"/>
              <a:t> like solar and wind, </a:t>
            </a:r>
            <a:r>
              <a:rPr lang="en" sz="1200"/>
              <a:t>cannot</a:t>
            </a:r>
            <a:r>
              <a:rPr lang="en" sz="1200"/>
              <a:t> </a:t>
            </a:r>
            <a:r>
              <a:rPr lang="en" sz="1200"/>
              <a:t>produce</a:t>
            </a:r>
            <a:r>
              <a:rPr lang="en" sz="1200"/>
              <a:t> </a:t>
            </a:r>
            <a:r>
              <a:rPr lang="en" sz="1200"/>
              <a:t>energy</a:t>
            </a:r>
            <a:r>
              <a:rPr lang="en" sz="1200"/>
              <a:t> when there to no wing or sunlight. Building </a:t>
            </a:r>
            <a:r>
              <a:rPr lang="en" sz="1200"/>
              <a:t>these</a:t>
            </a:r>
            <a:r>
              <a:rPr lang="en" sz="1200"/>
              <a:t> also takes time and money so the country is still lacking backup. </a:t>
            </a:r>
            <a:r>
              <a:rPr lang="en" sz="1200"/>
              <a:t>Germany</a:t>
            </a:r>
            <a:r>
              <a:rPr lang="en" sz="1200"/>
              <a:t> has also not stopped concumming Russian LNG.  Though it does not directly accept </a:t>
            </a:r>
            <a:r>
              <a:rPr lang="en" sz="1200"/>
              <a:t>Russian</a:t>
            </a:r>
            <a:r>
              <a:rPr lang="en" sz="1200"/>
              <a:t> LNG at its own domestic ports, it is still indirectly </a:t>
            </a:r>
            <a:r>
              <a:rPr lang="en" sz="1200"/>
              <a:t>consuming</a:t>
            </a:r>
            <a:r>
              <a:rPr lang="en" sz="1200"/>
              <a:t> it through its </a:t>
            </a:r>
            <a:r>
              <a:rPr lang="en" sz="1200"/>
              <a:t>European</a:t>
            </a:r>
            <a:r>
              <a:rPr lang="en" sz="1200"/>
              <a:t> Union neighbours and other </a:t>
            </a:r>
            <a:r>
              <a:rPr lang="en" sz="1200"/>
              <a:t>government-owned entities</a:t>
            </a:r>
            <a:endParaRPr sz="1200"/>
          </a:p>
        </p:txBody>
      </p:sp>
      <p:sp>
        <p:nvSpPr>
          <p:cNvPr id="350" name="Google Shape;350;p36"/>
          <p:cNvSpPr txBox="1"/>
          <p:nvPr>
            <p:ph idx="2" type="title"/>
          </p:nvPr>
        </p:nvSpPr>
        <p:spPr>
          <a:xfrm>
            <a:off x="5949650" y="1095725"/>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t>ddd</a:t>
            </a:r>
            <a:endParaRPr sz="2300"/>
          </a:p>
        </p:txBody>
      </p:sp>
      <p:sp>
        <p:nvSpPr>
          <p:cNvPr id="351" name="Google Shape;351;p36"/>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What has the Government </a:t>
            </a:r>
            <a:r>
              <a:rPr b="1" lang="en" sz="1200"/>
              <a:t>actually</a:t>
            </a:r>
            <a:r>
              <a:rPr b="1" lang="en" sz="1200"/>
              <a:t> done?</a:t>
            </a:r>
            <a:endParaRPr b="1" sz="1200"/>
          </a:p>
        </p:txBody>
      </p:sp>
      <p:sp>
        <p:nvSpPr>
          <p:cNvPr id="352" name="Google Shape;352;p36"/>
          <p:cNvSpPr txBox="1"/>
          <p:nvPr>
            <p:ph idx="2" type="title"/>
          </p:nvPr>
        </p:nvSpPr>
        <p:spPr>
          <a:xfrm>
            <a:off x="329037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t>What has it not done?Why? </a:t>
            </a:r>
            <a:endParaRPr sz="1400"/>
          </a:p>
        </p:txBody>
      </p:sp>
      <p:sp>
        <p:nvSpPr>
          <p:cNvPr id="353" name="Google Shape;353;p36"/>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300"/>
              <a:t>Who else is affected by this?</a:t>
            </a:r>
            <a:endParaRPr sz="1200"/>
          </a:p>
        </p:txBody>
      </p:sp>
      <p:pic>
        <p:nvPicPr>
          <p:cNvPr id="354" name="Google Shape;354;p36" title="download.jpg"/>
          <p:cNvPicPr preferRelativeResize="0"/>
          <p:nvPr/>
        </p:nvPicPr>
        <p:blipFill>
          <a:blip r:embed="rId3">
            <a:alphaModFix/>
          </a:blip>
          <a:stretch>
            <a:fillRect/>
          </a:stretch>
        </p:blipFill>
        <p:spPr>
          <a:xfrm>
            <a:off x="1384343" y="4305093"/>
            <a:ext cx="1210025" cy="770825"/>
          </a:xfrm>
          <a:prstGeom prst="rect">
            <a:avLst/>
          </a:prstGeom>
          <a:noFill/>
          <a:ln>
            <a:noFill/>
          </a:ln>
        </p:spPr>
      </p:pic>
      <p:pic>
        <p:nvPicPr>
          <p:cNvPr id="355" name="Google Shape;355;p36" title="download.jpg"/>
          <p:cNvPicPr preferRelativeResize="0"/>
          <p:nvPr/>
        </p:nvPicPr>
        <p:blipFill>
          <a:blip r:embed="rId4">
            <a:alphaModFix/>
          </a:blip>
          <a:stretch>
            <a:fillRect/>
          </a:stretch>
        </p:blipFill>
        <p:spPr>
          <a:xfrm>
            <a:off x="5225624" y="4256175"/>
            <a:ext cx="1094400" cy="819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7"/>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Consequences</a:t>
            </a:r>
            <a:r>
              <a:rPr lang="en"/>
              <a:t> </a:t>
            </a:r>
            <a:endParaRPr/>
          </a:p>
        </p:txBody>
      </p:sp>
      <p:sp>
        <p:nvSpPr>
          <p:cNvPr id="361" name="Google Shape;361;p37"/>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62" name="Google Shape;362;p37"/>
          <p:cNvSpPr txBox="1"/>
          <p:nvPr>
            <p:ph idx="1" type="subTitle"/>
          </p:nvPr>
        </p:nvSpPr>
        <p:spPr>
          <a:xfrm>
            <a:off x="1991025" y="3510125"/>
            <a:ext cx="51360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Intended vs unintended, Short vs long-term, Who affected  </a:t>
            </a:r>
            <a:endParaRPr/>
          </a:p>
        </p:txBody>
      </p:sp>
      <p:cxnSp>
        <p:nvCxnSpPr>
          <p:cNvPr id="363" name="Google Shape;363;p37"/>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8"/>
          <p:cNvSpPr txBox="1"/>
          <p:nvPr>
            <p:ph idx="2" type="title"/>
          </p:nvPr>
        </p:nvSpPr>
        <p:spPr>
          <a:xfrm>
            <a:off x="366650" y="1204675"/>
            <a:ext cx="2819700" cy="3342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t>Un</a:t>
            </a:r>
            <a:endParaRPr sz="1300"/>
          </a:p>
          <a:p>
            <a:pPr indent="0" lvl="0" marL="0" rtl="0" algn="l">
              <a:lnSpc>
                <a:spcPct val="115000"/>
              </a:lnSpc>
              <a:spcBef>
                <a:spcPts val="1200"/>
              </a:spcBef>
              <a:spcAft>
                <a:spcPts val="0"/>
              </a:spcAft>
              <a:buNone/>
            </a:pPr>
            <a:r>
              <a:rPr lang="en" sz="1300"/>
              <a:t>. </a:t>
            </a:r>
            <a:endParaRPr sz="1300"/>
          </a:p>
          <a:p>
            <a:pPr indent="0" lvl="0" marL="0" rtl="0" algn="l">
              <a:lnSpc>
                <a:spcPct val="115000"/>
              </a:lnSpc>
              <a:spcBef>
                <a:spcPts val="1200"/>
              </a:spcBef>
              <a:spcAft>
                <a:spcPts val="0"/>
              </a:spcAft>
              <a:buNone/>
            </a:pPr>
            <a:r>
              <a:rPr lang="en" sz="1300"/>
              <a:t>.</a:t>
            </a:r>
            <a:endParaRPr sz="1300"/>
          </a:p>
          <a:p>
            <a:pPr indent="0" lvl="0" marL="0" rtl="0" algn="l">
              <a:lnSpc>
                <a:spcPct val="115000"/>
              </a:lnSpc>
              <a:spcBef>
                <a:spcPts val="1200"/>
              </a:spcBef>
              <a:spcAft>
                <a:spcPts val="0"/>
              </a:spcAft>
              <a:buNone/>
            </a:pPr>
            <a:r>
              <a:rPr lang="en" sz="1300"/>
              <a:t>In</a:t>
            </a:r>
            <a:endParaRPr sz="1300"/>
          </a:p>
          <a:p>
            <a:pPr indent="0" lvl="0" marL="0" rtl="0" algn="l">
              <a:lnSpc>
                <a:spcPct val="115000"/>
              </a:lnSpc>
              <a:spcBef>
                <a:spcPts val="1200"/>
              </a:spcBef>
              <a:spcAft>
                <a:spcPts val="0"/>
              </a:spcAft>
              <a:buNone/>
            </a:pPr>
            <a:r>
              <a:rPr lang="en" sz="1300"/>
              <a:t>. </a:t>
            </a:r>
            <a:endParaRPr sz="1300"/>
          </a:p>
          <a:p>
            <a:pPr indent="0" lvl="0" marL="0" rtl="0" algn="l">
              <a:lnSpc>
                <a:spcPct val="115000"/>
              </a:lnSpc>
              <a:spcBef>
                <a:spcPts val="1200"/>
              </a:spcBef>
              <a:spcAft>
                <a:spcPts val="0"/>
              </a:spcAft>
              <a:buNone/>
            </a:pPr>
            <a:r>
              <a:rPr lang="en" sz="1300"/>
              <a:t>. </a:t>
            </a:r>
            <a:endParaRPr sz="1300"/>
          </a:p>
          <a:p>
            <a:pPr indent="0" lvl="0" marL="0" rtl="0" algn="l">
              <a:lnSpc>
                <a:spcPct val="115000"/>
              </a:lnSpc>
              <a:spcBef>
                <a:spcPts val="1200"/>
              </a:spcBef>
              <a:spcAft>
                <a:spcPts val="1200"/>
              </a:spcAft>
              <a:buNone/>
            </a:pPr>
            <a:r>
              <a:t/>
            </a:r>
            <a:endParaRPr sz="1300"/>
          </a:p>
        </p:txBody>
      </p:sp>
      <p:sp>
        <p:nvSpPr>
          <p:cNvPr id="369" name="Google Shape;369;p38"/>
          <p:cNvSpPr txBox="1"/>
          <p:nvPr>
            <p:ph idx="2" type="title"/>
          </p:nvPr>
        </p:nvSpPr>
        <p:spPr>
          <a:xfrm>
            <a:off x="3334825" y="1204675"/>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ede</a:t>
            </a:r>
            <a:endParaRPr sz="1300"/>
          </a:p>
        </p:txBody>
      </p:sp>
      <p:sp>
        <p:nvSpPr>
          <p:cNvPr id="370" name="Google Shape;370;p38"/>
          <p:cNvSpPr txBox="1"/>
          <p:nvPr>
            <p:ph idx="2" type="title"/>
          </p:nvPr>
        </p:nvSpPr>
        <p:spPr>
          <a:xfrm>
            <a:off x="5949650" y="1204800"/>
            <a:ext cx="2466300" cy="338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hihi</a:t>
            </a:r>
            <a:endParaRPr/>
          </a:p>
        </p:txBody>
      </p:sp>
      <p:sp>
        <p:nvSpPr>
          <p:cNvPr id="371" name="Google Shape;371;p38"/>
          <p:cNvSpPr txBox="1"/>
          <p:nvPr>
            <p:ph idx="2" type="title"/>
          </p:nvPr>
        </p:nvSpPr>
        <p:spPr>
          <a:xfrm>
            <a:off x="72000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t>What were the Intended &amp; Unintended Consequences?</a:t>
            </a:r>
            <a:endParaRPr b="1" sz="1200"/>
          </a:p>
        </p:txBody>
      </p:sp>
      <p:sp>
        <p:nvSpPr>
          <p:cNvPr id="372" name="Google Shape;372;p38"/>
          <p:cNvSpPr txBox="1"/>
          <p:nvPr>
            <p:ph idx="2" type="title"/>
          </p:nvPr>
        </p:nvSpPr>
        <p:spPr>
          <a:xfrm>
            <a:off x="3334825"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400"/>
              <a:t>Who Benefits? Who Suffers?</a:t>
            </a:r>
            <a:r>
              <a:rPr b="1" lang="en" sz="1400"/>
              <a:t> </a:t>
            </a:r>
            <a:endParaRPr sz="1300"/>
          </a:p>
        </p:txBody>
      </p:sp>
      <p:sp>
        <p:nvSpPr>
          <p:cNvPr id="373" name="Google Shape;373;p38"/>
          <p:cNvSpPr txBox="1"/>
          <p:nvPr>
            <p:ph idx="2" type="title"/>
          </p:nvPr>
        </p:nvSpPr>
        <p:spPr>
          <a:xfrm>
            <a:off x="5949650" y="621625"/>
            <a:ext cx="2466300" cy="3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200"/>
              <a:t>Short-term &amp; Long-</a:t>
            </a:r>
            <a:r>
              <a:rPr b="1" lang="en" sz="1200"/>
              <a:t>term</a:t>
            </a:r>
            <a:r>
              <a:rPr b="1" lang="en" sz="1200"/>
              <a:t> Effects?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9"/>
          <p:cNvSpPr txBox="1"/>
          <p:nvPr>
            <p:ph type="title"/>
          </p:nvPr>
        </p:nvSpPr>
        <p:spPr>
          <a:xfrm>
            <a:off x="1086900" y="2490413"/>
            <a:ext cx="6970200" cy="86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Canada &amp; Reflection</a:t>
            </a:r>
            <a:endParaRPr/>
          </a:p>
        </p:txBody>
      </p:sp>
      <p:sp>
        <p:nvSpPr>
          <p:cNvPr id="379" name="Google Shape;379;p39"/>
          <p:cNvSpPr txBox="1"/>
          <p:nvPr>
            <p:ph idx="2" type="title"/>
          </p:nvPr>
        </p:nvSpPr>
        <p:spPr>
          <a:xfrm>
            <a:off x="4023300" y="1267688"/>
            <a:ext cx="1097400" cy="109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380" name="Google Shape;380;p39"/>
          <p:cNvSpPr txBox="1"/>
          <p:nvPr>
            <p:ph idx="1" type="subTitle"/>
          </p:nvPr>
        </p:nvSpPr>
        <p:spPr>
          <a:xfrm>
            <a:off x="1991025" y="3510125"/>
            <a:ext cx="51360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 </a:t>
            </a:r>
            <a:r>
              <a:rPr lang="en"/>
              <a:t>Canada comparison, Why Canadians should care  </a:t>
            </a:r>
            <a:endParaRPr/>
          </a:p>
        </p:txBody>
      </p:sp>
      <p:cxnSp>
        <p:nvCxnSpPr>
          <p:cNvPr id="381" name="Google Shape;381;p39"/>
          <p:cNvCxnSpPr/>
          <p:nvPr/>
        </p:nvCxnSpPr>
        <p:spPr>
          <a:xfrm>
            <a:off x="1085850" y="3432413"/>
            <a:ext cx="69723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0"/>
          <p:cNvSpPr txBox="1"/>
          <p:nvPr>
            <p:ph idx="1" type="subTitle"/>
          </p:nvPr>
        </p:nvSpPr>
        <p:spPr>
          <a:xfrm>
            <a:off x="1450650" y="586201"/>
            <a:ext cx="6242700" cy="397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700"/>
              <a:t>Why should Canadian Care? </a:t>
            </a:r>
            <a:endParaRPr sz="1500"/>
          </a:p>
          <a:p>
            <a:pPr indent="0" lvl="0" marL="0" rtl="0" algn="ctr">
              <a:spcBef>
                <a:spcPts val="0"/>
              </a:spcBef>
              <a:spcAft>
                <a:spcPts val="0"/>
              </a:spcAft>
              <a:buNone/>
            </a:pPr>
            <a:r>
              <a:t/>
            </a:r>
            <a:endParaRPr sz="1500"/>
          </a:p>
          <a:p>
            <a:pPr indent="0" lvl="0" marL="0" rtl="0" algn="l">
              <a:spcBef>
                <a:spcPts val="0"/>
              </a:spcBef>
              <a:spcAft>
                <a:spcPts val="0"/>
              </a:spcAft>
              <a:buNone/>
            </a:pPr>
            <a:r>
              <a:rPr lang="en" sz="1300"/>
              <a:t>kko</a:t>
            </a:r>
            <a:r>
              <a:rPr b="1" lang="en" sz="1700"/>
              <a:t> </a:t>
            </a:r>
            <a:endParaRPr b="1"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1"/>
          <p:cNvSpPr txBox="1"/>
          <p:nvPr>
            <p:ph idx="1" type="subTitle"/>
          </p:nvPr>
        </p:nvSpPr>
        <p:spPr>
          <a:xfrm>
            <a:off x="482675" y="1136500"/>
            <a:ext cx="8461800" cy="3472200"/>
          </a:xfrm>
          <a:prstGeom prst="rect">
            <a:avLst/>
          </a:prstGeom>
        </p:spPr>
        <p:txBody>
          <a:bodyPr anchorCtr="0" anchor="t" bIns="91425" lIns="91425" spcFirstLastPara="1" rIns="91425" wrap="square" tIns="91425">
            <a:noAutofit/>
          </a:bodyPr>
          <a:lstStyle/>
          <a:p>
            <a:pPr indent="-292100" lvl="0" marL="457200" rtl="0" algn="l">
              <a:lnSpc>
                <a:spcPct val="200000"/>
              </a:lnSpc>
              <a:spcBef>
                <a:spcPts val="0"/>
              </a:spcBef>
              <a:spcAft>
                <a:spcPts val="0"/>
              </a:spcAft>
              <a:buClr>
                <a:schemeClr val="dk1"/>
              </a:buClr>
              <a:buSzPts val="1000"/>
              <a:buChar char="■"/>
            </a:pPr>
            <a:r>
              <a:rPr lang="en" sz="1000">
                <a:latin typeface="Arial"/>
                <a:ea typeface="Arial"/>
                <a:cs typeface="Arial"/>
                <a:sym typeface="Arial"/>
              </a:rPr>
              <a:t>Wikipedia Contributors. (2019, May 24). </a:t>
            </a:r>
            <a:r>
              <a:rPr i="1" lang="en" sz="1000">
                <a:latin typeface="Arial"/>
                <a:ea typeface="Arial"/>
                <a:cs typeface="Arial"/>
                <a:sym typeface="Arial"/>
              </a:rPr>
              <a:t>Bundestag</a:t>
            </a:r>
            <a:r>
              <a:rPr lang="en" sz="1000">
                <a:latin typeface="Arial"/>
                <a:ea typeface="Arial"/>
                <a:cs typeface="Arial"/>
                <a:sym typeface="Arial"/>
              </a:rPr>
              <a:t>. Wikipedia; Wikimedia Foundation. </a:t>
            </a:r>
            <a:r>
              <a:rPr lang="en" sz="1000" u="sng">
                <a:solidFill>
                  <a:schemeClr val="hlink"/>
                </a:solidFill>
                <a:latin typeface="Arial"/>
                <a:ea typeface="Arial"/>
                <a:cs typeface="Arial"/>
                <a:sym typeface="Arial"/>
                <a:hlinkClick r:id="rId3"/>
              </a:rPr>
              <a:t>https://en.wikipedia.org/wiki/Bundestag</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Clean Energy Wire. (2018, November 29). </a:t>
            </a:r>
            <a:r>
              <a:rPr i="1" lang="en" sz="1000">
                <a:latin typeface="Arial"/>
                <a:ea typeface="Arial"/>
                <a:cs typeface="Arial"/>
                <a:sym typeface="Arial"/>
              </a:rPr>
              <a:t>Germany’s Energiewende in brief</a:t>
            </a:r>
            <a:r>
              <a:rPr lang="en" sz="1000">
                <a:latin typeface="Arial"/>
                <a:ea typeface="Arial"/>
                <a:cs typeface="Arial"/>
                <a:sym typeface="Arial"/>
              </a:rPr>
              <a:t>. Clean Energy Wire. </a:t>
            </a:r>
            <a:r>
              <a:rPr lang="en" sz="1000">
                <a:uFill>
                  <a:noFill/>
                </a:uFill>
                <a:latin typeface="Arial"/>
                <a:ea typeface="Arial"/>
                <a:cs typeface="Arial"/>
                <a:sym typeface="Arial"/>
                <a:hlinkClick r:id="rId4"/>
              </a:rPr>
              <a:t>https://www.cleanenergywire.org/germanys-energiewende-brief</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Gross, S., &amp; Stelzenmüller, C. (2024, June 18). Europe’s Messy Russian Gas Divorce. Brookings. </a:t>
            </a:r>
            <a:r>
              <a:rPr lang="en" sz="1000" u="sng">
                <a:solidFill>
                  <a:schemeClr val="hlink"/>
                </a:solidFill>
                <a:latin typeface="Arial"/>
                <a:ea typeface="Arial"/>
                <a:cs typeface="Arial"/>
                <a:sym typeface="Arial"/>
                <a:hlinkClick r:id="rId5"/>
              </a:rPr>
              <a:t>https://www.brookings.edu/articles/europes-messy-russian-gas-divorce/</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rPr lang="en" sz="1000">
                <a:latin typeface="Arial"/>
                <a:ea typeface="Arial"/>
                <a:cs typeface="Arial"/>
                <a:sym typeface="Arial"/>
              </a:rPr>
              <a:t>Wehrmann, B. (2022, June 14). What happens if Russia’s gas supplies to Germany are cut? Clean Energy Wire. </a:t>
            </a:r>
            <a:r>
              <a:rPr lang="en" sz="1000" u="sng">
                <a:solidFill>
                  <a:schemeClr val="hlink"/>
                </a:solidFill>
                <a:latin typeface="Arial"/>
                <a:ea typeface="Arial"/>
                <a:cs typeface="Arial"/>
                <a:sym typeface="Arial"/>
                <a:hlinkClick r:id="rId6"/>
              </a:rPr>
              <a:t>https://www.cleanenergywire.org/factsheets/what-happens-if-russias-gas-supplies-germany-are-cut</a:t>
            </a:r>
            <a:endParaRPr sz="1000">
              <a:latin typeface="Arial"/>
              <a:ea typeface="Arial"/>
              <a:cs typeface="Arial"/>
              <a:sym typeface="Arial"/>
            </a:endParaRPr>
          </a:p>
          <a:p>
            <a:pPr indent="-292100" lvl="0" marL="457200" rtl="0" algn="l">
              <a:lnSpc>
                <a:spcPct val="200000"/>
              </a:lnSpc>
              <a:spcBef>
                <a:spcPts val="0"/>
              </a:spcBef>
              <a:spcAft>
                <a:spcPts val="0"/>
              </a:spcAft>
              <a:buSzPts val="1000"/>
              <a:buFont typeface="Arial"/>
              <a:buChar char="■"/>
            </a:pPr>
            <a:r>
              <a:t/>
            </a:r>
            <a:endParaRPr sz="1000">
              <a:latin typeface="Arial"/>
              <a:ea typeface="Arial"/>
              <a:cs typeface="Arial"/>
              <a:sym typeface="Arial"/>
            </a:endParaRPr>
          </a:p>
        </p:txBody>
      </p:sp>
      <p:sp>
        <p:nvSpPr>
          <p:cNvPr id="392" name="Google Shape;392;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000"/>
              <a:t>RESOURCES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rman Language Academy by Slidesgo">
  <a:themeElements>
    <a:clrScheme name="Simple Light">
      <a:dk1>
        <a:srgbClr val="000000"/>
      </a:dk1>
      <a:lt1>
        <a:srgbClr val="D50C1A"/>
      </a:lt1>
      <a:dk2>
        <a:srgbClr val="DAAC18"/>
      </a:dk2>
      <a:lt2>
        <a:srgbClr val="E8E8E8"/>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