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2" r:id="rId4"/>
    <p:sldMasterId id="2147483673"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Lst>
  <p:sldSz cy="5143500" cx="9144000"/>
  <p:notesSz cx="6858000" cy="9144000"/>
  <p:embeddedFontLst>
    <p:embeddedFont>
      <p:font typeface="Roboto"/>
      <p:regular r:id="rId46"/>
      <p:bold r:id="rId47"/>
      <p:italic r:id="rId48"/>
      <p:boldItalic r:id="rId49"/>
    </p:embeddedFont>
    <p:embeddedFont>
      <p:font typeface="Proxima Nova"/>
      <p:regular r:id="rId50"/>
      <p:bold r:id="rId51"/>
      <p:italic r:id="rId52"/>
      <p:boldItalic r:id="rId53"/>
    </p:embeddedFont>
    <p:embeddedFont>
      <p:font typeface="Roboto Medium"/>
      <p:regular r:id="rId54"/>
      <p:bold r:id="rId55"/>
      <p:italic r:id="rId56"/>
      <p:boldItalic r:id="rId57"/>
    </p:embeddedFont>
    <p:embeddedFont>
      <p:font typeface="Amatic SC"/>
      <p:regular r:id="rId58"/>
      <p:bold r:id="rId59"/>
    </p:embeddedFont>
    <p:embeddedFont>
      <p:font typeface="Scheherazade New"/>
      <p:regular r:id="rId60"/>
      <p:bold r:id="rId61"/>
    </p:embeddedFont>
    <p:embeddedFont>
      <p:font typeface="Sriracha"/>
      <p:regular r:id="rId6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BD5B165A-5D91-4C7E-8B97-439C4C4040DF}">
  <a:tblStyle styleId="{BD5B165A-5D91-4C7E-8B97-439C4C4040DF}"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font" Target="fonts/Roboto-regular.fntdata"/><Relationship Id="rId45" Type="http://schemas.openxmlformats.org/officeDocument/2006/relationships/slide" Target="slides/slide39.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Roboto-italic.fntdata"/><Relationship Id="rId47" Type="http://schemas.openxmlformats.org/officeDocument/2006/relationships/font" Target="fonts/Roboto-bold.fntdata"/><Relationship Id="rId49" Type="http://schemas.openxmlformats.org/officeDocument/2006/relationships/font" Target="fonts/Roboto-bold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Sriracha-regular.fntdata"/><Relationship Id="rId61" Type="http://schemas.openxmlformats.org/officeDocument/2006/relationships/font" Target="fonts/ScheherazadeNew-bold.fntdata"/><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ScheherazadeNew-regular.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roximaNova-bold.fntdata"/><Relationship Id="rId50" Type="http://schemas.openxmlformats.org/officeDocument/2006/relationships/font" Target="fonts/ProximaNova-regular.fntdata"/><Relationship Id="rId53" Type="http://schemas.openxmlformats.org/officeDocument/2006/relationships/font" Target="fonts/ProximaNova-boldItalic.fntdata"/><Relationship Id="rId52" Type="http://schemas.openxmlformats.org/officeDocument/2006/relationships/font" Target="fonts/ProximaNova-italic.fntdata"/><Relationship Id="rId11" Type="http://schemas.openxmlformats.org/officeDocument/2006/relationships/slide" Target="slides/slide5.xml"/><Relationship Id="rId55" Type="http://schemas.openxmlformats.org/officeDocument/2006/relationships/font" Target="fonts/RobotoMedium-bold.fntdata"/><Relationship Id="rId10" Type="http://schemas.openxmlformats.org/officeDocument/2006/relationships/slide" Target="slides/slide4.xml"/><Relationship Id="rId54" Type="http://schemas.openxmlformats.org/officeDocument/2006/relationships/font" Target="fonts/RobotoMedium-regular.fntdata"/><Relationship Id="rId13" Type="http://schemas.openxmlformats.org/officeDocument/2006/relationships/slide" Target="slides/slide7.xml"/><Relationship Id="rId57" Type="http://schemas.openxmlformats.org/officeDocument/2006/relationships/font" Target="fonts/RobotoMedium-boldItalic.fntdata"/><Relationship Id="rId12" Type="http://schemas.openxmlformats.org/officeDocument/2006/relationships/slide" Target="slides/slide6.xml"/><Relationship Id="rId56" Type="http://schemas.openxmlformats.org/officeDocument/2006/relationships/font" Target="fonts/RobotoMedium-italic.fntdata"/><Relationship Id="rId15" Type="http://schemas.openxmlformats.org/officeDocument/2006/relationships/slide" Target="slides/slide9.xml"/><Relationship Id="rId59" Type="http://schemas.openxmlformats.org/officeDocument/2006/relationships/font" Target="fonts/AmaticSC-bold.fntdata"/><Relationship Id="rId14" Type="http://schemas.openxmlformats.org/officeDocument/2006/relationships/slide" Target="slides/slide8.xml"/><Relationship Id="rId58" Type="http://schemas.openxmlformats.org/officeDocument/2006/relationships/font" Target="fonts/AmaticSC-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01" name="Shape 8701"/>
        <p:cNvGrpSpPr/>
        <p:nvPr/>
      </p:nvGrpSpPr>
      <p:grpSpPr>
        <a:xfrm>
          <a:off x="0" y="0"/>
          <a:ext cx="0" cy="0"/>
          <a:chOff x="0" y="0"/>
          <a:chExt cx="0" cy="0"/>
        </a:xfrm>
      </p:grpSpPr>
      <p:sp>
        <p:nvSpPr>
          <p:cNvPr id="8702" name="Google Shape;8702;g18c8d1e4a7f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03" name="Google Shape;8703;g18c8d1e4a7f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06" name="Shape 8706"/>
        <p:cNvGrpSpPr/>
        <p:nvPr/>
      </p:nvGrpSpPr>
      <p:grpSpPr>
        <a:xfrm>
          <a:off x="0" y="0"/>
          <a:ext cx="0" cy="0"/>
          <a:chOff x="0" y="0"/>
          <a:chExt cx="0" cy="0"/>
        </a:xfrm>
      </p:grpSpPr>
      <p:sp>
        <p:nvSpPr>
          <p:cNvPr id="8707" name="Google Shape;8707;gd362d286f3_1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08" name="Google Shape;8708;gd362d286f3_1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7" name="Shape 9567"/>
        <p:cNvGrpSpPr/>
        <p:nvPr/>
      </p:nvGrpSpPr>
      <p:grpSpPr>
        <a:xfrm>
          <a:off x="0" y="0"/>
          <a:ext cx="0" cy="0"/>
          <a:chOff x="0" y="0"/>
          <a:chExt cx="0" cy="0"/>
        </a:xfrm>
      </p:grpSpPr>
      <p:sp>
        <p:nvSpPr>
          <p:cNvPr id="9568" name="Google Shape;9568;gd362d286f3_1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69" name="Google Shape;9569;gd362d286f3_1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76" name="Shape 9576"/>
        <p:cNvGrpSpPr/>
        <p:nvPr/>
      </p:nvGrpSpPr>
      <p:grpSpPr>
        <a:xfrm>
          <a:off x="0" y="0"/>
          <a:ext cx="0" cy="0"/>
          <a:chOff x="0" y="0"/>
          <a:chExt cx="0" cy="0"/>
        </a:xfrm>
      </p:grpSpPr>
      <p:sp>
        <p:nvSpPr>
          <p:cNvPr id="9577" name="Google Shape;9577;g142e9ca21e0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78" name="Google Shape;9578;g142e9ca21e0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0" name="Shape 9590"/>
        <p:cNvGrpSpPr/>
        <p:nvPr/>
      </p:nvGrpSpPr>
      <p:grpSpPr>
        <a:xfrm>
          <a:off x="0" y="0"/>
          <a:ext cx="0" cy="0"/>
          <a:chOff x="0" y="0"/>
          <a:chExt cx="0" cy="0"/>
        </a:xfrm>
      </p:grpSpPr>
      <p:sp>
        <p:nvSpPr>
          <p:cNvPr id="9591" name="Google Shape;9591;gd362d286f3_1_1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92" name="Google Shape;9592;gd362d286f3_1_1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04" name="Shape 9604"/>
        <p:cNvGrpSpPr/>
        <p:nvPr/>
      </p:nvGrpSpPr>
      <p:grpSpPr>
        <a:xfrm>
          <a:off x="0" y="0"/>
          <a:ext cx="0" cy="0"/>
          <a:chOff x="0" y="0"/>
          <a:chExt cx="0" cy="0"/>
        </a:xfrm>
      </p:grpSpPr>
      <p:sp>
        <p:nvSpPr>
          <p:cNvPr id="9605" name="Google Shape;9605;gd362d286f3_1_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06" name="Google Shape;9606;gd362d286f3_1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68" name="Shape 9668"/>
        <p:cNvGrpSpPr/>
        <p:nvPr/>
      </p:nvGrpSpPr>
      <p:grpSpPr>
        <a:xfrm>
          <a:off x="0" y="0"/>
          <a:ext cx="0" cy="0"/>
          <a:chOff x="0" y="0"/>
          <a:chExt cx="0" cy="0"/>
        </a:xfrm>
      </p:grpSpPr>
      <p:sp>
        <p:nvSpPr>
          <p:cNvPr id="9669" name="Google Shape;9669;gd362d286f3_1_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70" name="Google Shape;9670;gd362d286f3_1_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12" name="Shape 9812"/>
        <p:cNvGrpSpPr/>
        <p:nvPr/>
      </p:nvGrpSpPr>
      <p:grpSpPr>
        <a:xfrm>
          <a:off x="0" y="0"/>
          <a:ext cx="0" cy="0"/>
          <a:chOff x="0" y="0"/>
          <a:chExt cx="0" cy="0"/>
        </a:xfrm>
      </p:grpSpPr>
      <p:sp>
        <p:nvSpPr>
          <p:cNvPr id="9813" name="Google Shape;9813;gd362d286f3_1_2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14" name="Google Shape;9814;gd362d286f3_1_2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17" name="Shape 9817"/>
        <p:cNvGrpSpPr/>
        <p:nvPr/>
      </p:nvGrpSpPr>
      <p:grpSpPr>
        <a:xfrm>
          <a:off x="0" y="0"/>
          <a:ext cx="0" cy="0"/>
          <a:chOff x="0" y="0"/>
          <a:chExt cx="0" cy="0"/>
        </a:xfrm>
      </p:grpSpPr>
      <p:sp>
        <p:nvSpPr>
          <p:cNvPr id="9818" name="Google Shape;9818;gd362d286f3_1_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19" name="Google Shape;9819;gd362d286f3_1_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2" name="Shape 9872"/>
        <p:cNvGrpSpPr/>
        <p:nvPr/>
      </p:nvGrpSpPr>
      <p:grpSpPr>
        <a:xfrm>
          <a:off x="0" y="0"/>
          <a:ext cx="0" cy="0"/>
          <a:chOff x="0" y="0"/>
          <a:chExt cx="0" cy="0"/>
        </a:xfrm>
      </p:grpSpPr>
      <p:sp>
        <p:nvSpPr>
          <p:cNvPr id="9873" name="Google Shape;9873;gd362d286f3_1_1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74" name="Google Shape;9874;gd362d286f3_1_1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86" name="Shape 9986"/>
        <p:cNvGrpSpPr/>
        <p:nvPr/>
      </p:nvGrpSpPr>
      <p:grpSpPr>
        <a:xfrm>
          <a:off x="0" y="0"/>
          <a:ext cx="0" cy="0"/>
          <a:chOff x="0" y="0"/>
          <a:chExt cx="0" cy="0"/>
        </a:xfrm>
      </p:grpSpPr>
      <p:sp>
        <p:nvSpPr>
          <p:cNvPr id="9987" name="Google Shape;9987;gd362d286f3_1_1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88" name="Google Shape;9988;gd362d286f3_1_1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0" name="Shape 10010"/>
        <p:cNvGrpSpPr/>
        <p:nvPr/>
      </p:nvGrpSpPr>
      <p:grpSpPr>
        <a:xfrm>
          <a:off x="0" y="0"/>
          <a:ext cx="0" cy="0"/>
          <a:chOff x="0" y="0"/>
          <a:chExt cx="0" cy="0"/>
        </a:xfrm>
      </p:grpSpPr>
      <p:sp>
        <p:nvSpPr>
          <p:cNvPr id="10011" name="Google Shape;10011;gd362d286f3_1_1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12" name="Google Shape;10012;gd362d286f3_1_1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77" name="Shape 10077"/>
        <p:cNvGrpSpPr/>
        <p:nvPr/>
      </p:nvGrpSpPr>
      <p:grpSpPr>
        <a:xfrm>
          <a:off x="0" y="0"/>
          <a:ext cx="0" cy="0"/>
          <a:chOff x="0" y="0"/>
          <a:chExt cx="0" cy="0"/>
        </a:xfrm>
      </p:grpSpPr>
      <p:sp>
        <p:nvSpPr>
          <p:cNvPr id="10078" name="Google Shape;10078;g142e9ca21e0_0_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79" name="Google Shape;10079;g142e9ca21e0_0_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14" name="Shape 10114"/>
        <p:cNvGrpSpPr/>
        <p:nvPr/>
      </p:nvGrpSpPr>
      <p:grpSpPr>
        <a:xfrm>
          <a:off x="0" y="0"/>
          <a:ext cx="0" cy="0"/>
          <a:chOff x="0" y="0"/>
          <a:chExt cx="0" cy="0"/>
        </a:xfrm>
      </p:grpSpPr>
      <p:sp>
        <p:nvSpPr>
          <p:cNvPr id="10115" name="Google Shape;10115;gd362d286f3_1_1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16" name="Google Shape;10116;gd362d286f3_1_1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26" name="Shape 10126"/>
        <p:cNvGrpSpPr/>
        <p:nvPr/>
      </p:nvGrpSpPr>
      <p:grpSpPr>
        <a:xfrm>
          <a:off x="0" y="0"/>
          <a:ext cx="0" cy="0"/>
          <a:chOff x="0" y="0"/>
          <a:chExt cx="0" cy="0"/>
        </a:xfrm>
      </p:grpSpPr>
      <p:sp>
        <p:nvSpPr>
          <p:cNvPr id="10127" name="Google Shape;10127;gd362d286f3_1_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28" name="Google Shape;10128;gd362d286f3_1_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49" name="Shape 10149"/>
        <p:cNvGrpSpPr/>
        <p:nvPr/>
      </p:nvGrpSpPr>
      <p:grpSpPr>
        <a:xfrm>
          <a:off x="0" y="0"/>
          <a:ext cx="0" cy="0"/>
          <a:chOff x="0" y="0"/>
          <a:chExt cx="0" cy="0"/>
        </a:xfrm>
      </p:grpSpPr>
      <p:sp>
        <p:nvSpPr>
          <p:cNvPr id="10150" name="Google Shape;10150;gd362d286f3_1_1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51" name="Google Shape;10151;gd362d286f3_1_1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5" name="Shape 10155"/>
        <p:cNvGrpSpPr/>
        <p:nvPr/>
      </p:nvGrpSpPr>
      <p:grpSpPr>
        <a:xfrm>
          <a:off x="0" y="0"/>
          <a:ext cx="0" cy="0"/>
          <a:chOff x="0" y="0"/>
          <a:chExt cx="0" cy="0"/>
        </a:xfrm>
      </p:grpSpPr>
      <p:sp>
        <p:nvSpPr>
          <p:cNvPr id="10156" name="Google Shape;10156;gd362d286f3_1_1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57" name="Google Shape;10157;gd362d286f3_1_1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65" name="Shape 10165"/>
        <p:cNvGrpSpPr/>
        <p:nvPr/>
      </p:nvGrpSpPr>
      <p:grpSpPr>
        <a:xfrm>
          <a:off x="0" y="0"/>
          <a:ext cx="0" cy="0"/>
          <a:chOff x="0" y="0"/>
          <a:chExt cx="0" cy="0"/>
        </a:xfrm>
      </p:grpSpPr>
      <p:sp>
        <p:nvSpPr>
          <p:cNvPr id="10166" name="Google Shape;10166;gd362d286f3_1_1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67" name="Google Shape;10167;gd362d286f3_1_1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00" name="Shape 10200"/>
        <p:cNvGrpSpPr/>
        <p:nvPr/>
      </p:nvGrpSpPr>
      <p:grpSpPr>
        <a:xfrm>
          <a:off x="0" y="0"/>
          <a:ext cx="0" cy="0"/>
          <a:chOff x="0" y="0"/>
          <a:chExt cx="0" cy="0"/>
        </a:xfrm>
      </p:grpSpPr>
      <p:sp>
        <p:nvSpPr>
          <p:cNvPr id="10201" name="Google Shape;10201;ge2812c4e9a_1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02" name="Google Shape;10202;ge2812c4e9a_1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76" name="Shape 11176"/>
        <p:cNvGrpSpPr/>
        <p:nvPr/>
      </p:nvGrpSpPr>
      <p:grpSpPr>
        <a:xfrm>
          <a:off x="0" y="0"/>
          <a:ext cx="0" cy="0"/>
          <a:chOff x="0" y="0"/>
          <a:chExt cx="0" cy="0"/>
        </a:xfrm>
      </p:grpSpPr>
      <p:sp>
        <p:nvSpPr>
          <p:cNvPr id="11177" name="Google Shape;11177;ge2812c4e9a_1_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78" name="Google Shape;11178;ge2812c4e9a_1_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17" name="Shape 11417"/>
        <p:cNvGrpSpPr/>
        <p:nvPr/>
      </p:nvGrpSpPr>
      <p:grpSpPr>
        <a:xfrm>
          <a:off x="0" y="0"/>
          <a:ext cx="0" cy="0"/>
          <a:chOff x="0" y="0"/>
          <a:chExt cx="0" cy="0"/>
        </a:xfrm>
      </p:grpSpPr>
      <p:sp>
        <p:nvSpPr>
          <p:cNvPr id="11418" name="Google Shape;11418;g1215e4c9146_0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19" name="Google Shape;11419;g1215e4c9146_0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23" name="Shape 11423"/>
        <p:cNvGrpSpPr/>
        <p:nvPr/>
      </p:nvGrpSpPr>
      <p:grpSpPr>
        <a:xfrm>
          <a:off x="0" y="0"/>
          <a:ext cx="0" cy="0"/>
          <a:chOff x="0" y="0"/>
          <a:chExt cx="0" cy="0"/>
        </a:xfrm>
      </p:grpSpPr>
      <p:sp>
        <p:nvSpPr>
          <p:cNvPr id="11424" name="Google Shape;11424;g18c738dbde7_0_299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25" name="Google Shape;11425;g18c738dbde7_0_299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29" name="Shape 11429"/>
        <p:cNvGrpSpPr/>
        <p:nvPr/>
      </p:nvGrpSpPr>
      <p:grpSpPr>
        <a:xfrm>
          <a:off x="0" y="0"/>
          <a:ext cx="0" cy="0"/>
          <a:chOff x="0" y="0"/>
          <a:chExt cx="0" cy="0"/>
        </a:xfrm>
      </p:grpSpPr>
      <p:sp>
        <p:nvSpPr>
          <p:cNvPr id="11430" name="Google Shape;11430;g18c738dbde7_0_299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31" name="Google Shape;11431;g18c738dbde7_0_299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35" name="Shape 11435"/>
        <p:cNvGrpSpPr/>
        <p:nvPr/>
      </p:nvGrpSpPr>
      <p:grpSpPr>
        <a:xfrm>
          <a:off x="0" y="0"/>
          <a:ext cx="0" cy="0"/>
          <a:chOff x="0" y="0"/>
          <a:chExt cx="0" cy="0"/>
        </a:xfrm>
      </p:grpSpPr>
      <p:sp>
        <p:nvSpPr>
          <p:cNvPr id="11436" name="Google Shape;11436;g18c738dbde7_0_299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37" name="Google Shape;11437;g18c738dbde7_0_299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61" name="Shape 11461"/>
        <p:cNvGrpSpPr/>
        <p:nvPr/>
      </p:nvGrpSpPr>
      <p:grpSpPr>
        <a:xfrm>
          <a:off x="0" y="0"/>
          <a:ext cx="0" cy="0"/>
          <a:chOff x="0" y="0"/>
          <a:chExt cx="0" cy="0"/>
        </a:xfrm>
      </p:grpSpPr>
      <p:sp>
        <p:nvSpPr>
          <p:cNvPr id="11462" name="Google Shape;11462;g18c738dbde7_0_299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63" name="Google Shape;11463;g18c738dbde7_0_299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77" name="Shape 11477"/>
        <p:cNvGrpSpPr/>
        <p:nvPr/>
      </p:nvGrpSpPr>
      <p:grpSpPr>
        <a:xfrm>
          <a:off x="0" y="0"/>
          <a:ext cx="0" cy="0"/>
          <a:chOff x="0" y="0"/>
          <a:chExt cx="0" cy="0"/>
        </a:xfrm>
      </p:grpSpPr>
      <p:sp>
        <p:nvSpPr>
          <p:cNvPr id="11478" name="Google Shape;11478;g18c738dbde7_0_299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79" name="Google Shape;11479;g18c738dbde7_0_299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16" name="Shape 11816"/>
        <p:cNvGrpSpPr/>
        <p:nvPr/>
      </p:nvGrpSpPr>
      <p:grpSpPr>
        <a:xfrm>
          <a:off x="0" y="0"/>
          <a:ext cx="0" cy="0"/>
          <a:chOff x="0" y="0"/>
          <a:chExt cx="0" cy="0"/>
        </a:xfrm>
      </p:grpSpPr>
      <p:sp>
        <p:nvSpPr>
          <p:cNvPr id="11817" name="Google Shape;11817;g18c738dbde7_0_303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18" name="Google Shape;11818;g18c738dbde7_0_303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17" name="Shape 14017"/>
        <p:cNvGrpSpPr/>
        <p:nvPr/>
      </p:nvGrpSpPr>
      <p:grpSpPr>
        <a:xfrm>
          <a:off x="0" y="0"/>
          <a:ext cx="0" cy="0"/>
          <a:chOff x="0" y="0"/>
          <a:chExt cx="0" cy="0"/>
        </a:xfrm>
      </p:grpSpPr>
      <p:sp>
        <p:nvSpPr>
          <p:cNvPr id="14018" name="Google Shape;14018;g18c738dbde7_0_325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19" name="Google Shape;14019;g18c738dbde7_0_325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36" name="Shape 14436"/>
        <p:cNvGrpSpPr/>
        <p:nvPr/>
      </p:nvGrpSpPr>
      <p:grpSpPr>
        <a:xfrm>
          <a:off x="0" y="0"/>
          <a:ext cx="0" cy="0"/>
          <a:chOff x="0" y="0"/>
          <a:chExt cx="0" cy="0"/>
        </a:xfrm>
      </p:grpSpPr>
      <p:sp>
        <p:nvSpPr>
          <p:cNvPr id="14437" name="Google Shape;14437;g18c738dbde7_0_329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38" name="Google Shape;14438;g18c738dbde7_0_329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06" name="Shape 14606"/>
        <p:cNvGrpSpPr/>
        <p:nvPr/>
      </p:nvGrpSpPr>
      <p:grpSpPr>
        <a:xfrm>
          <a:off x="0" y="0"/>
          <a:ext cx="0" cy="0"/>
          <a:chOff x="0" y="0"/>
          <a:chExt cx="0" cy="0"/>
        </a:xfrm>
      </p:grpSpPr>
      <p:sp>
        <p:nvSpPr>
          <p:cNvPr id="14607" name="Google Shape;14607;g18c738dbde7_0_330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08" name="Google Shape;14608;g18c738dbde7_0_330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11" name="Shape 15011"/>
        <p:cNvGrpSpPr/>
        <p:nvPr/>
      </p:nvGrpSpPr>
      <p:grpSpPr>
        <a:xfrm>
          <a:off x="0" y="0"/>
          <a:ext cx="0" cy="0"/>
          <a:chOff x="0" y="0"/>
          <a:chExt cx="0" cy="0"/>
        </a:xfrm>
      </p:grpSpPr>
      <p:sp>
        <p:nvSpPr>
          <p:cNvPr id="15012" name="Google Shape;15012;g18c738dbde7_0_335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13" name="Google Shape;15013;g18c738dbde7_0_335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91" name="Shape 15391"/>
        <p:cNvGrpSpPr/>
        <p:nvPr/>
      </p:nvGrpSpPr>
      <p:grpSpPr>
        <a:xfrm>
          <a:off x="0" y="0"/>
          <a:ext cx="0" cy="0"/>
          <a:chOff x="0" y="0"/>
          <a:chExt cx="0" cy="0"/>
        </a:xfrm>
      </p:grpSpPr>
      <p:sp>
        <p:nvSpPr>
          <p:cNvPr id="15392" name="Google Shape;15392;g18c738dbde7_0_338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93" name="Google Shape;15393;g18c738dbde7_0_338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68" name="Shape 16168"/>
        <p:cNvGrpSpPr/>
        <p:nvPr/>
      </p:nvGrpSpPr>
      <p:grpSpPr>
        <a:xfrm>
          <a:off x="0" y="0"/>
          <a:ext cx="0" cy="0"/>
          <a:chOff x="0" y="0"/>
          <a:chExt cx="0" cy="0"/>
        </a:xfrm>
      </p:grpSpPr>
      <p:sp>
        <p:nvSpPr>
          <p:cNvPr id="16169" name="Google Shape;16169;g18c738dbde7_0_346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170" name="Google Shape;16170;g18c738dbde7_0_346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75" name="Shape 17575"/>
        <p:cNvGrpSpPr/>
        <p:nvPr/>
      </p:nvGrpSpPr>
      <p:grpSpPr>
        <a:xfrm>
          <a:off x="0" y="0"/>
          <a:ext cx="0" cy="0"/>
          <a:chOff x="0" y="0"/>
          <a:chExt cx="0" cy="0"/>
        </a:xfrm>
      </p:grpSpPr>
      <p:sp>
        <p:nvSpPr>
          <p:cNvPr id="17576" name="Google Shape;17576;g18c738dbde7_0_360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77" name="Google Shape;17577;g18c738dbde7_0_360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69" name="Shape 19969"/>
        <p:cNvGrpSpPr/>
        <p:nvPr/>
      </p:nvGrpSpPr>
      <p:grpSpPr>
        <a:xfrm>
          <a:off x="0" y="0"/>
          <a:ext cx="0" cy="0"/>
          <a:chOff x="0" y="0"/>
          <a:chExt cx="0" cy="0"/>
        </a:xfrm>
      </p:grpSpPr>
      <p:sp>
        <p:nvSpPr>
          <p:cNvPr id="19970" name="Google Shape;19970;g18c738dbde7_0_384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971" name="Google Shape;19971;g18c738dbde7_0_384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83" name="Shape 21983"/>
        <p:cNvGrpSpPr/>
        <p:nvPr/>
      </p:nvGrpSpPr>
      <p:grpSpPr>
        <a:xfrm>
          <a:off x="0" y="0"/>
          <a:ext cx="0" cy="0"/>
          <a:chOff x="0" y="0"/>
          <a:chExt cx="0" cy="0"/>
        </a:xfrm>
      </p:grpSpPr>
      <p:sp>
        <p:nvSpPr>
          <p:cNvPr id="21984" name="Google Shape;21984;g18c738dbde7_0_404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85" name="Google Shape;21985;g18c738dbde7_0_404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619" name="Shape 23619"/>
        <p:cNvGrpSpPr/>
        <p:nvPr/>
      </p:nvGrpSpPr>
      <p:grpSpPr>
        <a:xfrm>
          <a:off x="0" y="0"/>
          <a:ext cx="0" cy="0"/>
          <a:chOff x="0" y="0"/>
          <a:chExt cx="0" cy="0"/>
        </a:xfrm>
      </p:grpSpPr>
      <p:sp>
        <p:nvSpPr>
          <p:cNvPr id="23620" name="Google Shape;23620;g18c738dbde7_0_421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621" name="Google Shape;23621;g18c738dbde7_0_421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661" name="Shape 24661"/>
        <p:cNvGrpSpPr/>
        <p:nvPr/>
      </p:nvGrpSpPr>
      <p:grpSpPr>
        <a:xfrm>
          <a:off x="0" y="0"/>
          <a:ext cx="0" cy="0"/>
          <a:chOff x="0" y="0"/>
          <a:chExt cx="0" cy="0"/>
        </a:xfrm>
      </p:grpSpPr>
      <p:sp>
        <p:nvSpPr>
          <p:cNvPr id="24662" name="Google Shape;24662;g18c738dbde7_0_431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663" name="Google Shape;24663;g18c738dbde7_0_431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204" name="Shape 26204"/>
        <p:cNvGrpSpPr/>
        <p:nvPr/>
      </p:nvGrpSpPr>
      <p:grpSpPr>
        <a:xfrm>
          <a:off x="0" y="0"/>
          <a:ext cx="0" cy="0"/>
          <a:chOff x="0" y="0"/>
          <a:chExt cx="0" cy="0"/>
        </a:xfrm>
      </p:grpSpPr>
      <p:sp>
        <p:nvSpPr>
          <p:cNvPr id="26205" name="Google Shape;26205;g18c738dbde7_0_486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206" name="Google Shape;26206;g18c738dbde7_0_486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720000" y="1153414"/>
            <a:ext cx="7704000" cy="1645800"/>
          </a:xfrm>
          <a:prstGeom prst="rect">
            <a:avLst/>
          </a:prstGeom>
        </p:spPr>
        <p:txBody>
          <a:bodyPr anchorCtr="0" anchor="b" bIns="91425" lIns="91425" spcFirstLastPara="1" rIns="91425" wrap="square" tIns="91425">
            <a:noAutofit/>
          </a:bodyPr>
          <a:lstStyle>
            <a:lvl1pPr lvl="0" algn="ctr">
              <a:lnSpc>
                <a:spcPct val="80000"/>
              </a:lnSpc>
              <a:spcBef>
                <a:spcPts val="0"/>
              </a:spcBef>
              <a:spcAft>
                <a:spcPts val="0"/>
              </a:spcAft>
              <a:buClr>
                <a:srgbClr val="191919"/>
              </a:buClr>
              <a:buSzPts val="5200"/>
              <a:buNone/>
              <a:defRPr sz="56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2392500" y="2799201"/>
            <a:ext cx="4359000" cy="4095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1" name="Google Shape;11;p2"/>
          <p:cNvSpPr/>
          <p:nvPr/>
        </p:nvSpPr>
        <p:spPr>
          <a:xfrm>
            <a:off x="350" y="3955150"/>
            <a:ext cx="3083650" cy="1188350"/>
          </a:xfrm>
          <a:custGeom>
            <a:rect b="b" l="l" r="r" t="t"/>
            <a:pathLst>
              <a:path extrusionOk="0" h="47534" w="123346">
                <a:moveTo>
                  <a:pt x="38080" y="0"/>
                </a:moveTo>
                <a:cubicBezTo>
                  <a:pt x="33242" y="0"/>
                  <a:pt x="28414" y="1154"/>
                  <a:pt x="24187" y="3524"/>
                </a:cubicBezTo>
                <a:cubicBezTo>
                  <a:pt x="23134" y="4115"/>
                  <a:pt x="22107" y="4777"/>
                  <a:pt x="20952" y="5125"/>
                </a:cubicBezTo>
                <a:cubicBezTo>
                  <a:pt x="19824" y="5467"/>
                  <a:pt x="18636" y="5492"/>
                  <a:pt x="17453" y="5492"/>
                </a:cubicBezTo>
                <a:cubicBezTo>
                  <a:pt x="17255" y="5492"/>
                  <a:pt x="17057" y="5491"/>
                  <a:pt x="16860" y="5491"/>
                </a:cubicBezTo>
                <a:cubicBezTo>
                  <a:pt x="16826" y="5491"/>
                  <a:pt x="16793" y="5491"/>
                  <a:pt x="16759" y="5491"/>
                </a:cubicBezTo>
                <a:cubicBezTo>
                  <a:pt x="11547" y="5507"/>
                  <a:pt x="6338" y="6233"/>
                  <a:pt x="1321" y="7640"/>
                </a:cubicBezTo>
                <a:cubicBezTo>
                  <a:pt x="881" y="7766"/>
                  <a:pt x="431" y="7905"/>
                  <a:pt x="0" y="8077"/>
                </a:cubicBezTo>
                <a:lnTo>
                  <a:pt x="0" y="44613"/>
                </a:lnTo>
                <a:cubicBezTo>
                  <a:pt x="0" y="46228"/>
                  <a:pt x="1310" y="47533"/>
                  <a:pt x="2923" y="47533"/>
                </a:cubicBezTo>
                <a:lnTo>
                  <a:pt x="123279" y="47533"/>
                </a:lnTo>
                <a:cubicBezTo>
                  <a:pt x="123346" y="43799"/>
                  <a:pt x="122848" y="40121"/>
                  <a:pt x="120807" y="37060"/>
                </a:cubicBezTo>
                <a:cubicBezTo>
                  <a:pt x="119353" y="34877"/>
                  <a:pt x="117293" y="33184"/>
                  <a:pt x="115794" y="31041"/>
                </a:cubicBezTo>
                <a:cubicBezTo>
                  <a:pt x="114500" y="29197"/>
                  <a:pt x="114802" y="27265"/>
                  <a:pt x="113884" y="25472"/>
                </a:cubicBezTo>
                <a:cubicBezTo>
                  <a:pt x="112836" y="23425"/>
                  <a:pt x="109024" y="22076"/>
                  <a:pt x="107092" y="20990"/>
                </a:cubicBezTo>
                <a:cubicBezTo>
                  <a:pt x="104398" y="19475"/>
                  <a:pt x="101670" y="18022"/>
                  <a:pt x="98910" y="16633"/>
                </a:cubicBezTo>
                <a:cubicBezTo>
                  <a:pt x="97157" y="15752"/>
                  <a:pt x="95288" y="14876"/>
                  <a:pt x="93349" y="14876"/>
                </a:cubicBezTo>
                <a:cubicBezTo>
                  <a:pt x="93159" y="14876"/>
                  <a:pt x="92969" y="14885"/>
                  <a:pt x="92777" y="14902"/>
                </a:cubicBezTo>
                <a:cubicBezTo>
                  <a:pt x="91611" y="15010"/>
                  <a:pt x="90503" y="15460"/>
                  <a:pt x="89352" y="15689"/>
                </a:cubicBezTo>
                <a:cubicBezTo>
                  <a:pt x="88647" y="15830"/>
                  <a:pt x="87935" y="15886"/>
                  <a:pt x="87219" y="15886"/>
                </a:cubicBezTo>
                <a:cubicBezTo>
                  <a:pt x="85764" y="15886"/>
                  <a:pt x="84297" y="15653"/>
                  <a:pt x="82854" y="15421"/>
                </a:cubicBezTo>
                <a:cubicBezTo>
                  <a:pt x="78780" y="14763"/>
                  <a:pt x="74707" y="14104"/>
                  <a:pt x="70630" y="13444"/>
                </a:cubicBezTo>
                <a:cubicBezTo>
                  <a:pt x="67488" y="12937"/>
                  <a:pt x="64247" y="12389"/>
                  <a:pt x="61579" y="10657"/>
                </a:cubicBezTo>
                <a:cubicBezTo>
                  <a:pt x="60021" y="9645"/>
                  <a:pt x="58737" y="8275"/>
                  <a:pt x="57341" y="7043"/>
                </a:cubicBezTo>
                <a:cubicBezTo>
                  <a:pt x="52087" y="2411"/>
                  <a:pt x="45073" y="0"/>
                  <a:pt x="38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flipH="1">
            <a:off x="6060000" y="3955150"/>
            <a:ext cx="3083650" cy="1188350"/>
          </a:xfrm>
          <a:custGeom>
            <a:rect b="b" l="l" r="r" t="t"/>
            <a:pathLst>
              <a:path extrusionOk="0" h="47534" w="123346">
                <a:moveTo>
                  <a:pt x="38080" y="0"/>
                </a:moveTo>
                <a:cubicBezTo>
                  <a:pt x="33242" y="0"/>
                  <a:pt x="28414" y="1154"/>
                  <a:pt x="24187" y="3524"/>
                </a:cubicBezTo>
                <a:cubicBezTo>
                  <a:pt x="23134" y="4115"/>
                  <a:pt x="22107" y="4777"/>
                  <a:pt x="20952" y="5125"/>
                </a:cubicBezTo>
                <a:cubicBezTo>
                  <a:pt x="19824" y="5467"/>
                  <a:pt x="18636" y="5492"/>
                  <a:pt x="17453" y="5492"/>
                </a:cubicBezTo>
                <a:cubicBezTo>
                  <a:pt x="17255" y="5492"/>
                  <a:pt x="17057" y="5491"/>
                  <a:pt x="16860" y="5491"/>
                </a:cubicBezTo>
                <a:cubicBezTo>
                  <a:pt x="16826" y="5491"/>
                  <a:pt x="16793" y="5491"/>
                  <a:pt x="16759" y="5491"/>
                </a:cubicBezTo>
                <a:cubicBezTo>
                  <a:pt x="11547" y="5507"/>
                  <a:pt x="6338" y="6233"/>
                  <a:pt x="1321" y="7640"/>
                </a:cubicBezTo>
                <a:cubicBezTo>
                  <a:pt x="881" y="7766"/>
                  <a:pt x="431" y="7905"/>
                  <a:pt x="0" y="8077"/>
                </a:cubicBezTo>
                <a:lnTo>
                  <a:pt x="0" y="44613"/>
                </a:lnTo>
                <a:cubicBezTo>
                  <a:pt x="0" y="46228"/>
                  <a:pt x="1310" y="47533"/>
                  <a:pt x="2923" y="47533"/>
                </a:cubicBezTo>
                <a:lnTo>
                  <a:pt x="123279" y="47533"/>
                </a:lnTo>
                <a:cubicBezTo>
                  <a:pt x="123346" y="43799"/>
                  <a:pt x="122848" y="40121"/>
                  <a:pt x="120807" y="37060"/>
                </a:cubicBezTo>
                <a:cubicBezTo>
                  <a:pt x="119353" y="34877"/>
                  <a:pt x="117293" y="33184"/>
                  <a:pt x="115794" y="31041"/>
                </a:cubicBezTo>
                <a:cubicBezTo>
                  <a:pt x="114500" y="29197"/>
                  <a:pt x="114802" y="27265"/>
                  <a:pt x="113884" y="25472"/>
                </a:cubicBezTo>
                <a:cubicBezTo>
                  <a:pt x="112836" y="23425"/>
                  <a:pt x="109024" y="22076"/>
                  <a:pt x="107092" y="20990"/>
                </a:cubicBezTo>
                <a:cubicBezTo>
                  <a:pt x="104398" y="19475"/>
                  <a:pt x="101670" y="18022"/>
                  <a:pt x="98910" y="16633"/>
                </a:cubicBezTo>
                <a:cubicBezTo>
                  <a:pt x="97157" y="15752"/>
                  <a:pt x="95288" y="14876"/>
                  <a:pt x="93349" y="14876"/>
                </a:cubicBezTo>
                <a:cubicBezTo>
                  <a:pt x="93159" y="14876"/>
                  <a:pt x="92969" y="14885"/>
                  <a:pt x="92777" y="14902"/>
                </a:cubicBezTo>
                <a:cubicBezTo>
                  <a:pt x="91611" y="15010"/>
                  <a:pt x="90503" y="15460"/>
                  <a:pt x="89352" y="15689"/>
                </a:cubicBezTo>
                <a:cubicBezTo>
                  <a:pt x="88647" y="15830"/>
                  <a:pt x="87935" y="15886"/>
                  <a:pt x="87219" y="15886"/>
                </a:cubicBezTo>
                <a:cubicBezTo>
                  <a:pt x="85764" y="15886"/>
                  <a:pt x="84297" y="15653"/>
                  <a:pt x="82854" y="15421"/>
                </a:cubicBezTo>
                <a:cubicBezTo>
                  <a:pt x="78780" y="14763"/>
                  <a:pt x="74707" y="14104"/>
                  <a:pt x="70630" y="13444"/>
                </a:cubicBezTo>
                <a:cubicBezTo>
                  <a:pt x="67488" y="12937"/>
                  <a:pt x="64247" y="12389"/>
                  <a:pt x="61579" y="10657"/>
                </a:cubicBezTo>
                <a:cubicBezTo>
                  <a:pt x="60021" y="9645"/>
                  <a:pt x="58737" y="8275"/>
                  <a:pt x="57341" y="7043"/>
                </a:cubicBezTo>
                <a:cubicBezTo>
                  <a:pt x="52087" y="2411"/>
                  <a:pt x="45073" y="0"/>
                  <a:pt x="38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0" y="4566900"/>
            <a:ext cx="9144000" cy="5757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 name="Google Shape;14;p2"/>
          <p:cNvGrpSpPr/>
          <p:nvPr/>
        </p:nvGrpSpPr>
        <p:grpSpPr>
          <a:xfrm>
            <a:off x="6258200" y="3955075"/>
            <a:ext cx="1504025" cy="624000"/>
            <a:chOff x="2067200" y="3936025"/>
            <a:chExt cx="1504025" cy="624000"/>
          </a:xfrm>
        </p:grpSpPr>
        <p:sp>
          <p:nvSpPr>
            <p:cNvPr id="15" name="Google Shape;15;p2"/>
            <p:cNvSpPr/>
            <p:nvPr/>
          </p:nvSpPr>
          <p:spPr>
            <a:xfrm>
              <a:off x="2067200" y="3936025"/>
              <a:ext cx="1504025" cy="624000"/>
            </a:xfrm>
            <a:custGeom>
              <a:rect b="b" l="l" r="r" t="t"/>
              <a:pathLst>
                <a:path extrusionOk="0" h="24960" w="60161">
                  <a:moveTo>
                    <a:pt x="32138" y="1"/>
                  </a:moveTo>
                  <a:cubicBezTo>
                    <a:pt x="29141" y="1"/>
                    <a:pt x="26142" y="67"/>
                    <a:pt x="23147" y="200"/>
                  </a:cubicBezTo>
                  <a:cubicBezTo>
                    <a:pt x="21479" y="5227"/>
                    <a:pt x="17896" y="9374"/>
                    <a:pt x="14106" y="13074"/>
                  </a:cubicBezTo>
                  <a:cubicBezTo>
                    <a:pt x="9841" y="17235"/>
                    <a:pt x="3162" y="19151"/>
                    <a:pt x="275" y="24364"/>
                  </a:cubicBezTo>
                  <a:cubicBezTo>
                    <a:pt x="1" y="24859"/>
                    <a:pt x="21056" y="24960"/>
                    <a:pt x="38272" y="24960"/>
                  </a:cubicBezTo>
                  <a:cubicBezTo>
                    <a:pt x="50126" y="24960"/>
                    <a:pt x="60161" y="24912"/>
                    <a:pt x="60161" y="24912"/>
                  </a:cubicBezTo>
                  <a:cubicBezTo>
                    <a:pt x="56745" y="21077"/>
                    <a:pt x="51877" y="18936"/>
                    <a:pt x="47575" y="16137"/>
                  </a:cubicBezTo>
                  <a:cubicBezTo>
                    <a:pt x="42451" y="12806"/>
                    <a:pt x="38015" y="8423"/>
                    <a:pt x="34617" y="3344"/>
                  </a:cubicBezTo>
                  <a:cubicBezTo>
                    <a:pt x="33942" y="2336"/>
                    <a:pt x="33282" y="1218"/>
                    <a:pt x="33320" y="4"/>
                  </a:cubicBezTo>
                  <a:cubicBezTo>
                    <a:pt x="32926" y="2"/>
                    <a:pt x="32532" y="1"/>
                    <a:pt x="321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2343300" y="3960100"/>
              <a:ext cx="361125" cy="400875"/>
            </a:xfrm>
            <a:custGeom>
              <a:rect b="b" l="l" r="r" t="t"/>
              <a:pathLst>
                <a:path extrusionOk="0" h="16035" w="14445">
                  <a:moveTo>
                    <a:pt x="11827" y="0"/>
                  </a:moveTo>
                  <a:cubicBezTo>
                    <a:pt x="10066" y="4684"/>
                    <a:pt x="6656" y="8603"/>
                    <a:pt x="3062" y="12111"/>
                  </a:cubicBezTo>
                  <a:cubicBezTo>
                    <a:pt x="2134" y="13017"/>
                    <a:pt x="1091" y="13814"/>
                    <a:pt x="1" y="14565"/>
                  </a:cubicBezTo>
                  <a:cubicBezTo>
                    <a:pt x="727" y="14986"/>
                    <a:pt x="1453" y="15407"/>
                    <a:pt x="2183" y="15830"/>
                  </a:cubicBezTo>
                  <a:cubicBezTo>
                    <a:pt x="2361" y="15930"/>
                    <a:pt x="2559" y="16034"/>
                    <a:pt x="2757" y="16034"/>
                  </a:cubicBezTo>
                  <a:cubicBezTo>
                    <a:pt x="2806" y="16034"/>
                    <a:pt x="2855" y="16028"/>
                    <a:pt x="2904" y="16014"/>
                  </a:cubicBezTo>
                  <a:cubicBezTo>
                    <a:pt x="3011" y="15982"/>
                    <a:pt x="3101" y="15910"/>
                    <a:pt x="3199" y="15861"/>
                  </a:cubicBezTo>
                  <a:cubicBezTo>
                    <a:pt x="3360" y="15780"/>
                    <a:pt x="3533" y="15750"/>
                    <a:pt x="3712" y="15750"/>
                  </a:cubicBezTo>
                  <a:cubicBezTo>
                    <a:pt x="3996" y="15750"/>
                    <a:pt x="4294" y="15826"/>
                    <a:pt x="4577" y="15885"/>
                  </a:cubicBezTo>
                  <a:cubicBezTo>
                    <a:pt x="5083" y="15989"/>
                    <a:pt x="5595" y="16033"/>
                    <a:pt x="6109" y="16033"/>
                  </a:cubicBezTo>
                  <a:cubicBezTo>
                    <a:pt x="7349" y="16033"/>
                    <a:pt x="8603" y="15780"/>
                    <a:pt x="9827" y="15526"/>
                  </a:cubicBezTo>
                  <a:cubicBezTo>
                    <a:pt x="10054" y="15479"/>
                    <a:pt x="10298" y="15421"/>
                    <a:pt x="10443" y="15242"/>
                  </a:cubicBezTo>
                  <a:cubicBezTo>
                    <a:pt x="10549" y="15113"/>
                    <a:pt x="10586" y="14941"/>
                    <a:pt x="10623" y="14781"/>
                  </a:cubicBezTo>
                  <a:cubicBezTo>
                    <a:pt x="10770" y="14176"/>
                    <a:pt x="11025" y="13598"/>
                    <a:pt x="11373" y="13082"/>
                  </a:cubicBezTo>
                  <a:cubicBezTo>
                    <a:pt x="10860" y="13021"/>
                    <a:pt x="10347" y="12962"/>
                    <a:pt x="9835" y="12901"/>
                  </a:cubicBezTo>
                  <a:cubicBezTo>
                    <a:pt x="9864" y="12645"/>
                    <a:pt x="10034" y="12406"/>
                    <a:pt x="10269" y="12297"/>
                  </a:cubicBezTo>
                  <a:lnTo>
                    <a:pt x="10269" y="12297"/>
                  </a:lnTo>
                  <a:cubicBezTo>
                    <a:pt x="10258" y="12298"/>
                    <a:pt x="10247" y="12299"/>
                    <a:pt x="10236" y="12299"/>
                  </a:cubicBezTo>
                  <a:cubicBezTo>
                    <a:pt x="10014" y="12299"/>
                    <a:pt x="9909" y="11942"/>
                    <a:pt x="10069" y="11770"/>
                  </a:cubicBezTo>
                  <a:cubicBezTo>
                    <a:pt x="10166" y="11668"/>
                    <a:pt x="10302" y="11628"/>
                    <a:pt x="10444" y="11628"/>
                  </a:cubicBezTo>
                  <a:cubicBezTo>
                    <a:pt x="10550" y="11628"/>
                    <a:pt x="10660" y="11651"/>
                    <a:pt x="10758" y="11688"/>
                  </a:cubicBezTo>
                  <a:cubicBezTo>
                    <a:pt x="10989" y="11774"/>
                    <a:pt x="11197" y="11923"/>
                    <a:pt x="11438" y="11980"/>
                  </a:cubicBezTo>
                  <a:cubicBezTo>
                    <a:pt x="11518" y="11999"/>
                    <a:pt x="11597" y="12008"/>
                    <a:pt x="11676" y="12008"/>
                  </a:cubicBezTo>
                  <a:cubicBezTo>
                    <a:pt x="12253" y="12008"/>
                    <a:pt x="12775" y="11517"/>
                    <a:pt x="13180" y="11062"/>
                  </a:cubicBezTo>
                  <a:lnTo>
                    <a:pt x="13180" y="11062"/>
                  </a:lnTo>
                  <a:cubicBezTo>
                    <a:pt x="13163" y="11063"/>
                    <a:pt x="13147" y="11064"/>
                    <a:pt x="13130" y="11064"/>
                  </a:cubicBezTo>
                  <a:cubicBezTo>
                    <a:pt x="12718" y="11064"/>
                    <a:pt x="12409" y="10599"/>
                    <a:pt x="12430" y="10179"/>
                  </a:cubicBezTo>
                  <a:cubicBezTo>
                    <a:pt x="12452" y="9740"/>
                    <a:pt x="12716" y="9359"/>
                    <a:pt x="12972" y="9004"/>
                  </a:cubicBezTo>
                  <a:lnTo>
                    <a:pt x="14383" y="7037"/>
                  </a:lnTo>
                  <a:cubicBezTo>
                    <a:pt x="13957" y="6757"/>
                    <a:pt x="13456" y="6593"/>
                    <a:pt x="12943" y="6571"/>
                  </a:cubicBezTo>
                  <a:cubicBezTo>
                    <a:pt x="12900" y="6143"/>
                    <a:pt x="13614" y="5869"/>
                    <a:pt x="13487" y="5458"/>
                  </a:cubicBezTo>
                  <a:cubicBezTo>
                    <a:pt x="13383" y="5123"/>
                    <a:pt x="12890" y="5188"/>
                    <a:pt x="12575" y="5033"/>
                  </a:cubicBezTo>
                  <a:cubicBezTo>
                    <a:pt x="12242" y="4870"/>
                    <a:pt x="12125" y="4430"/>
                    <a:pt x="12213" y="4072"/>
                  </a:cubicBezTo>
                  <a:cubicBezTo>
                    <a:pt x="12301" y="3712"/>
                    <a:pt x="12542" y="3412"/>
                    <a:pt x="12780" y="3126"/>
                  </a:cubicBezTo>
                  <a:cubicBezTo>
                    <a:pt x="13264" y="2545"/>
                    <a:pt x="13745" y="1960"/>
                    <a:pt x="14231" y="1377"/>
                  </a:cubicBezTo>
                  <a:cubicBezTo>
                    <a:pt x="14333" y="1253"/>
                    <a:pt x="14444" y="1101"/>
                    <a:pt x="14397" y="946"/>
                  </a:cubicBezTo>
                  <a:cubicBezTo>
                    <a:pt x="14299" y="621"/>
                    <a:pt x="13749" y="799"/>
                    <a:pt x="13501" y="568"/>
                  </a:cubicBezTo>
                  <a:cubicBezTo>
                    <a:pt x="13432" y="502"/>
                    <a:pt x="13393" y="408"/>
                    <a:pt x="13321" y="345"/>
                  </a:cubicBezTo>
                  <a:cubicBezTo>
                    <a:pt x="13225" y="261"/>
                    <a:pt x="13090" y="249"/>
                    <a:pt x="12962" y="239"/>
                  </a:cubicBezTo>
                  <a:cubicBezTo>
                    <a:pt x="12551" y="208"/>
                    <a:pt x="12185" y="108"/>
                    <a:pt x="11827"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2657750" y="3964750"/>
              <a:ext cx="902925" cy="582775"/>
            </a:xfrm>
            <a:custGeom>
              <a:rect b="b" l="l" r="r" t="t"/>
              <a:pathLst>
                <a:path extrusionOk="0" h="23311" w="36117">
                  <a:moveTo>
                    <a:pt x="9864" y="0"/>
                  </a:moveTo>
                  <a:cubicBezTo>
                    <a:pt x="9670" y="79"/>
                    <a:pt x="9453" y="128"/>
                    <a:pt x="9179" y="132"/>
                  </a:cubicBezTo>
                  <a:cubicBezTo>
                    <a:pt x="8126" y="151"/>
                    <a:pt x="7077" y="173"/>
                    <a:pt x="6026" y="192"/>
                  </a:cubicBezTo>
                  <a:cubicBezTo>
                    <a:pt x="5977" y="368"/>
                    <a:pt x="5924" y="545"/>
                    <a:pt x="5875" y="721"/>
                  </a:cubicBezTo>
                  <a:cubicBezTo>
                    <a:pt x="5563" y="578"/>
                    <a:pt x="5234" y="433"/>
                    <a:pt x="4895" y="433"/>
                  </a:cubicBezTo>
                  <a:cubicBezTo>
                    <a:pt x="4862" y="433"/>
                    <a:pt x="4828" y="434"/>
                    <a:pt x="4794" y="437"/>
                  </a:cubicBezTo>
                  <a:cubicBezTo>
                    <a:pt x="4419" y="474"/>
                    <a:pt x="4041" y="789"/>
                    <a:pt x="4082" y="1165"/>
                  </a:cubicBezTo>
                  <a:cubicBezTo>
                    <a:pt x="4143" y="1715"/>
                    <a:pt x="4886" y="1817"/>
                    <a:pt x="5346" y="2124"/>
                  </a:cubicBezTo>
                  <a:cubicBezTo>
                    <a:pt x="5953" y="2527"/>
                    <a:pt x="6051" y="3508"/>
                    <a:pt x="5538" y="4025"/>
                  </a:cubicBezTo>
                  <a:cubicBezTo>
                    <a:pt x="5321" y="4242"/>
                    <a:pt x="4998" y="4430"/>
                    <a:pt x="5008" y="4739"/>
                  </a:cubicBezTo>
                  <a:cubicBezTo>
                    <a:pt x="5021" y="5203"/>
                    <a:pt x="5814" y="5465"/>
                    <a:pt x="5646" y="5898"/>
                  </a:cubicBezTo>
                  <a:cubicBezTo>
                    <a:pt x="3700" y="7391"/>
                    <a:pt x="3375" y="10390"/>
                    <a:pt x="1359" y="11782"/>
                  </a:cubicBezTo>
                  <a:cubicBezTo>
                    <a:pt x="1263" y="11848"/>
                    <a:pt x="1156" y="11923"/>
                    <a:pt x="1136" y="12036"/>
                  </a:cubicBezTo>
                  <a:cubicBezTo>
                    <a:pt x="1099" y="12259"/>
                    <a:pt x="1398" y="12369"/>
                    <a:pt x="1535" y="12551"/>
                  </a:cubicBezTo>
                  <a:cubicBezTo>
                    <a:pt x="1764" y="12853"/>
                    <a:pt x="1488" y="13287"/>
                    <a:pt x="1165" y="13485"/>
                  </a:cubicBezTo>
                  <a:cubicBezTo>
                    <a:pt x="844" y="13684"/>
                    <a:pt x="441" y="13816"/>
                    <a:pt x="271" y="14154"/>
                  </a:cubicBezTo>
                  <a:cubicBezTo>
                    <a:pt x="1" y="14679"/>
                    <a:pt x="565" y="15332"/>
                    <a:pt x="1156" y="15352"/>
                  </a:cubicBezTo>
                  <a:cubicBezTo>
                    <a:pt x="1170" y="15353"/>
                    <a:pt x="1183" y="15353"/>
                    <a:pt x="1197" y="15353"/>
                  </a:cubicBezTo>
                  <a:cubicBezTo>
                    <a:pt x="1773" y="15353"/>
                    <a:pt x="2279" y="14960"/>
                    <a:pt x="2669" y="14532"/>
                  </a:cubicBezTo>
                  <a:cubicBezTo>
                    <a:pt x="3072" y="14090"/>
                    <a:pt x="3407" y="13587"/>
                    <a:pt x="3663" y="13044"/>
                  </a:cubicBezTo>
                  <a:cubicBezTo>
                    <a:pt x="3859" y="12631"/>
                    <a:pt x="4019" y="12183"/>
                    <a:pt x="4352" y="11870"/>
                  </a:cubicBezTo>
                  <a:cubicBezTo>
                    <a:pt x="5057" y="11214"/>
                    <a:pt x="6276" y="11404"/>
                    <a:pt x="6969" y="10733"/>
                  </a:cubicBezTo>
                  <a:cubicBezTo>
                    <a:pt x="7956" y="9783"/>
                    <a:pt x="7124" y="7985"/>
                    <a:pt x="7830" y="6814"/>
                  </a:cubicBezTo>
                  <a:cubicBezTo>
                    <a:pt x="8331" y="5981"/>
                    <a:pt x="9369" y="5787"/>
                    <a:pt x="10387" y="5787"/>
                  </a:cubicBezTo>
                  <a:cubicBezTo>
                    <a:pt x="10647" y="5787"/>
                    <a:pt x="10906" y="5800"/>
                    <a:pt x="11154" y="5818"/>
                  </a:cubicBezTo>
                  <a:cubicBezTo>
                    <a:pt x="11424" y="6284"/>
                    <a:pt x="10984" y="6845"/>
                    <a:pt x="10529" y="7137"/>
                  </a:cubicBezTo>
                  <a:cubicBezTo>
                    <a:pt x="10073" y="7429"/>
                    <a:pt x="9514" y="7714"/>
                    <a:pt x="9426" y="8247"/>
                  </a:cubicBezTo>
                  <a:cubicBezTo>
                    <a:pt x="9386" y="8490"/>
                    <a:pt x="9461" y="8736"/>
                    <a:pt x="9461" y="8985"/>
                  </a:cubicBezTo>
                  <a:cubicBezTo>
                    <a:pt x="9473" y="10380"/>
                    <a:pt x="7466" y="10846"/>
                    <a:pt x="6859" y="12107"/>
                  </a:cubicBezTo>
                  <a:cubicBezTo>
                    <a:pt x="7059" y="12428"/>
                    <a:pt x="7498" y="12510"/>
                    <a:pt x="7781" y="12766"/>
                  </a:cubicBezTo>
                  <a:cubicBezTo>
                    <a:pt x="8316" y="13246"/>
                    <a:pt x="8140" y="14099"/>
                    <a:pt x="8218" y="14812"/>
                  </a:cubicBezTo>
                  <a:cubicBezTo>
                    <a:pt x="8329" y="15832"/>
                    <a:pt x="9056" y="16703"/>
                    <a:pt x="9927" y="17247"/>
                  </a:cubicBezTo>
                  <a:cubicBezTo>
                    <a:pt x="10798" y="17789"/>
                    <a:pt x="11810" y="18055"/>
                    <a:pt x="12802" y="18316"/>
                  </a:cubicBezTo>
                  <a:cubicBezTo>
                    <a:pt x="13683" y="16900"/>
                    <a:pt x="14562" y="15487"/>
                    <a:pt x="15442" y="14076"/>
                  </a:cubicBezTo>
                  <a:cubicBezTo>
                    <a:pt x="16748" y="15573"/>
                    <a:pt x="18449" y="16722"/>
                    <a:pt x="20326" y="17374"/>
                  </a:cubicBezTo>
                  <a:cubicBezTo>
                    <a:pt x="21943" y="17936"/>
                    <a:pt x="23671" y="18130"/>
                    <a:pt x="25300" y="18656"/>
                  </a:cubicBezTo>
                  <a:cubicBezTo>
                    <a:pt x="27656" y="19419"/>
                    <a:pt x="29731" y="20850"/>
                    <a:pt x="31976" y="21890"/>
                  </a:cubicBezTo>
                  <a:cubicBezTo>
                    <a:pt x="33303" y="22504"/>
                    <a:pt x="34693" y="22978"/>
                    <a:pt x="36116" y="23311"/>
                  </a:cubicBezTo>
                  <a:cubicBezTo>
                    <a:pt x="32728" y="19760"/>
                    <a:pt x="28083" y="17675"/>
                    <a:pt x="23951" y="14988"/>
                  </a:cubicBezTo>
                  <a:cubicBezTo>
                    <a:pt x="18829" y="11657"/>
                    <a:pt x="14393" y="7274"/>
                    <a:pt x="10993" y="2195"/>
                  </a:cubicBezTo>
                  <a:cubicBezTo>
                    <a:pt x="10537" y="1512"/>
                    <a:pt x="10093" y="778"/>
                    <a:pt x="986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 name="Google Shape;18;p2"/>
          <p:cNvGrpSpPr/>
          <p:nvPr/>
        </p:nvGrpSpPr>
        <p:grpSpPr>
          <a:xfrm rot="5400000">
            <a:off x="439170" y="-1231703"/>
            <a:ext cx="2103111" cy="3943216"/>
            <a:chOff x="3238754" y="1037105"/>
            <a:chExt cx="2114316" cy="3971813"/>
          </a:xfrm>
        </p:grpSpPr>
        <p:grpSp>
          <p:nvGrpSpPr>
            <p:cNvPr id="19" name="Google Shape;19;p2"/>
            <p:cNvGrpSpPr/>
            <p:nvPr/>
          </p:nvGrpSpPr>
          <p:grpSpPr>
            <a:xfrm rot="352619">
              <a:off x="3514228" y="3929201"/>
              <a:ext cx="820714" cy="663927"/>
              <a:chOff x="1981897" y="1546050"/>
              <a:chExt cx="676612" cy="547354"/>
            </a:xfrm>
          </p:grpSpPr>
          <p:grpSp>
            <p:nvGrpSpPr>
              <p:cNvPr id="20" name="Google Shape;20;p2"/>
              <p:cNvGrpSpPr/>
              <p:nvPr/>
            </p:nvGrpSpPr>
            <p:grpSpPr>
              <a:xfrm>
                <a:off x="2240847" y="1546050"/>
                <a:ext cx="258712" cy="250429"/>
                <a:chOff x="1490538" y="753834"/>
                <a:chExt cx="470985" cy="455906"/>
              </a:xfrm>
            </p:grpSpPr>
            <p:sp>
              <p:nvSpPr>
                <p:cNvPr id="21" name="Google Shape;21;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 name="Google Shape;31;p2"/>
              <p:cNvGrpSpPr/>
              <p:nvPr/>
            </p:nvGrpSpPr>
            <p:grpSpPr>
              <a:xfrm>
                <a:off x="2399797" y="1673288"/>
                <a:ext cx="258712" cy="250429"/>
                <a:chOff x="1490538" y="753834"/>
                <a:chExt cx="470985" cy="455906"/>
              </a:xfrm>
            </p:grpSpPr>
            <p:sp>
              <p:nvSpPr>
                <p:cNvPr id="32" name="Google Shape;32;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 name="Google Shape;42;p2"/>
              <p:cNvGrpSpPr/>
              <p:nvPr/>
            </p:nvGrpSpPr>
            <p:grpSpPr>
              <a:xfrm>
                <a:off x="2159535" y="1742038"/>
                <a:ext cx="258712" cy="250429"/>
                <a:chOff x="1490538" y="753834"/>
                <a:chExt cx="470985" cy="455906"/>
              </a:xfrm>
            </p:grpSpPr>
            <p:sp>
              <p:nvSpPr>
                <p:cNvPr id="43" name="Google Shape;43;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 name="Google Shape;53;p2"/>
              <p:cNvGrpSpPr/>
              <p:nvPr/>
            </p:nvGrpSpPr>
            <p:grpSpPr>
              <a:xfrm>
                <a:off x="2323985" y="1842975"/>
                <a:ext cx="258712" cy="250429"/>
                <a:chOff x="1490538" y="753834"/>
                <a:chExt cx="470985" cy="455906"/>
              </a:xfrm>
            </p:grpSpPr>
            <p:sp>
              <p:nvSpPr>
                <p:cNvPr id="54" name="Google Shape;54;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 name="Google Shape;64;p2"/>
              <p:cNvGrpSpPr/>
              <p:nvPr/>
            </p:nvGrpSpPr>
            <p:grpSpPr>
              <a:xfrm>
                <a:off x="1981897" y="1804075"/>
                <a:ext cx="258712" cy="250429"/>
                <a:chOff x="1490538" y="753834"/>
                <a:chExt cx="470985" cy="455906"/>
              </a:xfrm>
            </p:grpSpPr>
            <p:sp>
              <p:nvSpPr>
                <p:cNvPr id="65" name="Google Shape;65;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 name="Google Shape;75;p2"/>
            <p:cNvGrpSpPr/>
            <p:nvPr/>
          </p:nvGrpSpPr>
          <p:grpSpPr>
            <a:xfrm flipH="1" rot="8833976">
              <a:off x="4214846" y="3438470"/>
              <a:ext cx="804524" cy="1469662"/>
              <a:chOff x="3377730" y="919968"/>
              <a:chExt cx="471039" cy="860470"/>
            </a:xfrm>
          </p:grpSpPr>
          <p:grpSp>
            <p:nvGrpSpPr>
              <p:cNvPr id="76" name="Google Shape;76;p2"/>
              <p:cNvGrpSpPr/>
              <p:nvPr/>
            </p:nvGrpSpPr>
            <p:grpSpPr>
              <a:xfrm>
                <a:off x="3377730" y="919968"/>
                <a:ext cx="408804" cy="692511"/>
                <a:chOff x="3377730" y="919968"/>
                <a:chExt cx="408804" cy="692511"/>
              </a:xfrm>
            </p:grpSpPr>
            <p:sp>
              <p:nvSpPr>
                <p:cNvPr id="77" name="Google Shape;77;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 name="Google Shape;89;p2"/>
              <p:cNvGrpSpPr/>
              <p:nvPr/>
            </p:nvGrpSpPr>
            <p:grpSpPr>
              <a:xfrm>
                <a:off x="3487239" y="1131104"/>
                <a:ext cx="361530" cy="649334"/>
                <a:chOff x="1266852" y="1150479"/>
                <a:chExt cx="361530" cy="649334"/>
              </a:xfrm>
            </p:grpSpPr>
            <p:sp>
              <p:nvSpPr>
                <p:cNvPr id="90" name="Google Shape;90;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 name="Google Shape;98;p2"/>
            <p:cNvGrpSpPr/>
            <p:nvPr/>
          </p:nvGrpSpPr>
          <p:grpSpPr>
            <a:xfrm rot="4488281">
              <a:off x="3583731" y="2580940"/>
              <a:ext cx="887798" cy="871068"/>
              <a:chOff x="3086354" y="1785830"/>
              <a:chExt cx="887833" cy="871102"/>
            </a:xfrm>
          </p:grpSpPr>
          <p:grpSp>
            <p:nvGrpSpPr>
              <p:cNvPr id="99" name="Google Shape;99;p2"/>
              <p:cNvGrpSpPr/>
              <p:nvPr/>
            </p:nvGrpSpPr>
            <p:grpSpPr>
              <a:xfrm rot="-2169427">
                <a:off x="3251277" y="1839739"/>
                <a:ext cx="408803" cy="692509"/>
                <a:chOff x="3377730" y="919968"/>
                <a:chExt cx="408804" cy="692511"/>
              </a:xfrm>
            </p:grpSpPr>
            <p:sp>
              <p:nvSpPr>
                <p:cNvPr id="100" name="Google Shape;100;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 name="Google Shape;112;p2"/>
              <p:cNvGrpSpPr/>
              <p:nvPr/>
            </p:nvGrpSpPr>
            <p:grpSpPr>
              <a:xfrm rot="-2169427">
                <a:off x="3455919" y="1963478"/>
                <a:ext cx="361529" cy="649332"/>
                <a:chOff x="1266852" y="1150479"/>
                <a:chExt cx="361530" cy="649334"/>
              </a:xfrm>
            </p:grpSpPr>
            <p:sp>
              <p:nvSpPr>
                <p:cNvPr id="113" name="Google Shape;113;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 name="Google Shape;121;p2"/>
            <p:cNvGrpSpPr/>
            <p:nvPr/>
          </p:nvGrpSpPr>
          <p:grpSpPr>
            <a:xfrm>
              <a:off x="3238754" y="1938230"/>
              <a:ext cx="887833" cy="871102"/>
              <a:chOff x="3086354" y="1785830"/>
              <a:chExt cx="887833" cy="871102"/>
            </a:xfrm>
          </p:grpSpPr>
          <p:grpSp>
            <p:nvGrpSpPr>
              <p:cNvPr id="122" name="Google Shape;122;p2"/>
              <p:cNvGrpSpPr/>
              <p:nvPr/>
            </p:nvGrpSpPr>
            <p:grpSpPr>
              <a:xfrm rot="-2169427">
                <a:off x="3251277" y="1839739"/>
                <a:ext cx="408803" cy="692509"/>
                <a:chOff x="3377730" y="919968"/>
                <a:chExt cx="408804" cy="692511"/>
              </a:xfrm>
            </p:grpSpPr>
            <p:sp>
              <p:nvSpPr>
                <p:cNvPr id="123" name="Google Shape;123;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 name="Google Shape;135;p2"/>
              <p:cNvGrpSpPr/>
              <p:nvPr/>
            </p:nvGrpSpPr>
            <p:grpSpPr>
              <a:xfrm rot="-2169427">
                <a:off x="3455919" y="1963478"/>
                <a:ext cx="361529" cy="649332"/>
                <a:chOff x="1266852" y="1150479"/>
                <a:chExt cx="361530" cy="649334"/>
              </a:xfrm>
            </p:grpSpPr>
            <p:sp>
              <p:nvSpPr>
                <p:cNvPr id="136" name="Google Shape;136;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 name="Google Shape;144;p2"/>
            <p:cNvGrpSpPr/>
            <p:nvPr/>
          </p:nvGrpSpPr>
          <p:grpSpPr>
            <a:xfrm>
              <a:off x="3490978" y="1037105"/>
              <a:ext cx="575468" cy="1051322"/>
              <a:chOff x="3377730" y="919968"/>
              <a:chExt cx="471039" cy="860470"/>
            </a:xfrm>
          </p:grpSpPr>
          <p:grpSp>
            <p:nvGrpSpPr>
              <p:cNvPr id="145" name="Google Shape;145;p2"/>
              <p:cNvGrpSpPr/>
              <p:nvPr/>
            </p:nvGrpSpPr>
            <p:grpSpPr>
              <a:xfrm>
                <a:off x="3377730" y="919968"/>
                <a:ext cx="408804" cy="692511"/>
                <a:chOff x="3377730" y="919968"/>
                <a:chExt cx="408804" cy="692511"/>
              </a:xfrm>
            </p:grpSpPr>
            <p:sp>
              <p:nvSpPr>
                <p:cNvPr id="146" name="Google Shape;146;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 name="Google Shape;158;p2"/>
              <p:cNvGrpSpPr/>
              <p:nvPr/>
            </p:nvGrpSpPr>
            <p:grpSpPr>
              <a:xfrm>
                <a:off x="3487239" y="1131104"/>
                <a:ext cx="361530" cy="649334"/>
                <a:chOff x="1266852" y="1150479"/>
                <a:chExt cx="361530" cy="649334"/>
              </a:xfrm>
            </p:grpSpPr>
            <p:sp>
              <p:nvSpPr>
                <p:cNvPr id="159" name="Google Shape;159;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7" name="Google Shape;167;p2"/>
            <p:cNvGrpSpPr/>
            <p:nvPr/>
          </p:nvGrpSpPr>
          <p:grpSpPr>
            <a:xfrm>
              <a:off x="3517102" y="2473933"/>
              <a:ext cx="590853" cy="538858"/>
              <a:chOff x="2374102" y="2397733"/>
              <a:chExt cx="590853" cy="538858"/>
            </a:xfrm>
          </p:grpSpPr>
          <p:grpSp>
            <p:nvGrpSpPr>
              <p:cNvPr id="168" name="Google Shape;168;p2"/>
              <p:cNvGrpSpPr/>
              <p:nvPr/>
            </p:nvGrpSpPr>
            <p:grpSpPr>
              <a:xfrm>
                <a:off x="2374102" y="2397733"/>
                <a:ext cx="590853" cy="538858"/>
                <a:chOff x="1993102" y="2397733"/>
                <a:chExt cx="590853" cy="538858"/>
              </a:xfrm>
            </p:grpSpPr>
            <p:sp>
              <p:nvSpPr>
                <p:cNvPr id="169" name="Google Shape;169;p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 name="Google Shape;185;p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 name="Google Shape;188;p2"/>
              <p:cNvGrpSpPr/>
              <p:nvPr/>
            </p:nvGrpSpPr>
            <p:grpSpPr>
              <a:xfrm>
                <a:off x="2672051" y="2466803"/>
                <a:ext cx="88776" cy="97630"/>
                <a:chOff x="2291051" y="2466803"/>
                <a:chExt cx="88776" cy="97630"/>
              </a:xfrm>
            </p:grpSpPr>
            <p:sp>
              <p:nvSpPr>
                <p:cNvPr id="189" name="Google Shape;189;p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 name="Google Shape;218;p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 name="Google Shape;225;p2"/>
            <p:cNvGrpSpPr/>
            <p:nvPr/>
          </p:nvGrpSpPr>
          <p:grpSpPr>
            <a:xfrm rot="352659">
              <a:off x="3394332" y="1622136"/>
              <a:ext cx="676583" cy="547330"/>
              <a:chOff x="1981897" y="1546050"/>
              <a:chExt cx="676612" cy="547354"/>
            </a:xfrm>
          </p:grpSpPr>
          <p:grpSp>
            <p:nvGrpSpPr>
              <p:cNvPr id="226" name="Google Shape;226;p2"/>
              <p:cNvGrpSpPr/>
              <p:nvPr/>
            </p:nvGrpSpPr>
            <p:grpSpPr>
              <a:xfrm>
                <a:off x="2240847" y="1546050"/>
                <a:ext cx="258712" cy="250429"/>
                <a:chOff x="1490538" y="753834"/>
                <a:chExt cx="470985" cy="455906"/>
              </a:xfrm>
            </p:grpSpPr>
            <p:sp>
              <p:nvSpPr>
                <p:cNvPr id="227" name="Google Shape;227;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 name="Google Shape;237;p2"/>
              <p:cNvGrpSpPr/>
              <p:nvPr/>
            </p:nvGrpSpPr>
            <p:grpSpPr>
              <a:xfrm>
                <a:off x="2399797" y="1673288"/>
                <a:ext cx="258712" cy="250429"/>
                <a:chOff x="1490538" y="753834"/>
                <a:chExt cx="470985" cy="455906"/>
              </a:xfrm>
            </p:grpSpPr>
            <p:sp>
              <p:nvSpPr>
                <p:cNvPr id="238" name="Google Shape;238;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 name="Google Shape;248;p2"/>
              <p:cNvGrpSpPr/>
              <p:nvPr/>
            </p:nvGrpSpPr>
            <p:grpSpPr>
              <a:xfrm>
                <a:off x="2159535" y="1742038"/>
                <a:ext cx="258712" cy="250429"/>
                <a:chOff x="1490538" y="753834"/>
                <a:chExt cx="470985" cy="455906"/>
              </a:xfrm>
            </p:grpSpPr>
            <p:sp>
              <p:nvSpPr>
                <p:cNvPr id="249" name="Google Shape;249;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 name="Google Shape;259;p2"/>
              <p:cNvGrpSpPr/>
              <p:nvPr/>
            </p:nvGrpSpPr>
            <p:grpSpPr>
              <a:xfrm>
                <a:off x="2323985" y="1842975"/>
                <a:ext cx="258712" cy="250429"/>
                <a:chOff x="1490538" y="753834"/>
                <a:chExt cx="470985" cy="455906"/>
              </a:xfrm>
            </p:grpSpPr>
            <p:sp>
              <p:nvSpPr>
                <p:cNvPr id="260" name="Google Shape;260;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 name="Google Shape;270;p2"/>
              <p:cNvGrpSpPr/>
              <p:nvPr/>
            </p:nvGrpSpPr>
            <p:grpSpPr>
              <a:xfrm>
                <a:off x="1981897" y="1804075"/>
                <a:ext cx="258712" cy="250429"/>
                <a:chOff x="1490538" y="753834"/>
                <a:chExt cx="470985" cy="455906"/>
              </a:xfrm>
            </p:grpSpPr>
            <p:sp>
              <p:nvSpPr>
                <p:cNvPr id="271" name="Google Shape;271;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1" name="Google Shape;281;p2"/>
            <p:cNvGrpSpPr/>
            <p:nvPr/>
          </p:nvGrpSpPr>
          <p:grpSpPr>
            <a:xfrm flipH="1">
              <a:off x="3270102" y="2806996"/>
              <a:ext cx="590853" cy="538858"/>
              <a:chOff x="2374102" y="2397733"/>
              <a:chExt cx="590853" cy="538858"/>
            </a:xfrm>
          </p:grpSpPr>
          <p:grpSp>
            <p:nvGrpSpPr>
              <p:cNvPr id="282" name="Google Shape;282;p2"/>
              <p:cNvGrpSpPr/>
              <p:nvPr/>
            </p:nvGrpSpPr>
            <p:grpSpPr>
              <a:xfrm>
                <a:off x="2374102" y="2397733"/>
                <a:ext cx="590853" cy="538858"/>
                <a:chOff x="1993102" y="2397733"/>
                <a:chExt cx="590853" cy="538858"/>
              </a:xfrm>
            </p:grpSpPr>
            <p:sp>
              <p:nvSpPr>
                <p:cNvPr id="283" name="Google Shape;283;p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9" name="Google Shape;299;p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2" name="Google Shape;302;p2"/>
              <p:cNvGrpSpPr/>
              <p:nvPr/>
            </p:nvGrpSpPr>
            <p:grpSpPr>
              <a:xfrm>
                <a:off x="2672051" y="2466803"/>
                <a:ext cx="88776" cy="97630"/>
                <a:chOff x="2291051" y="2466803"/>
                <a:chExt cx="88776" cy="97630"/>
              </a:xfrm>
            </p:grpSpPr>
            <p:sp>
              <p:nvSpPr>
                <p:cNvPr id="303" name="Google Shape;303;p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2" name="Google Shape;332;p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 name="Google Shape;339;p2"/>
            <p:cNvGrpSpPr/>
            <p:nvPr/>
          </p:nvGrpSpPr>
          <p:grpSpPr>
            <a:xfrm>
              <a:off x="3446433" y="3091192"/>
              <a:ext cx="1319021" cy="1203001"/>
              <a:chOff x="2374102" y="2397733"/>
              <a:chExt cx="590853" cy="538858"/>
            </a:xfrm>
          </p:grpSpPr>
          <p:grpSp>
            <p:nvGrpSpPr>
              <p:cNvPr id="340" name="Google Shape;340;p2"/>
              <p:cNvGrpSpPr/>
              <p:nvPr/>
            </p:nvGrpSpPr>
            <p:grpSpPr>
              <a:xfrm>
                <a:off x="2374102" y="2397733"/>
                <a:ext cx="590853" cy="538858"/>
                <a:chOff x="1993102" y="2397733"/>
                <a:chExt cx="590853" cy="538858"/>
              </a:xfrm>
            </p:grpSpPr>
            <p:sp>
              <p:nvSpPr>
                <p:cNvPr id="341" name="Google Shape;341;p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7" name="Google Shape;357;p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0" name="Google Shape;360;p2"/>
              <p:cNvGrpSpPr/>
              <p:nvPr/>
            </p:nvGrpSpPr>
            <p:grpSpPr>
              <a:xfrm>
                <a:off x="2672051" y="2466803"/>
                <a:ext cx="88776" cy="97630"/>
                <a:chOff x="2291051" y="2466803"/>
                <a:chExt cx="88776" cy="97630"/>
              </a:xfrm>
            </p:grpSpPr>
            <p:sp>
              <p:nvSpPr>
                <p:cNvPr id="361" name="Google Shape;361;p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0" name="Google Shape;390;p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 name="Google Shape;397;p2"/>
            <p:cNvGrpSpPr/>
            <p:nvPr/>
          </p:nvGrpSpPr>
          <p:grpSpPr>
            <a:xfrm>
              <a:off x="4490110" y="3659885"/>
              <a:ext cx="365767" cy="351686"/>
              <a:chOff x="1490538" y="753834"/>
              <a:chExt cx="470985" cy="455906"/>
            </a:xfrm>
          </p:grpSpPr>
          <p:sp>
            <p:nvSpPr>
              <p:cNvPr id="398" name="Google Shape;398;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 name="Google Shape;408;p2"/>
            <p:cNvGrpSpPr/>
            <p:nvPr/>
          </p:nvGrpSpPr>
          <p:grpSpPr>
            <a:xfrm rot="-975329">
              <a:off x="4865699" y="3543897"/>
              <a:ext cx="365789" cy="351698"/>
              <a:chOff x="1490538" y="753834"/>
              <a:chExt cx="470985" cy="455906"/>
            </a:xfrm>
          </p:grpSpPr>
          <p:sp>
            <p:nvSpPr>
              <p:cNvPr id="409" name="Google Shape;409;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9" name="Google Shape;419;p2"/>
          <p:cNvGrpSpPr/>
          <p:nvPr/>
        </p:nvGrpSpPr>
        <p:grpSpPr>
          <a:xfrm>
            <a:off x="514252" y="1954402"/>
            <a:ext cx="411494" cy="164598"/>
            <a:chOff x="2449294" y="636165"/>
            <a:chExt cx="322588" cy="124262"/>
          </a:xfrm>
        </p:grpSpPr>
        <p:sp>
          <p:nvSpPr>
            <p:cNvPr id="420" name="Google Shape;420;p2"/>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9" name="Google Shape;429;p2"/>
          <p:cNvSpPr/>
          <p:nvPr/>
        </p:nvSpPr>
        <p:spPr>
          <a:xfrm>
            <a:off x="2313144" y="72068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
          <p:cNvSpPr/>
          <p:nvPr/>
        </p:nvSpPr>
        <p:spPr>
          <a:xfrm>
            <a:off x="3623354" y="218571"/>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
          <p:cNvSpPr/>
          <p:nvPr/>
        </p:nvSpPr>
        <p:spPr>
          <a:xfrm>
            <a:off x="1906746" y="937103"/>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
          <p:cNvSpPr/>
          <p:nvPr/>
        </p:nvSpPr>
        <p:spPr>
          <a:xfrm rot="10800000">
            <a:off x="6340552" y="700240"/>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
          <p:cNvSpPr/>
          <p:nvPr/>
        </p:nvSpPr>
        <p:spPr>
          <a:xfrm rot="10800000">
            <a:off x="220786" y="1846384"/>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
          <p:cNvSpPr/>
          <p:nvPr/>
        </p:nvSpPr>
        <p:spPr>
          <a:xfrm rot="10800000">
            <a:off x="2237396" y="52020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
          <p:cNvSpPr/>
          <p:nvPr/>
        </p:nvSpPr>
        <p:spPr>
          <a:xfrm rot="10800000">
            <a:off x="7891202" y="1767053"/>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 name="Google Shape;437;p2"/>
          <p:cNvGrpSpPr/>
          <p:nvPr/>
        </p:nvGrpSpPr>
        <p:grpSpPr>
          <a:xfrm flipH="1">
            <a:off x="1284972" y="1038482"/>
            <a:ext cx="411494" cy="164598"/>
            <a:chOff x="2449294" y="636165"/>
            <a:chExt cx="322588" cy="124262"/>
          </a:xfrm>
        </p:grpSpPr>
        <p:sp>
          <p:nvSpPr>
            <p:cNvPr id="438" name="Google Shape;438;p2"/>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 name="Google Shape;447;p2"/>
          <p:cNvGrpSpPr/>
          <p:nvPr/>
        </p:nvGrpSpPr>
        <p:grpSpPr>
          <a:xfrm flipH="1">
            <a:off x="6751497" y="678045"/>
            <a:ext cx="411494" cy="164598"/>
            <a:chOff x="2449294" y="636165"/>
            <a:chExt cx="322588" cy="124262"/>
          </a:xfrm>
        </p:grpSpPr>
        <p:sp>
          <p:nvSpPr>
            <p:cNvPr id="448" name="Google Shape;448;p2"/>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 name="Google Shape;457;p2"/>
          <p:cNvGrpSpPr/>
          <p:nvPr/>
        </p:nvGrpSpPr>
        <p:grpSpPr>
          <a:xfrm>
            <a:off x="8575747" y="1993670"/>
            <a:ext cx="411494" cy="164598"/>
            <a:chOff x="2449294" y="636165"/>
            <a:chExt cx="322588" cy="124262"/>
          </a:xfrm>
        </p:grpSpPr>
        <p:sp>
          <p:nvSpPr>
            <p:cNvPr id="458" name="Google Shape;458;p2"/>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 name="Google Shape;467;p2"/>
          <p:cNvGrpSpPr/>
          <p:nvPr/>
        </p:nvGrpSpPr>
        <p:grpSpPr>
          <a:xfrm flipH="1" rot="10800000">
            <a:off x="7008738" y="922775"/>
            <a:ext cx="365767" cy="351138"/>
            <a:chOff x="1490538" y="753834"/>
            <a:chExt cx="470985" cy="455906"/>
          </a:xfrm>
        </p:grpSpPr>
        <p:sp>
          <p:nvSpPr>
            <p:cNvPr id="468" name="Google Shape;468;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 name="Google Shape;478;p2"/>
          <p:cNvGrpSpPr/>
          <p:nvPr/>
        </p:nvGrpSpPr>
        <p:grpSpPr>
          <a:xfrm flipH="1" rot="-5400000">
            <a:off x="6601720" y="-1231703"/>
            <a:ext cx="2103111" cy="3943216"/>
            <a:chOff x="3238754" y="1037105"/>
            <a:chExt cx="2114316" cy="3971813"/>
          </a:xfrm>
        </p:grpSpPr>
        <p:grpSp>
          <p:nvGrpSpPr>
            <p:cNvPr id="479" name="Google Shape;479;p2"/>
            <p:cNvGrpSpPr/>
            <p:nvPr/>
          </p:nvGrpSpPr>
          <p:grpSpPr>
            <a:xfrm rot="352619">
              <a:off x="3514228" y="3929201"/>
              <a:ext cx="820714" cy="663927"/>
              <a:chOff x="1981897" y="1546050"/>
              <a:chExt cx="676612" cy="547354"/>
            </a:xfrm>
          </p:grpSpPr>
          <p:grpSp>
            <p:nvGrpSpPr>
              <p:cNvPr id="480" name="Google Shape;480;p2"/>
              <p:cNvGrpSpPr/>
              <p:nvPr/>
            </p:nvGrpSpPr>
            <p:grpSpPr>
              <a:xfrm>
                <a:off x="2240847" y="1546050"/>
                <a:ext cx="258712" cy="250429"/>
                <a:chOff x="1490538" y="753834"/>
                <a:chExt cx="470985" cy="455906"/>
              </a:xfrm>
            </p:grpSpPr>
            <p:sp>
              <p:nvSpPr>
                <p:cNvPr id="481" name="Google Shape;481;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 name="Google Shape;491;p2"/>
              <p:cNvGrpSpPr/>
              <p:nvPr/>
            </p:nvGrpSpPr>
            <p:grpSpPr>
              <a:xfrm>
                <a:off x="2399797" y="1673288"/>
                <a:ext cx="258712" cy="250429"/>
                <a:chOff x="1490538" y="753834"/>
                <a:chExt cx="470985" cy="455906"/>
              </a:xfrm>
            </p:grpSpPr>
            <p:sp>
              <p:nvSpPr>
                <p:cNvPr id="492" name="Google Shape;492;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 name="Google Shape;502;p2"/>
              <p:cNvGrpSpPr/>
              <p:nvPr/>
            </p:nvGrpSpPr>
            <p:grpSpPr>
              <a:xfrm>
                <a:off x="2159535" y="1742038"/>
                <a:ext cx="258712" cy="250429"/>
                <a:chOff x="1490538" y="753834"/>
                <a:chExt cx="470985" cy="455906"/>
              </a:xfrm>
            </p:grpSpPr>
            <p:sp>
              <p:nvSpPr>
                <p:cNvPr id="503" name="Google Shape;503;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 name="Google Shape;513;p2"/>
              <p:cNvGrpSpPr/>
              <p:nvPr/>
            </p:nvGrpSpPr>
            <p:grpSpPr>
              <a:xfrm>
                <a:off x="2323985" y="1842975"/>
                <a:ext cx="258712" cy="250429"/>
                <a:chOff x="1490538" y="753834"/>
                <a:chExt cx="470985" cy="455906"/>
              </a:xfrm>
            </p:grpSpPr>
            <p:sp>
              <p:nvSpPr>
                <p:cNvPr id="514" name="Google Shape;514;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 name="Google Shape;524;p2"/>
              <p:cNvGrpSpPr/>
              <p:nvPr/>
            </p:nvGrpSpPr>
            <p:grpSpPr>
              <a:xfrm>
                <a:off x="1981897" y="1804075"/>
                <a:ext cx="258712" cy="250429"/>
                <a:chOff x="1490538" y="753834"/>
                <a:chExt cx="470985" cy="455906"/>
              </a:xfrm>
            </p:grpSpPr>
            <p:sp>
              <p:nvSpPr>
                <p:cNvPr id="525" name="Google Shape;525;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5" name="Google Shape;535;p2"/>
            <p:cNvGrpSpPr/>
            <p:nvPr/>
          </p:nvGrpSpPr>
          <p:grpSpPr>
            <a:xfrm flipH="1" rot="8833976">
              <a:off x="4214846" y="3438470"/>
              <a:ext cx="804524" cy="1469662"/>
              <a:chOff x="3377730" y="919968"/>
              <a:chExt cx="471039" cy="860470"/>
            </a:xfrm>
          </p:grpSpPr>
          <p:grpSp>
            <p:nvGrpSpPr>
              <p:cNvPr id="536" name="Google Shape;536;p2"/>
              <p:cNvGrpSpPr/>
              <p:nvPr/>
            </p:nvGrpSpPr>
            <p:grpSpPr>
              <a:xfrm>
                <a:off x="3377730" y="919968"/>
                <a:ext cx="408804" cy="692511"/>
                <a:chOff x="3377730" y="919968"/>
                <a:chExt cx="408804" cy="692511"/>
              </a:xfrm>
            </p:grpSpPr>
            <p:sp>
              <p:nvSpPr>
                <p:cNvPr id="537" name="Google Shape;537;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 name="Google Shape;549;p2"/>
              <p:cNvGrpSpPr/>
              <p:nvPr/>
            </p:nvGrpSpPr>
            <p:grpSpPr>
              <a:xfrm>
                <a:off x="3487239" y="1131104"/>
                <a:ext cx="361530" cy="649334"/>
                <a:chOff x="1266852" y="1150479"/>
                <a:chExt cx="361530" cy="649334"/>
              </a:xfrm>
            </p:grpSpPr>
            <p:sp>
              <p:nvSpPr>
                <p:cNvPr id="550" name="Google Shape;550;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8" name="Google Shape;558;p2"/>
            <p:cNvGrpSpPr/>
            <p:nvPr/>
          </p:nvGrpSpPr>
          <p:grpSpPr>
            <a:xfrm rot="4488281">
              <a:off x="3583731" y="2580940"/>
              <a:ext cx="887798" cy="871068"/>
              <a:chOff x="3086354" y="1785830"/>
              <a:chExt cx="887833" cy="871102"/>
            </a:xfrm>
          </p:grpSpPr>
          <p:grpSp>
            <p:nvGrpSpPr>
              <p:cNvPr id="559" name="Google Shape;559;p2"/>
              <p:cNvGrpSpPr/>
              <p:nvPr/>
            </p:nvGrpSpPr>
            <p:grpSpPr>
              <a:xfrm rot="-2169427">
                <a:off x="3251277" y="1839739"/>
                <a:ext cx="408803" cy="692509"/>
                <a:chOff x="3377730" y="919968"/>
                <a:chExt cx="408804" cy="692511"/>
              </a:xfrm>
            </p:grpSpPr>
            <p:sp>
              <p:nvSpPr>
                <p:cNvPr id="560" name="Google Shape;560;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 name="Google Shape;572;p2"/>
              <p:cNvGrpSpPr/>
              <p:nvPr/>
            </p:nvGrpSpPr>
            <p:grpSpPr>
              <a:xfrm rot="-2169427">
                <a:off x="3455919" y="1963478"/>
                <a:ext cx="361529" cy="649332"/>
                <a:chOff x="1266852" y="1150479"/>
                <a:chExt cx="361530" cy="649334"/>
              </a:xfrm>
            </p:grpSpPr>
            <p:sp>
              <p:nvSpPr>
                <p:cNvPr id="573" name="Google Shape;573;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1" name="Google Shape;581;p2"/>
            <p:cNvGrpSpPr/>
            <p:nvPr/>
          </p:nvGrpSpPr>
          <p:grpSpPr>
            <a:xfrm>
              <a:off x="3238754" y="1938230"/>
              <a:ext cx="887833" cy="871102"/>
              <a:chOff x="3086354" y="1785830"/>
              <a:chExt cx="887833" cy="871102"/>
            </a:xfrm>
          </p:grpSpPr>
          <p:grpSp>
            <p:nvGrpSpPr>
              <p:cNvPr id="582" name="Google Shape;582;p2"/>
              <p:cNvGrpSpPr/>
              <p:nvPr/>
            </p:nvGrpSpPr>
            <p:grpSpPr>
              <a:xfrm rot="-2169427">
                <a:off x="3251277" y="1839739"/>
                <a:ext cx="408803" cy="692509"/>
                <a:chOff x="3377730" y="919968"/>
                <a:chExt cx="408804" cy="692511"/>
              </a:xfrm>
            </p:grpSpPr>
            <p:sp>
              <p:nvSpPr>
                <p:cNvPr id="583" name="Google Shape;583;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 name="Google Shape;595;p2"/>
              <p:cNvGrpSpPr/>
              <p:nvPr/>
            </p:nvGrpSpPr>
            <p:grpSpPr>
              <a:xfrm rot="-2169427">
                <a:off x="3455919" y="1963478"/>
                <a:ext cx="361529" cy="649332"/>
                <a:chOff x="1266852" y="1150479"/>
                <a:chExt cx="361530" cy="649334"/>
              </a:xfrm>
            </p:grpSpPr>
            <p:sp>
              <p:nvSpPr>
                <p:cNvPr id="596" name="Google Shape;596;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4" name="Google Shape;604;p2"/>
            <p:cNvGrpSpPr/>
            <p:nvPr/>
          </p:nvGrpSpPr>
          <p:grpSpPr>
            <a:xfrm>
              <a:off x="3490978" y="1037105"/>
              <a:ext cx="575468" cy="1051322"/>
              <a:chOff x="3377730" y="919968"/>
              <a:chExt cx="471039" cy="860470"/>
            </a:xfrm>
          </p:grpSpPr>
          <p:grpSp>
            <p:nvGrpSpPr>
              <p:cNvPr id="605" name="Google Shape;605;p2"/>
              <p:cNvGrpSpPr/>
              <p:nvPr/>
            </p:nvGrpSpPr>
            <p:grpSpPr>
              <a:xfrm>
                <a:off x="3377730" y="919968"/>
                <a:ext cx="408804" cy="692511"/>
                <a:chOff x="3377730" y="919968"/>
                <a:chExt cx="408804" cy="692511"/>
              </a:xfrm>
            </p:grpSpPr>
            <p:sp>
              <p:nvSpPr>
                <p:cNvPr id="606" name="Google Shape;606;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 name="Google Shape;618;p2"/>
              <p:cNvGrpSpPr/>
              <p:nvPr/>
            </p:nvGrpSpPr>
            <p:grpSpPr>
              <a:xfrm>
                <a:off x="3487239" y="1131104"/>
                <a:ext cx="361530" cy="649334"/>
                <a:chOff x="1266852" y="1150479"/>
                <a:chExt cx="361530" cy="649334"/>
              </a:xfrm>
            </p:grpSpPr>
            <p:sp>
              <p:nvSpPr>
                <p:cNvPr id="619" name="Google Shape;619;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7" name="Google Shape;627;p2"/>
            <p:cNvGrpSpPr/>
            <p:nvPr/>
          </p:nvGrpSpPr>
          <p:grpSpPr>
            <a:xfrm>
              <a:off x="3517102" y="2473933"/>
              <a:ext cx="590853" cy="538858"/>
              <a:chOff x="2374102" y="2397733"/>
              <a:chExt cx="590853" cy="538858"/>
            </a:xfrm>
          </p:grpSpPr>
          <p:grpSp>
            <p:nvGrpSpPr>
              <p:cNvPr id="628" name="Google Shape;628;p2"/>
              <p:cNvGrpSpPr/>
              <p:nvPr/>
            </p:nvGrpSpPr>
            <p:grpSpPr>
              <a:xfrm>
                <a:off x="2374102" y="2397733"/>
                <a:ext cx="590853" cy="538858"/>
                <a:chOff x="1993102" y="2397733"/>
                <a:chExt cx="590853" cy="538858"/>
              </a:xfrm>
            </p:grpSpPr>
            <p:sp>
              <p:nvSpPr>
                <p:cNvPr id="629" name="Google Shape;629;p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5" name="Google Shape;645;p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8" name="Google Shape;648;p2"/>
              <p:cNvGrpSpPr/>
              <p:nvPr/>
            </p:nvGrpSpPr>
            <p:grpSpPr>
              <a:xfrm>
                <a:off x="2672051" y="2466803"/>
                <a:ext cx="88776" cy="97630"/>
                <a:chOff x="2291051" y="2466803"/>
                <a:chExt cx="88776" cy="97630"/>
              </a:xfrm>
            </p:grpSpPr>
            <p:sp>
              <p:nvSpPr>
                <p:cNvPr id="649" name="Google Shape;649;p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8" name="Google Shape;678;p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 name="Google Shape;685;p2"/>
            <p:cNvGrpSpPr/>
            <p:nvPr/>
          </p:nvGrpSpPr>
          <p:grpSpPr>
            <a:xfrm rot="352659">
              <a:off x="3394332" y="1622136"/>
              <a:ext cx="676583" cy="547330"/>
              <a:chOff x="1981897" y="1546050"/>
              <a:chExt cx="676612" cy="547354"/>
            </a:xfrm>
          </p:grpSpPr>
          <p:grpSp>
            <p:nvGrpSpPr>
              <p:cNvPr id="686" name="Google Shape;686;p2"/>
              <p:cNvGrpSpPr/>
              <p:nvPr/>
            </p:nvGrpSpPr>
            <p:grpSpPr>
              <a:xfrm>
                <a:off x="2240847" y="1546050"/>
                <a:ext cx="258712" cy="250429"/>
                <a:chOff x="1490538" y="753834"/>
                <a:chExt cx="470985" cy="455906"/>
              </a:xfrm>
            </p:grpSpPr>
            <p:sp>
              <p:nvSpPr>
                <p:cNvPr id="687" name="Google Shape;687;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 name="Google Shape;697;p2"/>
              <p:cNvGrpSpPr/>
              <p:nvPr/>
            </p:nvGrpSpPr>
            <p:grpSpPr>
              <a:xfrm>
                <a:off x="2399797" y="1673288"/>
                <a:ext cx="258712" cy="250429"/>
                <a:chOff x="1490538" y="753834"/>
                <a:chExt cx="470985" cy="455906"/>
              </a:xfrm>
            </p:grpSpPr>
            <p:sp>
              <p:nvSpPr>
                <p:cNvPr id="698" name="Google Shape;698;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 name="Google Shape;708;p2"/>
              <p:cNvGrpSpPr/>
              <p:nvPr/>
            </p:nvGrpSpPr>
            <p:grpSpPr>
              <a:xfrm>
                <a:off x="2159535" y="1742038"/>
                <a:ext cx="258712" cy="250429"/>
                <a:chOff x="1490538" y="753834"/>
                <a:chExt cx="470985" cy="455906"/>
              </a:xfrm>
            </p:grpSpPr>
            <p:sp>
              <p:nvSpPr>
                <p:cNvPr id="709" name="Google Shape;709;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 name="Google Shape;719;p2"/>
              <p:cNvGrpSpPr/>
              <p:nvPr/>
            </p:nvGrpSpPr>
            <p:grpSpPr>
              <a:xfrm>
                <a:off x="2323985" y="1842975"/>
                <a:ext cx="258712" cy="250429"/>
                <a:chOff x="1490538" y="753834"/>
                <a:chExt cx="470985" cy="455906"/>
              </a:xfrm>
            </p:grpSpPr>
            <p:sp>
              <p:nvSpPr>
                <p:cNvPr id="720" name="Google Shape;720;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 name="Google Shape;730;p2"/>
              <p:cNvGrpSpPr/>
              <p:nvPr/>
            </p:nvGrpSpPr>
            <p:grpSpPr>
              <a:xfrm>
                <a:off x="1981897" y="1804075"/>
                <a:ext cx="258712" cy="250429"/>
                <a:chOff x="1490538" y="753834"/>
                <a:chExt cx="470985" cy="455906"/>
              </a:xfrm>
            </p:grpSpPr>
            <p:sp>
              <p:nvSpPr>
                <p:cNvPr id="731" name="Google Shape;731;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1" name="Google Shape;741;p2"/>
            <p:cNvGrpSpPr/>
            <p:nvPr/>
          </p:nvGrpSpPr>
          <p:grpSpPr>
            <a:xfrm flipH="1">
              <a:off x="3270102" y="2806996"/>
              <a:ext cx="590853" cy="538858"/>
              <a:chOff x="2374102" y="2397733"/>
              <a:chExt cx="590853" cy="538858"/>
            </a:xfrm>
          </p:grpSpPr>
          <p:grpSp>
            <p:nvGrpSpPr>
              <p:cNvPr id="742" name="Google Shape;742;p2"/>
              <p:cNvGrpSpPr/>
              <p:nvPr/>
            </p:nvGrpSpPr>
            <p:grpSpPr>
              <a:xfrm>
                <a:off x="2374102" y="2397733"/>
                <a:ext cx="590853" cy="538858"/>
                <a:chOff x="1993102" y="2397733"/>
                <a:chExt cx="590853" cy="538858"/>
              </a:xfrm>
            </p:grpSpPr>
            <p:sp>
              <p:nvSpPr>
                <p:cNvPr id="743" name="Google Shape;743;p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9" name="Google Shape;759;p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 name="Google Shape;762;p2"/>
              <p:cNvGrpSpPr/>
              <p:nvPr/>
            </p:nvGrpSpPr>
            <p:grpSpPr>
              <a:xfrm>
                <a:off x="2672051" y="2466803"/>
                <a:ext cx="88776" cy="97630"/>
                <a:chOff x="2291051" y="2466803"/>
                <a:chExt cx="88776" cy="97630"/>
              </a:xfrm>
            </p:grpSpPr>
            <p:sp>
              <p:nvSpPr>
                <p:cNvPr id="763" name="Google Shape;763;p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2" name="Google Shape;792;p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 name="Google Shape;799;p2"/>
            <p:cNvGrpSpPr/>
            <p:nvPr/>
          </p:nvGrpSpPr>
          <p:grpSpPr>
            <a:xfrm>
              <a:off x="3446433" y="3091192"/>
              <a:ext cx="1319021" cy="1203001"/>
              <a:chOff x="2374102" y="2397733"/>
              <a:chExt cx="590853" cy="538858"/>
            </a:xfrm>
          </p:grpSpPr>
          <p:grpSp>
            <p:nvGrpSpPr>
              <p:cNvPr id="800" name="Google Shape;800;p2"/>
              <p:cNvGrpSpPr/>
              <p:nvPr/>
            </p:nvGrpSpPr>
            <p:grpSpPr>
              <a:xfrm>
                <a:off x="2374102" y="2397733"/>
                <a:ext cx="590853" cy="538858"/>
                <a:chOff x="1993102" y="2397733"/>
                <a:chExt cx="590853" cy="538858"/>
              </a:xfrm>
            </p:grpSpPr>
            <p:sp>
              <p:nvSpPr>
                <p:cNvPr id="801" name="Google Shape;801;p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 name="Google Shape;817;p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 name="Google Shape;820;p2"/>
              <p:cNvGrpSpPr/>
              <p:nvPr/>
            </p:nvGrpSpPr>
            <p:grpSpPr>
              <a:xfrm>
                <a:off x="2672051" y="2466803"/>
                <a:ext cx="88776" cy="97630"/>
                <a:chOff x="2291051" y="2466803"/>
                <a:chExt cx="88776" cy="97630"/>
              </a:xfrm>
            </p:grpSpPr>
            <p:sp>
              <p:nvSpPr>
                <p:cNvPr id="821" name="Google Shape;821;p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 name="Google Shape;850;p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 name="Google Shape;857;p2"/>
            <p:cNvGrpSpPr/>
            <p:nvPr/>
          </p:nvGrpSpPr>
          <p:grpSpPr>
            <a:xfrm>
              <a:off x="4490110" y="3659885"/>
              <a:ext cx="365767" cy="351686"/>
              <a:chOff x="1490538" y="753834"/>
              <a:chExt cx="470985" cy="455906"/>
            </a:xfrm>
          </p:grpSpPr>
          <p:sp>
            <p:nvSpPr>
              <p:cNvPr id="858" name="Google Shape;858;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 name="Google Shape;868;p2"/>
            <p:cNvGrpSpPr/>
            <p:nvPr/>
          </p:nvGrpSpPr>
          <p:grpSpPr>
            <a:xfrm rot="-975329">
              <a:off x="4865699" y="3543897"/>
              <a:ext cx="365789" cy="351698"/>
              <a:chOff x="1490538" y="753834"/>
              <a:chExt cx="470985" cy="455906"/>
            </a:xfrm>
          </p:grpSpPr>
          <p:sp>
            <p:nvSpPr>
              <p:cNvPr id="869" name="Google Shape;869;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79" name="Google Shape;879;p2"/>
          <p:cNvSpPr/>
          <p:nvPr/>
        </p:nvSpPr>
        <p:spPr>
          <a:xfrm>
            <a:off x="3013125" y="4815625"/>
            <a:ext cx="1143175" cy="77275"/>
          </a:xfrm>
          <a:custGeom>
            <a:rect b="b" l="l" r="r" t="t"/>
            <a:pathLst>
              <a:path extrusionOk="0" h="3091" w="45727">
                <a:moveTo>
                  <a:pt x="12301" y="0"/>
                </a:moveTo>
                <a:cubicBezTo>
                  <a:pt x="11605" y="0"/>
                  <a:pt x="10910" y="27"/>
                  <a:pt x="10216" y="96"/>
                </a:cubicBezTo>
                <a:cubicBezTo>
                  <a:pt x="9584" y="161"/>
                  <a:pt x="8947" y="258"/>
                  <a:pt x="8364" y="509"/>
                </a:cubicBezTo>
                <a:cubicBezTo>
                  <a:pt x="7838" y="734"/>
                  <a:pt x="7370" y="1077"/>
                  <a:pt x="6843" y="1302"/>
                </a:cubicBezTo>
                <a:cubicBezTo>
                  <a:pt x="6041" y="1648"/>
                  <a:pt x="5148" y="1701"/>
                  <a:pt x="4277" y="1750"/>
                </a:cubicBezTo>
                <a:cubicBezTo>
                  <a:pt x="2850" y="1830"/>
                  <a:pt x="1427" y="1910"/>
                  <a:pt x="0" y="1993"/>
                </a:cubicBezTo>
                <a:cubicBezTo>
                  <a:pt x="1204" y="2167"/>
                  <a:pt x="2439" y="2339"/>
                  <a:pt x="3655" y="2339"/>
                </a:cubicBezTo>
                <a:cubicBezTo>
                  <a:pt x="4654" y="2339"/>
                  <a:pt x="5641" y="2223"/>
                  <a:pt x="6587" y="1895"/>
                </a:cubicBezTo>
                <a:cubicBezTo>
                  <a:pt x="7526" y="1568"/>
                  <a:pt x="8393" y="1045"/>
                  <a:pt x="9347" y="769"/>
                </a:cubicBezTo>
                <a:cubicBezTo>
                  <a:pt x="9970" y="589"/>
                  <a:pt x="10606" y="520"/>
                  <a:pt x="11248" y="520"/>
                </a:cubicBezTo>
                <a:cubicBezTo>
                  <a:pt x="12649" y="520"/>
                  <a:pt x="14081" y="849"/>
                  <a:pt x="15481" y="1065"/>
                </a:cubicBezTo>
                <a:cubicBezTo>
                  <a:pt x="18871" y="1591"/>
                  <a:pt x="22324" y="1447"/>
                  <a:pt x="25755" y="1494"/>
                </a:cubicBezTo>
                <a:cubicBezTo>
                  <a:pt x="29885" y="1550"/>
                  <a:pt x="34006" y="1887"/>
                  <a:pt x="38110" y="2320"/>
                </a:cubicBezTo>
                <a:cubicBezTo>
                  <a:pt x="40025" y="2523"/>
                  <a:pt x="41933" y="2776"/>
                  <a:pt x="43845" y="2985"/>
                </a:cubicBezTo>
                <a:cubicBezTo>
                  <a:pt x="44031" y="3006"/>
                  <a:pt x="44400" y="3090"/>
                  <a:pt x="44729" y="3090"/>
                </a:cubicBezTo>
                <a:cubicBezTo>
                  <a:pt x="44991" y="3090"/>
                  <a:pt x="45227" y="3036"/>
                  <a:pt x="45323" y="2852"/>
                </a:cubicBezTo>
                <a:cubicBezTo>
                  <a:pt x="45727" y="2076"/>
                  <a:pt x="44595" y="1932"/>
                  <a:pt x="44037" y="1932"/>
                </a:cubicBezTo>
                <a:cubicBezTo>
                  <a:pt x="43965" y="1932"/>
                  <a:pt x="43902" y="1934"/>
                  <a:pt x="43853" y="1938"/>
                </a:cubicBezTo>
                <a:cubicBezTo>
                  <a:pt x="43700" y="1950"/>
                  <a:pt x="43547" y="1956"/>
                  <a:pt x="43395" y="1956"/>
                </a:cubicBezTo>
                <a:cubicBezTo>
                  <a:pt x="41633" y="1956"/>
                  <a:pt x="39931" y="1198"/>
                  <a:pt x="38171" y="944"/>
                </a:cubicBezTo>
                <a:cubicBezTo>
                  <a:pt x="37404" y="832"/>
                  <a:pt x="36629" y="819"/>
                  <a:pt x="35852" y="819"/>
                </a:cubicBezTo>
                <a:cubicBezTo>
                  <a:pt x="35687" y="819"/>
                  <a:pt x="35522" y="820"/>
                  <a:pt x="35356" y="820"/>
                </a:cubicBezTo>
                <a:cubicBezTo>
                  <a:pt x="35082" y="821"/>
                  <a:pt x="34808" y="822"/>
                  <a:pt x="34534" y="822"/>
                </a:cubicBezTo>
                <a:cubicBezTo>
                  <a:pt x="28501" y="822"/>
                  <a:pt x="22471" y="615"/>
                  <a:pt x="16454" y="202"/>
                </a:cubicBezTo>
                <a:cubicBezTo>
                  <a:pt x="15072" y="107"/>
                  <a:pt x="13685" y="0"/>
                  <a:pt x="123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2"/>
          <p:cNvSpPr/>
          <p:nvPr/>
        </p:nvSpPr>
        <p:spPr>
          <a:xfrm>
            <a:off x="6909950" y="3197825"/>
            <a:ext cx="2233875" cy="830250"/>
          </a:xfrm>
          <a:custGeom>
            <a:rect b="b" l="l" r="r" t="t"/>
            <a:pathLst>
              <a:path extrusionOk="0" h="33210" w="89355">
                <a:moveTo>
                  <a:pt x="85343" y="1"/>
                </a:moveTo>
                <a:cubicBezTo>
                  <a:pt x="85205" y="1"/>
                  <a:pt x="85068" y="14"/>
                  <a:pt x="84931" y="46"/>
                </a:cubicBezTo>
                <a:cubicBezTo>
                  <a:pt x="82870" y="516"/>
                  <a:pt x="82515" y="4325"/>
                  <a:pt x="80613" y="4325"/>
                </a:cubicBezTo>
                <a:cubicBezTo>
                  <a:pt x="80513" y="4325"/>
                  <a:pt x="80410" y="4315"/>
                  <a:pt x="80302" y="4293"/>
                </a:cubicBezTo>
                <a:cubicBezTo>
                  <a:pt x="79687" y="4172"/>
                  <a:pt x="79237" y="3665"/>
                  <a:pt x="78695" y="3351"/>
                </a:cubicBezTo>
                <a:cubicBezTo>
                  <a:pt x="78354" y="3156"/>
                  <a:pt x="77986" y="3068"/>
                  <a:pt x="77616" y="3068"/>
                </a:cubicBezTo>
                <a:cubicBezTo>
                  <a:pt x="75937" y="3068"/>
                  <a:pt x="74218" y="4873"/>
                  <a:pt x="74794" y="6564"/>
                </a:cubicBezTo>
                <a:cubicBezTo>
                  <a:pt x="74554" y="6390"/>
                  <a:pt x="74300" y="6314"/>
                  <a:pt x="74043" y="6314"/>
                </a:cubicBezTo>
                <a:cubicBezTo>
                  <a:pt x="73087" y="6314"/>
                  <a:pt x="72088" y="7369"/>
                  <a:pt x="71613" y="8362"/>
                </a:cubicBezTo>
                <a:cubicBezTo>
                  <a:pt x="71045" y="9554"/>
                  <a:pt x="70250" y="11044"/>
                  <a:pt x="68996" y="11044"/>
                </a:cubicBezTo>
                <a:cubicBezTo>
                  <a:pt x="68924" y="11044"/>
                  <a:pt x="68849" y="11039"/>
                  <a:pt x="68773" y="11028"/>
                </a:cubicBezTo>
                <a:cubicBezTo>
                  <a:pt x="67256" y="10823"/>
                  <a:pt x="66620" y="8523"/>
                  <a:pt x="65087" y="8507"/>
                </a:cubicBezTo>
                <a:cubicBezTo>
                  <a:pt x="65081" y="8507"/>
                  <a:pt x="65075" y="8507"/>
                  <a:pt x="65069" y="8507"/>
                </a:cubicBezTo>
                <a:cubicBezTo>
                  <a:pt x="63949" y="8507"/>
                  <a:pt x="63291" y="9730"/>
                  <a:pt x="62680" y="10676"/>
                </a:cubicBezTo>
                <a:cubicBezTo>
                  <a:pt x="62242" y="11359"/>
                  <a:pt x="61409" y="11989"/>
                  <a:pt x="60687" y="11989"/>
                </a:cubicBezTo>
                <a:cubicBezTo>
                  <a:pt x="60400" y="11989"/>
                  <a:pt x="60130" y="11889"/>
                  <a:pt x="59910" y="11653"/>
                </a:cubicBezTo>
                <a:cubicBezTo>
                  <a:pt x="59201" y="10889"/>
                  <a:pt x="59744" y="9296"/>
                  <a:pt x="58802" y="8854"/>
                </a:cubicBezTo>
                <a:cubicBezTo>
                  <a:pt x="58675" y="8794"/>
                  <a:pt x="58549" y="8768"/>
                  <a:pt x="58424" y="8768"/>
                </a:cubicBezTo>
                <a:cubicBezTo>
                  <a:pt x="57736" y="8768"/>
                  <a:pt x="57080" y="9563"/>
                  <a:pt x="56348" y="9828"/>
                </a:cubicBezTo>
                <a:cubicBezTo>
                  <a:pt x="56132" y="9907"/>
                  <a:pt x="55907" y="9938"/>
                  <a:pt x="55675" y="9938"/>
                </a:cubicBezTo>
                <a:cubicBezTo>
                  <a:pt x="54673" y="9938"/>
                  <a:pt x="53559" y="9342"/>
                  <a:pt x="52649" y="9342"/>
                </a:cubicBezTo>
                <a:cubicBezTo>
                  <a:pt x="52261" y="9342"/>
                  <a:pt x="51910" y="9451"/>
                  <a:pt x="51621" y="9762"/>
                </a:cubicBezTo>
                <a:cubicBezTo>
                  <a:pt x="51155" y="10263"/>
                  <a:pt x="51116" y="11136"/>
                  <a:pt x="50505" y="11449"/>
                </a:cubicBezTo>
                <a:cubicBezTo>
                  <a:pt x="50360" y="11523"/>
                  <a:pt x="50212" y="11553"/>
                  <a:pt x="50060" y="11553"/>
                </a:cubicBezTo>
                <a:cubicBezTo>
                  <a:pt x="49549" y="11553"/>
                  <a:pt x="49005" y="11215"/>
                  <a:pt x="48475" y="11087"/>
                </a:cubicBezTo>
                <a:cubicBezTo>
                  <a:pt x="48311" y="11047"/>
                  <a:pt x="48148" y="11029"/>
                  <a:pt x="47986" y="11029"/>
                </a:cubicBezTo>
                <a:cubicBezTo>
                  <a:pt x="46817" y="11029"/>
                  <a:pt x="45739" y="12006"/>
                  <a:pt x="45146" y="13072"/>
                </a:cubicBezTo>
                <a:cubicBezTo>
                  <a:pt x="44627" y="14002"/>
                  <a:pt x="44394" y="15197"/>
                  <a:pt x="43678" y="15978"/>
                </a:cubicBezTo>
                <a:cubicBezTo>
                  <a:pt x="43210" y="16485"/>
                  <a:pt x="42466" y="17572"/>
                  <a:pt x="41742" y="17697"/>
                </a:cubicBezTo>
                <a:cubicBezTo>
                  <a:pt x="41680" y="17707"/>
                  <a:pt x="41619" y="17712"/>
                  <a:pt x="41559" y="17712"/>
                </a:cubicBezTo>
                <a:cubicBezTo>
                  <a:pt x="41031" y="17712"/>
                  <a:pt x="40543" y="17344"/>
                  <a:pt x="40039" y="17135"/>
                </a:cubicBezTo>
                <a:cubicBezTo>
                  <a:pt x="39842" y="17055"/>
                  <a:pt x="39624" y="17000"/>
                  <a:pt x="39412" y="17000"/>
                </a:cubicBezTo>
                <a:cubicBezTo>
                  <a:pt x="39229" y="17000"/>
                  <a:pt x="39050" y="17041"/>
                  <a:pt x="38896" y="17143"/>
                </a:cubicBezTo>
                <a:cubicBezTo>
                  <a:pt x="38594" y="17341"/>
                  <a:pt x="38463" y="17740"/>
                  <a:pt x="38520" y="18098"/>
                </a:cubicBezTo>
                <a:cubicBezTo>
                  <a:pt x="38575" y="18455"/>
                  <a:pt x="38794" y="18770"/>
                  <a:pt x="39062" y="19012"/>
                </a:cubicBezTo>
                <a:cubicBezTo>
                  <a:pt x="39297" y="19224"/>
                  <a:pt x="39606" y="19478"/>
                  <a:pt x="39512" y="19778"/>
                </a:cubicBezTo>
                <a:cubicBezTo>
                  <a:pt x="39405" y="20128"/>
                  <a:pt x="38845" y="20148"/>
                  <a:pt x="38710" y="20490"/>
                </a:cubicBezTo>
                <a:cubicBezTo>
                  <a:pt x="38643" y="20662"/>
                  <a:pt x="38712" y="20854"/>
                  <a:pt x="38708" y="21040"/>
                </a:cubicBezTo>
                <a:cubicBezTo>
                  <a:pt x="38690" y="21647"/>
                  <a:pt x="38271" y="21857"/>
                  <a:pt x="37792" y="21857"/>
                </a:cubicBezTo>
                <a:cubicBezTo>
                  <a:pt x="37363" y="21857"/>
                  <a:pt x="36887" y="21689"/>
                  <a:pt x="36610" y="21486"/>
                </a:cubicBezTo>
                <a:cubicBezTo>
                  <a:pt x="35862" y="20940"/>
                  <a:pt x="35228" y="19934"/>
                  <a:pt x="34210" y="19903"/>
                </a:cubicBezTo>
                <a:cubicBezTo>
                  <a:pt x="34193" y="19902"/>
                  <a:pt x="34175" y="19902"/>
                  <a:pt x="34158" y="19902"/>
                </a:cubicBezTo>
                <a:cubicBezTo>
                  <a:pt x="33088" y="19902"/>
                  <a:pt x="32392" y="21039"/>
                  <a:pt x="31469" y="21606"/>
                </a:cubicBezTo>
                <a:cubicBezTo>
                  <a:pt x="30964" y="21917"/>
                  <a:pt x="30427" y="22046"/>
                  <a:pt x="29875" y="22046"/>
                </a:cubicBezTo>
                <a:cubicBezTo>
                  <a:pt x="28298" y="22046"/>
                  <a:pt x="26598" y="20990"/>
                  <a:pt x="25157" y="20099"/>
                </a:cubicBezTo>
                <a:cubicBezTo>
                  <a:pt x="24103" y="19447"/>
                  <a:pt x="22722" y="18950"/>
                  <a:pt x="21504" y="18950"/>
                </a:cubicBezTo>
                <a:cubicBezTo>
                  <a:pt x="20471" y="18950"/>
                  <a:pt x="19555" y="19308"/>
                  <a:pt x="19056" y="20232"/>
                </a:cubicBezTo>
                <a:cubicBezTo>
                  <a:pt x="18825" y="20655"/>
                  <a:pt x="18713" y="21175"/>
                  <a:pt x="18324" y="21461"/>
                </a:cubicBezTo>
                <a:cubicBezTo>
                  <a:pt x="17944" y="21743"/>
                  <a:pt x="17423" y="21710"/>
                  <a:pt x="16961" y="21809"/>
                </a:cubicBezTo>
                <a:cubicBezTo>
                  <a:pt x="15636" y="22095"/>
                  <a:pt x="14787" y="23493"/>
                  <a:pt x="13475" y="23829"/>
                </a:cubicBezTo>
                <a:cubicBezTo>
                  <a:pt x="13251" y="23887"/>
                  <a:pt x="13024" y="23911"/>
                  <a:pt x="12796" y="23911"/>
                </a:cubicBezTo>
                <a:cubicBezTo>
                  <a:pt x="11653" y="23911"/>
                  <a:pt x="10474" y="23305"/>
                  <a:pt x="9344" y="23305"/>
                </a:cubicBezTo>
                <a:cubicBezTo>
                  <a:pt x="9065" y="23305"/>
                  <a:pt x="8789" y="23342"/>
                  <a:pt x="8517" y="23434"/>
                </a:cubicBezTo>
                <a:cubicBezTo>
                  <a:pt x="7122" y="23906"/>
                  <a:pt x="6384" y="25675"/>
                  <a:pt x="4930" y="25900"/>
                </a:cubicBezTo>
                <a:cubicBezTo>
                  <a:pt x="4825" y="25916"/>
                  <a:pt x="4721" y="25924"/>
                  <a:pt x="4618" y="25924"/>
                </a:cubicBezTo>
                <a:cubicBezTo>
                  <a:pt x="3856" y="25924"/>
                  <a:pt x="3121" y="25522"/>
                  <a:pt x="2381" y="25276"/>
                </a:cubicBezTo>
                <a:cubicBezTo>
                  <a:pt x="2077" y="25176"/>
                  <a:pt x="1737" y="25115"/>
                  <a:pt x="1406" y="25115"/>
                </a:cubicBezTo>
                <a:cubicBezTo>
                  <a:pt x="821" y="25115"/>
                  <a:pt x="266" y="25305"/>
                  <a:pt x="1" y="25804"/>
                </a:cubicBezTo>
                <a:cubicBezTo>
                  <a:pt x="2164" y="26292"/>
                  <a:pt x="4329" y="26779"/>
                  <a:pt x="6492" y="27265"/>
                </a:cubicBezTo>
                <a:cubicBezTo>
                  <a:pt x="7594" y="27514"/>
                  <a:pt x="8712" y="27764"/>
                  <a:pt x="9841" y="27764"/>
                </a:cubicBezTo>
                <a:cubicBezTo>
                  <a:pt x="9924" y="27764"/>
                  <a:pt x="10008" y="27763"/>
                  <a:pt x="10091" y="27760"/>
                </a:cubicBezTo>
                <a:cubicBezTo>
                  <a:pt x="11938" y="27698"/>
                  <a:pt x="13890" y="26949"/>
                  <a:pt x="15672" y="26949"/>
                </a:cubicBezTo>
                <a:cubicBezTo>
                  <a:pt x="16480" y="26949"/>
                  <a:pt x="17253" y="27103"/>
                  <a:pt x="17966" y="27545"/>
                </a:cubicBezTo>
                <a:cubicBezTo>
                  <a:pt x="18688" y="27989"/>
                  <a:pt x="19244" y="28693"/>
                  <a:pt x="20021" y="29030"/>
                </a:cubicBezTo>
                <a:cubicBezTo>
                  <a:pt x="20388" y="29187"/>
                  <a:pt x="20761" y="29250"/>
                  <a:pt x="21140" y="29250"/>
                </a:cubicBezTo>
                <a:cubicBezTo>
                  <a:pt x="22620" y="29250"/>
                  <a:pt x="24180" y="28291"/>
                  <a:pt x="25738" y="28232"/>
                </a:cubicBezTo>
                <a:cubicBezTo>
                  <a:pt x="25790" y="28230"/>
                  <a:pt x="25841" y="28229"/>
                  <a:pt x="25892" y="28229"/>
                </a:cubicBezTo>
                <a:cubicBezTo>
                  <a:pt x="28067" y="28229"/>
                  <a:pt x="30112" y="29925"/>
                  <a:pt x="32198" y="29925"/>
                </a:cubicBezTo>
                <a:cubicBezTo>
                  <a:pt x="32517" y="29925"/>
                  <a:pt x="32837" y="29885"/>
                  <a:pt x="33159" y="29794"/>
                </a:cubicBezTo>
                <a:cubicBezTo>
                  <a:pt x="34126" y="29516"/>
                  <a:pt x="34940" y="28791"/>
                  <a:pt x="35936" y="28650"/>
                </a:cubicBezTo>
                <a:cubicBezTo>
                  <a:pt x="36062" y="28633"/>
                  <a:pt x="36188" y="28624"/>
                  <a:pt x="36314" y="28624"/>
                </a:cubicBezTo>
                <a:cubicBezTo>
                  <a:pt x="37719" y="28624"/>
                  <a:pt x="39119" y="29646"/>
                  <a:pt x="40462" y="29646"/>
                </a:cubicBezTo>
                <a:cubicBezTo>
                  <a:pt x="40751" y="29646"/>
                  <a:pt x="41038" y="29599"/>
                  <a:pt x="41321" y="29484"/>
                </a:cubicBezTo>
                <a:cubicBezTo>
                  <a:pt x="41887" y="29255"/>
                  <a:pt x="42313" y="28785"/>
                  <a:pt x="42789" y="28400"/>
                </a:cubicBezTo>
                <a:cubicBezTo>
                  <a:pt x="43812" y="27572"/>
                  <a:pt x="45129" y="27148"/>
                  <a:pt x="46444" y="27148"/>
                </a:cubicBezTo>
                <a:cubicBezTo>
                  <a:pt x="47516" y="27148"/>
                  <a:pt x="48586" y="27429"/>
                  <a:pt x="49495" y="28003"/>
                </a:cubicBezTo>
                <a:cubicBezTo>
                  <a:pt x="50720" y="28773"/>
                  <a:pt x="52025" y="30056"/>
                  <a:pt x="53311" y="30056"/>
                </a:cubicBezTo>
                <a:cubicBezTo>
                  <a:pt x="53609" y="30056"/>
                  <a:pt x="53906" y="29987"/>
                  <a:pt x="54200" y="29827"/>
                </a:cubicBezTo>
                <a:cubicBezTo>
                  <a:pt x="54688" y="29563"/>
                  <a:pt x="55026" y="29083"/>
                  <a:pt x="55502" y="28797"/>
                </a:cubicBezTo>
                <a:cubicBezTo>
                  <a:pt x="55848" y="28590"/>
                  <a:pt x="56206" y="28503"/>
                  <a:pt x="56572" y="28503"/>
                </a:cubicBezTo>
                <a:cubicBezTo>
                  <a:pt x="58431" y="28503"/>
                  <a:pt x="60501" y="30742"/>
                  <a:pt x="62371" y="30742"/>
                </a:cubicBezTo>
                <a:cubicBezTo>
                  <a:pt x="62729" y="30742"/>
                  <a:pt x="63081" y="30659"/>
                  <a:pt x="63422" y="30463"/>
                </a:cubicBezTo>
                <a:cubicBezTo>
                  <a:pt x="64138" y="30050"/>
                  <a:pt x="64510" y="29245"/>
                  <a:pt x="65048" y="28613"/>
                </a:cubicBezTo>
                <a:cubicBezTo>
                  <a:pt x="65844" y="27679"/>
                  <a:pt x="67072" y="27193"/>
                  <a:pt x="68294" y="27193"/>
                </a:cubicBezTo>
                <a:cubicBezTo>
                  <a:pt x="69250" y="27193"/>
                  <a:pt x="70201" y="27490"/>
                  <a:pt x="70940" y="28102"/>
                </a:cubicBezTo>
                <a:cubicBezTo>
                  <a:pt x="71331" y="28425"/>
                  <a:pt x="71670" y="28825"/>
                  <a:pt x="72124" y="29054"/>
                </a:cubicBezTo>
                <a:cubicBezTo>
                  <a:pt x="72486" y="29236"/>
                  <a:pt x="72887" y="29299"/>
                  <a:pt x="73306" y="29299"/>
                </a:cubicBezTo>
                <a:cubicBezTo>
                  <a:pt x="74237" y="29299"/>
                  <a:pt x="75256" y="28989"/>
                  <a:pt x="76122" y="28989"/>
                </a:cubicBezTo>
                <a:cubicBezTo>
                  <a:pt x="76715" y="28989"/>
                  <a:pt x="77237" y="29134"/>
                  <a:pt x="77610" y="29621"/>
                </a:cubicBezTo>
                <a:cubicBezTo>
                  <a:pt x="78133" y="30306"/>
                  <a:pt x="78131" y="31506"/>
                  <a:pt x="78969" y="31723"/>
                </a:cubicBezTo>
                <a:cubicBezTo>
                  <a:pt x="79045" y="31743"/>
                  <a:pt x="79121" y="31752"/>
                  <a:pt x="79197" y="31752"/>
                </a:cubicBezTo>
                <a:cubicBezTo>
                  <a:pt x="79576" y="31752"/>
                  <a:pt x="79951" y="31533"/>
                  <a:pt x="80312" y="31371"/>
                </a:cubicBezTo>
                <a:cubicBezTo>
                  <a:pt x="80931" y="31092"/>
                  <a:pt x="81575" y="30976"/>
                  <a:pt x="82231" y="30976"/>
                </a:cubicBezTo>
                <a:cubicBezTo>
                  <a:pt x="83943" y="30976"/>
                  <a:pt x="85732" y="31765"/>
                  <a:pt x="87360" y="32477"/>
                </a:cubicBezTo>
                <a:cubicBezTo>
                  <a:pt x="87992" y="32753"/>
                  <a:pt x="88668" y="33009"/>
                  <a:pt x="89355" y="33209"/>
                </a:cubicBezTo>
                <a:lnTo>
                  <a:pt x="89355" y="1790"/>
                </a:lnTo>
                <a:cubicBezTo>
                  <a:pt x="88570" y="1286"/>
                  <a:pt x="87761" y="817"/>
                  <a:pt x="86898" y="427"/>
                </a:cubicBezTo>
                <a:cubicBezTo>
                  <a:pt x="86404" y="206"/>
                  <a:pt x="85873" y="1"/>
                  <a:pt x="85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2"/>
          <p:cNvSpPr/>
          <p:nvPr/>
        </p:nvSpPr>
        <p:spPr>
          <a:xfrm>
            <a:off x="298600" y="4781400"/>
            <a:ext cx="1679775" cy="359250"/>
          </a:xfrm>
          <a:custGeom>
            <a:rect b="b" l="l" r="r" t="t"/>
            <a:pathLst>
              <a:path extrusionOk="0" h="14370" w="67191">
                <a:moveTo>
                  <a:pt x="1029" y="1"/>
                </a:moveTo>
                <a:cubicBezTo>
                  <a:pt x="936" y="1"/>
                  <a:pt x="843" y="16"/>
                  <a:pt x="752" y="52"/>
                </a:cubicBezTo>
                <a:cubicBezTo>
                  <a:pt x="0" y="347"/>
                  <a:pt x="380" y="1389"/>
                  <a:pt x="625" y="1935"/>
                </a:cubicBezTo>
                <a:cubicBezTo>
                  <a:pt x="1580" y="4070"/>
                  <a:pt x="2774" y="6100"/>
                  <a:pt x="4177" y="7969"/>
                </a:cubicBezTo>
                <a:cubicBezTo>
                  <a:pt x="5125" y="9232"/>
                  <a:pt x="6176" y="10430"/>
                  <a:pt x="7442" y="11375"/>
                </a:cubicBezTo>
                <a:cubicBezTo>
                  <a:pt x="8900" y="12461"/>
                  <a:pt x="10594" y="13176"/>
                  <a:pt x="12269" y="13881"/>
                </a:cubicBezTo>
                <a:cubicBezTo>
                  <a:pt x="12659" y="14043"/>
                  <a:pt x="13048" y="14207"/>
                  <a:pt x="13440" y="14370"/>
                </a:cubicBezTo>
                <a:lnTo>
                  <a:pt x="67191" y="14370"/>
                </a:lnTo>
                <a:cubicBezTo>
                  <a:pt x="66887" y="14237"/>
                  <a:pt x="66519" y="14166"/>
                  <a:pt x="66134" y="14166"/>
                </a:cubicBezTo>
                <a:cubicBezTo>
                  <a:pt x="65870" y="14170"/>
                  <a:pt x="65600" y="14189"/>
                  <a:pt x="65334" y="14189"/>
                </a:cubicBezTo>
                <a:cubicBezTo>
                  <a:pt x="64967" y="14189"/>
                  <a:pt x="64608" y="14152"/>
                  <a:pt x="64286" y="13984"/>
                </a:cubicBezTo>
                <a:cubicBezTo>
                  <a:pt x="64077" y="13877"/>
                  <a:pt x="63891" y="13716"/>
                  <a:pt x="63662" y="13652"/>
                </a:cubicBezTo>
                <a:cubicBezTo>
                  <a:pt x="63462" y="13597"/>
                  <a:pt x="63247" y="13622"/>
                  <a:pt x="63039" y="13607"/>
                </a:cubicBezTo>
                <a:cubicBezTo>
                  <a:pt x="62485" y="13560"/>
                  <a:pt x="62006" y="13215"/>
                  <a:pt x="61475" y="13051"/>
                </a:cubicBezTo>
                <a:cubicBezTo>
                  <a:pt x="61078" y="12927"/>
                  <a:pt x="60661" y="12906"/>
                  <a:pt x="60246" y="12886"/>
                </a:cubicBezTo>
                <a:cubicBezTo>
                  <a:pt x="58931" y="12824"/>
                  <a:pt x="57617" y="12761"/>
                  <a:pt x="56300" y="12698"/>
                </a:cubicBezTo>
                <a:cubicBezTo>
                  <a:pt x="55840" y="12677"/>
                  <a:pt x="55378" y="12653"/>
                  <a:pt x="54918" y="12630"/>
                </a:cubicBezTo>
                <a:cubicBezTo>
                  <a:pt x="49363" y="12328"/>
                  <a:pt x="43834" y="11600"/>
                  <a:pt x="38396" y="10447"/>
                </a:cubicBezTo>
                <a:cubicBezTo>
                  <a:pt x="37535" y="10265"/>
                  <a:pt x="36666" y="10070"/>
                  <a:pt x="35787" y="10066"/>
                </a:cubicBezTo>
                <a:cubicBezTo>
                  <a:pt x="35775" y="10066"/>
                  <a:pt x="35763" y="10066"/>
                  <a:pt x="35751" y="10066"/>
                </a:cubicBezTo>
                <a:cubicBezTo>
                  <a:pt x="34938" y="10066"/>
                  <a:pt x="34126" y="10222"/>
                  <a:pt x="33317" y="10222"/>
                </a:cubicBezTo>
                <a:cubicBezTo>
                  <a:pt x="33108" y="10222"/>
                  <a:pt x="32899" y="10211"/>
                  <a:pt x="32690" y="10185"/>
                </a:cubicBezTo>
                <a:cubicBezTo>
                  <a:pt x="31698" y="10058"/>
                  <a:pt x="30803" y="9594"/>
                  <a:pt x="29858" y="9304"/>
                </a:cubicBezTo>
                <a:cubicBezTo>
                  <a:pt x="29388" y="9159"/>
                  <a:pt x="28934" y="9085"/>
                  <a:pt x="28445" y="9060"/>
                </a:cubicBezTo>
                <a:cubicBezTo>
                  <a:pt x="28438" y="9059"/>
                  <a:pt x="28430" y="9059"/>
                  <a:pt x="28423" y="9059"/>
                </a:cubicBezTo>
                <a:cubicBezTo>
                  <a:pt x="28313" y="9059"/>
                  <a:pt x="28192" y="9093"/>
                  <a:pt x="28080" y="9093"/>
                </a:cubicBezTo>
                <a:cubicBezTo>
                  <a:pt x="28016" y="9093"/>
                  <a:pt x="27954" y="9082"/>
                  <a:pt x="27901" y="9046"/>
                </a:cubicBezTo>
                <a:cubicBezTo>
                  <a:pt x="27762" y="8950"/>
                  <a:pt x="27879" y="8660"/>
                  <a:pt x="27685" y="8568"/>
                </a:cubicBezTo>
                <a:cubicBezTo>
                  <a:pt x="27656" y="8553"/>
                  <a:pt x="27627" y="8547"/>
                  <a:pt x="27600" y="8547"/>
                </a:cubicBezTo>
                <a:cubicBezTo>
                  <a:pt x="27424" y="8547"/>
                  <a:pt x="27287" y="8818"/>
                  <a:pt x="27131" y="8962"/>
                </a:cubicBezTo>
                <a:cubicBezTo>
                  <a:pt x="27036" y="9050"/>
                  <a:pt x="26917" y="9088"/>
                  <a:pt x="26793" y="9088"/>
                </a:cubicBezTo>
                <a:cubicBezTo>
                  <a:pt x="26561" y="9088"/>
                  <a:pt x="26308" y="8957"/>
                  <a:pt x="26143" y="8782"/>
                </a:cubicBezTo>
                <a:cubicBezTo>
                  <a:pt x="25888" y="8510"/>
                  <a:pt x="25738" y="8149"/>
                  <a:pt x="25468" y="7897"/>
                </a:cubicBezTo>
                <a:cubicBezTo>
                  <a:pt x="24914" y="7388"/>
                  <a:pt x="24052" y="7474"/>
                  <a:pt x="23344" y="7227"/>
                </a:cubicBezTo>
                <a:cubicBezTo>
                  <a:pt x="22543" y="6946"/>
                  <a:pt x="21892" y="6219"/>
                  <a:pt x="21046" y="6198"/>
                </a:cubicBezTo>
                <a:cubicBezTo>
                  <a:pt x="21033" y="6198"/>
                  <a:pt x="21019" y="6197"/>
                  <a:pt x="21006" y="6197"/>
                </a:cubicBezTo>
                <a:cubicBezTo>
                  <a:pt x="20652" y="6197"/>
                  <a:pt x="20311" y="6320"/>
                  <a:pt x="19964" y="6388"/>
                </a:cubicBezTo>
                <a:cubicBezTo>
                  <a:pt x="19703" y="6440"/>
                  <a:pt x="19439" y="6462"/>
                  <a:pt x="19173" y="6462"/>
                </a:cubicBezTo>
                <a:cubicBezTo>
                  <a:pt x="18660" y="6462"/>
                  <a:pt x="18143" y="6379"/>
                  <a:pt x="17640" y="6272"/>
                </a:cubicBezTo>
                <a:cubicBezTo>
                  <a:pt x="16935" y="6124"/>
                  <a:pt x="16241" y="5928"/>
                  <a:pt x="15563" y="5685"/>
                </a:cubicBezTo>
                <a:cubicBezTo>
                  <a:pt x="15128" y="5532"/>
                  <a:pt x="14685" y="5357"/>
                  <a:pt x="14227" y="5357"/>
                </a:cubicBezTo>
                <a:cubicBezTo>
                  <a:pt x="14203" y="5357"/>
                  <a:pt x="14180" y="5357"/>
                  <a:pt x="14156" y="5358"/>
                </a:cubicBezTo>
                <a:cubicBezTo>
                  <a:pt x="14065" y="5362"/>
                  <a:pt x="13970" y="5372"/>
                  <a:pt x="13877" y="5372"/>
                </a:cubicBezTo>
                <a:cubicBezTo>
                  <a:pt x="13769" y="5372"/>
                  <a:pt x="13663" y="5358"/>
                  <a:pt x="13571" y="5303"/>
                </a:cubicBezTo>
                <a:cubicBezTo>
                  <a:pt x="13363" y="5182"/>
                  <a:pt x="13307" y="4912"/>
                  <a:pt x="13181" y="4706"/>
                </a:cubicBezTo>
                <a:cubicBezTo>
                  <a:pt x="12940" y="4311"/>
                  <a:pt x="12424" y="4145"/>
                  <a:pt x="12197" y="3743"/>
                </a:cubicBezTo>
                <a:cubicBezTo>
                  <a:pt x="12095" y="3565"/>
                  <a:pt x="12062" y="3356"/>
                  <a:pt x="11974" y="3170"/>
                </a:cubicBezTo>
                <a:cubicBezTo>
                  <a:pt x="11690" y="2563"/>
                  <a:pt x="10936" y="2356"/>
                  <a:pt x="10269" y="2297"/>
                </a:cubicBezTo>
                <a:cubicBezTo>
                  <a:pt x="9603" y="2236"/>
                  <a:pt x="8875" y="2234"/>
                  <a:pt x="8350" y="1819"/>
                </a:cubicBezTo>
                <a:cubicBezTo>
                  <a:pt x="8206" y="1706"/>
                  <a:pt x="8076" y="1561"/>
                  <a:pt x="7896" y="1512"/>
                </a:cubicBezTo>
                <a:cubicBezTo>
                  <a:pt x="7850" y="1499"/>
                  <a:pt x="7804" y="1494"/>
                  <a:pt x="7757" y="1494"/>
                </a:cubicBezTo>
                <a:cubicBezTo>
                  <a:pt x="7604" y="1494"/>
                  <a:pt x="7448" y="1550"/>
                  <a:pt x="7297" y="1582"/>
                </a:cubicBezTo>
                <a:cubicBezTo>
                  <a:pt x="7167" y="1612"/>
                  <a:pt x="7034" y="1627"/>
                  <a:pt x="6900" y="1627"/>
                </a:cubicBezTo>
                <a:cubicBezTo>
                  <a:pt x="6467" y="1627"/>
                  <a:pt x="6033" y="1474"/>
                  <a:pt x="5702" y="1191"/>
                </a:cubicBezTo>
                <a:cubicBezTo>
                  <a:pt x="5542" y="1053"/>
                  <a:pt x="5373" y="874"/>
                  <a:pt x="5166" y="874"/>
                </a:cubicBezTo>
                <a:cubicBezTo>
                  <a:pt x="5156" y="874"/>
                  <a:pt x="5145" y="875"/>
                  <a:pt x="5135" y="876"/>
                </a:cubicBezTo>
                <a:cubicBezTo>
                  <a:pt x="4999" y="888"/>
                  <a:pt x="4882" y="976"/>
                  <a:pt x="4751" y="997"/>
                </a:cubicBezTo>
                <a:cubicBezTo>
                  <a:pt x="4729" y="1001"/>
                  <a:pt x="4706" y="1003"/>
                  <a:pt x="4684" y="1003"/>
                </a:cubicBezTo>
                <a:cubicBezTo>
                  <a:pt x="4552" y="1003"/>
                  <a:pt x="4421" y="943"/>
                  <a:pt x="4301" y="888"/>
                </a:cubicBezTo>
                <a:cubicBezTo>
                  <a:pt x="4252" y="866"/>
                  <a:pt x="4205" y="846"/>
                  <a:pt x="4156" y="829"/>
                </a:cubicBezTo>
                <a:cubicBezTo>
                  <a:pt x="3498" y="572"/>
                  <a:pt x="2829" y="533"/>
                  <a:pt x="2151" y="347"/>
                </a:cubicBezTo>
                <a:cubicBezTo>
                  <a:pt x="1810" y="254"/>
                  <a:pt x="1414" y="1"/>
                  <a:pt x="10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2"/>
          <p:cNvSpPr/>
          <p:nvPr/>
        </p:nvSpPr>
        <p:spPr>
          <a:xfrm>
            <a:off x="-75900" y="4565250"/>
            <a:ext cx="2858400" cy="575550"/>
          </a:xfrm>
          <a:custGeom>
            <a:rect b="b" l="l" r="r" t="t"/>
            <a:pathLst>
              <a:path extrusionOk="0" h="23022" w="114336">
                <a:moveTo>
                  <a:pt x="60088" y="1"/>
                </a:moveTo>
                <a:cubicBezTo>
                  <a:pt x="52820" y="1"/>
                  <a:pt x="45539" y="67"/>
                  <a:pt x="38226" y="256"/>
                </a:cubicBezTo>
                <a:cubicBezTo>
                  <a:pt x="35709" y="321"/>
                  <a:pt x="33175" y="345"/>
                  <a:pt x="30633" y="345"/>
                </a:cubicBezTo>
                <a:cubicBezTo>
                  <a:pt x="23743" y="345"/>
                  <a:pt x="16782" y="170"/>
                  <a:pt x="9878" y="170"/>
                </a:cubicBezTo>
                <a:cubicBezTo>
                  <a:pt x="6845" y="170"/>
                  <a:pt x="3822" y="204"/>
                  <a:pt x="822" y="301"/>
                </a:cubicBezTo>
                <a:cubicBezTo>
                  <a:pt x="539" y="393"/>
                  <a:pt x="264" y="502"/>
                  <a:pt x="0" y="630"/>
                </a:cubicBezTo>
                <a:lnTo>
                  <a:pt x="0" y="20101"/>
                </a:lnTo>
                <a:cubicBezTo>
                  <a:pt x="0" y="21716"/>
                  <a:pt x="1310" y="23022"/>
                  <a:pt x="2923" y="23022"/>
                </a:cubicBezTo>
                <a:lnTo>
                  <a:pt x="67594" y="23022"/>
                </a:lnTo>
                <a:cubicBezTo>
                  <a:pt x="66425" y="22834"/>
                  <a:pt x="65257" y="22664"/>
                  <a:pt x="64080" y="22519"/>
                </a:cubicBezTo>
                <a:cubicBezTo>
                  <a:pt x="59434" y="21949"/>
                  <a:pt x="54744" y="21773"/>
                  <a:pt x="50117" y="21080"/>
                </a:cubicBezTo>
                <a:cubicBezTo>
                  <a:pt x="40328" y="19612"/>
                  <a:pt x="31048" y="15872"/>
                  <a:pt x="21872" y="12162"/>
                </a:cubicBezTo>
                <a:lnTo>
                  <a:pt x="13344" y="8711"/>
                </a:lnTo>
                <a:cubicBezTo>
                  <a:pt x="12473" y="8359"/>
                  <a:pt x="11498" y="7895"/>
                  <a:pt x="11245" y="6991"/>
                </a:cubicBezTo>
                <a:cubicBezTo>
                  <a:pt x="10756" y="5239"/>
                  <a:pt x="13210" y="4276"/>
                  <a:pt x="15023" y="4143"/>
                </a:cubicBezTo>
                <a:cubicBezTo>
                  <a:pt x="30959" y="2979"/>
                  <a:pt x="46914" y="1810"/>
                  <a:pt x="62889" y="1810"/>
                </a:cubicBezTo>
                <a:cubicBezTo>
                  <a:pt x="64185" y="1810"/>
                  <a:pt x="65480" y="1817"/>
                  <a:pt x="66776" y="1833"/>
                </a:cubicBezTo>
                <a:cubicBezTo>
                  <a:pt x="74517" y="1929"/>
                  <a:pt x="82257" y="2319"/>
                  <a:pt x="89994" y="2319"/>
                </a:cubicBezTo>
                <a:cubicBezTo>
                  <a:pt x="92245" y="2319"/>
                  <a:pt x="94495" y="2286"/>
                  <a:pt x="96745" y="2203"/>
                </a:cubicBezTo>
                <a:cubicBezTo>
                  <a:pt x="102635" y="1988"/>
                  <a:pt x="108513" y="1256"/>
                  <a:pt x="114336" y="361"/>
                </a:cubicBezTo>
                <a:cubicBezTo>
                  <a:pt x="114211" y="348"/>
                  <a:pt x="114086" y="343"/>
                  <a:pt x="113961" y="343"/>
                </a:cubicBezTo>
                <a:cubicBezTo>
                  <a:pt x="113637" y="343"/>
                  <a:pt x="113313" y="376"/>
                  <a:pt x="112990" y="376"/>
                </a:cubicBezTo>
                <a:cubicBezTo>
                  <a:pt x="112878" y="376"/>
                  <a:pt x="112766" y="372"/>
                  <a:pt x="112654" y="361"/>
                </a:cubicBezTo>
                <a:cubicBezTo>
                  <a:pt x="112131" y="362"/>
                  <a:pt x="111609" y="362"/>
                  <a:pt x="111086" y="362"/>
                </a:cubicBezTo>
                <a:cubicBezTo>
                  <a:pt x="94007" y="362"/>
                  <a:pt x="77085" y="1"/>
                  <a:pt x="600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2"/>
          <p:cNvSpPr/>
          <p:nvPr/>
        </p:nvSpPr>
        <p:spPr>
          <a:xfrm>
            <a:off x="1418800" y="4747150"/>
            <a:ext cx="466800" cy="92200"/>
          </a:xfrm>
          <a:custGeom>
            <a:rect b="b" l="l" r="r" t="t"/>
            <a:pathLst>
              <a:path extrusionOk="0" h="3688" w="18672">
                <a:moveTo>
                  <a:pt x="18" y="1"/>
                </a:moveTo>
                <a:lnTo>
                  <a:pt x="18" y="1"/>
                </a:lnTo>
                <a:cubicBezTo>
                  <a:pt x="0" y="754"/>
                  <a:pt x="1275" y="1590"/>
                  <a:pt x="1991" y="2070"/>
                </a:cubicBezTo>
                <a:cubicBezTo>
                  <a:pt x="2318" y="2287"/>
                  <a:pt x="2709" y="2391"/>
                  <a:pt x="3095" y="2449"/>
                </a:cubicBezTo>
                <a:cubicBezTo>
                  <a:pt x="3456" y="2504"/>
                  <a:pt x="3818" y="2523"/>
                  <a:pt x="4182" y="2523"/>
                </a:cubicBezTo>
                <a:cubicBezTo>
                  <a:pt x="5091" y="2523"/>
                  <a:pt x="6007" y="2400"/>
                  <a:pt x="6920" y="2385"/>
                </a:cubicBezTo>
                <a:cubicBezTo>
                  <a:pt x="6984" y="2384"/>
                  <a:pt x="7047" y="2383"/>
                  <a:pt x="7111" y="2383"/>
                </a:cubicBezTo>
                <a:cubicBezTo>
                  <a:pt x="10337" y="2383"/>
                  <a:pt x="13540" y="3688"/>
                  <a:pt x="16714" y="3688"/>
                </a:cubicBezTo>
                <a:cubicBezTo>
                  <a:pt x="17367" y="3688"/>
                  <a:pt x="18020" y="3632"/>
                  <a:pt x="18672" y="3499"/>
                </a:cubicBezTo>
                <a:cubicBezTo>
                  <a:pt x="18032" y="2635"/>
                  <a:pt x="16767" y="2661"/>
                  <a:pt x="15698" y="2561"/>
                </a:cubicBezTo>
                <a:cubicBezTo>
                  <a:pt x="14113" y="2412"/>
                  <a:pt x="12600" y="1805"/>
                  <a:pt x="11020" y="1592"/>
                </a:cubicBezTo>
                <a:cubicBezTo>
                  <a:pt x="10431" y="1513"/>
                  <a:pt x="9832" y="1488"/>
                  <a:pt x="9229" y="1488"/>
                </a:cubicBezTo>
                <a:cubicBezTo>
                  <a:pt x="8236" y="1488"/>
                  <a:pt x="7234" y="1555"/>
                  <a:pt x="6250" y="1555"/>
                </a:cubicBezTo>
                <a:cubicBezTo>
                  <a:pt x="4938" y="1555"/>
                  <a:pt x="3659" y="1436"/>
                  <a:pt x="2476" y="882"/>
                </a:cubicBezTo>
                <a:cubicBezTo>
                  <a:pt x="1627" y="484"/>
                  <a:pt x="958" y="24"/>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2"/>
          <p:cNvSpPr/>
          <p:nvPr/>
        </p:nvSpPr>
        <p:spPr>
          <a:xfrm>
            <a:off x="7277450" y="3358125"/>
            <a:ext cx="1866325" cy="669600"/>
          </a:xfrm>
          <a:custGeom>
            <a:rect b="b" l="l" r="r" t="t"/>
            <a:pathLst>
              <a:path extrusionOk="0" h="26784" w="74653">
                <a:moveTo>
                  <a:pt x="74182" y="1"/>
                </a:moveTo>
                <a:cubicBezTo>
                  <a:pt x="73253" y="1"/>
                  <a:pt x="72327" y="367"/>
                  <a:pt x="71791" y="1167"/>
                </a:cubicBezTo>
                <a:cubicBezTo>
                  <a:pt x="71705" y="1148"/>
                  <a:pt x="71620" y="1138"/>
                  <a:pt x="71536" y="1138"/>
                </a:cubicBezTo>
                <a:cubicBezTo>
                  <a:pt x="70734" y="1138"/>
                  <a:pt x="70040" y="1988"/>
                  <a:pt x="69994" y="2829"/>
                </a:cubicBezTo>
                <a:cubicBezTo>
                  <a:pt x="69939" y="3755"/>
                  <a:pt x="70419" y="4622"/>
                  <a:pt x="70885" y="5429"/>
                </a:cubicBezTo>
                <a:cubicBezTo>
                  <a:pt x="70782" y="5341"/>
                  <a:pt x="70671" y="5303"/>
                  <a:pt x="70560" y="5303"/>
                </a:cubicBezTo>
                <a:cubicBezTo>
                  <a:pt x="70112" y="5303"/>
                  <a:pt x="69652" y="5926"/>
                  <a:pt x="69607" y="6470"/>
                </a:cubicBezTo>
                <a:cubicBezTo>
                  <a:pt x="69550" y="7147"/>
                  <a:pt x="69609" y="8003"/>
                  <a:pt x="69008" y="8316"/>
                </a:cubicBezTo>
                <a:cubicBezTo>
                  <a:pt x="68879" y="8383"/>
                  <a:pt x="68754" y="8413"/>
                  <a:pt x="68631" y="8413"/>
                </a:cubicBezTo>
                <a:cubicBezTo>
                  <a:pt x="67579" y="8413"/>
                  <a:pt x="66713" y="6214"/>
                  <a:pt x="65715" y="6214"/>
                </a:cubicBezTo>
                <a:cubicBezTo>
                  <a:pt x="65580" y="6214"/>
                  <a:pt x="65443" y="6254"/>
                  <a:pt x="65302" y="6345"/>
                </a:cubicBezTo>
                <a:cubicBezTo>
                  <a:pt x="64985" y="6550"/>
                  <a:pt x="64870" y="6953"/>
                  <a:pt x="64791" y="7325"/>
                </a:cubicBezTo>
                <a:cubicBezTo>
                  <a:pt x="64302" y="9643"/>
                  <a:pt x="64339" y="12072"/>
                  <a:pt x="64899" y="14372"/>
                </a:cubicBezTo>
                <a:cubicBezTo>
                  <a:pt x="65077" y="15106"/>
                  <a:pt x="65204" y="16086"/>
                  <a:pt x="64529" y="16423"/>
                </a:cubicBezTo>
                <a:cubicBezTo>
                  <a:pt x="64288" y="16544"/>
                  <a:pt x="64005" y="16535"/>
                  <a:pt x="63735" y="16564"/>
                </a:cubicBezTo>
                <a:cubicBezTo>
                  <a:pt x="62754" y="16678"/>
                  <a:pt x="61926" y="17347"/>
                  <a:pt x="60981" y="17627"/>
                </a:cubicBezTo>
                <a:cubicBezTo>
                  <a:pt x="60786" y="17684"/>
                  <a:pt x="60575" y="17712"/>
                  <a:pt x="60362" y="17712"/>
                </a:cubicBezTo>
                <a:cubicBezTo>
                  <a:pt x="59541" y="17712"/>
                  <a:pt x="58696" y="17293"/>
                  <a:pt x="58675" y="16507"/>
                </a:cubicBezTo>
                <a:cubicBezTo>
                  <a:pt x="58661" y="15959"/>
                  <a:pt x="59072" y="15439"/>
                  <a:pt x="58947" y="14906"/>
                </a:cubicBezTo>
                <a:cubicBezTo>
                  <a:pt x="58839" y="14438"/>
                  <a:pt x="58369" y="14164"/>
                  <a:pt x="57943" y="13943"/>
                </a:cubicBezTo>
                <a:cubicBezTo>
                  <a:pt x="57189" y="13552"/>
                  <a:pt x="56259" y="13192"/>
                  <a:pt x="55437" y="13192"/>
                </a:cubicBezTo>
                <a:cubicBezTo>
                  <a:pt x="54867" y="13192"/>
                  <a:pt x="54349" y="13365"/>
                  <a:pt x="53977" y="13822"/>
                </a:cubicBezTo>
                <a:cubicBezTo>
                  <a:pt x="53141" y="12733"/>
                  <a:pt x="53053" y="11248"/>
                  <a:pt x="52419" y="10032"/>
                </a:cubicBezTo>
                <a:cubicBezTo>
                  <a:pt x="51983" y="9199"/>
                  <a:pt x="51001" y="8532"/>
                  <a:pt x="50141" y="8532"/>
                </a:cubicBezTo>
                <a:cubicBezTo>
                  <a:pt x="49744" y="8532"/>
                  <a:pt x="49374" y="8673"/>
                  <a:pt x="49095" y="9005"/>
                </a:cubicBezTo>
                <a:cubicBezTo>
                  <a:pt x="48825" y="7444"/>
                  <a:pt x="47212" y="6424"/>
                  <a:pt x="45666" y="6424"/>
                </a:cubicBezTo>
                <a:cubicBezTo>
                  <a:pt x="44937" y="6424"/>
                  <a:pt x="44223" y="6651"/>
                  <a:pt x="43672" y="7155"/>
                </a:cubicBezTo>
                <a:cubicBezTo>
                  <a:pt x="43231" y="7558"/>
                  <a:pt x="42908" y="8075"/>
                  <a:pt x="42611" y="8594"/>
                </a:cubicBezTo>
                <a:cubicBezTo>
                  <a:pt x="41751" y="10077"/>
                  <a:pt x="41221" y="12364"/>
                  <a:pt x="42724" y="13193"/>
                </a:cubicBezTo>
                <a:cubicBezTo>
                  <a:pt x="42644" y="13173"/>
                  <a:pt x="42565" y="13163"/>
                  <a:pt x="42488" y="13163"/>
                </a:cubicBezTo>
                <a:cubicBezTo>
                  <a:pt x="41786" y="13163"/>
                  <a:pt x="41238" y="13974"/>
                  <a:pt x="41039" y="14706"/>
                </a:cubicBezTo>
                <a:cubicBezTo>
                  <a:pt x="40820" y="15517"/>
                  <a:pt x="40683" y="16482"/>
                  <a:pt x="39954" y="16903"/>
                </a:cubicBezTo>
                <a:cubicBezTo>
                  <a:pt x="39729" y="17033"/>
                  <a:pt x="39485" y="17087"/>
                  <a:pt x="39235" y="17087"/>
                </a:cubicBezTo>
                <a:cubicBezTo>
                  <a:pt x="38671" y="17087"/>
                  <a:pt x="38073" y="16811"/>
                  <a:pt x="37574" y="16501"/>
                </a:cubicBezTo>
                <a:cubicBezTo>
                  <a:pt x="36928" y="16100"/>
                  <a:pt x="36237" y="15624"/>
                  <a:pt x="35493" y="15624"/>
                </a:cubicBezTo>
                <a:cubicBezTo>
                  <a:pt x="35411" y="15624"/>
                  <a:pt x="35327" y="15630"/>
                  <a:pt x="35243" y="15642"/>
                </a:cubicBezTo>
                <a:cubicBezTo>
                  <a:pt x="34405" y="15767"/>
                  <a:pt x="33846" y="17046"/>
                  <a:pt x="34585" y="17460"/>
                </a:cubicBezTo>
                <a:cubicBezTo>
                  <a:pt x="34353" y="17944"/>
                  <a:pt x="33824" y="18163"/>
                  <a:pt x="33275" y="18163"/>
                </a:cubicBezTo>
                <a:cubicBezTo>
                  <a:pt x="32960" y="18163"/>
                  <a:pt x="32640" y="18091"/>
                  <a:pt x="32364" y="17956"/>
                </a:cubicBezTo>
                <a:cubicBezTo>
                  <a:pt x="31604" y="17584"/>
                  <a:pt x="31064" y="16889"/>
                  <a:pt x="30432" y="16329"/>
                </a:cubicBezTo>
                <a:cubicBezTo>
                  <a:pt x="29925" y="15879"/>
                  <a:pt x="29268" y="15493"/>
                  <a:pt x="28612" y="15493"/>
                </a:cubicBezTo>
                <a:cubicBezTo>
                  <a:pt x="28452" y="15493"/>
                  <a:pt x="28293" y="15516"/>
                  <a:pt x="28136" y="15566"/>
                </a:cubicBezTo>
                <a:cubicBezTo>
                  <a:pt x="27329" y="15822"/>
                  <a:pt x="26973" y="17118"/>
                  <a:pt x="27719" y="17513"/>
                </a:cubicBezTo>
                <a:cubicBezTo>
                  <a:pt x="27011" y="17885"/>
                  <a:pt x="26216" y="18080"/>
                  <a:pt x="25416" y="18080"/>
                </a:cubicBezTo>
                <a:cubicBezTo>
                  <a:pt x="25378" y="18080"/>
                  <a:pt x="25340" y="18080"/>
                  <a:pt x="25302" y="18079"/>
                </a:cubicBezTo>
                <a:lnTo>
                  <a:pt x="25302" y="18079"/>
                </a:lnTo>
                <a:cubicBezTo>
                  <a:pt x="25358" y="18705"/>
                  <a:pt x="25411" y="19332"/>
                  <a:pt x="25468" y="19960"/>
                </a:cubicBezTo>
                <a:cubicBezTo>
                  <a:pt x="24881" y="20046"/>
                  <a:pt x="24249" y="20112"/>
                  <a:pt x="23628" y="20112"/>
                </a:cubicBezTo>
                <a:cubicBezTo>
                  <a:pt x="22294" y="20112"/>
                  <a:pt x="21012" y="19806"/>
                  <a:pt x="20332" y="18725"/>
                </a:cubicBezTo>
                <a:cubicBezTo>
                  <a:pt x="19911" y="18057"/>
                  <a:pt x="19743" y="17118"/>
                  <a:pt x="19007" y="16836"/>
                </a:cubicBezTo>
                <a:cubicBezTo>
                  <a:pt x="18880" y="16788"/>
                  <a:pt x="18753" y="16766"/>
                  <a:pt x="18628" y="16766"/>
                </a:cubicBezTo>
                <a:cubicBezTo>
                  <a:pt x="17959" y="16766"/>
                  <a:pt x="17325" y="17393"/>
                  <a:pt x="17012" y="18042"/>
                </a:cubicBezTo>
                <a:cubicBezTo>
                  <a:pt x="16640" y="18813"/>
                  <a:pt x="16435" y="19721"/>
                  <a:pt x="15767" y="20254"/>
                </a:cubicBezTo>
                <a:cubicBezTo>
                  <a:pt x="15451" y="20506"/>
                  <a:pt x="15050" y="20629"/>
                  <a:pt x="14647" y="20629"/>
                </a:cubicBezTo>
                <a:cubicBezTo>
                  <a:pt x="14149" y="20629"/>
                  <a:pt x="13648" y="20440"/>
                  <a:pt x="13305" y="20076"/>
                </a:cubicBezTo>
                <a:cubicBezTo>
                  <a:pt x="12686" y="19414"/>
                  <a:pt x="12679" y="18277"/>
                  <a:pt x="13289" y="17609"/>
                </a:cubicBezTo>
                <a:cubicBezTo>
                  <a:pt x="13187" y="17309"/>
                  <a:pt x="12927" y="17186"/>
                  <a:pt x="12623" y="17186"/>
                </a:cubicBezTo>
                <a:cubicBezTo>
                  <a:pt x="12229" y="17186"/>
                  <a:pt x="11761" y="17393"/>
                  <a:pt x="11473" y="17686"/>
                </a:cubicBezTo>
                <a:cubicBezTo>
                  <a:pt x="10994" y="18172"/>
                  <a:pt x="10507" y="18842"/>
                  <a:pt x="9853" y="18842"/>
                </a:cubicBezTo>
                <a:cubicBezTo>
                  <a:pt x="9809" y="18842"/>
                  <a:pt x="9766" y="18839"/>
                  <a:pt x="9721" y="18833"/>
                </a:cubicBezTo>
                <a:cubicBezTo>
                  <a:pt x="8778" y="18705"/>
                  <a:pt x="8476" y="17257"/>
                  <a:pt x="7535" y="17114"/>
                </a:cubicBezTo>
                <a:cubicBezTo>
                  <a:pt x="7481" y="17106"/>
                  <a:pt x="7430" y="17102"/>
                  <a:pt x="7380" y="17102"/>
                </a:cubicBezTo>
                <a:cubicBezTo>
                  <a:pt x="6441" y="17102"/>
                  <a:pt x="6028" y="18461"/>
                  <a:pt x="5270" y="19126"/>
                </a:cubicBezTo>
                <a:cubicBezTo>
                  <a:pt x="3868" y="20359"/>
                  <a:pt x="1203" y="19107"/>
                  <a:pt x="28" y="20557"/>
                </a:cubicBezTo>
                <a:cubicBezTo>
                  <a:pt x="18" y="20569"/>
                  <a:pt x="11" y="20582"/>
                  <a:pt x="1" y="20594"/>
                </a:cubicBezTo>
                <a:cubicBezTo>
                  <a:pt x="334" y="20553"/>
                  <a:pt x="663" y="20527"/>
                  <a:pt x="987" y="20527"/>
                </a:cubicBezTo>
                <a:cubicBezTo>
                  <a:pt x="1788" y="20527"/>
                  <a:pt x="2557" y="20682"/>
                  <a:pt x="3264" y="21121"/>
                </a:cubicBezTo>
                <a:cubicBezTo>
                  <a:pt x="3986" y="21565"/>
                  <a:pt x="4542" y="22270"/>
                  <a:pt x="5319" y="22604"/>
                </a:cubicBezTo>
                <a:cubicBezTo>
                  <a:pt x="5686" y="22762"/>
                  <a:pt x="6060" y="22825"/>
                  <a:pt x="6439" y="22825"/>
                </a:cubicBezTo>
                <a:cubicBezTo>
                  <a:pt x="7918" y="22825"/>
                  <a:pt x="9476" y="21865"/>
                  <a:pt x="11034" y="21808"/>
                </a:cubicBezTo>
                <a:cubicBezTo>
                  <a:pt x="11086" y="21806"/>
                  <a:pt x="11137" y="21805"/>
                  <a:pt x="11188" y="21805"/>
                </a:cubicBezTo>
                <a:cubicBezTo>
                  <a:pt x="13364" y="21805"/>
                  <a:pt x="15410" y="23499"/>
                  <a:pt x="17495" y="23499"/>
                </a:cubicBezTo>
                <a:cubicBezTo>
                  <a:pt x="17814" y="23499"/>
                  <a:pt x="18135" y="23460"/>
                  <a:pt x="18457" y="23368"/>
                </a:cubicBezTo>
                <a:cubicBezTo>
                  <a:pt x="19422" y="23092"/>
                  <a:pt x="20238" y="22368"/>
                  <a:pt x="21232" y="22227"/>
                </a:cubicBezTo>
                <a:cubicBezTo>
                  <a:pt x="21358" y="22209"/>
                  <a:pt x="21484" y="22201"/>
                  <a:pt x="21610" y="22201"/>
                </a:cubicBezTo>
                <a:cubicBezTo>
                  <a:pt x="23017" y="22201"/>
                  <a:pt x="24417" y="23223"/>
                  <a:pt x="25760" y="23223"/>
                </a:cubicBezTo>
                <a:cubicBezTo>
                  <a:pt x="26049" y="23223"/>
                  <a:pt x="26336" y="23175"/>
                  <a:pt x="26619" y="23061"/>
                </a:cubicBezTo>
                <a:cubicBezTo>
                  <a:pt x="27183" y="22830"/>
                  <a:pt x="27611" y="22360"/>
                  <a:pt x="28087" y="21976"/>
                </a:cubicBezTo>
                <a:cubicBezTo>
                  <a:pt x="29109" y="21147"/>
                  <a:pt x="30426" y="20723"/>
                  <a:pt x="31742" y="20723"/>
                </a:cubicBezTo>
                <a:cubicBezTo>
                  <a:pt x="32813" y="20723"/>
                  <a:pt x="33884" y="21005"/>
                  <a:pt x="34793" y="21577"/>
                </a:cubicBezTo>
                <a:cubicBezTo>
                  <a:pt x="36018" y="22348"/>
                  <a:pt x="37324" y="23632"/>
                  <a:pt x="38609" y="23632"/>
                </a:cubicBezTo>
                <a:cubicBezTo>
                  <a:pt x="38907" y="23632"/>
                  <a:pt x="39204" y="23563"/>
                  <a:pt x="39498" y="23403"/>
                </a:cubicBezTo>
                <a:cubicBezTo>
                  <a:pt x="39984" y="23139"/>
                  <a:pt x="40324" y="22659"/>
                  <a:pt x="40800" y="22373"/>
                </a:cubicBezTo>
                <a:cubicBezTo>
                  <a:pt x="41146" y="22166"/>
                  <a:pt x="41504" y="22079"/>
                  <a:pt x="41870" y="22079"/>
                </a:cubicBezTo>
                <a:cubicBezTo>
                  <a:pt x="43728" y="22079"/>
                  <a:pt x="45799" y="24318"/>
                  <a:pt x="47669" y="24318"/>
                </a:cubicBezTo>
                <a:cubicBezTo>
                  <a:pt x="48027" y="24318"/>
                  <a:pt x="48379" y="24235"/>
                  <a:pt x="48720" y="24039"/>
                </a:cubicBezTo>
                <a:cubicBezTo>
                  <a:pt x="49436" y="23624"/>
                  <a:pt x="49808" y="22820"/>
                  <a:pt x="50346" y="22189"/>
                </a:cubicBezTo>
                <a:cubicBezTo>
                  <a:pt x="51142" y="21255"/>
                  <a:pt x="52371" y="20769"/>
                  <a:pt x="53594" y="20769"/>
                </a:cubicBezTo>
                <a:cubicBezTo>
                  <a:pt x="54549" y="20769"/>
                  <a:pt x="55500" y="21066"/>
                  <a:pt x="56238" y="21677"/>
                </a:cubicBezTo>
                <a:cubicBezTo>
                  <a:pt x="56629" y="22000"/>
                  <a:pt x="56968" y="22399"/>
                  <a:pt x="57422" y="22630"/>
                </a:cubicBezTo>
                <a:cubicBezTo>
                  <a:pt x="57783" y="22812"/>
                  <a:pt x="58184" y="22875"/>
                  <a:pt x="58603" y="22875"/>
                </a:cubicBezTo>
                <a:cubicBezTo>
                  <a:pt x="59533" y="22875"/>
                  <a:pt x="60552" y="22565"/>
                  <a:pt x="61419" y="22565"/>
                </a:cubicBezTo>
                <a:cubicBezTo>
                  <a:pt x="62012" y="22565"/>
                  <a:pt x="62534" y="22710"/>
                  <a:pt x="62909" y="23198"/>
                </a:cubicBezTo>
                <a:cubicBezTo>
                  <a:pt x="63431" y="23883"/>
                  <a:pt x="63429" y="25081"/>
                  <a:pt x="64265" y="25298"/>
                </a:cubicBezTo>
                <a:cubicBezTo>
                  <a:pt x="64342" y="25318"/>
                  <a:pt x="64419" y="25327"/>
                  <a:pt x="64496" y="25327"/>
                </a:cubicBezTo>
                <a:cubicBezTo>
                  <a:pt x="64875" y="25327"/>
                  <a:pt x="65248" y="25107"/>
                  <a:pt x="65610" y="24945"/>
                </a:cubicBezTo>
                <a:cubicBezTo>
                  <a:pt x="66228" y="24666"/>
                  <a:pt x="66872" y="24551"/>
                  <a:pt x="67527" y="24551"/>
                </a:cubicBezTo>
                <a:cubicBezTo>
                  <a:pt x="69239" y="24551"/>
                  <a:pt x="71030" y="25341"/>
                  <a:pt x="72658" y="26051"/>
                </a:cubicBezTo>
                <a:cubicBezTo>
                  <a:pt x="73288" y="26329"/>
                  <a:pt x="73964" y="26586"/>
                  <a:pt x="74653" y="26783"/>
                </a:cubicBezTo>
                <a:lnTo>
                  <a:pt x="74653" y="32"/>
                </a:lnTo>
                <a:cubicBezTo>
                  <a:pt x="74497" y="11"/>
                  <a:pt x="74340" y="1"/>
                  <a:pt x="74182"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2"/>
          <p:cNvSpPr/>
          <p:nvPr/>
        </p:nvSpPr>
        <p:spPr>
          <a:xfrm>
            <a:off x="1958925" y="4321625"/>
            <a:ext cx="867525" cy="241275"/>
          </a:xfrm>
          <a:custGeom>
            <a:rect b="b" l="l" r="r" t="t"/>
            <a:pathLst>
              <a:path extrusionOk="0" h="9651" w="34701">
                <a:moveTo>
                  <a:pt x="1" y="1"/>
                </a:moveTo>
                <a:cubicBezTo>
                  <a:pt x="412" y="333"/>
                  <a:pt x="848" y="637"/>
                  <a:pt x="1287" y="928"/>
                </a:cubicBezTo>
                <a:cubicBezTo>
                  <a:pt x="1641" y="1175"/>
                  <a:pt x="2011" y="1406"/>
                  <a:pt x="2377" y="1643"/>
                </a:cubicBezTo>
                <a:cubicBezTo>
                  <a:pt x="2747" y="1883"/>
                  <a:pt x="2884" y="2259"/>
                  <a:pt x="3242" y="2494"/>
                </a:cubicBezTo>
                <a:cubicBezTo>
                  <a:pt x="3324" y="2549"/>
                  <a:pt x="3410" y="2594"/>
                  <a:pt x="3502" y="2637"/>
                </a:cubicBezTo>
                <a:cubicBezTo>
                  <a:pt x="3857" y="2790"/>
                  <a:pt x="4264" y="2843"/>
                  <a:pt x="4638" y="2886"/>
                </a:cubicBezTo>
                <a:cubicBezTo>
                  <a:pt x="4754" y="2898"/>
                  <a:pt x="4870" y="2912"/>
                  <a:pt x="4985" y="2912"/>
                </a:cubicBezTo>
                <a:cubicBezTo>
                  <a:pt x="5070" y="2912"/>
                  <a:pt x="5154" y="2904"/>
                  <a:pt x="5237" y="2884"/>
                </a:cubicBezTo>
                <a:cubicBezTo>
                  <a:pt x="5793" y="2749"/>
                  <a:pt x="6004" y="2287"/>
                  <a:pt x="6303" y="1850"/>
                </a:cubicBezTo>
                <a:cubicBezTo>
                  <a:pt x="6337" y="1801"/>
                  <a:pt x="6374" y="1752"/>
                  <a:pt x="6427" y="1729"/>
                </a:cubicBezTo>
                <a:cubicBezTo>
                  <a:pt x="6455" y="1717"/>
                  <a:pt x="6486" y="1713"/>
                  <a:pt x="6517" y="1713"/>
                </a:cubicBezTo>
                <a:cubicBezTo>
                  <a:pt x="6537" y="1713"/>
                  <a:pt x="6557" y="1715"/>
                  <a:pt x="6578" y="1717"/>
                </a:cubicBezTo>
                <a:cubicBezTo>
                  <a:pt x="6848" y="1741"/>
                  <a:pt x="7114" y="1762"/>
                  <a:pt x="7384" y="1788"/>
                </a:cubicBezTo>
                <a:cubicBezTo>
                  <a:pt x="7417" y="1790"/>
                  <a:pt x="7454" y="1795"/>
                  <a:pt x="7482" y="1817"/>
                </a:cubicBezTo>
                <a:cubicBezTo>
                  <a:pt x="7505" y="1837"/>
                  <a:pt x="7517" y="1866"/>
                  <a:pt x="7527" y="1895"/>
                </a:cubicBezTo>
                <a:cubicBezTo>
                  <a:pt x="7576" y="2022"/>
                  <a:pt x="7631" y="2144"/>
                  <a:pt x="7693" y="2265"/>
                </a:cubicBezTo>
                <a:cubicBezTo>
                  <a:pt x="7775" y="2422"/>
                  <a:pt x="7873" y="2578"/>
                  <a:pt x="8026" y="2663"/>
                </a:cubicBezTo>
                <a:cubicBezTo>
                  <a:pt x="8197" y="2761"/>
                  <a:pt x="8431" y="2790"/>
                  <a:pt x="8669" y="2790"/>
                </a:cubicBezTo>
                <a:cubicBezTo>
                  <a:pt x="8901" y="2790"/>
                  <a:pt x="9137" y="2762"/>
                  <a:pt x="9324" y="2745"/>
                </a:cubicBezTo>
                <a:cubicBezTo>
                  <a:pt x="9866" y="2692"/>
                  <a:pt x="10392" y="2580"/>
                  <a:pt x="10923" y="2451"/>
                </a:cubicBezTo>
                <a:cubicBezTo>
                  <a:pt x="11528" y="2300"/>
                  <a:pt x="12133" y="2152"/>
                  <a:pt x="12737" y="2005"/>
                </a:cubicBezTo>
                <a:cubicBezTo>
                  <a:pt x="12817" y="1985"/>
                  <a:pt x="12900" y="1966"/>
                  <a:pt x="12982" y="1966"/>
                </a:cubicBezTo>
                <a:cubicBezTo>
                  <a:pt x="13014" y="1966"/>
                  <a:pt x="13045" y="1969"/>
                  <a:pt x="13076" y="1975"/>
                </a:cubicBezTo>
                <a:cubicBezTo>
                  <a:pt x="13164" y="1995"/>
                  <a:pt x="13240" y="2044"/>
                  <a:pt x="13319" y="2091"/>
                </a:cubicBezTo>
                <a:cubicBezTo>
                  <a:pt x="13884" y="2437"/>
                  <a:pt x="14509" y="2690"/>
                  <a:pt x="15157" y="2833"/>
                </a:cubicBezTo>
                <a:cubicBezTo>
                  <a:pt x="15411" y="2888"/>
                  <a:pt x="15699" y="2946"/>
                  <a:pt x="15842" y="3166"/>
                </a:cubicBezTo>
                <a:cubicBezTo>
                  <a:pt x="15938" y="3308"/>
                  <a:pt x="15944" y="3490"/>
                  <a:pt x="15949" y="3661"/>
                </a:cubicBezTo>
                <a:cubicBezTo>
                  <a:pt x="15959" y="3997"/>
                  <a:pt x="15969" y="4334"/>
                  <a:pt x="15979" y="4669"/>
                </a:cubicBezTo>
                <a:cubicBezTo>
                  <a:pt x="15981" y="4780"/>
                  <a:pt x="15990" y="4904"/>
                  <a:pt x="16077" y="4978"/>
                </a:cubicBezTo>
                <a:cubicBezTo>
                  <a:pt x="16120" y="5014"/>
                  <a:pt x="16172" y="5028"/>
                  <a:pt x="16227" y="5028"/>
                </a:cubicBezTo>
                <a:cubicBezTo>
                  <a:pt x="16313" y="5028"/>
                  <a:pt x="16407" y="4995"/>
                  <a:pt x="16488" y="4960"/>
                </a:cubicBezTo>
                <a:cubicBezTo>
                  <a:pt x="17043" y="4727"/>
                  <a:pt x="17587" y="4590"/>
                  <a:pt x="18114" y="4590"/>
                </a:cubicBezTo>
                <a:cubicBezTo>
                  <a:pt x="18777" y="4590"/>
                  <a:pt x="19413" y="4807"/>
                  <a:pt x="20013" y="5325"/>
                </a:cubicBezTo>
                <a:cubicBezTo>
                  <a:pt x="20275" y="5550"/>
                  <a:pt x="20508" y="5818"/>
                  <a:pt x="20806" y="5994"/>
                </a:cubicBezTo>
                <a:cubicBezTo>
                  <a:pt x="21200" y="6224"/>
                  <a:pt x="21658" y="6271"/>
                  <a:pt x="22122" y="6271"/>
                </a:cubicBezTo>
                <a:cubicBezTo>
                  <a:pt x="22340" y="6271"/>
                  <a:pt x="22559" y="6261"/>
                  <a:pt x="22773" y="6254"/>
                </a:cubicBezTo>
                <a:cubicBezTo>
                  <a:pt x="22913" y="6250"/>
                  <a:pt x="23053" y="6248"/>
                  <a:pt x="23193" y="6248"/>
                </a:cubicBezTo>
                <a:cubicBezTo>
                  <a:pt x="27214" y="6248"/>
                  <a:pt x="31039" y="7906"/>
                  <a:pt x="34701" y="9650"/>
                </a:cubicBezTo>
                <a:cubicBezTo>
                  <a:pt x="33127" y="8221"/>
                  <a:pt x="30379" y="7184"/>
                  <a:pt x="28833" y="6313"/>
                </a:cubicBezTo>
                <a:cubicBezTo>
                  <a:pt x="26139" y="4800"/>
                  <a:pt x="23411" y="3346"/>
                  <a:pt x="20651" y="1956"/>
                </a:cubicBezTo>
                <a:cubicBezTo>
                  <a:pt x="18900" y="1075"/>
                  <a:pt x="17031" y="200"/>
                  <a:pt x="15093" y="200"/>
                </a:cubicBezTo>
                <a:cubicBezTo>
                  <a:pt x="14903" y="200"/>
                  <a:pt x="14712" y="208"/>
                  <a:pt x="14521" y="226"/>
                </a:cubicBezTo>
                <a:cubicBezTo>
                  <a:pt x="13354" y="333"/>
                  <a:pt x="12244" y="783"/>
                  <a:pt x="11095" y="1014"/>
                </a:cubicBezTo>
                <a:cubicBezTo>
                  <a:pt x="10390" y="1154"/>
                  <a:pt x="9678" y="1211"/>
                  <a:pt x="8963" y="1211"/>
                </a:cubicBezTo>
                <a:cubicBezTo>
                  <a:pt x="7508" y="1211"/>
                  <a:pt x="6040" y="978"/>
                  <a:pt x="4597" y="744"/>
                </a:cubicBezTo>
                <a:cubicBezTo>
                  <a:pt x="3064" y="498"/>
                  <a:pt x="1533" y="251"/>
                  <a:pt x="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2"/>
          <p:cNvSpPr/>
          <p:nvPr/>
        </p:nvSpPr>
        <p:spPr>
          <a:xfrm>
            <a:off x="500" y="3991750"/>
            <a:ext cx="1989675" cy="783600"/>
          </a:xfrm>
          <a:custGeom>
            <a:rect b="b" l="l" r="r" t="t"/>
            <a:pathLst>
              <a:path extrusionOk="0" h="31344" w="79587">
                <a:moveTo>
                  <a:pt x="28881" y="1"/>
                </a:moveTo>
                <a:lnTo>
                  <a:pt x="28881" y="1"/>
                </a:lnTo>
                <a:cubicBezTo>
                  <a:pt x="27258" y="539"/>
                  <a:pt x="25683" y="1222"/>
                  <a:pt x="24185" y="2060"/>
                </a:cubicBezTo>
                <a:cubicBezTo>
                  <a:pt x="23134" y="2651"/>
                  <a:pt x="22107" y="3313"/>
                  <a:pt x="20952" y="3661"/>
                </a:cubicBezTo>
                <a:cubicBezTo>
                  <a:pt x="19824" y="4003"/>
                  <a:pt x="18634" y="4028"/>
                  <a:pt x="17451" y="4028"/>
                </a:cubicBezTo>
                <a:cubicBezTo>
                  <a:pt x="17253" y="4028"/>
                  <a:pt x="17055" y="4027"/>
                  <a:pt x="16858" y="4027"/>
                </a:cubicBezTo>
                <a:cubicBezTo>
                  <a:pt x="16824" y="4027"/>
                  <a:pt x="16791" y="4027"/>
                  <a:pt x="16757" y="4027"/>
                </a:cubicBezTo>
                <a:cubicBezTo>
                  <a:pt x="11547" y="4043"/>
                  <a:pt x="6338" y="4767"/>
                  <a:pt x="1321" y="6176"/>
                </a:cubicBezTo>
                <a:cubicBezTo>
                  <a:pt x="881" y="6302"/>
                  <a:pt x="431" y="6441"/>
                  <a:pt x="0" y="6613"/>
                </a:cubicBezTo>
                <a:lnTo>
                  <a:pt x="0" y="7873"/>
                </a:lnTo>
                <a:cubicBezTo>
                  <a:pt x="1781" y="8175"/>
                  <a:pt x="3562" y="8476"/>
                  <a:pt x="5342" y="8778"/>
                </a:cubicBezTo>
                <a:cubicBezTo>
                  <a:pt x="5825" y="8860"/>
                  <a:pt x="6373" y="8983"/>
                  <a:pt x="6624" y="9406"/>
                </a:cubicBezTo>
                <a:cubicBezTo>
                  <a:pt x="7092" y="10197"/>
                  <a:pt x="6086" y="11082"/>
                  <a:pt x="5185" y="11248"/>
                </a:cubicBezTo>
                <a:cubicBezTo>
                  <a:pt x="4283" y="11414"/>
                  <a:pt x="3208" y="11373"/>
                  <a:pt x="2643" y="12095"/>
                </a:cubicBezTo>
                <a:cubicBezTo>
                  <a:pt x="3611" y="12278"/>
                  <a:pt x="3621" y="13839"/>
                  <a:pt x="2821" y="14419"/>
                </a:cubicBezTo>
                <a:cubicBezTo>
                  <a:pt x="2365" y="14750"/>
                  <a:pt x="1813" y="14853"/>
                  <a:pt x="1243" y="14853"/>
                </a:cubicBezTo>
                <a:cubicBezTo>
                  <a:pt x="829" y="14853"/>
                  <a:pt x="405" y="14799"/>
                  <a:pt x="0" y="14738"/>
                </a:cubicBezTo>
                <a:lnTo>
                  <a:pt x="0" y="29626"/>
                </a:lnTo>
                <a:cubicBezTo>
                  <a:pt x="939" y="29925"/>
                  <a:pt x="1963" y="30060"/>
                  <a:pt x="2976" y="30060"/>
                </a:cubicBezTo>
                <a:cubicBezTo>
                  <a:pt x="3504" y="30060"/>
                  <a:pt x="4030" y="30024"/>
                  <a:pt x="4539" y="29954"/>
                </a:cubicBezTo>
                <a:cubicBezTo>
                  <a:pt x="7459" y="29553"/>
                  <a:pt x="10291" y="28394"/>
                  <a:pt x="13229" y="28394"/>
                </a:cubicBezTo>
                <a:cubicBezTo>
                  <a:pt x="13353" y="28394"/>
                  <a:pt x="13477" y="28396"/>
                  <a:pt x="13602" y="28400"/>
                </a:cubicBezTo>
                <a:cubicBezTo>
                  <a:pt x="16841" y="28510"/>
                  <a:pt x="19828" y="30097"/>
                  <a:pt x="22989" y="30820"/>
                </a:cubicBezTo>
                <a:cubicBezTo>
                  <a:pt x="24696" y="31210"/>
                  <a:pt x="26434" y="31344"/>
                  <a:pt x="28183" y="31344"/>
                </a:cubicBezTo>
                <a:cubicBezTo>
                  <a:pt x="30293" y="31344"/>
                  <a:pt x="32420" y="31149"/>
                  <a:pt x="34524" y="30974"/>
                </a:cubicBezTo>
                <a:cubicBezTo>
                  <a:pt x="41455" y="30397"/>
                  <a:pt x="48404" y="30045"/>
                  <a:pt x="55356" y="29919"/>
                </a:cubicBezTo>
                <a:cubicBezTo>
                  <a:pt x="61510" y="29810"/>
                  <a:pt x="67770" y="29861"/>
                  <a:pt x="73666" y="28097"/>
                </a:cubicBezTo>
                <a:cubicBezTo>
                  <a:pt x="75182" y="27643"/>
                  <a:pt x="76709" y="27042"/>
                  <a:pt x="77833" y="25928"/>
                </a:cubicBezTo>
                <a:cubicBezTo>
                  <a:pt x="78956" y="24814"/>
                  <a:pt x="79587" y="23078"/>
                  <a:pt x="79015" y="21602"/>
                </a:cubicBezTo>
                <a:cubicBezTo>
                  <a:pt x="77373" y="21043"/>
                  <a:pt x="75731" y="20485"/>
                  <a:pt x="74088" y="19925"/>
                </a:cubicBezTo>
                <a:cubicBezTo>
                  <a:pt x="74133" y="19304"/>
                  <a:pt x="74331" y="18698"/>
                  <a:pt x="74660" y="18169"/>
                </a:cubicBezTo>
                <a:cubicBezTo>
                  <a:pt x="73289" y="17861"/>
                  <a:pt x="71884" y="17706"/>
                  <a:pt x="70479" y="17706"/>
                </a:cubicBezTo>
                <a:cubicBezTo>
                  <a:pt x="69913" y="17706"/>
                  <a:pt x="69346" y="17731"/>
                  <a:pt x="68782" y="17782"/>
                </a:cubicBezTo>
                <a:cubicBezTo>
                  <a:pt x="68689" y="18761"/>
                  <a:pt x="67691" y="19460"/>
                  <a:pt x="66735" y="19460"/>
                </a:cubicBezTo>
                <a:cubicBezTo>
                  <a:pt x="66376" y="19460"/>
                  <a:pt x="66023" y="19362"/>
                  <a:pt x="65726" y="19142"/>
                </a:cubicBezTo>
                <a:lnTo>
                  <a:pt x="65726" y="19142"/>
                </a:lnTo>
                <a:cubicBezTo>
                  <a:pt x="65991" y="19647"/>
                  <a:pt x="65584" y="20299"/>
                  <a:pt x="65045" y="20487"/>
                </a:cubicBezTo>
                <a:cubicBezTo>
                  <a:pt x="64867" y="20549"/>
                  <a:pt x="64682" y="20575"/>
                  <a:pt x="64495" y="20575"/>
                </a:cubicBezTo>
                <a:cubicBezTo>
                  <a:pt x="64119" y="20575"/>
                  <a:pt x="63734" y="20470"/>
                  <a:pt x="63372" y="20346"/>
                </a:cubicBezTo>
                <a:cubicBezTo>
                  <a:pt x="61978" y="19870"/>
                  <a:pt x="60671" y="19142"/>
                  <a:pt x="59535" y="18206"/>
                </a:cubicBezTo>
                <a:cubicBezTo>
                  <a:pt x="59318" y="18860"/>
                  <a:pt x="59099" y="19510"/>
                  <a:pt x="58880" y="20164"/>
                </a:cubicBezTo>
                <a:cubicBezTo>
                  <a:pt x="58729" y="20181"/>
                  <a:pt x="58577" y="20190"/>
                  <a:pt x="58425" y="20190"/>
                </a:cubicBezTo>
                <a:cubicBezTo>
                  <a:pt x="57547" y="20190"/>
                  <a:pt x="56669" y="19904"/>
                  <a:pt x="55963" y="19379"/>
                </a:cubicBezTo>
                <a:cubicBezTo>
                  <a:pt x="55920" y="19899"/>
                  <a:pt x="55693" y="20404"/>
                  <a:pt x="55331" y="20780"/>
                </a:cubicBezTo>
                <a:cubicBezTo>
                  <a:pt x="54479" y="20496"/>
                  <a:pt x="53628" y="20215"/>
                  <a:pt x="52773" y="19931"/>
                </a:cubicBezTo>
                <a:cubicBezTo>
                  <a:pt x="52446" y="19823"/>
                  <a:pt x="52117" y="19714"/>
                  <a:pt x="51810" y="19565"/>
                </a:cubicBezTo>
                <a:cubicBezTo>
                  <a:pt x="49968" y="18682"/>
                  <a:pt x="49059" y="16564"/>
                  <a:pt x="48682" y="14556"/>
                </a:cubicBezTo>
                <a:cubicBezTo>
                  <a:pt x="48242" y="14777"/>
                  <a:pt x="47758" y="14881"/>
                  <a:pt x="47273" y="14881"/>
                </a:cubicBezTo>
                <a:cubicBezTo>
                  <a:pt x="46810" y="14881"/>
                  <a:pt x="46345" y="14786"/>
                  <a:pt x="45916" y="14607"/>
                </a:cubicBezTo>
                <a:cubicBezTo>
                  <a:pt x="45538" y="14451"/>
                  <a:pt x="45161" y="14251"/>
                  <a:pt x="44794" y="14251"/>
                </a:cubicBezTo>
                <a:cubicBezTo>
                  <a:pt x="44535" y="14251"/>
                  <a:pt x="44281" y="14350"/>
                  <a:pt x="44037" y="14634"/>
                </a:cubicBezTo>
                <a:cubicBezTo>
                  <a:pt x="43829" y="14871"/>
                  <a:pt x="43710" y="15198"/>
                  <a:pt x="43436" y="15349"/>
                </a:cubicBezTo>
                <a:cubicBezTo>
                  <a:pt x="43275" y="15437"/>
                  <a:pt x="43082" y="15452"/>
                  <a:pt x="42896" y="15452"/>
                </a:cubicBezTo>
                <a:cubicBezTo>
                  <a:pt x="42496" y="15452"/>
                  <a:pt x="42072" y="15390"/>
                  <a:pt x="41768" y="15131"/>
                </a:cubicBezTo>
                <a:cubicBezTo>
                  <a:pt x="41465" y="14871"/>
                  <a:pt x="41349" y="14362"/>
                  <a:pt x="41620" y="14068"/>
                </a:cubicBezTo>
                <a:cubicBezTo>
                  <a:pt x="42083" y="14027"/>
                  <a:pt x="42536" y="13871"/>
                  <a:pt x="42925" y="13614"/>
                </a:cubicBezTo>
                <a:cubicBezTo>
                  <a:pt x="42228" y="12401"/>
                  <a:pt x="40946" y="11540"/>
                  <a:pt x="39558" y="11352"/>
                </a:cubicBezTo>
                <a:cubicBezTo>
                  <a:pt x="39124" y="11293"/>
                  <a:pt x="38680" y="11295"/>
                  <a:pt x="38249" y="11211"/>
                </a:cubicBezTo>
                <a:cubicBezTo>
                  <a:pt x="37550" y="11078"/>
                  <a:pt x="36894" y="10710"/>
                  <a:pt x="36415" y="10179"/>
                </a:cubicBezTo>
                <a:cubicBezTo>
                  <a:pt x="35857" y="11485"/>
                  <a:pt x="35058" y="13667"/>
                  <a:pt x="33757" y="14358"/>
                </a:cubicBezTo>
                <a:cubicBezTo>
                  <a:pt x="32514" y="15016"/>
                  <a:pt x="30913" y="15151"/>
                  <a:pt x="29975" y="16304"/>
                </a:cubicBezTo>
                <a:cubicBezTo>
                  <a:pt x="29539" y="16836"/>
                  <a:pt x="29323" y="17549"/>
                  <a:pt x="28793" y="17989"/>
                </a:cubicBezTo>
                <a:cubicBezTo>
                  <a:pt x="28591" y="18157"/>
                  <a:pt x="28312" y="18239"/>
                  <a:pt x="28042" y="18239"/>
                </a:cubicBezTo>
                <a:cubicBezTo>
                  <a:pt x="27604" y="18239"/>
                  <a:pt x="27192" y="18021"/>
                  <a:pt x="27180" y="17596"/>
                </a:cubicBezTo>
                <a:cubicBezTo>
                  <a:pt x="27693" y="16918"/>
                  <a:pt x="28227" y="16165"/>
                  <a:pt x="28198" y="15317"/>
                </a:cubicBezTo>
                <a:cubicBezTo>
                  <a:pt x="28186" y="14981"/>
                  <a:pt x="28008" y="14491"/>
                  <a:pt x="27712" y="14296"/>
                </a:cubicBezTo>
                <a:cubicBezTo>
                  <a:pt x="27575" y="14205"/>
                  <a:pt x="27483" y="14182"/>
                  <a:pt x="27400" y="14182"/>
                </a:cubicBezTo>
                <a:cubicBezTo>
                  <a:pt x="27311" y="14182"/>
                  <a:pt x="27232" y="14208"/>
                  <a:pt x="27119" y="14208"/>
                </a:cubicBezTo>
                <a:cubicBezTo>
                  <a:pt x="27073" y="14208"/>
                  <a:pt x="27021" y="14204"/>
                  <a:pt x="26961" y="14192"/>
                </a:cubicBezTo>
                <a:cubicBezTo>
                  <a:pt x="26295" y="14061"/>
                  <a:pt x="25814" y="13593"/>
                  <a:pt x="25644" y="12920"/>
                </a:cubicBezTo>
                <a:cubicBezTo>
                  <a:pt x="25456" y="12174"/>
                  <a:pt x="25587" y="11375"/>
                  <a:pt x="25415" y="10625"/>
                </a:cubicBezTo>
                <a:cubicBezTo>
                  <a:pt x="25360" y="10387"/>
                  <a:pt x="25276" y="10156"/>
                  <a:pt x="25262" y="9911"/>
                </a:cubicBezTo>
                <a:cubicBezTo>
                  <a:pt x="25232" y="9334"/>
                  <a:pt x="25681" y="8770"/>
                  <a:pt x="26248" y="8668"/>
                </a:cubicBezTo>
                <a:cubicBezTo>
                  <a:pt x="25559" y="7995"/>
                  <a:pt x="25849" y="6629"/>
                  <a:pt x="26755" y="6296"/>
                </a:cubicBezTo>
                <a:cubicBezTo>
                  <a:pt x="27260" y="6110"/>
                  <a:pt x="27830" y="6223"/>
                  <a:pt x="28362" y="6139"/>
                </a:cubicBezTo>
                <a:cubicBezTo>
                  <a:pt x="28897" y="6059"/>
                  <a:pt x="29474" y="5611"/>
                  <a:pt x="29341" y="5088"/>
                </a:cubicBezTo>
                <a:cubicBezTo>
                  <a:pt x="29284" y="4867"/>
                  <a:pt x="29110" y="4667"/>
                  <a:pt x="29157" y="4444"/>
                </a:cubicBezTo>
                <a:cubicBezTo>
                  <a:pt x="29212" y="4182"/>
                  <a:pt x="29525" y="4086"/>
                  <a:pt x="29764" y="3968"/>
                </a:cubicBezTo>
                <a:cubicBezTo>
                  <a:pt x="30005" y="3851"/>
                  <a:pt x="30222" y="3518"/>
                  <a:pt x="30018" y="3346"/>
                </a:cubicBezTo>
                <a:cubicBezTo>
                  <a:pt x="29069" y="3342"/>
                  <a:pt x="28120" y="3135"/>
                  <a:pt x="27254" y="2741"/>
                </a:cubicBezTo>
                <a:cubicBezTo>
                  <a:pt x="27215" y="2622"/>
                  <a:pt x="27196" y="2497"/>
                  <a:pt x="27194" y="2373"/>
                </a:cubicBezTo>
                <a:cubicBezTo>
                  <a:pt x="27178" y="1835"/>
                  <a:pt x="27470" y="1293"/>
                  <a:pt x="27849" y="890"/>
                </a:cubicBezTo>
                <a:cubicBezTo>
                  <a:pt x="28159" y="559"/>
                  <a:pt x="28527" y="287"/>
                  <a:pt x="2888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2"/>
          <p:cNvSpPr/>
          <p:nvPr/>
        </p:nvSpPr>
        <p:spPr>
          <a:xfrm>
            <a:off x="1729775" y="4365325"/>
            <a:ext cx="684050" cy="273675"/>
          </a:xfrm>
          <a:custGeom>
            <a:rect b="b" l="l" r="r" t="t"/>
            <a:pathLst>
              <a:path extrusionOk="0" h="10947" w="27362">
                <a:moveTo>
                  <a:pt x="6610" y="0"/>
                </a:moveTo>
                <a:lnTo>
                  <a:pt x="6610" y="0"/>
                </a:lnTo>
                <a:cubicBezTo>
                  <a:pt x="6624" y="856"/>
                  <a:pt x="5769" y="1420"/>
                  <a:pt x="5078" y="1923"/>
                </a:cubicBezTo>
                <a:cubicBezTo>
                  <a:pt x="4387" y="2428"/>
                  <a:pt x="3717" y="3349"/>
                  <a:pt x="4189" y="4062"/>
                </a:cubicBezTo>
                <a:cubicBezTo>
                  <a:pt x="3175" y="4142"/>
                  <a:pt x="1970" y="4356"/>
                  <a:pt x="1574" y="5293"/>
                </a:cubicBezTo>
                <a:cubicBezTo>
                  <a:pt x="1427" y="5640"/>
                  <a:pt x="1427" y="6027"/>
                  <a:pt x="1361" y="6399"/>
                </a:cubicBezTo>
                <a:cubicBezTo>
                  <a:pt x="1189" y="7362"/>
                  <a:pt x="588" y="8186"/>
                  <a:pt x="0" y="8973"/>
                </a:cubicBezTo>
                <a:cubicBezTo>
                  <a:pt x="668" y="9486"/>
                  <a:pt x="1576" y="9505"/>
                  <a:pt x="2412" y="9613"/>
                </a:cubicBezTo>
                <a:cubicBezTo>
                  <a:pt x="3854" y="9799"/>
                  <a:pt x="5236" y="10306"/>
                  <a:pt x="6659" y="10590"/>
                </a:cubicBezTo>
                <a:cubicBezTo>
                  <a:pt x="8143" y="10884"/>
                  <a:pt x="9657" y="10936"/>
                  <a:pt x="11170" y="10936"/>
                </a:cubicBezTo>
                <a:cubicBezTo>
                  <a:pt x="11577" y="10936"/>
                  <a:pt x="11984" y="10932"/>
                  <a:pt x="12391" y="10928"/>
                </a:cubicBezTo>
                <a:cubicBezTo>
                  <a:pt x="15131" y="10903"/>
                  <a:pt x="17871" y="10878"/>
                  <a:pt x="20611" y="10850"/>
                </a:cubicBezTo>
                <a:cubicBezTo>
                  <a:pt x="20631" y="10850"/>
                  <a:pt x="20651" y="10850"/>
                  <a:pt x="20671" y="10850"/>
                </a:cubicBezTo>
                <a:cubicBezTo>
                  <a:pt x="21337" y="10850"/>
                  <a:pt x="22196" y="10947"/>
                  <a:pt x="23043" y="10947"/>
                </a:cubicBezTo>
                <a:cubicBezTo>
                  <a:pt x="24377" y="10947"/>
                  <a:pt x="25679" y="10706"/>
                  <a:pt x="26143" y="9468"/>
                </a:cubicBezTo>
                <a:cubicBezTo>
                  <a:pt x="27361" y="6225"/>
                  <a:pt x="24090" y="5130"/>
                  <a:pt x="21226" y="5130"/>
                </a:cubicBezTo>
                <a:cubicBezTo>
                  <a:pt x="20109" y="5130"/>
                  <a:pt x="19054" y="5296"/>
                  <a:pt x="18351" y="5567"/>
                </a:cubicBezTo>
                <a:cubicBezTo>
                  <a:pt x="17906" y="5737"/>
                  <a:pt x="17412" y="5925"/>
                  <a:pt x="16952" y="5925"/>
                </a:cubicBezTo>
                <a:cubicBezTo>
                  <a:pt x="16707" y="5925"/>
                  <a:pt x="16473" y="5872"/>
                  <a:pt x="16260" y="5736"/>
                </a:cubicBezTo>
                <a:cubicBezTo>
                  <a:pt x="16043" y="5597"/>
                  <a:pt x="15882" y="5383"/>
                  <a:pt x="15663" y="5246"/>
                </a:cubicBezTo>
                <a:cubicBezTo>
                  <a:pt x="15390" y="5072"/>
                  <a:pt x="15075" y="5035"/>
                  <a:pt x="14748" y="5035"/>
                </a:cubicBezTo>
                <a:cubicBezTo>
                  <a:pt x="14504" y="5035"/>
                  <a:pt x="14253" y="5056"/>
                  <a:pt x="14008" y="5056"/>
                </a:cubicBezTo>
                <a:cubicBezTo>
                  <a:pt x="13952" y="5056"/>
                  <a:pt x="13897" y="5055"/>
                  <a:pt x="13843" y="5052"/>
                </a:cubicBezTo>
                <a:cubicBezTo>
                  <a:pt x="12657" y="5000"/>
                  <a:pt x="11655" y="4201"/>
                  <a:pt x="10740" y="3440"/>
                </a:cubicBezTo>
                <a:cubicBezTo>
                  <a:pt x="9364" y="2293"/>
                  <a:pt x="7986" y="1145"/>
                  <a:pt x="6610"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2"/>
          <p:cNvSpPr/>
          <p:nvPr/>
        </p:nvSpPr>
        <p:spPr>
          <a:xfrm>
            <a:off x="1079675" y="4095400"/>
            <a:ext cx="352200" cy="513275"/>
          </a:xfrm>
          <a:custGeom>
            <a:rect b="b" l="l" r="r" t="t"/>
            <a:pathLst>
              <a:path extrusionOk="0" h="20531" w="14088">
                <a:moveTo>
                  <a:pt x="236" y="1"/>
                </a:moveTo>
                <a:cubicBezTo>
                  <a:pt x="1" y="412"/>
                  <a:pt x="67" y="924"/>
                  <a:pt x="179" y="1384"/>
                </a:cubicBezTo>
                <a:cubicBezTo>
                  <a:pt x="521" y="2792"/>
                  <a:pt x="1232" y="4107"/>
                  <a:pt x="2220" y="5168"/>
                </a:cubicBezTo>
                <a:cubicBezTo>
                  <a:pt x="1972" y="5168"/>
                  <a:pt x="1755" y="5419"/>
                  <a:pt x="1792" y="5663"/>
                </a:cubicBezTo>
                <a:cubicBezTo>
                  <a:pt x="1815" y="5828"/>
                  <a:pt x="1933" y="5963"/>
                  <a:pt x="2044" y="6088"/>
                </a:cubicBezTo>
                <a:cubicBezTo>
                  <a:pt x="2624" y="6736"/>
                  <a:pt x="3201" y="7382"/>
                  <a:pt x="3780" y="8030"/>
                </a:cubicBezTo>
                <a:cubicBezTo>
                  <a:pt x="4123" y="8411"/>
                  <a:pt x="4468" y="8799"/>
                  <a:pt x="4708" y="9253"/>
                </a:cubicBezTo>
                <a:cubicBezTo>
                  <a:pt x="5200" y="10183"/>
                  <a:pt x="5196" y="11287"/>
                  <a:pt x="5178" y="12336"/>
                </a:cubicBezTo>
                <a:cubicBezTo>
                  <a:pt x="5003" y="12294"/>
                  <a:pt x="4823" y="12252"/>
                  <a:pt x="4645" y="12252"/>
                </a:cubicBezTo>
                <a:cubicBezTo>
                  <a:pt x="4576" y="12252"/>
                  <a:pt x="4507" y="12259"/>
                  <a:pt x="4438" y="12273"/>
                </a:cubicBezTo>
                <a:cubicBezTo>
                  <a:pt x="4193" y="12324"/>
                  <a:pt x="3964" y="12520"/>
                  <a:pt x="3955" y="12768"/>
                </a:cubicBezTo>
                <a:cubicBezTo>
                  <a:pt x="3949" y="12960"/>
                  <a:pt x="4070" y="13129"/>
                  <a:pt x="4193" y="13272"/>
                </a:cubicBezTo>
                <a:cubicBezTo>
                  <a:pt x="4507" y="13634"/>
                  <a:pt x="4906" y="13976"/>
                  <a:pt x="4976" y="14448"/>
                </a:cubicBezTo>
                <a:cubicBezTo>
                  <a:pt x="5082" y="15151"/>
                  <a:pt x="4415" y="15783"/>
                  <a:pt x="4477" y="16487"/>
                </a:cubicBezTo>
                <a:cubicBezTo>
                  <a:pt x="4501" y="16732"/>
                  <a:pt x="4612" y="16973"/>
                  <a:pt x="4579" y="17218"/>
                </a:cubicBezTo>
                <a:cubicBezTo>
                  <a:pt x="4554" y="17384"/>
                  <a:pt x="4466" y="17533"/>
                  <a:pt x="4393" y="17681"/>
                </a:cubicBezTo>
                <a:cubicBezTo>
                  <a:pt x="4193" y="18091"/>
                  <a:pt x="4101" y="18549"/>
                  <a:pt x="4123" y="19001"/>
                </a:cubicBezTo>
                <a:cubicBezTo>
                  <a:pt x="4250" y="18995"/>
                  <a:pt x="4378" y="18992"/>
                  <a:pt x="4505" y="18992"/>
                </a:cubicBezTo>
                <a:cubicBezTo>
                  <a:pt x="5627" y="18992"/>
                  <a:pt x="6748" y="19223"/>
                  <a:pt x="7781" y="19664"/>
                </a:cubicBezTo>
                <a:cubicBezTo>
                  <a:pt x="8300" y="19887"/>
                  <a:pt x="8799" y="20163"/>
                  <a:pt x="9339" y="20324"/>
                </a:cubicBezTo>
                <a:cubicBezTo>
                  <a:pt x="9900" y="20493"/>
                  <a:pt x="10488" y="20530"/>
                  <a:pt x="11076" y="20530"/>
                </a:cubicBezTo>
                <a:cubicBezTo>
                  <a:pt x="11320" y="20530"/>
                  <a:pt x="11564" y="20524"/>
                  <a:pt x="11806" y="20518"/>
                </a:cubicBezTo>
                <a:cubicBezTo>
                  <a:pt x="12385" y="20500"/>
                  <a:pt x="13006" y="20475"/>
                  <a:pt x="13471" y="20132"/>
                </a:cubicBezTo>
                <a:cubicBezTo>
                  <a:pt x="14088" y="19678"/>
                  <a:pt x="13859" y="19183"/>
                  <a:pt x="13745" y="18590"/>
                </a:cubicBezTo>
                <a:cubicBezTo>
                  <a:pt x="13593" y="17777"/>
                  <a:pt x="13681" y="16867"/>
                  <a:pt x="13820" y="16061"/>
                </a:cubicBezTo>
                <a:cubicBezTo>
                  <a:pt x="13877" y="15738"/>
                  <a:pt x="13941" y="15372"/>
                  <a:pt x="13753" y="15104"/>
                </a:cubicBezTo>
                <a:cubicBezTo>
                  <a:pt x="13628" y="14926"/>
                  <a:pt x="13421" y="14830"/>
                  <a:pt x="13235" y="14714"/>
                </a:cubicBezTo>
                <a:cubicBezTo>
                  <a:pt x="12565" y="14303"/>
                  <a:pt x="12119" y="13546"/>
                  <a:pt x="12090" y="12759"/>
                </a:cubicBezTo>
                <a:cubicBezTo>
                  <a:pt x="12066" y="12111"/>
                  <a:pt x="12301" y="11436"/>
                  <a:pt x="12080" y="10825"/>
                </a:cubicBezTo>
                <a:cubicBezTo>
                  <a:pt x="11847" y="10179"/>
                  <a:pt x="11187" y="9811"/>
                  <a:pt x="10590" y="9470"/>
                </a:cubicBezTo>
                <a:cubicBezTo>
                  <a:pt x="9052" y="8595"/>
                  <a:pt x="7615" y="7542"/>
                  <a:pt x="6317" y="6342"/>
                </a:cubicBezTo>
                <a:cubicBezTo>
                  <a:pt x="5789" y="5853"/>
                  <a:pt x="5278" y="5334"/>
                  <a:pt x="4671" y="4945"/>
                </a:cubicBezTo>
                <a:cubicBezTo>
                  <a:pt x="4229" y="4661"/>
                  <a:pt x="3734" y="4450"/>
                  <a:pt x="3326" y="4121"/>
                </a:cubicBezTo>
                <a:cubicBezTo>
                  <a:pt x="2504" y="3457"/>
                  <a:pt x="2115" y="2410"/>
                  <a:pt x="1526" y="1533"/>
                </a:cubicBezTo>
                <a:cubicBezTo>
                  <a:pt x="1150" y="979"/>
                  <a:pt x="694" y="486"/>
                  <a:pt x="236"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2"/>
          <p:cNvSpPr/>
          <p:nvPr/>
        </p:nvSpPr>
        <p:spPr>
          <a:xfrm>
            <a:off x="1108400" y="3973350"/>
            <a:ext cx="544925" cy="433150"/>
          </a:xfrm>
          <a:custGeom>
            <a:rect b="b" l="l" r="r" t="t"/>
            <a:pathLst>
              <a:path extrusionOk="0" h="17326" w="21797">
                <a:moveTo>
                  <a:pt x="400" y="1"/>
                </a:moveTo>
                <a:lnTo>
                  <a:pt x="400" y="1"/>
                </a:lnTo>
                <a:cubicBezTo>
                  <a:pt x="441" y="298"/>
                  <a:pt x="371" y="635"/>
                  <a:pt x="157" y="1001"/>
                </a:cubicBezTo>
                <a:cubicBezTo>
                  <a:pt x="87" y="1121"/>
                  <a:pt x="1" y="1265"/>
                  <a:pt x="65" y="1391"/>
                </a:cubicBezTo>
                <a:cubicBezTo>
                  <a:pt x="99" y="1459"/>
                  <a:pt x="173" y="1498"/>
                  <a:pt x="242" y="1532"/>
                </a:cubicBezTo>
                <a:cubicBezTo>
                  <a:pt x="422" y="1626"/>
                  <a:pt x="606" y="1718"/>
                  <a:pt x="786" y="1813"/>
                </a:cubicBezTo>
                <a:cubicBezTo>
                  <a:pt x="936" y="1890"/>
                  <a:pt x="1085" y="1968"/>
                  <a:pt x="1234" y="2044"/>
                </a:cubicBezTo>
                <a:cubicBezTo>
                  <a:pt x="1299" y="2076"/>
                  <a:pt x="1367" y="2115"/>
                  <a:pt x="1396" y="2178"/>
                </a:cubicBezTo>
                <a:cubicBezTo>
                  <a:pt x="1436" y="2262"/>
                  <a:pt x="1398" y="2358"/>
                  <a:pt x="1391" y="2448"/>
                </a:cubicBezTo>
                <a:cubicBezTo>
                  <a:pt x="1371" y="2671"/>
                  <a:pt x="1535" y="2876"/>
                  <a:pt x="1731" y="2988"/>
                </a:cubicBezTo>
                <a:cubicBezTo>
                  <a:pt x="1927" y="3101"/>
                  <a:pt x="2152" y="3143"/>
                  <a:pt x="2365" y="3213"/>
                </a:cubicBezTo>
                <a:cubicBezTo>
                  <a:pt x="3041" y="3430"/>
                  <a:pt x="3598" y="3914"/>
                  <a:pt x="4058" y="4454"/>
                </a:cubicBezTo>
                <a:cubicBezTo>
                  <a:pt x="4516" y="4994"/>
                  <a:pt x="4892" y="5599"/>
                  <a:pt x="5325" y="6161"/>
                </a:cubicBezTo>
                <a:cubicBezTo>
                  <a:pt x="5423" y="6288"/>
                  <a:pt x="5526" y="6413"/>
                  <a:pt x="5658" y="6503"/>
                </a:cubicBezTo>
                <a:cubicBezTo>
                  <a:pt x="5752" y="6568"/>
                  <a:pt x="5857" y="6611"/>
                  <a:pt x="5939" y="6687"/>
                </a:cubicBezTo>
                <a:cubicBezTo>
                  <a:pt x="6026" y="6768"/>
                  <a:pt x="6078" y="6879"/>
                  <a:pt x="6125" y="6987"/>
                </a:cubicBezTo>
                <a:cubicBezTo>
                  <a:pt x="6356" y="7492"/>
                  <a:pt x="6548" y="8016"/>
                  <a:pt x="6705" y="8553"/>
                </a:cubicBezTo>
                <a:cubicBezTo>
                  <a:pt x="6812" y="8921"/>
                  <a:pt x="6828" y="9502"/>
                  <a:pt x="7192" y="9729"/>
                </a:cubicBezTo>
                <a:cubicBezTo>
                  <a:pt x="7276" y="9780"/>
                  <a:pt x="7378" y="9786"/>
                  <a:pt x="7476" y="9792"/>
                </a:cubicBezTo>
                <a:cubicBezTo>
                  <a:pt x="8190" y="9837"/>
                  <a:pt x="8895" y="10007"/>
                  <a:pt x="9549" y="10295"/>
                </a:cubicBezTo>
                <a:cubicBezTo>
                  <a:pt x="9780" y="10397"/>
                  <a:pt x="10015" y="10518"/>
                  <a:pt x="10185" y="10708"/>
                </a:cubicBezTo>
                <a:cubicBezTo>
                  <a:pt x="10279" y="10815"/>
                  <a:pt x="10355" y="10943"/>
                  <a:pt x="10471" y="11029"/>
                </a:cubicBezTo>
                <a:cubicBezTo>
                  <a:pt x="10613" y="11134"/>
                  <a:pt x="10787" y="11159"/>
                  <a:pt x="10970" y="11159"/>
                </a:cubicBezTo>
                <a:cubicBezTo>
                  <a:pt x="11123" y="11159"/>
                  <a:pt x="11282" y="11142"/>
                  <a:pt x="11434" y="11142"/>
                </a:cubicBezTo>
                <a:cubicBezTo>
                  <a:pt x="11625" y="11142"/>
                  <a:pt x="11806" y="11168"/>
                  <a:pt x="11949" y="11289"/>
                </a:cubicBezTo>
                <a:cubicBezTo>
                  <a:pt x="12195" y="11500"/>
                  <a:pt x="12185" y="11872"/>
                  <a:pt x="12225" y="12195"/>
                </a:cubicBezTo>
                <a:cubicBezTo>
                  <a:pt x="12293" y="12753"/>
                  <a:pt x="12557" y="13262"/>
                  <a:pt x="12759" y="13787"/>
                </a:cubicBezTo>
                <a:cubicBezTo>
                  <a:pt x="13133" y="14771"/>
                  <a:pt x="12751" y="15918"/>
                  <a:pt x="13368" y="16834"/>
                </a:cubicBezTo>
                <a:cubicBezTo>
                  <a:pt x="13567" y="17130"/>
                  <a:pt x="13945" y="17325"/>
                  <a:pt x="14289" y="17325"/>
                </a:cubicBezTo>
                <a:cubicBezTo>
                  <a:pt x="14504" y="17325"/>
                  <a:pt x="14707" y="17248"/>
                  <a:pt x="14843" y="17071"/>
                </a:cubicBezTo>
                <a:cubicBezTo>
                  <a:pt x="14975" y="16899"/>
                  <a:pt x="15014" y="16674"/>
                  <a:pt x="15037" y="16458"/>
                </a:cubicBezTo>
                <a:cubicBezTo>
                  <a:pt x="15131" y="15493"/>
                  <a:pt x="14926" y="14499"/>
                  <a:pt x="14456" y="13654"/>
                </a:cubicBezTo>
                <a:cubicBezTo>
                  <a:pt x="14666" y="13588"/>
                  <a:pt x="14872" y="13559"/>
                  <a:pt x="15073" y="13559"/>
                </a:cubicBezTo>
                <a:cubicBezTo>
                  <a:pt x="16880" y="13559"/>
                  <a:pt x="18370" y="15937"/>
                  <a:pt x="20334" y="16141"/>
                </a:cubicBezTo>
                <a:cubicBezTo>
                  <a:pt x="20745" y="14975"/>
                  <a:pt x="21156" y="13804"/>
                  <a:pt x="21567" y="12638"/>
                </a:cubicBezTo>
                <a:cubicBezTo>
                  <a:pt x="21659" y="12373"/>
                  <a:pt x="21751" y="12101"/>
                  <a:pt x="21796" y="11827"/>
                </a:cubicBezTo>
                <a:cubicBezTo>
                  <a:pt x="20189" y="11407"/>
                  <a:pt x="18641" y="10827"/>
                  <a:pt x="17249" y="9921"/>
                </a:cubicBezTo>
                <a:cubicBezTo>
                  <a:pt x="15689" y="8909"/>
                  <a:pt x="14405" y="7539"/>
                  <a:pt x="13011" y="6308"/>
                </a:cubicBezTo>
                <a:cubicBezTo>
                  <a:pt x="9435" y="3156"/>
                  <a:pt x="5045" y="1036"/>
                  <a:pt x="400"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2"/>
          <p:cNvSpPr/>
          <p:nvPr/>
        </p:nvSpPr>
        <p:spPr>
          <a:xfrm>
            <a:off x="19125" y="4030375"/>
            <a:ext cx="625275" cy="286175"/>
          </a:xfrm>
          <a:custGeom>
            <a:rect b="b" l="l" r="r" t="t"/>
            <a:pathLst>
              <a:path extrusionOk="0" h="11447" w="25011">
                <a:moveTo>
                  <a:pt x="24384" y="0"/>
                </a:moveTo>
                <a:lnTo>
                  <a:pt x="24384" y="0"/>
                </a:lnTo>
                <a:cubicBezTo>
                  <a:pt x="24063" y="165"/>
                  <a:pt x="23744" y="333"/>
                  <a:pt x="23429" y="509"/>
                </a:cubicBezTo>
                <a:cubicBezTo>
                  <a:pt x="22377" y="1098"/>
                  <a:pt x="21350" y="1762"/>
                  <a:pt x="20195" y="2108"/>
                </a:cubicBezTo>
                <a:cubicBezTo>
                  <a:pt x="19057" y="2454"/>
                  <a:pt x="17855" y="2477"/>
                  <a:pt x="16661" y="2477"/>
                </a:cubicBezTo>
                <a:cubicBezTo>
                  <a:pt x="16476" y="2477"/>
                  <a:pt x="16291" y="2476"/>
                  <a:pt x="16107" y="2476"/>
                </a:cubicBezTo>
                <a:cubicBezTo>
                  <a:pt x="16072" y="2476"/>
                  <a:pt x="16036" y="2476"/>
                  <a:pt x="16000" y="2476"/>
                </a:cubicBezTo>
                <a:cubicBezTo>
                  <a:pt x="12512" y="2486"/>
                  <a:pt x="9022" y="2817"/>
                  <a:pt x="5589" y="3455"/>
                </a:cubicBezTo>
                <a:cubicBezTo>
                  <a:pt x="5755" y="3954"/>
                  <a:pt x="6184" y="4477"/>
                  <a:pt x="6104" y="4999"/>
                </a:cubicBezTo>
                <a:cubicBezTo>
                  <a:pt x="6010" y="5600"/>
                  <a:pt x="5289" y="5882"/>
                  <a:pt x="4679" y="5882"/>
                </a:cubicBezTo>
                <a:cubicBezTo>
                  <a:pt x="4677" y="5882"/>
                  <a:pt x="4675" y="5882"/>
                  <a:pt x="4673" y="5882"/>
                </a:cubicBezTo>
                <a:cubicBezTo>
                  <a:pt x="4626" y="5882"/>
                  <a:pt x="4577" y="5881"/>
                  <a:pt x="4529" y="5881"/>
                </a:cubicBezTo>
                <a:cubicBezTo>
                  <a:pt x="4377" y="5881"/>
                  <a:pt x="4225" y="5890"/>
                  <a:pt x="4096" y="5964"/>
                </a:cubicBezTo>
                <a:cubicBezTo>
                  <a:pt x="3961" y="6041"/>
                  <a:pt x="3871" y="6176"/>
                  <a:pt x="3737" y="6256"/>
                </a:cubicBezTo>
                <a:cubicBezTo>
                  <a:pt x="3643" y="6312"/>
                  <a:pt x="3543" y="6335"/>
                  <a:pt x="3439" y="6335"/>
                </a:cubicBezTo>
                <a:cubicBezTo>
                  <a:pt x="3179" y="6335"/>
                  <a:pt x="2900" y="6192"/>
                  <a:pt x="2651" y="6076"/>
                </a:cubicBezTo>
                <a:cubicBezTo>
                  <a:pt x="2489" y="5999"/>
                  <a:pt x="2290" y="5945"/>
                  <a:pt x="2107" y="5945"/>
                </a:cubicBezTo>
                <a:cubicBezTo>
                  <a:pt x="1900" y="5945"/>
                  <a:pt x="1713" y="6014"/>
                  <a:pt x="1623" y="6197"/>
                </a:cubicBezTo>
                <a:cubicBezTo>
                  <a:pt x="1421" y="5795"/>
                  <a:pt x="1065" y="5333"/>
                  <a:pt x="662" y="5333"/>
                </a:cubicBezTo>
                <a:cubicBezTo>
                  <a:pt x="594" y="5333"/>
                  <a:pt x="525" y="5346"/>
                  <a:pt x="455" y="5375"/>
                </a:cubicBezTo>
                <a:cubicBezTo>
                  <a:pt x="155" y="5500"/>
                  <a:pt x="36" y="5861"/>
                  <a:pt x="18" y="6184"/>
                </a:cubicBezTo>
                <a:cubicBezTo>
                  <a:pt x="1" y="6536"/>
                  <a:pt x="77" y="6918"/>
                  <a:pt x="337" y="7156"/>
                </a:cubicBezTo>
                <a:cubicBezTo>
                  <a:pt x="465" y="7275"/>
                  <a:pt x="644" y="7339"/>
                  <a:pt x="817" y="7339"/>
                </a:cubicBezTo>
                <a:cubicBezTo>
                  <a:pt x="996" y="7339"/>
                  <a:pt x="1169" y="7270"/>
                  <a:pt x="1269" y="7123"/>
                </a:cubicBezTo>
                <a:cubicBezTo>
                  <a:pt x="1375" y="7654"/>
                  <a:pt x="1796" y="8078"/>
                  <a:pt x="2285" y="8313"/>
                </a:cubicBezTo>
                <a:cubicBezTo>
                  <a:pt x="2770" y="8548"/>
                  <a:pt x="3322" y="8615"/>
                  <a:pt x="3863" y="8652"/>
                </a:cubicBezTo>
                <a:cubicBezTo>
                  <a:pt x="3977" y="8659"/>
                  <a:pt x="4094" y="8665"/>
                  <a:pt x="4211" y="8665"/>
                </a:cubicBezTo>
                <a:cubicBezTo>
                  <a:pt x="4512" y="8665"/>
                  <a:pt x="4812" y="8626"/>
                  <a:pt x="5070" y="8480"/>
                </a:cubicBezTo>
                <a:cubicBezTo>
                  <a:pt x="5622" y="8170"/>
                  <a:pt x="5842" y="7452"/>
                  <a:pt x="6388" y="7133"/>
                </a:cubicBezTo>
                <a:cubicBezTo>
                  <a:pt x="6610" y="7002"/>
                  <a:pt x="6850" y="6952"/>
                  <a:pt x="7098" y="6952"/>
                </a:cubicBezTo>
                <a:cubicBezTo>
                  <a:pt x="7646" y="6952"/>
                  <a:pt x="8239" y="7192"/>
                  <a:pt x="8795" y="7319"/>
                </a:cubicBezTo>
                <a:cubicBezTo>
                  <a:pt x="9334" y="7440"/>
                  <a:pt x="9889" y="7450"/>
                  <a:pt x="10439" y="7460"/>
                </a:cubicBezTo>
                <a:cubicBezTo>
                  <a:pt x="10462" y="7460"/>
                  <a:pt x="10485" y="7460"/>
                  <a:pt x="10508" y="7460"/>
                </a:cubicBezTo>
                <a:cubicBezTo>
                  <a:pt x="10644" y="7460"/>
                  <a:pt x="10783" y="7452"/>
                  <a:pt x="10903" y="7391"/>
                </a:cubicBezTo>
                <a:cubicBezTo>
                  <a:pt x="11029" y="7325"/>
                  <a:pt x="11119" y="7211"/>
                  <a:pt x="11236" y="7129"/>
                </a:cubicBezTo>
                <a:cubicBezTo>
                  <a:pt x="11379" y="7035"/>
                  <a:pt x="11549" y="6998"/>
                  <a:pt x="11720" y="6978"/>
                </a:cubicBezTo>
                <a:cubicBezTo>
                  <a:pt x="11821" y="6966"/>
                  <a:pt x="11923" y="6960"/>
                  <a:pt x="12024" y="6960"/>
                </a:cubicBezTo>
                <a:cubicBezTo>
                  <a:pt x="13409" y="6960"/>
                  <a:pt x="14744" y="8050"/>
                  <a:pt x="14963" y="9429"/>
                </a:cubicBezTo>
                <a:cubicBezTo>
                  <a:pt x="14988" y="9589"/>
                  <a:pt x="15010" y="9766"/>
                  <a:pt x="15131" y="9865"/>
                </a:cubicBezTo>
                <a:cubicBezTo>
                  <a:pt x="15347" y="10044"/>
                  <a:pt x="15763" y="9895"/>
                  <a:pt x="15901" y="10139"/>
                </a:cubicBezTo>
                <a:cubicBezTo>
                  <a:pt x="15967" y="10259"/>
                  <a:pt x="15920" y="10406"/>
                  <a:pt x="15924" y="10543"/>
                </a:cubicBezTo>
                <a:cubicBezTo>
                  <a:pt x="15940" y="11030"/>
                  <a:pt x="16539" y="11238"/>
                  <a:pt x="17018" y="11316"/>
                </a:cubicBezTo>
                <a:cubicBezTo>
                  <a:pt x="17408" y="11382"/>
                  <a:pt x="17809" y="11446"/>
                  <a:pt x="18203" y="11446"/>
                </a:cubicBezTo>
                <a:cubicBezTo>
                  <a:pt x="18487" y="11446"/>
                  <a:pt x="18767" y="11413"/>
                  <a:pt x="19036" y="11322"/>
                </a:cubicBezTo>
                <a:cubicBezTo>
                  <a:pt x="19122" y="11292"/>
                  <a:pt x="19210" y="11255"/>
                  <a:pt x="19261" y="11179"/>
                </a:cubicBezTo>
                <a:cubicBezTo>
                  <a:pt x="19394" y="10989"/>
                  <a:pt x="19199" y="10746"/>
                  <a:pt x="19142" y="10519"/>
                </a:cubicBezTo>
                <a:cubicBezTo>
                  <a:pt x="18983" y="9869"/>
                  <a:pt x="19989" y="9495"/>
                  <a:pt x="20089" y="8836"/>
                </a:cubicBezTo>
                <a:cubicBezTo>
                  <a:pt x="20136" y="8529"/>
                  <a:pt x="19972" y="8227"/>
                  <a:pt x="19952" y="7920"/>
                </a:cubicBezTo>
                <a:cubicBezTo>
                  <a:pt x="19888" y="6927"/>
                  <a:pt x="21234" y="6295"/>
                  <a:pt x="21225" y="5301"/>
                </a:cubicBezTo>
                <a:cubicBezTo>
                  <a:pt x="22379" y="5217"/>
                  <a:pt x="23532" y="5131"/>
                  <a:pt x="24687" y="5042"/>
                </a:cubicBezTo>
                <a:cubicBezTo>
                  <a:pt x="24785" y="5035"/>
                  <a:pt x="24895" y="5023"/>
                  <a:pt x="24955" y="4945"/>
                </a:cubicBezTo>
                <a:cubicBezTo>
                  <a:pt x="25006" y="4882"/>
                  <a:pt x="25010" y="4790"/>
                  <a:pt x="25006" y="4708"/>
                </a:cubicBezTo>
                <a:cubicBezTo>
                  <a:pt x="24992" y="4297"/>
                  <a:pt x="24922" y="3886"/>
                  <a:pt x="24799" y="3492"/>
                </a:cubicBezTo>
                <a:cubicBezTo>
                  <a:pt x="24286" y="3802"/>
                  <a:pt x="23687" y="3959"/>
                  <a:pt x="23088" y="3959"/>
                </a:cubicBezTo>
                <a:cubicBezTo>
                  <a:pt x="22664" y="3959"/>
                  <a:pt x="22241" y="3880"/>
                  <a:pt x="21849" y="3721"/>
                </a:cubicBezTo>
                <a:cubicBezTo>
                  <a:pt x="21686" y="3633"/>
                  <a:pt x="21706" y="3377"/>
                  <a:pt x="21835" y="3249"/>
                </a:cubicBezTo>
                <a:cubicBezTo>
                  <a:pt x="21968" y="3122"/>
                  <a:pt x="22162" y="3091"/>
                  <a:pt x="22342" y="3064"/>
                </a:cubicBezTo>
                <a:cubicBezTo>
                  <a:pt x="22792" y="2997"/>
                  <a:pt x="23241" y="2930"/>
                  <a:pt x="23691" y="2866"/>
                </a:cubicBezTo>
                <a:cubicBezTo>
                  <a:pt x="23675" y="2719"/>
                  <a:pt x="23663" y="2572"/>
                  <a:pt x="23650" y="2425"/>
                </a:cubicBezTo>
                <a:cubicBezTo>
                  <a:pt x="23621" y="2439"/>
                  <a:pt x="23592" y="2446"/>
                  <a:pt x="23562" y="2446"/>
                </a:cubicBezTo>
                <a:cubicBezTo>
                  <a:pt x="23434" y="2446"/>
                  <a:pt x="23307" y="2328"/>
                  <a:pt x="23282" y="2194"/>
                </a:cubicBezTo>
                <a:cubicBezTo>
                  <a:pt x="23250" y="2030"/>
                  <a:pt x="23321" y="1868"/>
                  <a:pt x="23395" y="1715"/>
                </a:cubicBezTo>
                <a:cubicBezTo>
                  <a:pt x="23689" y="1116"/>
                  <a:pt x="24026" y="552"/>
                  <a:pt x="243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2"/>
          <p:cNvSpPr/>
          <p:nvPr/>
        </p:nvSpPr>
        <p:spPr>
          <a:xfrm>
            <a:off x="0" y="4448125"/>
            <a:ext cx="1727650" cy="154650"/>
          </a:xfrm>
          <a:custGeom>
            <a:rect b="b" l="l" r="r" t="t"/>
            <a:pathLst>
              <a:path extrusionOk="0" h="6186" w="69106">
                <a:moveTo>
                  <a:pt x="9862" y="0"/>
                </a:moveTo>
                <a:cubicBezTo>
                  <a:pt x="9744" y="337"/>
                  <a:pt x="9306" y="398"/>
                  <a:pt x="8952" y="400"/>
                </a:cubicBezTo>
                <a:cubicBezTo>
                  <a:pt x="8714" y="401"/>
                  <a:pt x="8477" y="402"/>
                  <a:pt x="8240" y="402"/>
                </a:cubicBezTo>
                <a:cubicBezTo>
                  <a:pt x="7159" y="402"/>
                  <a:pt x="6078" y="384"/>
                  <a:pt x="4998" y="349"/>
                </a:cubicBezTo>
                <a:cubicBezTo>
                  <a:pt x="4009" y="313"/>
                  <a:pt x="3023" y="265"/>
                  <a:pt x="2036" y="216"/>
                </a:cubicBezTo>
                <a:cubicBezTo>
                  <a:pt x="1860" y="206"/>
                  <a:pt x="1686" y="200"/>
                  <a:pt x="1510" y="190"/>
                </a:cubicBezTo>
                <a:cubicBezTo>
                  <a:pt x="1282" y="178"/>
                  <a:pt x="1052" y="167"/>
                  <a:pt x="823" y="167"/>
                </a:cubicBezTo>
                <a:cubicBezTo>
                  <a:pt x="554" y="167"/>
                  <a:pt x="286" y="183"/>
                  <a:pt x="22" y="231"/>
                </a:cubicBezTo>
                <a:cubicBezTo>
                  <a:pt x="16" y="233"/>
                  <a:pt x="8" y="233"/>
                  <a:pt x="0" y="235"/>
                </a:cubicBezTo>
                <a:lnTo>
                  <a:pt x="0" y="6186"/>
                </a:lnTo>
                <a:cubicBezTo>
                  <a:pt x="2933" y="6121"/>
                  <a:pt x="5861" y="6056"/>
                  <a:pt x="8791" y="5990"/>
                </a:cubicBezTo>
                <a:cubicBezTo>
                  <a:pt x="13544" y="5880"/>
                  <a:pt x="18288" y="5775"/>
                  <a:pt x="23029" y="5669"/>
                </a:cubicBezTo>
                <a:cubicBezTo>
                  <a:pt x="38386" y="5326"/>
                  <a:pt x="53748" y="4988"/>
                  <a:pt x="69105" y="4645"/>
                </a:cubicBezTo>
                <a:cubicBezTo>
                  <a:pt x="64711" y="4391"/>
                  <a:pt x="60317" y="4146"/>
                  <a:pt x="55922" y="3913"/>
                </a:cubicBezTo>
                <a:cubicBezTo>
                  <a:pt x="54775" y="3852"/>
                  <a:pt x="53628" y="3794"/>
                  <a:pt x="52479" y="3733"/>
                </a:cubicBezTo>
                <a:cubicBezTo>
                  <a:pt x="49295" y="3565"/>
                  <a:pt x="46006" y="3173"/>
                  <a:pt x="42820" y="3009"/>
                </a:cubicBezTo>
                <a:cubicBezTo>
                  <a:pt x="42811" y="2824"/>
                  <a:pt x="42634" y="2748"/>
                  <a:pt x="42438" y="2748"/>
                </a:cubicBezTo>
                <a:cubicBezTo>
                  <a:pt x="42326" y="2748"/>
                  <a:pt x="42209" y="2773"/>
                  <a:pt x="42113" y="2817"/>
                </a:cubicBezTo>
                <a:cubicBezTo>
                  <a:pt x="41940" y="2895"/>
                  <a:pt x="41736" y="2992"/>
                  <a:pt x="41556" y="2992"/>
                </a:cubicBezTo>
                <a:cubicBezTo>
                  <a:pt x="41462" y="2992"/>
                  <a:pt x="41375" y="2965"/>
                  <a:pt x="41303" y="2895"/>
                </a:cubicBezTo>
                <a:cubicBezTo>
                  <a:pt x="41221" y="2815"/>
                  <a:pt x="41182" y="2688"/>
                  <a:pt x="41078" y="2635"/>
                </a:cubicBezTo>
                <a:cubicBezTo>
                  <a:pt x="41045" y="2618"/>
                  <a:pt x="41013" y="2611"/>
                  <a:pt x="40982" y="2611"/>
                </a:cubicBezTo>
                <a:cubicBezTo>
                  <a:pt x="40805" y="2611"/>
                  <a:pt x="40631" y="2829"/>
                  <a:pt x="40436" y="2876"/>
                </a:cubicBezTo>
                <a:cubicBezTo>
                  <a:pt x="40408" y="2882"/>
                  <a:pt x="40381" y="2885"/>
                  <a:pt x="40354" y="2885"/>
                </a:cubicBezTo>
                <a:cubicBezTo>
                  <a:pt x="40090" y="2885"/>
                  <a:pt x="39854" y="2607"/>
                  <a:pt x="39582" y="2607"/>
                </a:cubicBezTo>
                <a:cubicBezTo>
                  <a:pt x="39576" y="2607"/>
                  <a:pt x="39571" y="2607"/>
                  <a:pt x="39565" y="2608"/>
                </a:cubicBezTo>
                <a:cubicBezTo>
                  <a:pt x="39314" y="2617"/>
                  <a:pt x="39108" y="2863"/>
                  <a:pt x="38865" y="2863"/>
                </a:cubicBezTo>
                <a:cubicBezTo>
                  <a:pt x="38846" y="2863"/>
                  <a:pt x="38827" y="2861"/>
                  <a:pt x="38807" y="2858"/>
                </a:cubicBezTo>
                <a:cubicBezTo>
                  <a:pt x="38586" y="2823"/>
                  <a:pt x="38465" y="2574"/>
                  <a:pt x="38267" y="2470"/>
                </a:cubicBezTo>
                <a:cubicBezTo>
                  <a:pt x="38187" y="2428"/>
                  <a:pt x="38105" y="2411"/>
                  <a:pt x="38021" y="2411"/>
                </a:cubicBezTo>
                <a:cubicBezTo>
                  <a:pt x="37713" y="2411"/>
                  <a:pt x="37379" y="2638"/>
                  <a:pt x="37046" y="2658"/>
                </a:cubicBezTo>
                <a:cubicBezTo>
                  <a:pt x="37030" y="2659"/>
                  <a:pt x="37014" y="2660"/>
                  <a:pt x="36999" y="2660"/>
                </a:cubicBezTo>
                <a:cubicBezTo>
                  <a:pt x="36687" y="2660"/>
                  <a:pt x="36375" y="2487"/>
                  <a:pt x="36073" y="2487"/>
                </a:cubicBezTo>
                <a:cubicBezTo>
                  <a:pt x="36001" y="2487"/>
                  <a:pt x="35930" y="2497"/>
                  <a:pt x="35859" y="2521"/>
                </a:cubicBezTo>
                <a:cubicBezTo>
                  <a:pt x="35760" y="2555"/>
                  <a:pt x="35672" y="2617"/>
                  <a:pt x="35572" y="2649"/>
                </a:cubicBezTo>
                <a:cubicBezTo>
                  <a:pt x="35498" y="2673"/>
                  <a:pt x="35423" y="2682"/>
                  <a:pt x="35346" y="2682"/>
                </a:cubicBezTo>
                <a:cubicBezTo>
                  <a:pt x="35243" y="2682"/>
                  <a:pt x="35138" y="2665"/>
                  <a:pt x="35035" y="2649"/>
                </a:cubicBezTo>
                <a:lnTo>
                  <a:pt x="33090" y="2332"/>
                </a:lnTo>
                <a:cubicBezTo>
                  <a:pt x="33026" y="2322"/>
                  <a:pt x="32960" y="2312"/>
                  <a:pt x="32895" y="2312"/>
                </a:cubicBezTo>
                <a:cubicBezTo>
                  <a:pt x="32819" y="2312"/>
                  <a:pt x="32747" y="2325"/>
                  <a:pt x="32685" y="2365"/>
                </a:cubicBezTo>
                <a:cubicBezTo>
                  <a:pt x="32219" y="2062"/>
                  <a:pt x="31664" y="1906"/>
                  <a:pt x="31110" y="1906"/>
                </a:cubicBezTo>
                <a:cubicBezTo>
                  <a:pt x="30765" y="1906"/>
                  <a:pt x="30420" y="1967"/>
                  <a:pt x="30097" y="2091"/>
                </a:cubicBezTo>
                <a:cubicBezTo>
                  <a:pt x="30003" y="2128"/>
                  <a:pt x="29905" y="2170"/>
                  <a:pt x="29806" y="2170"/>
                </a:cubicBezTo>
                <a:cubicBezTo>
                  <a:pt x="29781" y="2170"/>
                  <a:pt x="29756" y="2167"/>
                  <a:pt x="29731" y="2161"/>
                </a:cubicBezTo>
                <a:cubicBezTo>
                  <a:pt x="29645" y="2140"/>
                  <a:pt x="29576" y="2083"/>
                  <a:pt x="29504" y="2032"/>
                </a:cubicBezTo>
                <a:cubicBezTo>
                  <a:pt x="29107" y="1754"/>
                  <a:pt x="28596" y="1723"/>
                  <a:pt x="28110" y="1701"/>
                </a:cubicBezTo>
                <a:cubicBezTo>
                  <a:pt x="27596" y="1676"/>
                  <a:pt x="27081" y="1652"/>
                  <a:pt x="26566" y="1652"/>
                </a:cubicBezTo>
                <a:cubicBezTo>
                  <a:pt x="26169" y="1652"/>
                  <a:pt x="25773" y="1666"/>
                  <a:pt x="25378" y="1705"/>
                </a:cubicBezTo>
                <a:cubicBezTo>
                  <a:pt x="25234" y="1720"/>
                  <a:pt x="25085" y="1737"/>
                  <a:pt x="24939" y="1737"/>
                </a:cubicBezTo>
                <a:cubicBezTo>
                  <a:pt x="24756" y="1737"/>
                  <a:pt x="24577" y="1710"/>
                  <a:pt x="24421" y="1621"/>
                </a:cubicBezTo>
                <a:cubicBezTo>
                  <a:pt x="24323" y="1564"/>
                  <a:pt x="24239" y="1486"/>
                  <a:pt x="24131" y="1457"/>
                </a:cubicBezTo>
                <a:cubicBezTo>
                  <a:pt x="24093" y="1446"/>
                  <a:pt x="24056" y="1441"/>
                  <a:pt x="24017" y="1441"/>
                </a:cubicBezTo>
                <a:cubicBezTo>
                  <a:pt x="23867" y="1441"/>
                  <a:pt x="23713" y="1509"/>
                  <a:pt x="23559" y="1509"/>
                </a:cubicBezTo>
                <a:cubicBezTo>
                  <a:pt x="23548" y="1509"/>
                  <a:pt x="23537" y="1508"/>
                  <a:pt x="23526" y="1507"/>
                </a:cubicBezTo>
                <a:cubicBezTo>
                  <a:pt x="23198" y="1487"/>
                  <a:pt x="22919" y="1135"/>
                  <a:pt x="22616" y="1135"/>
                </a:cubicBezTo>
                <a:cubicBezTo>
                  <a:pt x="22574" y="1135"/>
                  <a:pt x="22532" y="1142"/>
                  <a:pt x="22489" y="1157"/>
                </a:cubicBezTo>
                <a:cubicBezTo>
                  <a:pt x="22354" y="1206"/>
                  <a:pt x="22258" y="1331"/>
                  <a:pt x="22119" y="1368"/>
                </a:cubicBezTo>
                <a:cubicBezTo>
                  <a:pt x="22089" y="1376"/>
                  <a:pt x="22060" y="1379"/>
                  <a:pt x="22030" y="1379"/>
                </a:cubicBezTo>
                <a:cubicBezTo>
                  <a:pt x="21936" y="1379"/>
                  <a:pt x="21841" y="1348"/>
                  <a:pt x="21749" y="1320"/>
                </a:cubicBezTo>
                <a:cubicBezTo>
                  <a:pt x="21509" y="1242"/>
                  <a:pt x="21255" y="1228"/>
                  <a:pt x="20999" y="1228"/>
                </a:cubicBezTo>
                <a:cubicBezTo>
                  <a:pt x="20858" y="1228"/>
                  <a:pt x="20717" y="1233"/>
                  <a:pt x="20576" y="1233"/>
                </a:cubicBezTo>
                <a:cubicBezTo>
                  <a:pt x="20415" y="1233"/>
                  <a:pt x="20255" y="1227"/>
                  <a:pt x="20099" y="1204"/>
                </a:cubicBezTo>
                <a:cubicBezTo>
                  <a:pt x="19474" y="1114"/>
                  <a:pt x="18852" y="1020"/>
                  <a:pt x="18229" y="930"/>
                </a:cubicBezTo>
                <a:cubicBezTo>
                  <a:pt x="17690" y="851"/>
                  <a:pt x="17149" y="773"/>
                  <a:pt x="16605" y="773"/>
                </a:cubicBezTo>
                <a:cubicBezTo>
                  <a:pt x="16599" y="773"/>
                  <a:pt x="16592" y="773"/>
                  <a:pt x="16585" y="773"/>
                </a:cubicBezTo>
                <a:cubicBezTo>
                  <a:pt x="16505" y="774"/>
                  <a:pt x="16423" y="776"/>
                  <a:pt x="16341" y="776"/>
                </a:cubicBezTo>
                <a:cubicBezTo>
                  <a:pt x="16101" y="776"/>
                  <a:pt x="15863" y="759"/>
                  <a:pt x="15661" y="634"/>
                </a:cubicBezTo>
                <a:cubicBezTo>
                  <a:pt x="15577" y="719"/>
                  <a:pt x="15491" y="803"/>
                  <a:pt x="15403" y="887"/>
                </a:cubicBezTo>
                <a:cubicBezTo>
                  <a:pt x="14904" y="797"/>
                  <a:pt x="14405" y="709"/>
                  <a:pt x="13906" y="617"/>
                </a:cubicBezTo>
                <a:cubicBezTo>
                  <a:pt x="13753" y="591"/>
                  <a:pt x="13600" y="564"/>
                  <a:pt x="13446" y="554"/>
                </a:cubicBezTo>
                <a:cubicBezTo>
                  <a:pt x="13393" y="551"/>
                  <a:pt x="13340" y="549"/>
                  <a:pt x="13287" y="549"/>
                </a:cubicBezTo>
                <a:cubicBezTo>
                  <a:pt x="13088" y="549"/>
                  <a:pt x="12887" y="569"/>
                  <a:pt x="12689" y="569"/>
                </a:cubicBezTo>
                <a:cubicBezTo>
                  <a:pt x="12607" y="569"/>
                  <a:pt x="12526" y="565"/>
                  <a:pt x="12445" y="556"/>
                </a:cubicBezTo>
                <a:cubicBezTo>
                  <a:pt x="12008" y="508"/>
                  <a:pt x="11589" y="290"/>
                  <a:pt x="11156" y="290"/>
                </a:cubicBezTo>
                <a:cubicBezTo>
                  <a:pt x="11111" y="290"/>
                  <a:pt x="11066" y="293"/>
                  <a:pt x="11020" y="298"/>
                </a:cubicBezTo>
                <a:cubicBezTo>
                  <a:pt x="10870" y="313"/>
                  <a:pt x="10723" y="360"/>
                  <a:pt x="10570" y="366"/>
                </a:cubicBezTo>
                <a:cubicBezTo>
                  <a:pt x="10561" y="367"/>
                  <a:pt x="10552" y="367"/>
                  <a:pt x="10544" y="367"/>
                </a:cubicBezTo>
                <a:cubicBezTo>
                  <a:pt x="10276" y="367"/>
                  <a:pt x="10009" y="226"/>
                  <a:pt x="9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2"/>
          <p:cNvSpPr/>
          <p:nvPr/>
        </p:nvSpPr>
        <p:spPr>
          <a:xfrm>
            <a:off x="3981726" y="4670900"/>
            <a:ext cx="828384" cy="28025"/>
          </a:xfrm>
          <a:custGeom>
            <a:rect b="b" l="l" r="r" t="t"/>
            <a:pathLst>
              <a:path extrusionOk="0" h="1121" w="22863">
                <a:moveTo>
                  <a:pt x="2977" y="1"/>
                </a:moveTo>
                <a:cubicBezTo>
                  <a:pt x="1350" y="1"/>
                  <a:pt x="100" y="99"/>
                  <a:pt x="1" y="404"/>
                </a:cubicBezTo>
                <a:cubicBezTo>
                  <a:pt x="1581" y="972"/>
                  <a:pt x="3405" y="1121"/>
                  <a:pt x="5236" y="1121"/>
                </a:cubicBezTo>
                <a:cubicBezTo>
                  <a:pt x="6891" y="1121"/>
                  <a:pt x="8552" y="999"/>
                  <a:pt x="10044" y="954"/>
                </a:cubicBezTo>
                <a:cubicBezTo>
                  <a:pt x="14074" y="835"/>
                  <a:pt x="18106" y="718"/>
                  <a:pt x="22137" y="598"/>
                </a:cubicBezTo>
                <a:cubicBezTo>
                  <a:pt x="22442" y="588"/>
                  <a:pt x="22863" y="281"/>
                  <a:pt x="22618" y="99"/>
                </a:cubicBezTo>
                <a:lnTo>
                  <a:pt x="22618" y="99"/>
                </a:lnTo>
                <a:cubicBezTo>
                  <a:pt x="18856" y="244"/>
                  <a:pt x="15094" y="319"/>
                  <a:pt x="11332" y="319"/>
                </a:cubicBezTo>
                <a:cubicBezTo>
                  <a:pt x="11189" y="319"/>
                  <a:pt x="11046" y="318"/>
                  <a:pt x="10903" y="318"/>
                </a:cubicBezTo>
                <a:cubicBezTo>
                  <a:pt x="10031" y="317"/>
                  <a:pt x="5897" y="1"/>
                  <a:pt x="297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2"/>
          <p:cNvSpPr/>
          <p:nvPr/>
        </p:nvSpPr>
        <p:spPr>
          <a:xfrm>
            <a:off x="4145547" y="4804700"/>
            <a:ext cx="4998443" cy="336050"/>
          </a:xfrm>
          <a:custGeom>
            <a:rect b="b" l="l" r="r" t="t"/>
            <a:pathLst>
              <a:path extrusionOk="0" h="13442" w="91421">
                <a:moveTo>
                  <a:pt x="91421" y="1"/>
                </a:moveTo>
                <a:cubicBezTo>
                  <a:pt x="89696" y="531"/>
                  <a:pt x="87892" y="807"/>
                  <a:pt x="86085" y="807"/>
                </a:cubicBezTo>
                <a:cubicBezTo>
                  <a:pt x="86328" y="1537"/>
                  <a:pt x="87179" y="1882"/>
                  <a:pt x="87946" y="1913"/>
                </a:cubicBezTo>
                <a:cubicBezTo>
                  <a:pt x="88009" y="1915"/>
                  <a:pt x="88071" y="1917"/>
                  <a:pt x="88133" y="1917"/>
                </a:cubicBezTo>
                <a:cubicBezTo>
                  <a:pt x="88680" y="1917"/>
                  <a:pt x="89227" y="1829"/>
                  <a:pt x="89771" y="1829"/>
                </a:cubicBezTo>
                <a:cubicBezTo>
                  <a:pt x="89931" y="1829"/>
                  <a:pt x="90091" y="1837"/>
                  <a:pt x="90250" y="1856"/>
                </a:cubicBezTo>
                <a:cubicBezTo>
                  <a:pt x="90419" y="1878"/>
                  <a:pt x="90595" y="1919"/>
                  <a:pt x="90716" y="2036"/>
                </a:cubicBezTo>
                <a:cubicBezTo>
                  <a:pt x="91113" y="2422"/>
                  <a:pt x="90554" y="3056"/>
                  <a:pt x="90021" y="3215"/>
                </a:cubicBezTo>
                <a:cubicBezTo>
                  <a:pt x="89631" y="3332"/>
                  <a:pt x="89237" y="3382"/>
                  <a:pt x="88841" y="3382"/>
                </a:cubicBezTo>
                <a:cubicBezTo>
                  <a:pt x="87445" y="3382"/>
                  <a:pt x="86026" y="2766"/>
                  <a:pt x="84658" y="2322"/>
                </a:cubicBezTo>
                <a:cubicBezTo>
                  <a:pt x="81869" y="1414"/>
                  <a:pt x="78909" y="1214"/>
                  <a:pt x="75983" y="1018"/>
                </a:cubicBezTo>
                <a:cubicBezTo>
                  <a:pt x="72413" y="780"/>
                  <a:pt x="68846" y="541"/>
                  <a:pt x="65276" y="304"/>
                </a:cubicBezTo>
                <a:cubicBezTo>
                  <a:pt x="64949" y="282"/>
                  <a:pt x="64618" y="260"/>
                  <a:pt x="64289" y="260"/>
                </a:cubicBezTo>
                <a:cubicBezTo>
                  <a:pt x="63839" y="260"/>
                  <a:pt x="63392" y="301"/>
                  <a:pt x="62965" y="435"/>
                </a:cubicBezTo>
                <a:cubicBezTo>
                  <a:pt x="62223" y="668"/>
                  <a:pt x="61538" y="1247"/>
                  <a:pt x="61418" y="2017"/>
                </a:cubicBezTo>
                <a:cubicBezTo>
                  <a:pt x="67703" y="2072"/>
                  <a:pt x="73988" y="2130"/>
                  <a:pt x="80278" y="2187"/>
                </a:cubicBezTo>
                <a:cubicBezTo>
                  <a:pt x="81025" y="2195"/>
                  <a:pt x="81794" y="2205"/>
                  <a:pt x="82489" y="2488"/>
                </a:cubicBezTo>
                <a:cubicBezTo>
                  <a:pt x="83180" y="2772"/>
                  <a:pt x="83787" y="3397"/>
                  <a:pt x="83820" y="4144"/>
                </a:cubicBezTo>
                <a:cubicBezTo>
                  <a:pt x="81393" y="4152"/>
                  <a:pt x="78962" y="4156"/>
                  <a:pt x="76535" y="4164"/>
                </a:cubicBezTo>
                <a:cubicBezTo>
                  <a:pt x="76151" y="4683"/>
                  <a:pt x="77024" y="5203"/>
                  <a:pt x="77666" y="5268"/>
                </a:cubicBezTo>
                <a:cubicBezTo>
                  <a:pt x="78907" y="5393"/>
                  <a:pt x="80146" y="5515"/>
                  <a:pt x="81387" y="5640"/>
                </a:cubicBezTo>
                <a:cubicBezTo>
                  <a:pt x="81603" y="5661"/>
                  <a:pt x="81845" y="5697"/>
                  <a:pt x="81980" y="5865"/>
                </a:cubicBezTo>
                <a:cubicBezTo>
                  <a:pt x="82319" y="6290"/>
                  <a:pt x="81650" y="6789"/>
                  <a:pt x="81121" y="6914"/>
                </a:cubicBezTo>
                <a:cubicBezTo>
                  <a:pt x="77944" y="7665"/>
                  <a:pt x="74839" y="7808"/>
                  <a:pt x="71701" y="7808"/>
                </a:cubicBezTo>
                <a:cubicBezTo>
                  <a:pt x="69951" y="7808"/>
                  <a:pt x="68190" y="7763"/>
                  <a:pt x="66402" y="7756"/>
                </a:cubicBezTo>
                <a:cubicBezTo>
                  <a:pt x="60974" y="7734"/>
                  <a:pt x="55546" y="7625"/>
                  <a:pt x="50118" y="7558"/>
                </a:cubicBezTo>
                <a:cubicBezTo>
                  <a:pt x="50062" y="7557"/>
                  <a:pt x="50006" y="7557"/>
                  <a:pt x="49949" y="7557"/>
                </a:cubicBezTo>
                <a:cubicBezTo>
                  <a:pt x="48705" y="7557"/>
                  <a:pt x="47264" y="7737"/>
                  <a:pt x="46732" y="8836"/>
                </a:cubicBezTo>
                <a:cubicBezTo>
                  <a:pt x="46775" y="8836"/>
                  <a:pt x="46818" y="8836"/>
                  <a:pt x="46862" y="8836"/>
                </a:cubicBezTo>
                <a:cubicBezTo>
                  <a:pt x="50990" y="8836"/>
                  <a:pt x="55118" y="9392"/>
                  <a:pt x="59101" y="10478"/>
                </a:cubicBezTo>
                <a:cubicBezTo>
                  <a:pt x="54493" y="12390"/>
                  <a:pt x="49582" y="12954"/>
                  <a:pt x="44580" y="12954"/>
                </a:cubicBezTo>
                <a:cubicBezTo>
                  <a:pt x="39680" y="12954"/>
                  <a:pt x="34693" y="12413"/>
                  <a:pt x="29821" y="12064"/>
                </a:cubicBezTo>
                <a:cubicBezTo>
                  <a:pt x="25780" y="11776"/>
                  <a:pt x="21730" y="11633"/>
                  <a:pt x="17679" y="11633"/>
                </a:cubicBezTo>
                <a:cubicBezTo>
                  <a:pt x="12990" y="11633"/>
                  <a:pt x="8301" y="11825"/>
                  <a:pt x="3627" y="12211"/>
                </a:cubicBezTo>
                <a:cubicBezTo>
                  <a:pt x="2670" y="12289"/>
                  <a:pt x="1678" y="12387"/>
                  <a:pt x="840" y="12853"/>
                </a:cubicBezTo>
                <a:cubicBezTo>
                  <a:pt x="538" y="13019"/>
                  <a:pt x="266" y="13227"/>
                  <a:pt x="0" y="13442"/>
                </a:cubicBezTo>
                <a:lnTo>
                  <a:pt x="88500" y="13442"/>
                </a:lnTo>
                <a:cubicBezTo>
                  <a:pt x="90113" y="13442"/>
                  <a:pt x="91421" y="12132"/>
                  <a:pt x="91421" y="10521"/>
                </a:cubicBezTo>
                <a:lnTo>
                  <a:pt x="91421" y="1"/>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2"/>
          <p:cNvSpPr/>
          <p:nvPr/>
        </p:nvSpPr>
        <p:spPr>
          <a:xfrm>
            <a:off x="8574328" y="4710900"/>
            <a:ext cx="569495" cy="68350"/>
          </a:xfrm>
          <a:custGeom>
            <a:rect b="b" l="l" r="r" t="t"/>
            <a:pathLst>
              <a:path extrusionOk="0" h="2734" w="10416">
                <a:moveTo>
                  <a:pt x="3984" y="0"/>
                </a:moveTo>
                <a:cubicBezTo>
                  <a:pt x="3013" y="0"/>
                  <a:pt x="2053" y="76"/>
                  <a:pt x="1116" y="300"/>
                </a:cubicBezTo>
                <a:cubicBezTo>
                  <a:pt x="668" y="407"/>
                  <a:pt x="155" y="625"/>
                  <a:pt x="67" y="1077"/>
                </a:cubicBezTo>
                <a:cubicBezTo>
                  <a:pt x="1" y="1425"/>
                  <a:pt x="228" y="1768"/>
                  <a:pt x="500" y="1995"/>
                </a:cubicBezTo>
                <a:cubicBezTo>
                  <a:pt x="1187" y="2572"/>
                  <a:pt x="2146" y="2680"/>
                  <a:pt x="3042" y="2715"/>
                </a:cubicBezTo>
                <a:cubicBezTo>
                  <a:pt x="3372" y="2728"/>
                  <a:pt x="3702" y="2734"/>
                  <a:pt x="4031" y="2734"/>
                </a:cubicBezTo>
                <a:cubicBezTo>
                  <a:pt x="5406" y="2734"/>
                  <a:pt x="6780" y="2625"/>
                  <a:pt x="8137" y="2404"/>
                </a:cubicBezTo>
                <a:cubicBezTo>
                  <a:pt x="8559" y="2335"/>
                  <a:pt x="9028" y="2281"/>
                  <a:pt x="9483" y="2281"/>
                </a:cubicBezTo>
                <a:cubicBezTo>
                  <a:pt x="9808" y="2281"/>
                  <a:pt x="10126" y="2309"/>
                  <a:pt x="10416" y="2379"/>
                </a:cubicBezTo>
                <a:lnTo>
                  <a:pt x="10416" y="343"/>
                </a:lnTo>
                <a:cubicBezTo>
                  <a:pt x="10342" y="344"/>
                  <a:pt x="10268" y="344"/>
                  <a:pt x="10194" y="344"/>
                </a:cubicBezTo>
                <a:cubicBezTo>
                  <a:pt x="8160" y="344"/>
                  <a:pt x="6049" y="0"/>
                  <a:pt x="39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2"/>
          <p:cNvSpPr/>
          <p:nvPr/>
        </p:nvSpPr>
        <p:spPr>
          <a:xfrm>
            <a:off x="178550" y="4565350"/>
            <a:ext cx="3991590" cy="575450"/>
          </a:xfrm>
          <a:custGeom>
            <a:rect b="b" l="l" r="r" t="t"/>
            <a:pathLst>
              <a:path extrusionOk="0" h="23018" w="110166">
                <a:moveTo>
                  <a:pt x="52849" y="1"/>
                </a:moveTo>
                <a:cubicBezTo>
                  <a:pt x="45619" y="1"/>
                  <a:pt x="38376" y="66"/>
                  <a:pt x="31102" y="254"/>
                </a:cubicBezTo>
                <a:cubicBezTo>
                  <a:pt x="28597" y="318"/>
                  <a:pt x="26076" y="341"/>
                  <a:pt x="23546" y="341"/>
                </a:cubicBezTo>
                <a:cubicBezTo>
                  <a:pt x="17517" y="341"/>
                  <a:pt x="11435" y="208"/>
                  <a:pt x="5384" y="173"/>
                </a:cubicBezTo>
                <a:cubicBezTo>
                  <a:pt x="4877" y="371"/>
                  <a:pt x="4368" y="569"/>
                  <a:pt x="3867" y="778"/>
                </a:cubicBezTo>
                <a:cubicBezTo>
                  <a:pt x="2381" y="1393"/>
                  <a:pt x="764" y="2219"/>
                  <a:pt x="273" y="3748"/>
                </a:cubicBezTo>
                <a:cubicBezTo>
                  <a:pt x="1" y="4589"/>
                  <a:pt x="130" y="5505"/>
                  <a:pt x="338" y="6363"/>
                </a:cubicBezTo>
                <a:cubicBezTo>
                  <a:pt x="1483" y="11056"/>
                  <a:pt x="4967" y="14926"/>
                  <a:pt x="9087" y="17447"/>
                </a:cubicBezTo>
                <a:cubicBezTo>
                  <a:pt x="13207" y="19966"/>
                  <a:pt x="17944" y="21286"/>
                  <a:pt x="22665" y="22303"/>
                </a:cubicBezTo>
                <a:cubicBezTo>
                  <a:pt x="23865" y="22564"/>
                  <a:pt x="25077" y="22804"/>
                  <a:pt x="26292" y="23018"/>
                </a:cubicBezTo>
                <a:lnTo>
                  <a:pt x="42879" y="23018"/>
                </a:lnTo>
                <a:cubicBezTo>
                  <a:pt x="43703" y="22703"/>
                  <a:pt x="44496" y="22067"/>
                  <a:pt x="44177" y="21309"/>
                </a:cubicBezTo>
                <a:cubicBezTo>
                  <a:pt x="44020" y="20939"/>
                  <a:pt x="43635" y="20726"/>
                  <a:pt x="43270" y="20559"/>
                </a:cubicBezTo>
                <a:cubicBezTo>
                  <a:pt x="40511" y="19309"/>
                  <a:pt x="37394" y="19205"/>
                  <a:pt x="34421" y="18629"/>
                </a:cubicBezTo>
                <a:cubicBezTo>
                  <a:pt x="30275" y="17829"/>
                  <a:pt x="26371" y="16106"/>
                  <a:pt x="22577" y="14262"/>
                </a:cubicBezTo>
                <a:cubicBezTo>
                  <a:pt x="18721" y="12387"/>
                  <a:pt x="14936" y="10375"/>
                  <a:pt x="11150" y="8365"/>
                </a:cubicBezTo>
                <a:cubicBezTo>
                  <a:pt x="10880" y="8223"/>
                  <a:pt x="10695" y="7721"/>
                  <a:pt x="10958" y="7710"/>
                </a:cubicBezTo>
                <a:lnTo>
                  <a:pt x="10958" y="7710"/>
                </a:lnTo>
                <a:cubicBezTo>
                  <a:pt x="10970" y="7710"/>
                  <a:pt x="10983" y="7711"/>
                  <a:pt x="10995" y="7711"/>
                </a:cubicBezTo>
                <a:cubicBezTo>
                  <a:pt x="10985" y="7710"/>
                  <a:pt x="10976" y="7710"/>
                  <a:pt x="10967" y="7710"/>
                </a:cubicBezTo>
                <a:cubicBezTo>
                  <a:pt x="10964" y="7710"/>
                  <a:pt x="10961" y="7710"/>
                  <a:pt x="10958" y="7710"/>
                </a:cubicBezTo>
                <a:lnTo>
                  <a:pt x="10958" y="7710"/>
                </a:lnTo>
                <a:cubicBezTo>
                  <a:pt x="9946" y="7671"/>
                  <a:pt x="8932" y="7632"/>
                  <a:pt x="7918" y="7594"/>
                </a:cubicBezTo>
                <a:cubicBezTo>
                  <a:pt x="7604" y="6230"/>
                  <a:pt x="9216" y="5163"/>
                  <a:pt x="10625" y="5163"/>
                </a:cubicBezTo>
                <a:cubicBezTo>
                  <a:pt x="10654" y="5163"/>
                  <a:pt x="10683" y="5164"/>
                  <a:pt x="10712" y="5165"/>
                </a:cubicBezTo>
                <a:cubicBezTo>
                  <a:pt x="12102" y="5209"/>
                  <a:pt x="13431" y="5847"/>
                  <a:pt x="14819" y="5847"/>
                </a:cubicBezTo>
                <a:cubicBezTo>
                  <a:pt x="14855" y="5847"/>
                  <a:pt x="14891" y="5847"/>
                  <a:pt x="14928" y="5846"/>
                </a:cubicBezTo>
                <a:cubicBezTo>
                  <a:pt x="15973" y="5818"/>
                  <a:pt x="16963" y="5413"/>
                  <a:pt x="17979" y="5165"/>
                </a:cubicBezTo>
                <a:cubicBezTo>
                  <a:pt x="19168" y="4873"/>
                  <a:pt x="20388" y="4795"/>
                  <a:pt x="21618" y="4795"/>
                </a:cubicBezTo>
                <a:cubicBezTo>
                  <a:pt x="23019" y="4795"/>
                  <a:pt x="24433" y="4896"/>
                  <a:pt x="25831" y="4896"/>
                </a:cubicBezTo>
                <a:cubicBezTo>
                  <a:pt x="27241" y="4896"/>
                  <a:pt x="28633" y="4793"/>
                  <a:pt x="29978" y="4382"/>
                </a:cubicBezTo>
                <a:cubicBezTo>
                  <a:pt x="30753" y="4145"/>
                  <a:pt x="31499" y="3806"/>
                  <a:pt x="32299" y="3667"/>
                </a:cubicBezTo>
                <a:cubicBezTo>
                  <a:pt x="32601" y="3615"/>
                  <a:pt x="32904" y="3591"/>
                  <a:pt x="33208" y="3591"/>
                </a:cubicBezTo>
                <a:cubicBezTo>
                  <a:pt x="34216" y="3591"/>
                  <a:pt x="35229" y="3849"/>
                  <a:pt x="36197" y="4155"/>
                </a:cubicBezTo>
                <a:cubicBezTo>
                  <a:pt x="42741" y="6209"/>
                  <a:pt x="48969" y="10476"/>
                  <a:pt x="55670" y="10476"/>
                </a:cubicBezTo>
                <a:cubicBezTo>
                  <a:pt x="56324" y="10476"/>
                  <a:pt x="56983" y="10435"/>
                  <a:pt x="57647" y="10348"/>
                </a:cubicBezTo>
                <a:cubicBezTo>
                  <a:pt x="53603" y="9627"/>
                  <a:pt x="49595" y="8707"/>
                  <a:pt x="45641" y="7598"/>
                </a:cubicBezTo>
                <a:cubicBezTo>
                  <a:pt x="47304" y="6913"/>
                  <a:pt x="49104" y="6559"/>
                  <a:pt x="50901" y="6559"/>
                </a:cubicBezTo>
                <a:cubicBezTo>
                  <a:pt x="51307" y="6559"/>
                  <a:pt x="51713" y="6577"/>
                  <a:pt x="52118" y="6613"/>
                </a:cubicBezTo>
                <a:cubicBezTo>
                  <a:pt x="50317" y="6194"/>
                  <a:pt x="48518" y="5773"/>
                  <a:pt x="46717" y="5356"/>
                </a:cubicBezTo>
                <a:cubicBezTo>
                  <a:pt x="48619" y="4373"/>
                  <a:pt x="50761" y="3862"/>
                  <a:pt x="52902" y="3862"/>
                </a:cubicBezTo>
                <a:cubicBezTo>
                  <a:pt x="53658" y="3862"/>
                  <a:pt x="54414" y="3926"/>
                  <a:pt x="55159" y="4055"/>
                </a:cubicBezTo>
                <a:cubicBezTo>
                  <a:pt x="54414" y="3597"/>
                  <a:pt x="53664" y="3141"/>
                  <a:pt x="52918" y="2685"/>
                </a:cubicBezTo>
                <a:cubicBezTo>
                  <a:pt x="53834" y="2642"/>
                  <a:pt x="54750" y="2621"/>
                  <a:pt x="55667" y="2621"/>
                </a:cubicBezTo>
                <a:cubicBezTo>
                  <a:pt x="61298" y="2621"/>
                  <a:pt x="66930" y="3420"/>
                  <a:pt x="72335" y="4994"/>
                </a:cubicBezTo>
                <a:cubicBezTo>
                  <a:pt x="71770" y="4198"/>
                  <a:pt x="70848" y="3669"/>
                  <a:pt x="69877" y="3585"/>
                </a:cubicBezTo>
                <a:cubicBezTo>
                  <a:pt x="71029" y="3254"/>
                  <a:pt x="72223" y="3163"/>
                  <a:pt x="73425" y="3163"/>
                </a:cubicBezTo>
                <a:cubicBezTo>
                  <a:pt x="74142" y="3163"/>
                  <a:pt x="74862" y="3196"/>
                  <a:pt x="75577" y="3229"/>
                </a:cubicBezTo>
                <a:cubicBezTo>
                  <a:pt x="84941" y="3663"/>
                  <a:pt x="94307" y="4094"/>
                  <a:pt x="103671" y="4527"/>
                </a:cubicBezTo>
                <a:cubicBezTo>
                  <a:pt x="100637" y="3932"/>
                  <a:pt x="97603" y="3336"/>
                  <a:pt x="94571" y="2743"/>
                </a:cubicBezTo>
                <a:cubicBezTo>
                  <a:pt x="99351" y="678"/>
                  <a:pt x="105532" y="2434"/>
                  <a:pt x="110165" y="350"/>
                </a:cubicBezTo>
                <a:lnTo>
                  <a:pt x="110165" y="350"/>
                </a:lnTo>
                <a:cubicBezTo>
                  <a:pt x="109613" y="352"/>
                  <a:pt x="109059" y="352"/>
                  <a:pt x="108508" y="355"/>
                </a:cubicBezTo>
                <a:cubicBezTo>
                  <a:pt x="106973" y="362"/>
                  <a:pt x="105439" y="365"/>
                  <a:pt x="103907" y="365"/>
                </a:cubicBezTo>
                <a:cubicBezTo>
                  <a:pt x="86808" y="365"/>
                  <a:pt x="69866" y="1"/>
                  <a:pt x="52849"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2"/>
          <p:cNvSpPr/>
          <p:nvPr/>
        </p:nvSpPr>
        <p:spPr>
          <a:xfrm>
            <a:off x="2244311" y="4673250"/>
            <a:ext cx="1921808" cy="162825"/>
          </a:xfrm>
          <a:custGeom>
            <a:rect b="b" l="l" r="r" t="t"/>
            <a:pathLst>
              <a:path extrusionOk="0" h="6513" w="53041">
                <a:moveTo>
                  <a:pt x="22765" y="3794"/>
                </a:moveTo>
                <a:cubicBezTo>
                  <a:pt x="23297" y="3821"/>
                  <a:pt x="23829" y="3842"/>
                  <a:pt x="24361" y="3859"/>
                </a:cubicBezTo>
                <a:lnTo>
                  <a:pt x="24361" y="3859"/>
                </a:lnTo>
                <a:cubicBezTo>
                  <a:pt x="23830" y="3816"/>
                  <a:pt x="23298" y="3798"/>
                  <a:pt x="22765" y="3794"/>
                </a:cubicBezTo>
                <a:close/>
                <a:moveTo>
                  <a:pt x="322" y="1"/>
                </a:moveTo>
                <a:cubicBezTo>
                  <a:pt x="225" y="1"/>
                  <a:pt x="128" y="8"/>
                  <a:pt x="31" y="23"/>
                </a:cubicBezTo>
                <a:cubicBezTo>
                  <a:pt x="0" y="1661"/>
                  <a:pt x="6988" y="2792"/>
                  <a:pt x="8346" y="3060"/>
                </a:cubicBezTo>
                <a:cubicBezTo>
                  <a:pt x="11278" y="3641"/>
                  <a:pt x="14268" y="3938"/>
                  <a:pt x="17258" y="3938"/>
                </a:cubicBezTo>
                <a:cubicBezTo>
                  <a:pt x="17634" y="3938"/>
                  <a:pt x="18010" y="3933"/>
                  <a:pt x="18386" y="3924"/>
                </a:cubicBezTo>
                <a:cubicBezTo>
                  <a:pt x="19782" y="3891"/>
                  <a:pt x="21184" y="3794"/>
                  <a:pt x="22580" y="3794"/>
                </a:cubicBezTo>
                <a:cubicBezTo>
                  <a:pt x="22642" y="3794"/>
                  <a:pt x="22704" y="3794"/>
                  <a:pt x="22765" y="3794"/>
                </a:cubicBezTo>
                <a:lnTo>
                  <a:pt x="22765" y="3794"/>
                </a:lnTo>
                <a:cubicBezTo>
                  <a:pt x="17449" y="3531"/>
                  <a:pt x="12156" y="2821"/>
                  <a:pt x="6876" y="2113"/>
                </a:cubicBezTo>
                <a:cubicBezTo>
                  <a:pt x="5804" y="1970"/>
                  <a:pt x="4717" y="1823"/>
                  <a:pt x="3719" y="1412"/>
                </a:cubicBezTo>
                <a:cubicBezTo>
                  <a:pt x="2690" y="990"/>
                  <a:pt x="1482" y="1"/>
                  <a:pt x="322" y="1"/>
                </a:cubicBezTo>
                <a:close/>
                <a:moveTo>
                  <a:pt x="24361" y="3859"/>
                </a:moveTo>
                <a:cubicBezTo>
                  <a:pt x="24719" y="3888"/>
                  <a:pt x="25076" y="3928"/>
                  <a:pt x="25432" y="3982"/>
                </a:cubicBezTo>
                <a:cubicBezTo>
                  <a:pt x="26977" y="4217"/>
                  <a:pt x="28470" y="4707"/>
                  <a:pt x="30007" y="4987"/>
                </a:cubicBezTo>
                <a:cubicBezTo>
                  <a:pt x="32121" y="5368"/>
                  <a:pt x="34283" y="5343"/>
                  <a:pt x="36423" y="5533"/>
                </a:cubicBezTo>
                <a:cubicBezTo>
                  <a:pt x="38844" y="5748"/>
                  <a:pt x="41236" y="6237"/>
                  <a:pt x="43659" y="6425"/>
                </a:cubicBezTo>
                <a:cubicBezTo>
                  <a:pt x="44408" y="6484"/>
                  <a:pt x="45160" y="6513"/>
                  <a:pt x="45912" y="6513"/>
                </a:cubicBezTo>
                <a:cubicBezTo>
                  <a:pt x="48313" y="6513"/>
                  <a:pt x="50714" y="6216"/>
                  <a:pt x="53041" y="5631"/>
                </a:cubicBezTo>
                <a:cubicBezTo>
                  <a:pt x="52377" y="5349"/>
                  <a:pt x="51668" y="5262"/>
                  <a:pt x="50945" y="5262"/>
                </a:cubicBezTo>
                <a:cubicBezTo>
                  <a:pt x="50275" y="5262"/>
                  <a:pt x="49593" y="5337"/>
                  <a:pt x="48926" y="5401"/>
                </a:cubicBezTo>
                <a:cubicBezTo>
                  <a:pt x="47195" y="5571"/>
                  <a:pt x="45456" y="5655"/>
                  <a:pt x="43717" y="5655"/>
                </a:cubicBezTo>
                <a:cubicBezTo>
                  <a:pt x="40126" y="5655"/>
                  <a:pt x="36535" y="5295"/>
                  <a:pt x="33017" y="4579"/>
                </a:cubicBezTo>
                <a:cubicBezTo>
                  <a:pt x="32060" y="4388"/>
                  <a:pt x="31105" y="4164"/>
                  <a:pt x="30136" y="4045"/>
                </a:cubicBezTo>
                <a:cubicBezTo>
                  <a:pt x="28858" y="3888"/>
                  <a:pt x="27562" y="3906"/>
                  <a:pt x="26274" y="3898"/>
                </a:cubicBezTo>
                <a:cubicBezTo>
                  <a:pt x="25636" y="3893"/>
                  <a:pt x="24998" y="3880"/>
                  <a:pt x="24361" y="3859"/>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2"/>
          <p:cNvSpPr/>
          <p:nvPr/>
        </p:nvSpPr>
        <p:spPr>
          <a:xfrm>
            <a:off x="923200" y="4724475"/>
            <a:ext cx="527225" cy="129350"/>
          </a:xfrm>
          <a:custGeom>
            <a:rect b="b" l="l" r="r" t="t"/>
            <a:pathLst>
              <a:path extrusionOk="0" h="5174" w="21089">
                <a:moveTo>
                  <a:pt x="1174" y="0"/>
                </a:moveTo>
                <a:cubicBezTo>
                  <a:pt x="1132" y="0"/>
                  <a:pt x="1094" y="5"/>
                  <a:pt x="1061" y="15"/>
                </a:cubicBezTo>
                <a:cubicBezTo>
                  <a:pt x="0" y="344"/>
                  <a:pt x="2005" y="1853"/>
                  <a:pt x="2533" y="2037"/>
                </a:cubicBezTo>
                <a:cubicBezTo>
                  <a:pt x="3249" y="2284"/>
                  <a:pt x="4030" y="2252"/>
                  <a:pt x="4780" y="2382"/>
                </a:cubicBezTo>
                <a:cubicBezTo>
                  <a:pt x="6154" y="2622"/>
                  <a:pt x="7387" y="3396"/>
                  <a:pt x="8753" y="3683"/>
                </a:cubicBezTo>
                <a:cubicBezTo>
                  <a:pt x="10071" y="3961"/>
                  <a:pt x="11447" y="3771"/>
                  <a:pt x="12786" y="3926"/>
                </a:cubicBezTo>
                <a:cubicBezTo>
                  <a:pt x="14201" y="4088"/>
                  <a:pt x="15542" y="4633"/>
                  <a:pt x="16931" y="4948"/>
                </a:cubicBezTo>
                <a:cubicBezTo>
                  <a:pt x="17530" y="5084"/>
                  <a:pt x="18157" y="5173"/>
                  <a:pt x="18775" y="5173"/>
                </a:cubicBezTo>
                <a:cubicBezTo>
                  <a:pt x="19591" y="5173"/>
                  <a:pt x="20391" y="5017"/>
                  <a:pt x="21089" y="4603"/>
                </a:cubicBezTo>
                <a:cubicBezTo>
                  <a:pt x="18579" y="3908"/>
                  <a:pt x="15921" y="4087"/>
                  <a:pt x="13324" y="3897"/>
                </a:cubicBezTo>
                <a:cubicBezTo>
                  <a:pt x="10390" y="3681"/>
                  <a:pt x="7493" y="2977"/>
                  <a:pt x="4784" y="1830"/>
                </a:cubicBezTo>
                <a:cubicBezTo>
                  <a:pt x="4142" y="1557"/>
                  <a:pt x="1934" y="0"/>
                  <a:pt x="117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2"/>
          <p:cNvSpPr/>
          <p:nvPr/>
        </p:nvSpPr>
        <p:spPr>
          <a:xfrm>
            <a:off x="269575" y="4710950"/>
            <a:ext cx="1420525" cy="429800"/>
          </a:xfrm>
          <a:custGeom>
            <a:rect b="b" l="l" r="r" t="t"/>
            <a:pathLst>
              <a:path extrusionOk="0" h="17192" w="56821">
                <a:moveTo>
                  <a:pt x="600" y="0"/>
                </a:moveTo>
                <a:cubicBezTo>
                  <a:pt x="236" y="351"/>
                  <a:pt x="1" y="779"/>
                  <a:pt x="81" y="1269"/>
                </a:cubicBezTo>
                <a:cubicBezTo>
                  <a:pt x="147" y="1672"/>
                  <a:pt x="429" y="2005"/>
                  <a:pt x="707" y="2300"/>
                </a:cubicBezTo>
                <a:cubicBezTo>
                  <a:pt x="3093" y="4825"/>
                  <a:pt x="6307" y="6368"/>
                  <a:pt x="9447" y="7855"/>
                </a:cubicBezTo>
                <a:cubicBezTo>
                  <a:pt x="14430" y="10220"/>
                  <a:pt x="19426" y="12582"/>
                  <a:pt x="24599" y="14493"/>
                </a:cubicBezTo>
                <a:cubicBezTo>
                  <a:pt x="27337" y="15505"/>
                  <a:pt x="30123" y="16381"/>
                  <a:pt x="32925" y="17192"/>
                </a:cubicBezTo>
                <a:lnTo>
                  <a:pt x="56821" y="17192"/>
                </a:lnTo>
                <a:cubicBezTo>
                  <a:pt x="55652" y="17004"/>
                  <a:pt x="54484" y="16832"/>
                  <a:pt x="53308" y="16687"/>
                </a:cubicBezTo>
                <a:cubicBezTo>
                  <a:pt x="48663" y="16121"/>
                  <a:pt x="43973" y="15945"/>
                  <a:pt x="39344" y="15248"/>
                </a:cubicBezTo>
                <a:cubicBezTo>
                  <a:pt x="29555" y="13780"/>
                  <a:pt x="20273" y="10040"/>
                  <a:pt x="11099" y="6330"/>
                </a:cubicBezTo>
                <a:lnTo>
                  <a:pt x="2569" y="2882"/>
                </a:lnTo>
                <a:cubicBezTo>
                  <a:pt x="1698" y="2529"/>
                  <a:pt x="725" y="2063"/>
                  <a:pt x="472" y="1161"/>
                </a:cubicBezTo>
                <a:cubicBezTo>
                  <a:pt x="351" y="725"/>
                  <a:pt x="412" y="339"/>
                  <a:pt x="600"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2"/>
          <p:cNvSpPr/>
          <p:nvPr/>
        </p:nvSpPr>
        <p:spPr>
          <a:xfrm flipH="1">
            <a:off x="6361500" y="4565250"/>
            <a:ext cx="2858400" cy="575550"/>
          </a:xfrm>
          <a:custGeom>
            <a:rect b="b" l="l" r="r" t="t"/>
            <a:pathLst>
              <a:path extrusionOk="0" h="23022" w="114336">
                <a:moveTo>
                  <a:pt x="60088" y="1"/>
                </a:moveTo>
                <a:cubicBezTo>
                  <a:pt x="52820" y="1"/>
                  <a:pt x="45539" y="67"/>
                  <a:pt x="38226" y="256"/>
                </a:cubicBezTo>
                <a:cubicBezTo>
                  <a:pt x="35709" y="321"/>
                  <a:pt x="33175" y="345"/>
                  <a:pt x="30633" y="345"/>
                </a:cubicBezTo>
                <a:cubicBezTo>
                  <a:pt x="23743" y="345"/>
                  <a:pt x="16782" y="170"/>
                  <a:pt x="9878" y="170"/>
                </a:cubicBezTo>
                <a:cubicBezTo>
                  <a:pt x="6845" y="170"/>
                  <a:pt x="3822" y="204"/>
                  <a:pt x="822" y="301"/>
                </a:cubicBezTo>
                <a:cubicBezTo>
                  <a:pt x="539" y="393"/>
                  <a:pt x="264" y="502"/>
                  <a:pt x="0" y="630"/>
                </a:cubicBezTo>
                <a:lnTo>
                  <a:pt x="0" y="20101"/>
                </a:lnTo>
                <a:cubicBezTo>
                  <a:pt x="0" y="21716"/>
                  <a:pt x="1310" y="23022"/>
                  <a:pt x="2923" y="23022"/>
                </a:cubicBezTo>
                <a:lnTo>
                  <a:pt x="67594" y="23022"/>
                </a:lnTo>
                <a:cubicBezTo>
                  <a:pt x="66425" y="22834"/>
                  <a:pt x="65257" y="22664"/>
                  <a:pt x="64080" y="22519"/>
                </a:cubicBezTo>
                <a:cubicBezTo>
                  <a:pt x="59434" y="21949"/>
                  <a:pt x="54744" y="21773"/>
                  <a:pt x="50117" y="21080"/>
                </a:cubicBezTo>
                <a:cubicBezTo>
                  <a:pt x="40328" y="19612"/>
                  <a:pt x="31048" y="15872"/>
                  <a:pt x="21872" y="12162"/>
                </a:cubicBezTo>
                <a:lnTo>
                  <a:pt x="13344" y="8711"/>
                </a:lnTo>
                <a:cubicBezTo>
                  <a:pt x="12473" y="8359"/>
                  <a:pt x="11498" y="7895"/>
                  <a:pt x="11245" y="6991"/>
                </a:cubicBezTo>
                <a:cubicBezTo>
                  <a:pt x="10756" y="5239"/>
                  <a:pt x="13210" y="4276"/>
                  <a:pt x="15023" y="4143"/>
                </a:cubicBezTo>
                <a:cubicBezTo>
                  <a:pt x="30959" y="2979"/>
                  <a:pt x="46914" y="1810"/>
                  <a:pt x="62889" y="1810"/>
                </a:cubicBezTo>
                <a:cubicBezTo>
                  <a:pt x="64185" y="1810"/>
                  <a:pt x="65480" y="1817"/>
                  <a:pt x="66776" y="1833"/>
                </a:cubicBezTo>
                <a:cubicBezTo>
                  <a:pt x="74517" y="1929"/>
                  <a:pt x="82257" y="2319"/>
                  <a:pt x="89994" y="2319"/>
                </a:cubicBezTo>
                <a:cubicBezTo>
                  <a:pt x="92245" y="2319"/>
                  <a:pt x="94495" y="2286"/>
                  <a:pt x="96745" y="2203"/>
                </a:cubicBezTo>
                <a:cubicBezTo>
                  <a:pt x="102635" y="1988"/>
                  <a:pt x="108513" y="1256"/>
                  <a:pt x="114336" y="361"/>
                </a:cubicBezTo>
                <a:cubicBezTo>
                  <a:pt x="114211" y="348"/>
                  <a:pt x="114086" y="343"/>
                  <a:pt x="113961" y="343"/>
                </a:cubicBezTo>
                <a:cubicBezTo>
                  <a:pt x="113637" y="343"/>
                  <a:pt x="113313" y="376"/>
                  <a:pt x="112990" y="376"/>
                </a:cubicBezTo>
                <a:cubicBezTo>
                  <a:pt x="112878" y="376"/>
                  <a:pt x="112766" y="372"/>
                  <a:pt x="112654" y="361"/>
                </a:cubicBezTo>
                <a:cubicBezTo>
                  <a:pt x="112131" y="362"/>
                  <a:pt x="111609" y="362"/>
                  <a:pt x="111086" y="362"/>
                </a:cubicBezTo>
                <a:cubicBezTo>
                  <a:pt x="94007" y="362"/>
                  <a:pt x="77085" y="1"/>
                  <a:pt x="600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2"/>
          <p:cNvSpPr/>
          <p:nvPr/>
        </p:nvSpPr>
        <p:spPr>
          <a:xfrm flipH="1">
            <a:off x="7153825" y="3991750"/>
            <a:ext cx="1989675" cy="783600"/>
          </a:xfrm>
          <a:custGeom>
            <a:rect b="b" l="l" r="r" t="t"/>
            <a:pathLst>
              <a:path extrusionOk="0" h="31344" w="79587">
                <a:moveTo>
                  <a:pt x="28881" y="1"/>
                </a:moveTo>
                <a:lnTo>
                  <a:pt x="28881" y="1"/>
                </a:lnTo>
                <a:cubicBezTo>
                  <a:pt x="27258" y="539"/>
                  <a:pt x="25683" y="1222"/>
                  <a:pt x="24185" y="2060"/>
                </a:cubicBezTo>
                <a:cubicBezTo>
                  <a:pt x="23134" y="2651"/>
                  <a:pt x="22107" y="3313"/>
                  <a:pt x="20952" y="3661"/>
                </a:cubicBezTo>
                <a:cubicBezTo>
                  <a:pt x="19824" y="4003"/>
                  <a:pt x="18634" y="4028"/>
                  <a:pt x="17451" y="4028"/>
                </a:cubicBezTo>
                <a:cubicBezTo>
                  <a:pt x="17253" y="4028"/>
                  <a:pt x="17055" y="4027"/>
                  <a:pt x="16858" y="4027"/>
                </a:cubicBezTo>
                <a:cubicBezTo>
                  <a:pt x="16824" y="4027"/>
                  <a:pt x="16791" y="4027"/>
                  <a:pt x="16757" y="4027"/>
                </a:cubicBezTo>
                <a:cubicBezTo>
                  <a:pt x="11547" y="4043"/>
                  <a:pt x="6338" y="4767"/>
                  <a:pt x="1321" y="6176"/>
                </a:cubicBezTo>
                <a:cubicBezTo>
                  <a:pt x="881" y="6302"/>
                  <a:pt x="431" y="6441"/>
                  <a:pt x="0" y="6613"/>
                </a:cubicBezTo>
                <a:lnTo>
                  <a:pt x="0" y="7873"/>
                </a:lnTo>
                <a:cubicBezTo>
                  <a:pt x="1781" y="8175"/>
                  <a:pt x="3562" y="8476"/>
                  <a:pt x="5342" y="8778"/>
                </a:cubicBezTo>
                <a:cubicBezTo>
                  <a:pt x="5825" y="8860"/>
                  <a:pt x="6373" y="8983"/>
                  <a:pt x="6624" y="9406"/>
                </a:cubicBezTo>
                <a:cubicBezTo>
                  <a:pt x="7092" y="10197"/>
                  <a:pt x="6086" y="11082"/>
                  <a:pt x="5185" y="11248"/>
                </a:cubicBezTo>
                <a:cubicBezTo>
                  <a:pt x="4283" y="11414"/>
                  <a:pt x="3208" y="11373"/>
                  <a:pt x="2643" y="12095"/>
                </a:cubicBezTo>
                <a:cubicBezTo>
                  <a:pt x="3611" y="12278"/>
                  <a:pt x="3621" y="13839"/>
                  <a:pt x="2821" y="14419"/>
                </a:cubicBezTo>
                <a:cubicBezTo>
                  <a:pt x="2365" y="14750"/>
                  <a:pt x="1813" y="14853"/>
                  <a:pt x="1243" y="14853"/>
                </a:cubicBezTo>
                <a:cubicBezTo>
                  <a:pt x="829" y="14853"/>
                  <a:pt x="405" y="14799"/>
                  <a:pt x="0" y="14738"/>
                </a:cubicBezTo>
                <a:lnTo>
                  <a:pt x="0" y="29626"/>
                </a:lnTo>
                <a:cubicBezTo>
                  <a:pt x="939" y="29925"/>
                  <a:pt x="1963" y="30060"/>
                  <a:pt x="2976" y="30060"/>
                </a:cubicBezTo>
                <a:cubicBezTo>
                  <a:pt x="3504" y="30060"/>
                  <a:pt x="4030" y="30024"/>
                  <a:pt x="4539" y="29954"/>
                </a:cubicBezTo>
                <a:cubicBezTo>
                  <a:pt x="7459" y="29553"/>
                  <a:pt x="10291" y="28394"/>
                  <a:pt x="13229" y="28394"/>
                </a:cubicBezTo>
                <a:cubicBezTo>
                  <a:pt x="13353" y="28394"/>
                  <a:pt x="13477" y="28396"/>
                  <a:pt x="13602" y="28400"/>
                </a:cubicBezTo>
                <a:cubicBezTo>
                  <a:pt x="16841" y="28510"/>
                  <a:pt x="19828" y="30097"/>
                  <a:pt x="22989" y="30820"/>
                </a:cubicBezTo>
                <a:cubicBezTo>
                  <a:pt x="24696" y="31210"/>
                  <a:pt x="26434" y="31344"/>
                  <a:pt x="28183" y="31344"/>
                </a:cubicBezTo>
                <a:cubicBezTo>
                  <a:pt x="30293" y="31344"/>
                  <a:pt x="32420" y="31149"/>
                  <a:pt x="34524" y="30974"/>
                </a:cubicBezTo>
                <a:cubicBezTo>
                  <a:pt x="41455" y="30397"/>
                  <a:pt x="48404" y="30045"/>
                  <a:pt x="55356" y="29919"/>
                </a:cubicBezTo>
                <a:cubicBezTo>
                  <a:pt x="61510" y="29810"/>
                  <a:pt x="67770" y="29861"/>
                  <a:pt x="73666" y="28097"/>
                </a:cubicBezTo>
                <a:cubicBezTo>
                  <a:pt x="75182" y="27643"/>
                  <a:pt x="76709" y="27042"/>
                  <a:pt x="77833" y="25928"/>
                </a:cubicBezTo>
                <a:cubicBezTo>
                  <a:pt x="78956" y="24814"/>
                  <a:pt x="79587" y="23078"/>
                  <a:pt x="79015" y="21602"/>
                </a:cubicBezTo>
                <a:cubicBezTo>
                  <a:pt x="77373" y="21043"/>
                  <a:pt x="75731" y="20485"/>
                  <a:pt x="74088" y="19925"/>
                </a:cubicBezTo>
                <a:cubicBezTo>
                  <a:pt x="74133" y="19304"/>
                  <a:pt x="74331" y="18698"/>
                  <a:pt x="74660" y="18169"/>
                </a:cubicBezTo>
                <a:cubicBezTo>
                  <a:pt x="73289" y="17861"/>
                  <a:pt x="71884" y="17706"/>
                  <a:pt x="70479" y="17706"/>
                </a:cubicBezTo>
                <a:cubicBezTo>
                  <a:pt x="69913" y="17706"/>
                  <a:pt x="69346" y="17731"/>
                  <a:pt x="68782" y="17782"/>
                </a:cubicBezTo>
                <a:cubicBezTo>
                  <a:pt x="68689" y="18761"/>
                  <a:pt x="67691" y="19460"/>
                  <a:pt x="66735" y="19460"/>
                </a:cubicBezTo>
                <a:cubicBezTo>
                  <a:pt x="66376" y="19460"/>
                  <a:pt x="66023" y="19362"/>
                  <a:pt x="65726" y="19142"/>
                </a:cubicBezTo>
                <a:lnTo>
                  <a:pt x="65726" y="19142"/>
                </a:lnTo>
                <a:cubicBezTo>
                  <a:pt x="65991" y="19647"/>
                  <a:pt x="65584" y="20299"/>
                  <a:pt x="65045" y="20487"/>
                </a:cubicBezTo>
                <a:cubicBezTo>
                  <a:pt x="64867" y="20549"/>
                  <a:pt x="64682" y="20575"/>
                  <a:pt x="64495" y="20575"/>
                </a:cubicBezTo>
                <a:cubicBezTo>
                  <a:pt x="64119" y="20575"/>
                  <a:pt x="63734" y="20470"/>
                  <a:pt x="63372" y="20346"/>
                </a:cubicBezTo>
                <a:cubicBezTo>
                  <a:pt x="61978" y="19870"/>
                  <a:pt x="60671" y="19142"/>
                  <a:pt x="59535" y="18206"/>
                </a:cubicBezTo>
                <a:cubicBezTo>
                  <a:pt x="59318" y="18860"/>
                  <a:pt x="59099" y="19510"/>
                  <a:pt x="58880" y="20164"/>
                </a:cubicBezTo>
                <a:cubicBezTo>
                  <a:pt x="58729" y="20181"/>
                  <a:pt x="58577" y="20190"/>
                  <a:pt x="58425" y="20190"/>
                </a:cubicBezTo>
                <a:cubicBezTo>
                  <a:pt x="57547" y="20190"/>
                  <a:pt x="56669" y="19904"/>
                  <a:pt x="55963" y="19379"/>
                </a:cubicBezTo>
                <a:cubicBezTo>
                  <a:pt x="55920" y="19899"/>
                  <a:pt x="55693" y="20404"/>
                  <a:pt x="55331" y="20780"/>
                </a:cubicBezTo>
                <a:cubicBezTo>
                  <a:pt x="54479" y="20496"/>
                  <a:pt x="53628" y="20215"/>
                  <a:pt x="52773" y="19931"/>
                </a:cubicBezTo>
                <a:cubicBezTo>
                  <a:pt x="52446" y="19823"/>
                  <a:pt x="52117" y="19714"/>
                  <a:pt x="51810" y="19565"/>
                </a:cubicBezTo>
                <a:cubicBezTo>
                  <a:pt x="49968" y="18682"/>
                  <a:pt x="49059" y="16564"/>
                  <a:pt x="48682" y="14556"/>
                </a:cubicBezTo>
                <a:cubicBezTo>
                  <a:pt x="48242" y="14777"/>
                  <a:pt x="47758" y="14881"/>
                  <a:pt x="47273" y="14881"/>
                </a:cubicBezTo>
                <a:cubicBezTo>
                  <a:pt x="46810" y="14881"/>
                  <a:pt x="46345" y="14786"/>
                  <a:pt x="45916" y="14607"/>
                </a:cubicBezTo>
                <a:cubicBezTo>
                  <a:pt x="45538" y="14451"/>
                  <a:pt x="45161" y="14251"/>
                  <a:pt x="44794" y="14251"/>
                </a:cubicBezTo>
                <a:cubicBezTo>
                  <a:pt x="44535" y="14251"/>
                  <a:pt x="44281" y="14350"/>
                  <a:pt x="44037" y="14634"/>
                </a:cubicBezTo>
                <a:cubicBezTo>
                  <a:pt x="43829" y="14871"/>
                  <a:pt x="43710" y="15198"/>
                  <a:pt x="43436" y="15349"/>
                </a:cubicBezTo>
                <a:cubicBezTo>
                  <a:pt x="43275" y="15437"/>
                  <a:pt x="43082" y="15452"/>
                  <a:pt x="42896" y="15452"/>
                </a:cubicBezTo>
                <a:cubicBezTo>
                  <a:pt x="42496" y="15452"/>
                  <a:pt x="42072" y="15390"/>
                  <a:pt x="41768" y="15131"/>
                </a:cubicBezTo>
                <a:cubicBezTo>
                  <a:pt x="41465" y="14871"/>
                  <a:pt x="41349" y="14362"/>
                  <a:pt x="41620" y="14068"/>
                </a:cubicBezTo>
                <a:cubicBezTo>
                  <a:pt x="42083" y="14027"/>
                  <a:pt x="42536" y="13871"/>
                  <a:pt x="42925" y="13614"/>
                </a:cubicBezTo>
                <a:cubicBezTo>
                  <a:pt x="42228" y="12401"/>
                  <a:pt x="40946" y="11540"/>
                  <a:pt x="39558" y="11352"/>
                </a:cubicBezTo>
                <a:cubicBezTo>
                  <a:pt x="39124" y="11293"/>
                  <a:pt x="38680" y="11295"/>
                  <a:pt x="38249" y="11211"/>
                </a:cubicBezTo>
                <a:cubicBezTo>
                  <a:pt x="37550" y="11078"/>
                  <a:pt x="36894" y="10710"/>
                  <a:pt x="36415" y="10179"/>
                </a:cubicBezTo>
                <a:cubicBezTo>
                  <a:pt x="35857" y="11485"/>
                  <a:pt x="35058" y="13667"/>
                  <a:pt x="33757" y="14358"/>
                </a:cubicBezTo>
                <a:cubicBezTo>
                  <a:pt x="32514" y="15016"/>
                  <a:pt x="30913" y="15151"/>
                  <a:pt x="29975" y="16304"/>
                </a:cubicBezTo>
                <a:cubicBezTo>
                  <a:pt x="29539" y="16836"/>
                  <a:pt x="29323" y="17549"/>
                  <a:pt x="28793" y="17989"/>
                </a:cubicBezTo>
                <a:cubicBezTo>
                  <a:pt x="28591" y="18157"/>
                  <a:pt x="28312" y="18239"/>
                  <a:pt x="28042" y="18239"/>
                </a:cubicBezTo>
                <a:cubicBezTo>
                  <a:pt x="27604" y="18239"/>
                  <a:pt x="27192" y="18021"/>
                  <a:pt x="27180" y="17596"/>
                </a:cubicBezTo>
                <a:cubicBezTo>
                  <a:pt x="27693" y="16918"/>
                  <a:pt x="28227" y="16165"/>
                  <a:pt x="28198" y="15317"/>
                </a:cubicBezTo>
                <a:cubicBezTo>
                  <a:pt x="28186" y="14981"/>
                  <a:pt x="28008" y="14491"/>
                  <a:pt x="27712" y="14296"/>
                </a:cubicBezTo>
                <a:cubicBezTo>
                  <a:pt x="27575" y="14205"/>
                  <a:pt x="27483" y="14182"/>
                  <a:pt x="27400" y="14182"/>
                </a:cubicBezTo>
                <a:cubicBezTo>
                  <a:pt x="27311" y="14182"/>
                  <a:pt x="27232" y="14208"/>
                  <a:pt x="27119" y="14208"/>
                </a:cubicBezTo>
                <a:cubicBezTo>
                  <a:pt x="27073" y="14208"/>
                  <a:pt x="27021" y="14204"/>
                  <a:pt x="26961" y="14192"/>
                </a:cubicBezTo>
                <a:cubicBezTo>
                  <a:pt x="26295" y="14061"/>
                  <a:pt x="25814" y="13593"/>
                  <a:pt x="25644" y="12920"/>
                </a:cubicBezTo>
                <a:cubicBezTo>
                  <a:pt x="25456" y="12174"/>
                  <a:pt x="25587" y="11375"/>
                  <a:pt x="25415" y="10625"/>
                </a:cubicBezTo>
                <a:cubicBezTo>
                  <a:pt x="25360" y="10387"/>
                  <a:pt x="25276" y="10156"/>
                  <a:pt x="25262" y="9911"/>
                </a:cubicBezTo>
                <a:cubicBezTo>
                  <a:pt x="25232" y="9334"/>
                  <a:pt x="25681" y="8770"/>
                  <a:pt x="26248" y="8668"/>
                </a:cubicBezTo>
                <a:cubicBezTo>
                  <a:pt x="25559" y="7995"/>
                  <a:pt x="25849" y="6629"/>
                  <a:pt x="26755" y="6296"/>
                </a:cubicBezTo>
                <a:cubicBezTo>
                  <a:pt x="27260" y="6110"/>
                  <a:pt x="27830" y="6223"/>
                  <a:pt x="28362" y="6139"/>
                </a:cubicBezTo>
                <a:cubicBezTo>
                  <a:pt x="28897" y="6059"/>
                  <a:pt x="29474" y="5611"/>
                  <a:pt x="29341" y="5088"/>
                </a:cubicBezTo>
                <a:cubicBezTo>
                  <a:pt x="29284" y="4867"/>
                  <a:pt x="29110" y="4667"/>
                  <a:pt x="29157" y="4444"/>
                </a:cubicBezTo>
                <a:cubicBezTo>
                  <a:pt x="29212" y="4182"/>
                  <a:pt x="29525" y="4086"/>
                  <a:pt x="29764" y="3968"/>
                </a:cubicBezTo>
                <a:cubicBezTo>
                  <a:pt x="30005" y="3851"/>
                  <a:pt x="30222" y="3518"/>
                  <a:pt x="30018" y="3346"/>
                </a:cubicBezTo>
                <a:cubicBezTo>
                  <a:pt x="29069" y="3342"/>
                  <a:pt x="28120" y="3135"/>
                  <a:pt x="27254" y="2741"/>
                </a:cubicBezTo>
                <a:cubicBezTo>
                  <a:pt x="27215" y="2622"/>
                  <a:pt x="27196" y="2497"/>
                  <a:pt x="27194" y="2373"/>
                </a:cubicBezTo>
                <a:cubicBezTo>
                  <a:pt x="27178" y="1835"/>
                  <a:pt x="27470" y="1293"/>
                  <a:pt x="27849" y="890"/>
                </a:cubicBezTo>
                <a:cubicBezTo>
                  <a:pt x="28159" y="559"/>
                  <a:pt x="28527" y="287"/>
                  <a:pt x="2888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2"/>
          <p:cNvSpPr/>
          <p:nvPr/>
        </p:nvSpPr>
        <p:spPr>
          <a:xfrm flipH="1">
            <a:off x="8499600" y="4030375"/>
            <a:ext cx="625275" cy="286175"/>
          </a:xfrm>
          <a:custGeom>
            <a:rect b="b" l="l" r="r" t="t"/>
            <a:pathLst>
              <a:path extrusionOk="0" h="11447" w="25011">
                <a:moveTo>
                  <a:pt x="24384" y="0"/>
                </a:moveTo>
                <a:lnTo>
                  <a:pt x="24384" y="0"/>
                </a:lnTo>
                <a:cubicBezTo>
                  <a:pt x="24063" y="165"/>
                  <a:pt x="23744" y="333"/>
                  <a:pt x="23429" y="509"/>
                </a:cubicBezTo>
                <a:cubicBezTo>
                  <a:pt x="22377" y="1098"/>
                  <a:pt x="21350" y="1762"/>
                  <a:pt x="20195" y="2108"/>
                </a:cubicBezTo>
                <a:cubicBezTo>
                  <a:pt x="19057" y="2454"/>
                  <a:pt x="17855" y="2477"/>
                  <a:pt x="16661" y="2477"/>
                </a:cubicBezTo>
                <a:cubicBezTo>
                  <a:pt x="16476" y="2477"/>
                  <a:pt x="16291" y="2476"/>
                  <a:pt x="16107" y="2476"/>
                </a:cubicBezTo>
                <a:cubicBezTo>
                  <a:pt x="16072" y="2476"/>
                  <a:pt x="16036" y="2476"/>
                  <a:pt x="16000" y="2476"/>
                </a:cubicBezTo>
                <a:cubicBezTo>
                  <a:pt x="12512" y="2486"/>
                  <a:pt x="9022" y="2817"/>
                  <a:pt x="5589" y="3455"/>
                </a:cubicBezTo>
                <a:cubicBezTo>
                  <a:pt x="5755" y="3954"/>
                  <a:pt x="6184" y="4477"/>
                  <a:pt x="6104" y="4999"/>
                </a:cubicBezTo>
                <a:cubicBezTo>
                  <a:pt x="6010" y="5600"/>
                  <a:pt x="5289" y="5882"/>
                  <a:pt x="4679" y="5882"/>
                </a:cubicBezTo>
                <a:cubicBezTo>
                  <a:pt x="4677" y="5882"/>
                  <a:pt x="4675" y="5882"/>
                  <a:pt x="4673" y="5882"/>
                </a:cubicBezTo>
                <a:cubicBezTo>
                  <a:pt x="4626" y="5882"/>
                  <a:pt x="4577" y="5881"/>
                  <a:pt x="4529" y="5881"/>
                </a:cubicBezTo>
                <a:cubicBezTo>
                  <a:pt x="4377" y="5881"/>
                  <a:pt x="4225" y="5890"/>
                  <a:pt x="4096" y="5964"/>
                </a:cubicBezTo>
                <a:cubicBezTo>
                  <a:pt x="3961" y="6041"/>
                  <a:pt x="3871" y="6176"/>
                  <a:pt x="3737" y="6256"/>
                </a:cubicBezTo>
                <a:cubicBezTo>
                  <a:pt x="3643" y="6312"/>
                  <a:pt x="3543" y="6335"/>
                  <a:pt x="3439" y="6335"/>
                </a:cubicBezTo>
                <a:cubicBezTo>
                  <a:pt x="3179" y="6335"/>
                  <a:pt x="2900" y="6192"/>
                  <a:pt x="2651" y="6076"/>
                </a:cubicBezTo>
                <a:cubicBezTo>
                  <a:pt x="2489" y="5999"/>
                  <a:pt x="2290" y="5945"/>
                  <a:pt x="2107" y="5945"/>
                </a:cubicBezTo>
                <a:cubicBezTo>
                  <a:pt x="1900" y="5945"/>
                  <a:pt x="1713" y="6014"/>
                  <a:pt x="1623" y="6197"/>
                </a:cubicBezTo>
                <a:cubicBezTo>
                  <a:pt x="1421" y="5795"/>
                  <a:pt x="1065" y="5333"/>
                  <a:pt x="662" y="5333"/>
                </a:cubicBezTo>
                <a:cubicBezTo>
                  <a:pt x="594" y="5333"/>
                  <a:pt x="525" y="5346"/>
                  <a:pt x="455" y="5375"/>
                </a:cubicBezTo>
                <a:cubicBezTo>
                  <a:pt x="155" y="5500"/>
                  <a:pt x="36" y="5861"/>
                  <a:pt x="18" y="6184"/>
                </a:cubicBezTo>
                <a:cubicBezTo>
                  <a:pt x="1" y="6536"/>
                  <a:pt x="77" y="6918"/>
                  <a:pt x="337" y="7156"/>
                </a:cubicBezTo>
                <a:cubicBezTo>
                  <a:pt x="465" y="7275"/>
                  <a:pt x="644" y="7339"/>
                  <a:pt x="817" y="7339"/>
                </a:cubicBezTo>
                <a:cubicBezTo>
                  <a:pt x="996" y="7339"/>
                  <a:pt x="1169" y="7270"/>
                  <a:pt x="1269" y="7123"/>
                </a:cubicBezTo>
                <a:cubicBezTo>
                  <a:pt x="1375" y="7654"/>
                  <a:pt x="1796" y="8078"/>
                  <a:pt x="2285" y="8313"/>
                </a:cubicBezTo>
                <a:cubicBezTo>
                  <a:pt x="2770" y="8548"/>
                  <a:pt x="3322" y="8615"/>
                  <a:pt x="3863" y="8652"/>
                </a:cubicBezTo>
                <a:cubicBezTo>
                  <a:pt x="3977" y="8659"/>
                  <a:pt x="4094" y="8665"/>
                  <a:pt x="4211" y="8665"/>
                </a:cubicBezTo>
                <a:cubicBezTo>
                  <a:pt x="4512" y="8665"/>
                  <a:pt x="4812" y="8626"/>
                  <a:pt x="5070" y="8480"/>
                </a:cubicBezTo>
                <a:cubicBezTo>
                  <a:pt x="5622" y="8170"/>
                  <a:pt x="5842" y="7452"/>
                  <a:pt x="6388" y="7133"/>
                </a:cubicBezTo>
                <a:cubicBezTo>
                  <a:pt x="6610" y="7002"/>
                  <a:pt x="6850" y="6952"/>
                  <a:pt x="7098" y="6952"/>
                </a:cubicBezTo>
                <a:cubicBezTo>
                  <a:pt x="7646" y="6952"/>
                  <a:pt x="8239" y="7192"/>
                  <a:pt x="8795" y="7319"/>
                </a:cubicBezTo>
                <a:cubicBezTo>
                  <a:pt x="9334" y="7440"/>
                  <a:pt x="9889" y="7450"/>
                  <a:pt x="10439" y="7460"/>
                </a:cubicBezTo>
                <a:cubicBezTo>
                  <a:pt x="10462" y="7460"/>
                  <a:pt x="10485" y="7460"/>
                  <a:pt x="10508" y="7460"/>
                </a:cubicBezTo>
                <a:cubicBezTo>
                  <a:pt x="10644" y="7460"/>
                  <a:pt x="10783" y="7452"/>
                  <a:pt x="10903" y="7391"/>
                </a:cubicBezTo>
                <a:cubicBezTo>
                  <a:pt x="11029" y="7325"/>
                  <a:pt x="11119" y="7211"/>
                  <a:pt x="11236" y="7129"/>
                </a:cubicBezTo>
                <a:cubicBezTo>
                  <a:pt x="11379" y="7035"/>
                  <a:pt x="11549" y="6998"/>
                  <a:pt x="11720" y="6978"/>
                </a:cubicBezTo>
                <a:cubicBezTo>
                  <a:pt x="11821" y="6966"/>
                  <a:pt x="11923" y="6960"/>
                  <a:pt x="12024" y="6960"/>
                </a:cubicBezTo>
                <a:cubicBezTo>
                  <a:pt x="13409" y="6960"/>
                  <a:pt x="14744" y="8050"/>
                  <a:pt x="14963" y="9429"/>
                </a:cubicBezTo>
                <a:cubicBezTo>
                  <a:pt x="14988" y="9589"/>
                  <a:pt x="15010" y="9766"/>
                  <a:pt x="15131" y="9865"/>
                </a:cubicBezTo>
                <a:cubicBezTo>
                  <a:pt x="15347" y="10044"/>
                  <a:pt x="15763" y="9895"/>
                  <a:pt x="15901" y="10139"/>
                </a:cubicBezTo>
                <a:cubicBezTo>
                  <a:pt x="15967" y="10259"/>
                  <a:pt x="15920" y="10406"/>
                  <a:pt x="15924" y="10543"/>
                </a:cubicBezTo>
                <a:cubicBezTo>
                  <a:pt x="15940" y="11030"/>
                  <a:pt x="16539" y="11238"/>
                  <a:pt x="17018" y="11316"/>
                </a:cubicBezTo>
                <a:cubicBezTo>
                  <a:pt x="17408" y="11382"/>
                  <a:pt x="17809" y="11446"/>
                  <a:pt x="18203" y="11446"/>
                </a:cubicBezTo>
                <a:cubicBezTo>
                  <a:pt x="18487" y="11446"/>
                  <a:pt x="18767" y="11413"/>
                  <a:pt x="19036" y="11322"/>
                </a:cubicBezTo>
                <a:cubicBezTo>
                  <a:pt x="19122" y="11292"/>
                  <a:pt x="19210" y="11255"/>
                  <a:pt x="19261" y="11179"/>
                </a:cubicBezTo>
                <a:cubicBezTo>
                  <a:pt x="19394" y="10989"/>
                  <a:pt x="19199" y="10746"/>
                  <a:pt x="19142" y="10519"/>
                </a:cubicBezTo>
                <a:cubicBezTo>
                  <a:pt x="18983" y="9869"/>
                  <a:pt x="19989" y="9495"/>
                  <a:pt x="20089" y="8836"/>
                </a:cubicBezTo>
                <a:cubicBezTo>
                  <a:pt x="20136" y="8529"/>
                  <a:pt x="19972" y="8227"/>
                  <a:pt x="19952" y="7920"/>
                </a:cubicBezTo>
                <a:cubicBezTo>
                  <a:pt x="19888" y="6927"/>
                  <a:pt x="21234" y="6295"/>
                  <a:pt x="21225" y="5301"/>
                </a:cubicBezTo>
                <a:cubicBezTo>
                  <a:pt x="22379" y="5217"/>
                  <a:pt x="23532" y="5131"/>
                  <a:pt x="24687" y="5042"/>
                </a:cubicBezTo>
                <a:cubicBezTo>
                  <a:pt x="24785" y="5035"/>
                  <a:pt x="24895" y="5023"/>
                  <a:pt x="24955" y="4945"/>
                </a:cubicBezTo>
                <a:cubicBezTo>
                  <a:pt x="25006" y="4882"/>
                  <a:pt x="25010" y="4790"/>
                  <a:pt x="25006" y="4708"/>
                </a:cubicBezTo>
                <a:cubicBezTo>
                  <a:pt x="24992" y="4297"/>
                  <a:pt x="24922" y="3886"/>
                  <a:pt x="24799" y="3492"/>
                </a:cubicBezTo>
                <a:cubicBezTo>
                  <a:pt x="24286" y="3802"/>
                  <a:pt x="23687" y="3959"/>
                  <a:pt x="23088" y="3959"/>
                </a:cubicBezTo>
                <a:cubicBezTo>
                  <a:pt x="22664" y="3959"/>
                  <a:pt x="22241" y="3880"/>
                  <a:pt x="21849" y="3721"/>
                </a:cubicBezTo>
                <a:cubicBezTo>
                  <a:pt x="21686" y="3633"/>
                  <a:pt x="21706" y="3377"/>
                  <a:pt x="21835" y="3249"/>
                </a:cubicBezTo>
                <a:cubicBezTo>
                  <a:pt x="21968" y="3122"/>
                  <a:pt x="22162" y="3091"/>
                  <a:pt x="22342" y="3064"/>
                </a:cubicBezTo>
                <a:cubicBezTo>
                  <a:pt x="22792" y="2997"/>
                  <a:pt x="23241" y="2930"/>
                  <a:pt x="23691" y="2866"/>
                </a:cubicBezTo>
                <a:cubicBezTo>
                  <a:pt x="23675" y="2719"/>
                  <a:pt x="23663" y="2572"/>
                  <a:pt x="23650" y="2425"/>
                </a:cubicBezTo>
                <a:cubicBezTo>
                  <a:pt x="23621" y="2439"/>
                  <a:pt x="23592" y="2446"/>
                  <a:pt x="23562" y="2446"/>
                </a:cubicBezTo>
                <a:cubicBezTo>
                  <a:pt x="23434" y="2446"/>
                  <a:pt x="23307" y="2328"/>
                  <a:pt x="23282" y="2194"/>
                </a:cubicBezTo>
                <a:cubicBezTo>
                  <a:pt x="23250" y="2030"/>
                  <a:pt x="23321" y="1868"/>
                  <a:pt x="23395" y="1715"/>
                </a:cubicBezTo>
                <a:cubicBezTo>
                  <a:pt x="23689" y="1116"/>
                  <a:pt x="24026" y="552"/>
                  <a:pt x="243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2"/>
          <p:cNvSpPr/>
          <p:nvPr/>
        </p:nvSpPr>
        <p:spPr>
          <a:xfrm flipH="1">
            <a:off x="7416350" y="4448125"/>
            <a:ext cx="1727650" cy="154650"/>
          </a:xfrm>
          <a:custGeom>
            <a:rect b="b" l="l" r="r" t="t"/>
            <a:pathLst>
              <a:path extrusionOk="0" h="6186" w="69106">
                <a:moveTo>
                  <a:pt x="9862" y="0"/>
                </a:moveTo>
                <a:cubicBezTo>
                  <a:pt x="9744" y="337"/>
                  <a:pt x="9306" y="398"/>
                  <a:pt x="8952" y="400"/>
                </a:cubicBezTo>
                <a:cubicBezTo>
                  <a:pt x="8714" y="401"/>
                  <a:pt x="8477" y="402"/>
                  <a:pt x="8240" y="402"/>
                </a:cubicBezTo>
                <a:cubicBezTo>
                  <a:pt x="7159" y="402"/>
                  <a:pt x="6078" y="384"/>
                  <a:pt x="4998" y="349"/>
                </a:cubicBezTo>
                <a:cubicBezTo>
                  <a:pt x="4009" y="313"/>
                  <a:pt x="3023" y="265"/>
                  <a:pt x="2036" y="216"/>
                </a:cubicBezTo>
                <a:cubicBezTo>
                  <a:pt x="1860" y="206"/>
                  <a:pt x="1686" y="200"/>
                  <a:pt x="1510" y="190"/>
                </a:cubicBezTo>
                <a:cubicBezTo>
                  <a:pt x="1282" y="178"/>
                  <a:pt x="1052" y="167"/>
                  <a:pt x="823" y="167"/>
                </a:cubicBezTo>
                <a:cubicBezTo>
                  <a:pt x="554" y="167"/>
                  <a:pt x="286" y="183"/>
                  <a:pt x="22" y="231"/>
                </a:cubicBezTo>
                <a:cubicBezTo>
                  <a:pt x="16" y="233"/>
                  <a:pt x="8" y="233"/>
                  <a:pt x="0" y="235"/>
                </a:cubicBezTo>
                <a:lnTo>
                  <a:pt x="0" y="6186"/>
                </a:lnTo>
                <a:cubicBezTo>
                  <a:pt x="2933" y="6121"/>
                  <a:pt x="5861" y="6056"/>
                  <a:pt x="8791" y="5990"/>
                </a:cubicBezTo>
                <a:cubicBezTo>
                  <a:pt x="13544" y="5880"/>
                  <a:pt x="18288" y="5775"/>
                  <a:pt x="23029" y="5669"/>
                </a:cubicBezTo>
                <a:cubicBezTo>
                  <a:pt x="38386" y="5326"/>
                  <a:pt x="53748" y="4988"/>
                  <a:pt x="69105" y="4645"/>
                </a:cubicBezTo>
                <a:cubicBezTo>
                  <a:pt x="64711" y="4391"/>
                  <a:pt x="60317" y="4146"/>
                  <a:pt x="55922" y="3913"/>
                </a:cubicBezTo>
                <a:cubicBezTo>
                  <a:pt x="54775" y="3852"/>
                  <a:pt x="53628" y="3794"/>
                  <a:pt x="52479" y="3733"/>
                </a:cubicBezTo>
                <a:cubicBezTo>
                  <a:pt x="49295" y="3565"/>
                  <a:pt x="46006" y="3173"/>
                  <a:pt x="42820" y="3009"/>
                </a:cubicBezTo>
                <a:cubicBezTo>
                  <a:pt x="42811" y="2824"/>
                  <a:pt x="42634" y="2748"/>
                  <a:pt x="42438" y="2748"/>
                </a:cubicBezTo>
                <a:cubicBezTo>
                  <a:pt x="42326" y="2748"/>
                  <a:pt x="42209" y="2773"/>
                  <a:pt x="42113" y="2817"/>
                </a:cubicBezTo>
                <a:cubicBezTo>
                  <a:pt x="41940" y="2895"/>
                  <a:pt x="41736" y="2992"/>
                  <a:pt x="41556" y="2992"/>
                </a:cubicBezTo>
                <a:cubicBezTo>
                  <a:pt x="41462" y="2992"/>
                  <a:pt x="41375" y="2965"/>
                  <a:pt x="41303" y="2895"/>
                </a:cubicBezTo>
                <a:cubicBezTo>
                  <a:pt x="41221" y="2815"/>
                  <a:pt x="41182" y="2688"/>
                  <a:pt x="41078" y="2635"/>
                </a:cubicBezTo>
                <a:cubicBezTo>
                  <a:pt x="41045" y="2618"/>
                  <a:pt x="41013" y="2611"/>
                  <a:pt x="40982" y="2611"/>
                </a:cubicBezTo>
                <a:cubicBezTo>
                  <a:pt x="40805" y="2611"/>
                  <a:pt x="40631" y="2829"/>
                  <a:pt x="40436" y="2876"/>
                </a:cubicBezTo>
                <a:cubicBezTo>
                  <a:pt x="40408" y="2882"/>
                  <a:pt x="40381" y="2885"/>
                  <a:pt x="40354" y="2885"/>
                </a:cubicBezTo>
                <a:cubicBezTo>
                  <a:pt x="40090" y="2885"/>
                  <a:pt x="39854" y="2607"/>
                  <a:pt x="39582" y="2607"/>
                </a:cubicBezTo>
                <a:cubicBezTo>
                  <a:pt x="39576" y="2607"/>
                  <a:pt x="39571" y="2607"/>
                  <a:pt x="39565" y="2608"/>
                </a:cubicBezTo>
                <a:cubicBezTo>
                  <a:pt x="39314" y="2617"/>
                  <a:pt x="39108" y="2863"/>
                  <a:pt x="38865" y="2863"/>
                </a:cubicBezTo>
                <a:cubicBezTo>
                  <a:pt x="38846" y="2863"/>
                  <a:pt x="38827" y="2861"/>
                  <a:pt x="38807" y="2858"/>
                </a:cubicBezTo>
                <a:cubicBezTo>
                  <a:pt x="38586" y="2823"/>
                  <a:pt x="38465" y="2574"/>
                  <a:pt x="38267" y="2470"/>
                </a:cubicBezTo>
                <a:cubicBezTo>
                  <a:pt x="38187" y="2428"/>
                  <a:pt x="38105" y="2411"/>
                  <a:pt x="38021" y="2411"/>
                </a:cubicBezTo>
                <a:cubicBezTo>
                  <a:pt x="37713" y="2411"/>
                  <a:pt x="37379" y="2638"/>
                  <a:pt x="37046" y="2658"/>
                </a:cubicBezTo>
                <a:cubicBezTo>
                  <a:pt x="37030" y="2659"/>
                  <a:pt x="37014" y="2660"/>
                  <a:pt x="36999" y="2660"/>
                </a:cubicBezTo>
                <a:cubicBezTo>
                  <a:pt x="36687" y="2660"/>
                  <a:pt x="36375" y="2487"/>
                  <a:pt x="36073" y="2487"/>
                </a:cubicBezTo>
                <a:cubicBezTo>
                  <a:pt x="36001" y="2487"/>
                  <a:pt x="35930" y="2497"/>
                  <a:pt x="35859" y="2521"/>
                </a:cubicBezTo>
                <a:cubicBezTo>
                  <a:pt x="35760" y="2555"/>
                  <a:pt x="35672" y="2617"/>
                  <a:pt x="35572" y="2649"/>
                </a:cubicBezTo>
                <a:cubicBezTo>
                  <a:pt x="35498" y="2673"/>
                  <a:pt x="35423" y="2682"/>
                  <a:pt x="35346" y="2682"/>
                </a:cubicBezTo>
                <a:cubicBezTo>
                  <a:pt x="35243" y="2682"/>
                  <a:pt x="35138" y="2665"/>
                  <a:pt x="35035" y="2649"/>
                </a:cubicBezTo>
                <a:lnTo>
                  <a:pt x="33090" y="2332"/>
                </a:lnTo>
                <a:cubicBezTo>
                  <a:pt x="33026" y="2322"/>
                  <a:pt x="32960" y="2312"/>
                  <a:pt x="32895" y="2312"/>
                </a:cubicBezTo>
                <a:cubicBezTo>
                  <a:pt x="32819" y="2312"/>
                  <a:pt x="32747" y="2325"/>
                  <a:pt x="32685" y="2365"/>
                </a:cubicBezTo>
                <a:cubicBezTo>
                  <a:pt x="32219" y="2062"/>
                  <a:pt x="31664" y="1906"/>
                  <a:pt x="31110" y="1906"/>
                </a:cubicBezTo>
                <a:cubicBezTo>
                  <a:pt x="30765" y="1906"/>
                  <a:pt x="30420" y="1967"/>
                  <a:pt x="30097" y="2091"/>
                </a:cubicBezTo>
                <a:cubicBezTo>
                  <a:pt x="30003" y="2128"/>
                  <a:pt x="29905" y="2170"/>
                  <a:pt x="29806" y="2170"/>
                </a:cubicBezTo>
                <a:cubicBezTo>
                  <a:pt x="29781" y="2170"/>
                  <a:pt x="29756" y="2167"/>
                  <a:pt x="29731" y="2161"/>
                </a:cubicBezTo>
                <a:cubicBezTo>
                  <a:pt x="29645" y="2140"/>
                  <a:pt x="29576" y="2083"/>
                  <a:pt x="29504" y="2032"/>
                </a:cubicBezTo>
                <a:cubicBezTo>
                  <a:pt x="29107" y="1754"/>
                  <a:pt x="28596" y="1723"/>
                  <a:pt x="28110" y="1701"/>
                </a:cubicBezTo>
                <a:cubicBezTo>
                  <a:pt x="27596" y="1676"/>
                  <a:pt x="27081" y="1652"/>
                  <a:pt x="26566" y="1652"/>
                </a:cubicBezTo>
                <a:cubicBezTo>
                  <a:pt x="26169" y="1652"/>
                  <a:pt x="25773" y="1666"/>
                  <a:pt x="25378" y="1705"/>
                </a:cubicBezTo>
                <a:cubicBezTo>
                  <a:pt x="25234" y="1720"/>
                  <a:pt x="25085" y="1737"/>
                  <a:pt x="24939" y="1737"/>
                </a:cubicBezTo>
                <a:cubicBezTo>
                  <a:pt x="24756" y="1737"/>
                  <a:pt x="24577" y="1710"/>
                  <a:pt x="24421" y="1621"/>
                </a:cubicBezTo>
                <a:cubicBezTo>
                  <a:pt x="24323" y="1564"/>
                  <a:pt x="24239" y="1486"/>
                  <a:pt x="24131" y="1457"/>
                </a:cubicBezTo>
                <a:cubicBezTo>
                  <a:pt x="24093" y="1446"/>
                  <a:pt x="24056" y="1441"/>
                  <a:pt x="24017" y="1441"/>
                </a:cubicBezTo>
                <a:cubicBezTo>
                  <a:pt x="23867" y="1441"/>
                  <a:pt x="23713" y="1509"/>
                  <a:pt x="23559" y="1509"/>
                </a:cubicBezTo>
                <a:cubicBezTo>
                  <a:pt x="23548" y="1509"/>
                  <a:pt x="23537" y="1508"/>
                  <a:pt x="23526" y="1507"/>
                </a:cubicBezTo>
                <a:cubicBezTo>
                  <a:pt x="23198" y="1487"/>
                  <a:pt x="22919" y="1135"/>
                  <a:pt x="22616" y="1135"/>
                </a:cubicBezTo>
                <a:cubicBezTo>
                  <a:pt x="22574" y="1135"/>
                  <a:pt x="22532" y="1142"/>
                  <a:pt x="22489" y="1157"/>
                </a:cubicBezTo>
                <a:cubicBezTo>
                  <a:pt x="22354" y="1206"/>
                  <a:pt x="22258" y="1331"/>
                  <a:pt x="22119" y="1368"/>
                </a:cubicBezTo>
                <a:cubicBezTo>
                  <a:pt x="22089" y="1376"/>
                  <a:pt x="22060" y="1379"/>
                  <a:pt x="22030" y="1379"/>
                </a:cubicBezTo>
                <a:cubicBezTo>
                  <a:pt x="21936" y="1379"/>
                  <a:pt x="21841" y="1348"/>
                  <a:pt x="21749" y="1320"/>
                </a:cubicBezTo>
                <a:cubicBezTo>
                  <a:pt x="21509" y="1242"/>
                  <a:pt x="21255" y="1228"/>
                  <a:pt x="20999" y="1228"/>
                </a:cubicBezTo>
                <a:cubicBezTo>
                  <a:pt x="20858" y="1228"/>
                  <a:pt x="20717" y="1233"/>
                  <a:pt x="20576" y="1233"/>
                </a:cubicBezTo>
                <a:cubicBezTo>
                  <a:pt x="20415" y="1233"/>
                  <a:pt x="20255" y="1227"/>
                  <a:pt x="20099" y="1204"/>
                </a:cubicBezTo>
                <a:cubicBezTo>
                  <a:pt x="19474" y="1114"/>
                  <a:pt x="18852" y="1020"/>
                  <a:pt x="18229" y="930"/>
                </a:cubicBezTo>
                <a:cubicBezTo>
                  <a:pt x="17690" y="851"/>
                  <a:pt x="17149" y="773"/>
                  <a:pt x="16605" y="773"/>
                </a:cubicBezTo>
                <a:cubicBezTo>
                  <a:pt x="16599" y="773"/>
                  <a:pt x="16592" y="773"/>
                  <a:pt x="16585" y="773"/>
                </a:cubicBezTo>
                <a:cubicBezTo>
                  <a:pt x="16505" y="774"/>
                  <a:pt x="16423" y="776"/>
                  <a:pt x="16341" y="776"/>
                </a:cubicBezTo>
                <a:cubicBezTo>
                  <a:pt x="16101" y="776"/>
                  <a:pt x="15863" y="759"/>
                  <a:pt x="15661" y="634"/>
                </a:cubicBezTo>
                <a:cubicBezTo>
                  <a:pt x="15577" y="719"/>
                  <a:pt x="15491" y="803"/>
                  <a:pt x="15403" y="887"/>
                </a:cubicBezTo>
                <a:cubicBezTo>
                  <a:pt x="14904" y="797"/>
                  <a:pt x="14405" y="709"/>
                  <a:pt x="13906" y="617"/>
                </a:cubicBezTo>
                <a:cubicBezTo>
                  <a:pt x="13753" y="591"/>
                  <a:pt x="13600" y="564"/>
                  <a:pt x="13446" y="554"/>
                </a:cubicBezTo>
                <a:cubicBezTo>
                  <a:pt x="13393" y="551"/>
                  <a:pt x="13340" y="549"/>
                  <a:pt x="13287" y="549"/>
                </a:cubicBezTo>
                <a:cubicBezTo>
                  <a:pt x="13088" y="549"/>
                  <a:pt x="12887" y="569"/>
                  <a:pt x="12689" y="569"/>
                </a:cubicBezTo>
                <a:cubicBezTo>
                  <a:pt x="12607" y="569"/>
                  <a:pt x="12526" y="565"/>
                  <a:pt x="12445" y="556"/>
                </a:cubicBezTo>
                <a:cubicBezTo>
                  <a:pt x="12008" y="508"/>
                  <a:pt x="11589" y="290"/>
                  <a:pt x="11156" y="290"/>
                </a:cubicBezTo>
                <a:cubicBezTo>
                  <a:pt x="11111" y="290"/>
                  <a:pt x="11066" y="293"/>
                  <a:pt x="11020" y="298"/>
                </a:cubicBezTo>
                <a:cubicBezTo>
                  <a:pt x="10870" y="313"/>
                  <a:pt x="10723" y="360"/>
                  <a:pt x="10570" y="366"/>
                </a:cubicBezTo>
                <a:cubicBezTo>
                  <a:pt x="10561" y="367"/>
                  <a:pt x="10552" y="367"/>
                  <a:pt x="10544" y="367"/>
                </a:cubicBezTo>
                <a:cubicBezTo>
                  <a:pt x="10276" y="367"/>
                  <a:pt x="10009" y="226"/>
                  <a:pt x="9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903" name="Shape 903"/>
        <p:cNvGrpSpPr/>
        <p:nvPr/>
      </p:nvGrpSpPr>
      <p:grpSpPr>
        <a:xfrm>
          <a:off x="0" y="0"/>
          <a:ext cx="0" cy="0"/>
          <a:chOff x="0" y="0"/>
          <a:chExt cx="0" cy="0"/>
        </a:xfrm>
      </p:grpSpPr>
      <p:grpSp>
        <p:nvGrpSpPr>
          <p:cNvPr id="904" name="Google Shape;904;p3"/>
          <p:cNvGrpSpPr/>
          <p:nvPr/>
        </p:nvGrpSpPr>
        <p:grpSpPr>
          <a:xfrm>
            <a:off x="7227397" y="2271842"/>
            <a:ext cx="1651884" cy="1970411"/>
            <a:chOff x="3062787" y="1406808"/>
            <a:chExt cx="1341142" cy="1599749"/>
          </a:xfrm>
        </p:grpSpPr>
        <p:sp>
          <p:nvSpPr>
            <p:cNvPr id="905" name="Google Shape;905;p3"/>
            <p:cNvSpPr/>
            <p:nvPr/>
          </p:nvSpPr>
          <p:spPr>
            <a:xfrm>
              <a:off x="3421417" y="2007851"/>
              <a:ext cx="694564" cy="333291"/>
            </a:xfrm>
            <a:custGeom>
              <a:rect b="b" l="l" r="r" t="t"/>
              <a:pathLst>
                <a:path extrusionOk="0" h="13995" w="29165">
                  <a:moveTo>
                    <a:pt x="15114" y="0"/>
                  </a:moveTo>
                  <a:cubicBezTo>
                    <a:pt x="10695" y="0"/>
                    <a:pt x="6255" y="461"/>
                    <a:pt x="2931" y="3361"/>
                  </a:cubicBezTo>
                  <a:cubicBezTo>
                    <a:pt x="1932" y="4232"/>
                    <a:pt x="965" y="5211"/>
                    <a:pt x="482" y="6446"/>
                  </a:cubicBezTo>
                  <a:cubicBezTo>
                    <a:pt x="1" y="7682"/>
                    <a:pt x="114" y="9233"/>
                    <a:pt x="1070" y="10154"/>
                  </a:cubicBezTo>
                  <a:cubicBezTo>
                    <a:pt x="1670" y="10730"/>
                    <a:pt x="2509" y="10977"/>
                    <a:pt x="3350" y="10977"/>
                  </a:cubicBezTo>
                  <a:cubicBezTo>
                    <a:pt x="3625" y="10977"/>
                    <a:pt x="3900" y="10951"/>
                    <a:pt x="4167" y="10901"/>
                  </a:cubicBezTo>
                  <a:cubicBezTo>
                    <a:pt x="5253" y="10698"/>
                    <a:pt x="6240" y="10157"/>
                    <a:pt x="7208" y="9627"/>
                  </a:cubicBezTo>
                  <a:cubicBezTo>
                    <a:pt x="7360" y="11413"/>
                    <a:pt x="8687" y="13212"/>
                    <a:pt x="10459" y="13477"/>
                  </a:cubicBezTo>
                  <a:cubicBezTo>
                    <a:pt x="10639" y="13504"/>
                    <a:pt x="10820" y="13518"/>
                    <a:pt x="11001" y="13518"/>
                  </a:cubicBezTo>
                  <a:cubicBezTo>
                    <a:pt x="12602" y="13518"/>
                    <a:pt x="14186" y="12492"/>
                    <a:pt x="14784" y="10996"/>
                  </a:cubicBezTo>
                  <a:cubicBezTo>
                    <a:pt x="14914" y="12171"/>
                    <a:pt x="15588" y="13220"/>
                    <a:pt x="16669" y="13704"/>
                  </a:cubicBezTo>
                  <a:cubicBezTo>
                    <a:pt x="17102" y="13899"/>
                    <a:pt x="17576" y="13994"/>
                    <a:pt x="18050" y="13994"/>
                  </a:cubicBezTo>
                  <a:cubicBezTo>
                    <a:pt x="18757" y="13994"/>
                    <a:pt x="19465" y="13783"/>
                    <a:pt x="20041" y="13374"/>
                  </a:cubicBezTo>
                  <a:cubicBezTo>
                    <a:pt x="21006" y="12690"/>
                    <a:pt x="21567" y="11478"/>
                    <a:pt x="21468" y="10301"/>
                  </a:cubicBezTo>
                  <a:lnTo>
                    <a:pt x="21468" y="10301"/>
                  </a:lnTo>
                  <a:cubicBezTo>
                    <a:pt x="22180" y="11512"/>
                    <a:pt x="23510" y="12280"/>
                    <a:pt x="24897" y="12280"/>
                  </a:cubicBezTo>
                  <a:cubicBezTo>
                    <a:pt x="25053" y="12280"/>
                    <a:pt x="25209" y="12270"/>
                    <a:pt x="25365" y="12251"/>
                  </a:cubicBezTo>
                  <a:cubicBezTo>
                    <a:pt x="26915" y="12053"/>
                    <a:pt x="28297" y="10873"/>
                    <a:pt x="28730" y="9371"/>
                  </a:cubicBezTo>
                  <a:cubicBezTo>
                    <a:pt x="29164" y="7870"/>
                    <a:pt x="28623" y="6134"/>
                    <a:pt x="27415" y="5144"/>
                  </a:cubicBezTo>
                  <a:cubicBezTo>
                    <a:pt x="23886" y="2246"/>
                    <a:pt x="20142" y="28"/>
                    <a:pt x="15577" y="2"/>
                  </a:cubicBezTo>
                  <a:cubicBezTo>
                    <a:pt x="15423" y="1"/>
                    <a:pt x="15268" y="0"/>
                    <a:pt x="151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
            <p:cNvSpPr/>
            <p:nvPr/>
          </p:nvSpPr>
          <p:spPr>
            <a:xfrm>
              <a:off x="3421417" y="2007851"/>
              <a:ext cx="694564" cy="333291"/>
            </a:xfrm>
            <a:custGeom>
              <a:rect b="b" l="l" r="r" t="t"/>
              <a:pathLst>
                <a:path extrusionOk="0" h="13995" w="29165">
                  <a:moveTo>
                    <a:pt x="15114" y="0"/>
                  </a:moveTo>
                  <a:cubicBezTo>
                    <a:pt x="10695" y="0"/>
                    <a:pt x="6255" y="461"/>
                    <a:pt x="2931" y="3361"/>
                  </a:cubicBezTo>
                  <a:cubicBezTo>
                    <a:pt x="1932" y="4232"/>
                    <a:pt x="965" y="5211"/>
                    <a:pt x="482" y="6446"/>
                  </a:cubicBezTo>
                  <a:cubicBezTo>
                    <a:pt x="1" y="7682"/>
                    <a:pt x="114" y="9233"/>
                    <a:pt x="1070" y="10154"/>
                  </a:cubicBezTo>
                  <a:cubicBezTo>
                    <a:pt x="1670" y="10730"/>
                    <a:pt x="2509" y="10977"/>
                    <a:pt x="3350" y="10977"/>
                  </a:cubicBezTo>
                  <a:cubicBezTo>
                    <a:pt x="3625" y="10977"/>
                    <a:pt x="3900" y="10951"/>
                    <a:pt x="4167" y="10901"/>
                  </a:cubicBezTo>
                  <a:cubicBezTo>
                    <a:pt x="5253" y="10698"/>
                    <a:pt x="6240" y="10157"/>
                    <a:pt x="7208" y="9627"/>
                  </a:cubicBezTo>
                  <a:cubicBezTo>
                    <a:pt x="7360" y="11413"/>
                    <a:pt x="8687" y="13212"/>
                    <a:pt x="10459" y="13477"/>
                  </a:cubicBezTo>
                  <a:cubicBezTo>
                    <a:pt x="10639" y="13504"/>
                    <a:pt x="10820" y="13518"/>
                    <a:pt x="11001" y="13518"/>
                  </a:cubicBezTo>
                  <a:cubicBezTo>
                    <a:pt x="12602" y="13518"/>
                    <a:pt x="14186" y="12492"/>
                    <a:pt x="14784" y="10996"/>
                  </a:cubicBezTo>
                  <a:cubicBezTo>
                    <a:pt x="14914" y="12171"/>
                    <a:pt x="15588" y="13220"/>
                    <a:pt x="16669" y="13704"/>
                  </a:cubicBezTo>
                  <a:cubicBezTo>
                    <a:pt x="17102" y="13899"/>
                    <a:pt x="17576" y="13994"/>
                    <a:pt x="18050" y="13994"/>
                  </a:cubicBezTo>
                  <a:cubicBezTo>
                    <a:pt x="18757" y="13994"/>
                    <a:pt x="19465" y="13783"/>
                    <a:pt x="20041" y="13374"/>
                  </a:cubicBezTo>
                  <a:cubicBezTo>
                    <a:pt x="21006" y="12690"/>
                    <a:pt x="21567" y="11478"/>
                    <a:pt x="21468" y="10301"/>
                  </a:cubicBezTo>
                  <a:lnTo>
                    <a:pt x="21468" y="10301"/>
                  </a:lnTo>
                  <a:cubicBezTo>
                    <a:pt x="22180" y="11512"/>
                    <a:pt x="23510" y="12280"/>
                    <a:pt x="24897" y="12280"/>
                  </a:cubicBezTo>
                  <a:cubicBezTo>
                    <a:pt x="25053" y="12280"/>
                    <a:pt x="25209" y="12270"/>
                    <a:pt x="25365" y="12251"/>
                  </a:cubicBezTo>
                  <a:cubicBezTo>
                    <a:pt x="26915" y="12053"/>
                    <a:pt x="28297" y="10873"/>
                    <a:pt x="28730" y="9371"/>
                  </a:cubicBezTo>
                  <a:cubicBezTo>
                    <a:pt x="29164" y="7870"/>
                    <a:pt x="28623" y="6134"/>
                    <a:pt x="27415" y="5144"/>
                  </a:cubicBezTo>
                  <a:cubicBezTo>
                    <a:pt x="23886" y="2246"/>
                    <a:pt x="20142" y="28"/>
                    <a:pt x="15577" y="2"/>
                  </a:cubicBezTo>
                  <a:cubicBezTo>
                    <a:pt x="15423" y="1"/>
                    <a:pt x="15268" y="0"/>
                    <a:pt x="1511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
            <p:cNvSpPr/>
            <p:nvPr/>
          </p:nvSpPr>
          <p:spPr>
            <a:xfrm>
              <a:off x="3799337" y="2068508"/>
              <a:ext cx="137746" cy="586873"/>
            </a:xfrm>
            <a:custGeom>
              <a:rect b="b" l="l" r="r" t="t"/>
              <a:pathLst>
                <a:path extrusionOk="0" h="24643" w="5784">
                  <a:moveTo>
                    <a:pt x="4808" y="1"/>
                  </a:moveTo>
                  <a:cubicBezTo>
                    <a:pt x="3202" y="5759"/>
                    <a:pt x="1610" y="11681"/>
                    <a:pt x="1" y="17437"/>
                  </a:cubicBezTo>
                  <a:lnTo>
                    <a:pt x="1524" y="24643"/>
                  </a:lnTo>
                  <a:cubicBezTo>
                    <a:pt x="2944" y="16478"/>
                    <a:pt x="4362" y="8313"/>
                    <a:pt x="5783" y="147"/>
                  </a:cubicBezTo>
                  <a:cubicBezTo>
                    <a:pt x="5419" y="113"/>
                    <a:pt x="5172" y="38"/>
                    <a:pt x="48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
            <p:cNvSpPr/>
            <p:nvPr/>
          </p:nvSpPr>
          <p:spPr>
            <a:xfrm>
              <a:off x="3799337" y="2425995"/>
              <a:ext cx="58275" cy="229386"/>
            </a:xfrm>
            <a:custGeom>
              <a:rect b="b" l="l" r="r" t="t"/>
              <a:pathLst>
                <a:path extrusionOk="0" h="9632" w="2447">
                  <a:moveTo>
                    <a:pt x="674" y="0"/>
                  </a:moveTo>
                  <a:cubicBezTo>
                    <a:pt x="451" y="814"/>
                    <a:pt x="226" y="1624"/>
                    <a:pt x="1" y="2428"/>
                  </a:cubicBezTo>
                  <a:lnTo>
                    <a:pt x="1524" y="9632"/>
                  </a:lnTo>
                  <a:cubicBezTo>
                    <a:pt x="1832" y="7868"/>
                    <a:pt x="2139" y="6102"/>
                    <a:pt x="2447" y="4335"/>
                  </a:cubicBezTo>
                  <a:lnTo>
                    <a:pt x="675" y="2"/>
                  </a:lnTo>
                  <a:lnTo>
                    <a:pt x="674"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
            <p:cNvSpPr/>
            <p:nvPr/>
          </p:nvSpPr>
          <p:spPr>
            <a:xfrm>
              <a:off x="3713246" y="2081749"/>
              <a:ext cx="219812" cy="924808"/>
            </a:xfrm>
            <a:custGeom>
              <a:rect b="b" l="l" r="r" t="t"/>
              <a:pathLst>
                <a:path extrusionOk="0" h="38833" w="9230">
                  <a:moveTo>
                    <a:pt x="495" y="1"/>
                  </a:moveTo>
                  <a:cubicBezTo>
                    <a:pt x="335" y="1"/>
                    <a:pt x="171" y="4"/>
                    <a:pt x="0" y="10"/>
                  </a:cubicBezTo>
                  <a:cubicBezTo>
                    <a:pt x="1154" y="12877"/>
                    <a:pt x="1559" y="25920"/>
                    <a:pt x="1209" y="38833"/>
                  </a:cubicBezTo>
                  <a:cubicBezTo>
                    <a:pt x="3945" y="38800"/>
                    <a:pt x="6494" y="38306"/>
                    <a:pt x="9230" y="38272"/>
                  </a:cubicBezTo>
                  <a:cubicBezTo>
                    <a:pt x="5984" y="25722"/>
                    <a:pt x="3713" y="12919"/>
                    <a:pt x="2449" y="17"/>
                  </a:cubicBezTo>
                  <a:cubicBezTo>
                    <a:pt x="2278" y="24"/>
                    <a:pt x="2114" y="27"/>
                    <a:pt x="1954" y="27"/>
                  </a:cubicBezTo>
                  <a:cubicBezTo>
                    <a:pt x="1454" y="27"/>
                    <a:pt x="995" y="1"/>
                    <a:pt x="49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
            <p:cNvSpPr/>
            <p:nvPr/>
          </p:nvSpPr>
          <p:spPr>
            <a:xfrm>
              <a:off x="3062787" y="1406808"/>
              <a:ext cx="1341142" cy="796707"/>
            </a:xfrm>
            <a:custGeom>
              <a:rect b="b" l="l" r="r" t="t"/>
              <a:pathLst>
                <a:path extrusionOk="0" h="33454" w="56315">
                  <a:moveTo>
                    <a:pt x="31648" y="0"/>
                  </a:moveTo>
                  <a:cubicBezTo>
                    <a:pt x="30491" y="0"/>
                    <a:pt x="29339" y="290"/>
                    <a:pt x="28352" y="891"/>
                  </a:cubicBezTo>
                  <a:cubicBezTo>
                    <a:pt x="26610" y="1956"/>
                    <a:pt x="25511" y="4107"/>
                    <a:pt x="25727" y="6137"/>
                  </a:cubicBezTo>
                  <a:cubicBezTo>
                    <a:pt x="24625" y="4405"/>
                    <a:pt x="23104" y="2914"/>
                    <a:pt x="21265" y="2002"/>
                  </a:cubicBezTo>
                  <a:cubicBezTo>
                    <a:pt x="20050" y="1401"/>
                    <a:pt x="18692" y="1066"/>
                    <a:pt x="17339" y="1066"/>
                  </a:cubicBezTo>
                  <a:cubicBezTo>
                    <a:pt x="16645" y="1066"/>
                    <a:pt x="15951" y="1154"/>
                    <a:pt x="15280" y="1340"/>
                  </a:cubicBezTo>
                  <a:cubicBezTo>
                    <a:pt x="13300" y="1887"/>
                    <a:pt x="11549" y="3321"/>
                    <a:pt x="10776" y="5222"/>
                  </a:cubicBezTo>
                  <a:cubicBezTo>
                    <a:pt x="10002" y="7123"/>
                    <a:pt x="10002" y="9724"/>
                    <a:pt x="11345" y="11276"/>
                  </a:cubicBezTo>
                  <a:cubicBezTo>
                    <a:pt x="10358" y="11204"/>
                    <a:pt x="9358" y="11132"/>
                    <a:pt x="8366" y="11132"/>
                  </a:cubicBezTo>
                  <a:cubicBezTo>
                    <a:pt x="7131" y="11132"/>
                    <a:pt x="5907" y="11243"/>
                    <a:pt x="4730" y="11602"/>
                  </a:cubicBezTo>
                  <a:cubicBezTo>
                    <a:pt x="2603" y="12250"/>
                    <a:pt x="633" y="13895"/>
                    <a:pt x="268" y="16085"/>
                  </a:cubicBezTo>
                  <a:cubicBezTo>
                    <a:pt x="1" y="17689"/>
                    <a:pt x="650" y="19372"/>
                    <a:pt x="1785" y="20534"/>
                  </a:cubicBezTo>
                  <a:cubicBezTo>
                    <a:pt x="2923" y="21697"/>
                    <a:pt x="4496" y="22371"/>
                    <a:pt x="6102" y="22613"/>
                  </a:cubicBezTo>
                  <a:cubicBezTo>
                    <a:pt x="6483" y="22670"/>
                    <a:pt x="6865" y="22695"/>
                    <a:pt x="7247" y="22695"/>
                  </a:cubicBezTo>
                  <a:cubicBezTo>
                    <a:pt x="8479" y="22695"/>
                    <a:pt x="9714" y="22437"/>
                    <a:pt x="10929" y="22178"/>
                  </a:cubicBezTo>
                  <a:lnTo>
                    <a:pt x="10929" y="22178"/>
                  </a:lnTo>
                  <a:cubicBezTo>
                    <a:pt x="10136" y="23086"/>
                    <a:pt x="9417" y="24083"/>
                    <a:pt x="9010" y="25216"/>
                  </a:cubicBezTo>
                  <a:cubicBezTo>
                    <a:pt x="8603" y="26348"/>
                    <a:pt x="8532" y="27638"/>
                    <a:pt x="9011" y="28742"/>
                  </a:cubicBezTo>
                  <a:cubicBezTo>
                    <a:pt x="9577" y="30039"/>
                    <a:pt x="10856" y="30941"/>
                    <a:pt x="12230" y="31267"/>
                  </a:cubicBezTo>
                  <a:cubicBezTo>
                    <a:pt x="12701" y="31378"/>
                    <a:pt x="13181" y="31429"/>
                    <a:pt x="13663" y="31429"/>
                  </a:cubicBezTo>
                  <a:cubicBezTo>
                    <a:pt x="14590" y="31429"/>
                    <a:pt x="15524" y="31243"/>
                    <a:pt x="16406" y="30946"/>
                  </a:cubicBezTo>
                  <a:cubicBezTo>
                    <a:pt x="17747" y="30497"/>
                    <a:pt x="19114" y="29690"/>
                    <a:pt x="20348" y="29001"/>
                  </a:cubicBezTo>
                  <a:cubicBezTo>
                    <a:pt x="21803" y="31057"/>
                    <a:pt x="24301" y="32321"/>
                    <a:pt x="26814" y="32321"/>
                  </a:cubicBezTo>
                  <a:cubicBezTo>
                    <a:pt x="27052" y="32321"/>
                    <a:pt x="27291" y="32310"/>
                    <a:pt x="27529" y="32286"/>
                  </a:cubicBezTo>
                  <a:cubicBezTo>
                    <a:pt x="30274" y="32019"/>
                    <a:pt x="32812" y="30193"/>
                    <a:pt x="33942" y="27676"/>
                  </a:cubicBezTo>
                  <a:cubicBezTo>
                    <a:pt x="34504" y="30654"/>
                    <a:pt x="37342" y="33239"/>
                    <a:pt x="40369" y="33440"/>
                  </a:cubicBezTo>
                  <a:cubicBezTo>
                    <a:pt x="40505" y="33449"/>
                    <a:pt x="40642" y="33454"/>
                    <a:pt x="40778" y="33454"/>
                  </a:cubicBezTo>
                  <a:cubicBezTo>
                    <a:pt x="43664" y="33454"/>
                    <a:pt x="46471" y="31463"/>
                    <a:pt x="47377" y="28715"/>
                  </a:cubicBezTo>
                  <a:cubicBezTo>
                    <a:pt x="47887" y="28824"/>
                    <a:pt x="48417" y="28878"/>
                    <a:pt x="48951" y="28878"/>
                  </a:cubicBezTo>
                  <a:cubicBezTo>
                    <a:pt x="50272" y="28878"/>
                    <a:pt x="51616" y="28548"/>
                    <a:pt x="52743" y="27917"/>
                  </a:cubicBezTo>
                  <a:cubicBezTo>
                    <a:pt x="54325" y="27032"/>
                    <a:pt x="55545" y="25481"/>
                    <a:pt x="55929" y="23708"/>
                  </a:cubicBezTo>
                  <a:cubicBezTo>
                    <a:pt x="56315" y="21935"/>
                    <a:pt x="55828" y="19974"/>
                    <a:pt x="54582" y="18655"/>
                  </a:cubicBezTo>
                  <a:cubicBezTo>
                    <a:pt x="53691" y="17710"/>
                    <a:pt x="52467" y="17122"/>
                    <a:pt x="51198" y="16830"/>
                  </a:cubicBezTo>
                  <a:cubicBezTo>
                    <a:pt x="50341" y="16633"/>
                    <a:pt x="49463" y="16565"/>
                    <a:pt x="48583" y="16565"/>
                  </a:cubicBezTo>
                  <a:cubicBezTo>
                    <a:pt x="48161" y="16565"/>
                    <a:pt x="47740" y="16580"/>
                    <a:pt x="47320" y="16605"/>
                  </a:cubicBezTo>
                  <a:cubicBezTo>
                    <a:pt x="48855" y="15615"/>
                    <a:pt x="50249" y="13926"/>
                    <a:pt x="50297" y="12098"/>
                  </a:cubicBezTo>
                  <a:cubicBezTo>
                    <a:pt x="50339" y="10471"/>
                    <a:pt x="49281" y="8922"/>
                    <a:pt x="47834" y="8175"/>
                  </a:cubicBezTo>
                  <a:cubicBezTo>
                    <a:pt x="47042" y="7765"/>
                    <a:pt x="46157" y="7578"/>
                    <a:pt x="45264" y="7578"/>
                  </a:cubicBezTo>
                  <a:cubicBezTo>
                    <a:pt x="44526" y="7578"/>
                    <a:pt x="43784" y="7706"/>
                    <a:pt x="43085" y="7941"/>
                  </a:cubicBezTo>
                  <a:cubicBezTo>
                    <a:pt x="41551" y="8466"/>
                    <a:pt x="40714" y="9439"/>
                    <a:pt x="39591" y="10619"/>
                  </a:cubicBezTo>
                  <a:cubicBezTo>
                    <a:pt x="39758" y="8581"/>
                    <a:pt x="39462" y="6488"/>
                    <a:pt x="38564" y="4651"/>
                  </a:cubicBezTo>
                  <a:cubicBezTo>
                    <a:pt x="37668" y="2818"/>
                    <a:pt x="36141" y="1263"/>
                    <a:pt x="34246" y="501"/>
                  </a:cubicBezTo>
                  <a:cubicBezTo>
                    <a:pt x="33425" y="170"/>
                    <a:pt x="32535" y="0"/>
                    <a:pt x="316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 name="Google Shape;911;p3"/>
          <p:cNvGrpSpPr/>
          <p:nvPr/>
        </p:nvGrpSpPr>
        <p:grpSpPr>
          <a:xfrm rot="5750423">
            <a:off x="-335563" y="49776"/>
            <a:ext cx="835147" cy="672550"/>
            <a:chOff x="1981897" y="1546050"/>
            <a:chExt cx="676612" cy="547354"/>
          </a:xfrm>
        </p:grpSpPr>
        <p:grpSp>
          <p:nvGrpSpPr>
            <p:cNvPr id="912" name="Google Shape;912;p3"/>
            <p:cNvGrpSpPr/>
            <p:nvPr/>
          </p:nvGrpSpPr>
          <p:grpSpPr>
            <a:xfrm>
              <a:off x="2240847" y="1546050"/>
              <a:ext cx="258712" cy="250429"/>
              <a:chOff x="1490538" y="753834"/>
              <a:chExt cx="470985" cy="455906"/>
            </a:xfrm>
          </p:grpSpPr>
          <p:sp>
            <p:nvSpPr>
              <p:cNvPr id="913" name="Google Shape;913;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 name="Google Shape;923;p3"/>
            <p:cNvGrpSpPr/>
            <p:nvPr/>
          </p:nvGrpSpPr>
          <p:grpSpPr>
            <a:xfrm>
              <a:off x="2399797" y="1673288"/>
              <a:ext cx="258712" cy="250429"/>
              <a:chOff x="1490538" y="753834"/>
              <a:chExt cx="470985" cy="455906"/>
            </a:xfrm>
          </p:grpSpPr>
          <p:sp>
            <p:nvSpPr>
              <p:cNvPr id="924" name="Google Shape;924;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 name="Google Shape;934;p3"/>
            <p:cNvGrpSpPr/>
            <p:nvPr/>
          </p:nvGrpSpPr>
          <p:grpSpPr>
            <a:xfrm>
              <a:off x="2159535" y="1742038"/>
              <a:ext cx="258712" cy="250429"/>
              <a:chOff x="1490538" y="753834"/>
              <a:chExt cx="470985" cy="455906"/>
            </a:xfrm>
          </p:grpSpPr>
          <p:sp>
            <p:nvSpPr>
              <p:cNvPr id="935" name="Google Shape;935;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 name="Google Shape;945;p3"/>
            <p:cNvGrpSpPr/>
            <p:nvPr/>
          </p:nvGrpSpPr>
          <p:grpSpPr>
            <a:xfrm>
              <a:off x="2323985" y="1842975"/>
              <a:ext cx="258712" cy="250429"/>
              <a:chOff x="1490538" y="753834"/>
              <a:chExt cx="470985" cy="455906"/>
            </a:xfrm>
          </p:grpSpPr>
          <p:sp>
            <p:nvSpPr>
              <p:cNvPr id="946" name="Google Shape;946;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 name="Google Shape;956;p3"/>
            <p:cNvGrpSpPr/>
            <p:nvPr/>
          </p:nvGrpSpPr>
          <p:grpSpPr>
            <a:xfrm>
              <a:off x="1981897" y="1804075"/>
              <a:ext cx="258712" cy="250429"/>
              <a:chOff x="1490538" y="753834"/>
              <a:chExt cx="470985" cy="455906"/>
            </a:xfrm>
          </p:grpSpPr>
          <p:sp>
            <p:nvSpPr>
              <p:cNvPr id="957" name="Google Shape;957;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7" name="Google Shape;967;p3"/>
          <p:cNvGrpSpPr/>
          <p:nvPr/>
        </p:nvGrpSpPr>
        <p:grpSpPr>
          <a:xfrm flipH="1" rot="-7358402">
            <a:off x="-238648" y="346208"/>
            <a:ext cx="817699" cy="1490736"/>
            <a:chOff x="3377730" y="919968"/>
            <a:chExt cx="471039" cy="860470"/>
          </a:xfrm>
        </p:grpSpPr>
        <p:grpSp>
          <p:nvGrpSpPr>
            <p:cNvPr id="968" name="Google Shape;968;p3"/>
            <p:cNvGrpSpPr/>
            <p:nvPr/>
          </p:nvGrpSpPr>
          <p:grpSpPr>
            <a:xfrm>
              <a:off x="3377730" y="919968"/>
              <a:ext cx="408804" cy="692511"/>
              <a:chOff x="3377730" y="919968"/>
              <a:chExt cx="408804" cy="692511"/>
            </a:xfrm>
          </p:grpSpPr>
          <p:sp>
            <p:nvSpPr>
              <p:cNvPr id="969" name="Google Shape;969;p3"/>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 name="Google Shape;981;p3"/>
            <p:cNvGrpSpPr/>
            <p:nvPr/>
          </p:nvGrpSpPr>
          <p:grpSpPr>
            <a:xfrm>
              <a:off x="3487239" y="1131104"/>
              <a:ext cx="361530" cy="649334"/>
              <a:chOff x="1266852" y="1150479"/>
              <a:chExt cx="361530" cy="649334"/>
            </a:xfrm>
          </p:grpSpPr>
          <p:sp>
            <p:nvSpPr>
              <p:cNvPr id="982" name="Google Shape;982;p3"/>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0" name="Google Shape;990;p3"/>
          <p:cNvGrpSpPr/>
          <p:nvPr/>
        </p:nvGrpSpPr>
        <p:grpSpPr>
          <a:xfrm rot="9883771">
            <a:off x="891573" y="49095"/>
            <a:ext cx="899712" cy="886181"/>
            <a:chOff x="3086354" y="1785830"/>
            <a:chExt cx="887833" cy="871102"/>
          </a:xfrm>
        </p:grpSpPr>
        <p:grpSp>
          <p:nvGrpSpPr>
            <p:cNvPr id="991" name="Google Shape;991;p3"/>
            <p:cNvGrpSpPr/>
            <p:nvPr/>
          </p:nvGrpSpPr>
          <p:grpSpPr>
            <a:xfrm rot="-2169427">
              <a:off x="3251277" y="1839739"/>
              <a:ext cx="408803" cy="692509"/>
              <a:chOff x="3377730" y="919968"/>
              <a:chExt cx="408804" cy="692511"/>
            </a:xfrm>
          </p:grpSpPr>
          <p:sp>
            <p:nvSpPr>
              <p:cNvPr id="992" name="Google Shape;992;p3"/>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 name="Google Shape;1004;p3"/>
            <p:cNvGrpSpPr/>
            <p:nvPr/>
          </p:nvGrpSpPr>
          <p:grpSpPr>
            <a:xfrm rot="-2169427">
              <a:off x="3455919" y="1963478"/>
              <a:ext cx="361529" cy="649332"/>
              <a:chOff x="1266852" y="1150479"/>
              <a:chExt cx="361530" cy="649334"/>
            </a:xfrm>
          </p:grpSpPr>
          <p:sp>
            <p:nvSpPr>
              <p:cNvPr id="1005" name="Google Shape;1005;p3"/>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3" name="Google Shape;1013;p3"/>
          <p:cNvGrpSpPr/>
          <p:nvPr/>
        </p:nvGrpSpPr>
        <p:grpSpPr>
          <a:xfrm rot="5400000">
            <a:off x="1541131" y="-300793"/>
            <a:ext cx="903637" cy="882513"/>
            <a:chOff x="3086354" y="1785830"/>
            <a:chExt cx="887833" cy="871102"/>
          </a:xfrm>
        </p:grpSpPr>
        <p:grpSp>
          <p:nvGrpSpPr>
            <p:cNvPr id="1014" name="Google Shape;1014;p3"/>
            <p:cNvGrpSpPr/>
            <p:nvPr/>
          </p:nvGrpSpPr>
          <p:grpSpPr>
            <a:xfrm rot="-2169427">
              <a:off x="3251277" y="1839739"/>
              <a:ext cx="408803" cy="692509"/>
              <a:chOff x="3377730" y="919968"/>
              <a:chExt cx="408804" cy="692511"/>
            </a:xfrm>
          </p:grpSpPr>
          <p:sp>
            <p:nvSpPr>
              <p:cNvPr id="1015" name="Google Shape;1015;p3"/>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 name="Google Shape;1027;p3"/>
            <p:cNvGrpSpPr/>
            <p:nvPr/>
          </p:nvGrpSpPr>
          <p:grpSpPr>
            <a:xfrm rot="-2169427">
              <a:off x="3455919" y="1963478"/>
              <a:ext cx="361529" cy="649332"/>
              <a:chOff x="1266852" y="1150479"/>
              <a:chExt cx="361530" cy="649334"/>
            </a:xfrm>
          </p:grpSpPr>
          <p:sp>
            <p:nvSpPr>
              <p:cNvPr id="1028" name="Google Shape;1028;p3"/>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6" name="Google Shape;1036;p3"/>
          <p:cNvGrpSpPr/>
          <p:nvPr/>
        </p:nvGrpSpPr>
        <p:grpSpPr>
          <a:xfrm rot="5400000">
            <a:off x="2521870" y="-294777"/>
            <a:ext cx="585643" cy="1065003"/>
            <a:chOff x="3377730" y="919968"/>
            <a:chExt cx="471039" cy="860470"/>
          </a:xfrm>
        </p:grpSpPr>
        <p:grpSp>
          <p:nvGrpSpPr>
            <p:cNvPr id="1037" name="Google Shape;1037;p3"/>
            <p:cNvGrpSpPr/>
            <p:nvPr/>
          </p:nvGrpSpPr>
          <p:grpSpPr>
            <a:xfrm>
              <a:off x="3377730" y="919968"/>
              <a:ext cx="408804" cy="692511"/>
              <a:chOff x="3377730" y="919968"/>
              <a:chExt cx="408804" cy="692511"/>
            </a:xfrm>
          </p:grpSpPr>
          <p:sp>
            <p:nvSpPr>
              <p:cNvPr id="1038" name="Google Shape;1038;p3"/>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 name="Google Shape;1050;p3"/>
            <p:cNvGrpSpPr/>
            <p:nvPr/>
          </p:nvGrpSpPr>
          <p:grpSpPr>
            <a:xfrm>
              <a:off x="3487239" y="1131104"/>
              <a:ext cx="361530" cy="649334"/>
              <a:chOff x="1266852" y="1150479"/>
              <a:chExt cx="361530" cy="649334"/>
            </a:xfrm>
          </p:grpSpPr>
          <p:sp>
            <p:nvSpPr>
              <p:cNvPr id="1051" name="Google Shape;1051;p3"/>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9" name="Google Shape;1059;p3"/>
          <p:cNvGrpSpPr/>
          <p:nvPr/>
        </p:nvGrpSpPr>
        <p:grpSpPr>
          <a:xfrm rot="5400000">
            <a:off x="1317829" y="-374"/>
            <a:ext cx="601370" cy="545917"/>
            <a:chOff x="2374102" y="2397733"/>
            <a:chExt cx="590853" cy="538858"/>
          </a:xfrm>
        </p:grpSpPr>
        <p:grpSp>
          <p:nvGrpSpPr>
            <p:cNvPr id="1060" name="Google Shape;1060;p3"/>
            <p:cNvGrpSpPr/>
            <p:nvPr/>
          </p:nvGrpSpPr>
          <p:grpSpPr>
            <a:xfrm>
              <a:off x="2374102" y="2397733"/>
              <a:ext cx="590853" cy="538858"/>
              <a:chOff x="1993102" y="2397733"/>
              <a:chExt cx="590853" cy="538858"/>
            </a:xfrm>
          </p:grpSpPr>
          <p:sp>
            <p:nvSpPr>
              <p:cNvPr id="1061" name="Google Shape;1061;p3"/>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 name="Google Shape;1077;p3"/>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 name="Google Shape;1080;p3"/>
            <p:cNvGrpSpPr/>
            <p:nvPr/>
          </p:nvGrpSpPr>
          <p:grpSpPr>
            <a:xfrm>
              <a:off x="2672051" y="2466803"/>
              <a:ext cx="88776" cy="97630"/>
              <a:chOff x="2291051" y="2466803"/>
              <a:chExt cx="88776" cy="97630"/>
            </a:xfrm>
          </p:grpSpPr>
          <p:sp>
            <p:nvSpPr>
              <p:cNvPr id="1081" name="Google Shape;1081;p3"/>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0" name="Google Shape;1110;p3"/>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 name="Google Shape;1117;p3"/>
          <p:cNvGrpSpPr/>
          <p:nvPr/>
        </p:nvGrpSpPr>
        <p:grpSpPr>
          <a:xfrm rot="5750266">
            <a:off x="2133686" y="-85827"/>
            <a:ext cx="688505" cy="554444"/>
            <a:chOff x="1981897" y="1546050"/>
            <a:chExt cx="676612" cy="547354"/>
          </a:xfrm>
        </p:grpSpPr>
        <p:grpSp>
          <p:nvGrpSpPr>
            <p:cNvPr id="1118" name="Google Shape;1118;p3"/>
            <p:cNvGrpSpPr/>
            <p:nvPr/>
          </p:nvGrpSpPr>
          <p:grpSpPr>
            <a:xfrm>
              <a:off x="2240847" y="1546050"/>
              <a:ext cx="258712" cy="250429"/>
              <a:chOff x="1490538" y="753834"/>
              <a:chExt cx="470985" cy="455906"/>
            </a:xfrm>
          </p:grpSpPr>
          <p:sp>
            <p:nvSpPr>
              <p:cNvPr id="1119" name="Google Shape;1119;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 name="Google Shape;1129;p3"/>
            <p:cNvGrpSpPr/>
            <p:nvPr/>
          </p:nvGrpSpPr>
          <p:grpSpPr>
            <a:xfrm>
              <a:off x="2399797" y="1673288"/>
              <a:ext cx="258712" cy="250429"/>
              <a:chOff x="1490538" y="753834"/>
              <a:chExt cx="470985" cy="455906"/>
            </a:xfrm>
          </p:grpSpPr>
          <p:sp>
            <p:nvSpPr>
              <p:cNvPr id="1130" name="Google Shape;1130;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 name="Google Shape;1140;p3"/>
            <p:cNvGrpSpPr/>
            <p:nvPr/>
          </p:nvGrpSpPr>
          <p:grpSpPr>
            <a:xfrm>
              <a:off x="2159535" y="1742038"/>
              <a:ext cx="258712" cy="250429"/>
              <a:chOff x="1490538" y="753834"/>
              <a:chExt cx="470985" cy="455906"/>
            </a:xfrm>
          </p:grpSpPr>
          <p:sp>
            <p:nvSpPr>
              <p:cNvPr id="1141" name="Google Shape;1141;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 name="Google Shape;1151;p3"/>
            <p:cNvGrpSpPr/>
            <p:nvPr/>
          </p:nvGrpSpPr>
          <p:grpSpPr>
            <a:xfrm>
              <a:off x="2323985" y="1842975"/>
              <a:ext cx="258712" cy="250429"/>
              <a:chOff x="1490538" y="753834"/>
              <a:chExt cx="470985" cy="455906"/>
            </a:xfrm>
          </p:grpSpPr>
          <p:sp>
            <p:nvSpPr>
              <p:cNvPr id="1152" name="Google Shape;1152;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 name="Google Shape;1162;p3"/>
            <p:cNvGrpSpPr/>
            <p:nvPr/>
          </p:nvGrpSpPr>
          <p:grpSpPr>
            <a:xfrm>
              <a:off x="1981897" y="1804075"/>
              <a:ext cx="258712" cy="250429"/>
              <a:chOff x="1490538" y="753834"/>
              <a:chExt cx="470985" cy="455906"/>
            </a:xfrm>
          </p:grpSpPr>
          <p:sp>
            <p:nvSpPr>
              <p:cNvPr id="1163" name="Google Shape;1163;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3" name="Google Shape;1173;p3"/>
          <p:cNvGrpSpPr/>
          <p:nvPr/>
        </p:nvGrpSpPr>
        <p:grpSpPr>
          <a:xfrm flipH="1" rot="5400000">
            <a:off x="980458" y="-252017"/>
            <a:ext cx="601370" cy="545917"/>
            <a:chOff x="2374102" y="2397733"/>
            <a:chExt cx="590853" cy="538858"/>
          </a:xfrm>
        </p:grpSpPr>
        <p:grpSp>
          <p:nvGrpSpPr>
            <p:cNvPr id="1174" name="Google Shape;1174;p3"/>
            <p:cNvGrpSpPr/>
            <p:nvPr/>
          </p:nvGrpSpPr>
          <p:grpSpPr>
            <a:xfrm>
              <a:off x="2374102" y="2397733"/>
              <a:ext cx="590853" cy="538858"/>
              <a:chOff x="1993102" y="2397733"/>
              <a:chExt cx="590853" cy="538858"/>
            </a:xfrm>
          </p:grpSpPr>
          <p:sp>
            <p:nvSpPr>
              <p:cNvPr id="1175" name="Google Shape;1175;p3"/>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 name="Google Shape;1191;p3"/>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 name="Google Shape;1194;p3"/>
            <p:cNvGrpSpPr/>
            <p:nvPr/>
          </p:nvGrpSpPr>
          <p:grpSpPr>
            <a:xfrm>
              <a:off x="2672051" y="2466803"/>
              <a:ext cx="88776" cy="97630"/>
              <a:chOff x="2291051" y="2466803"/>
              <a:chExt cx="88776" cy="97630"/>
            </a:xfrm>
          </p:grpSpPr>
          <p:sp>
            <p:nvSpPr>
              <p:cNvPr id="1195" name="Google Shape;1195;p3"/>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4" name="Google Shape;1224;p3"/>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 name="Google Shape;1231;p3"/>
          <p:cNvGrpSpPr/>
          <p:nvPr/>
        </p:nvGrpSpPr>
        <p:grpSpPr>
          <a:xfrm rot="5400000">
            <a:off x="-14220" y="-38044"/>
            <a:ext cx="1342477" cy="1218627"/>
            <a:chOff x="2374102" y="2397733"/>
            <a:chExt cx="590853" cy="538858"/>
          </a:xfrm>
        </p:grpSpPr>
        <p:grpSp>
          <p:nvGrpSpPr>
            <p:cNvPr id="1232" name="Google Shape;1232;p3"/>
            <p:cNvGrpSpPr/>
            <p:nvPr/>
          </p:nvGrpSpPr>
          <p:grpSpPr>
            <a:xfrm>
              <a:off x="2374102" y="2397733"/>
              <a:ext cx="590853" cy="538858"/>
              <a:chOff x="1993102" y="2397733"/>
              <a:chExt cx="590853" cy="538858"/>
            </a:xfrm>
          </p:grpSpPr>
          <p:sp>
            <p:nvSpPr>
              <p:cNvPr id="1233" name="Google Shape;1233;p3"/>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9" name="Google Shape;1249;p3"/>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2" name="Google Shape;1252;p3"/>
            <p:cNvGrpSpPr/>
            <p:nvPr/>
          </p:nvGrpSpPr>
          <p:grpSpPr>
            <a:xfrm>
              <a:off x="2672051" y="2466803"/>
              <a:ext cx="88776" cy="97630"/>
              <a:chOff x="2291051" y="2466803"/>
              <a:chExt cx="88776" cy="97630"/>
            </a:xfrm>
          </p:grpSpPr>
          <p:sp>
            <p:nvSpPr>
              <p:cNvPr id="1253" name="Google Shape;1253;p3"/>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3"/>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3"/>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3"/>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3"/>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3"/>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3"/>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2" name="Google Shape;1282;p3"/>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3"/>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 name="Google Shape;1289;p3"/>
          <p:cNvGrpSpPr/>
          <p:nvPr/>
        </p:nvGrpSpPr>
        <p:grpSpPr>
          <a:xfrm rot="5400000">
            <a:off x="326521" y="969970"/>
            <a:ext cx="372219" cy="356153"/>
            <a:chOff x="1490538" y="753834"/>
            <a:chExt cx="470985" cy="455906"/>
          </a:xfrm>
        </p:grpSpPr>
        <p:sp>
          <p:nvSpPr>
            <p:cNvPr id="1290" name="Google Shape;1290;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0" name="Google Shape;1300;p3"/>
          <p:cNvSpPr/>
          <p:nvPr/>
        </p:nvSpPr>
        <p:spPr>
          <a:xfrm>
            <a:off x="2218503" y="720272"/>
            <a:ext cx="65006" cy="6529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
          <p:cNvSpPr/>
          <p:nvPr/>
        </p:nvSpPr>
        <p:spPr>
          <a:xfrm>
            <a:off x="1837704" y="851125"/>
            <a:ext cx="32476" cy="32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
          <p:cNvSpPr/>
          <p:nvPr/>
        </p:nvSpPr>
        <p:spPr>
          <a:xfrm rot="10800000">
            <a:off x="334347" y="1840353"/>
            <a:ext cx="56389" cy="56608"/>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3"/>
          <p:cNvSpPr/>
          <p:nvPr/>
        </p:nvSpPr>
        <p:spPr>
          <a:xfrm rot="10800000">
            <a:off x="1968121" y="623444"/>
            <a:ext cx="32503" cy="32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4" name="Google Shape;1304;p3"/>
          <p:cNvGrpSpPr/>
          <p:nvPr/>
        </p:nvGrpSpPr>
        <p:grpSpPr>
          <a:xfrm flipH="1">
            <a:off x="1254975" y="965344"/>
            <a:ext cx="337073" cy="135483"/>
            <a:chOff x="2449294" y="636165"/>
            <a:chExt cx="322588" cy="124262"/>
          </a:xfrm>
        </p:grpSpPr>
        <p:sp>
          <p:nvSpPr>
            <p:cNvPr id="1305" name="Google Shape;1305;p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4" name="Google Shape;1314;p3"/>
          <p:cNvSpPr/>
          <p:nvPr/>
        </p:nvSpPr>
        <p:spPr>
          <a:xfrm>
            <a:off x="-800" y="4166049"/>
            <a:ext cx="9144185" cy="977396"/>
          </a:xfrm>
          <a:custGeom>
            <a:rect b="b" l="l" r="r" t="t"/>
            <a:pathLst>
              <a:path extrusionOk="0" h="29033" w="162318">
                <a:moveTo>
                  <a:pt x="0" y="0"/>
                </a:moveTo>
                <a:lnTo>
                  <a:pt x="0" y="29032"/>
                </a:lnTo>
                <a:lnTo>
                  <a:pt x="162317" y="29032"/>
                </a:lnTo>
                <a:lnTo>
                  <a:pt x="16231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
          <p:cNvSpPr/>
          <p:nvPr/>
        </p:nvSpPr>
        <p:spPr>
          <a:xfrm>
            <a:off x="-825" y="4257500"/>
            <a:ext cx="9144185" cy="63950"/>
          </a:xfrm>
          <a:custGeom>
            <a:rect b="b" l="l" r="r" t="t"/>
            <a:pathLst>
              <a:path extrusionOk="0" h="1250" w="162318">
                <a:moveTo>
                  <a:pt x="0" y="0"/>
                </a:moveTo>
                <a:lnTo>
                  <a:pt x="0" y="1250"/>
                </a:lnTo>
                <a:lnTo>
                  <a:pt x="162317" y="1250"/>
                </a:lnTo>
                <a:lnTo>
                  <a:pt x="162317"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
          <p:cNvSpPr/>
          <p:nvPr/>
        </p:nvSpPr>
        <p:spPr>
          <a:xfrm>
            <a:off x="-825" y="4166050"/>
            <a:ext cx="9144185" cy="91441"/>
          </a:xfrm>
          <a:custGeom>
            <a:rect b="b" l="l" r="r" t="t"/>
            <a:pathLst>
              <a:path extrusionOk="0" h="1250" w="162318">
                <a:moveTo>
                  <a:pt x="0" y="0"/>
                </a:moveTo>
                <a:lnTo>
                  <a:pt x="0" y="1250"/>
                </a:lnTo>
                <a:lnTo>
                  <a:pt x="162317" y="1250"/>
                </a:lnTo>
                <a:lnTo>
                  <a:pt x="1623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3"/>
          <p:cNvSpPr/>
          <p:nvPr/>
        </p:nvSpPr>
        <p:spPr>
          <a:xfrm>
            <a:off x="-825" y="5079500"/>
            <a:ext cx="9144185" cy="63950"/>
          </a:xfrm>
          <a:custGeom>
            <a:rect b="b" l="l" r="r" t="t"/>
            <a:pathLst>
              <a:path extrusionOk="0" h="1250" w="162318">
                <a:moveTo>
                  <a:pt x="0" y="0"/>
                </a:moveTo>
                <a:lnTo>
                  <a:pt x="0" y="1250"/>
                </a:lnTo>
                <a:lnTo>
                  <a:pt x="162317" y="1250"/>
                </a:lnTo>
                <a:lnTo>
                  <a:pt x="162317"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8" name="Google Shape;1318;p3"/>
          <p:cNvGrpSpPr/>
          <p:nvPr/>
        </p:nvGrpSpPr>
        <p:grpSpPr>
          <a:xfrm>
            <a:off x="4728303" y="4458340"/>
            <a:ext cx="3464258" cy="516881"/>
            <a:chOff x="1999685" y="3167903"/>
            <a:chExt cx="2059974" cy="307356"/>
          </a:xfrm>
        </p:grpSpPr>
        <p:sp>
          <p:nvSpPr>
            <p:cNvPr id="1319" name="Google Shape;1319;p3"/>
            <p:cNvSpPr/>
            <p:nvPr/>
          </p:nvSpPr>
          <p:spPr>
            <a:xfrm>
              <a:off x="2137693" y="3436156"/>
              <a:ext cx="86020" cy="25030"/>
            </a:xfrm>
            <a:custGeom>
              <a:rect b="b" l="l" r="r" t="t"/>
              <a:pathLst>
                <a:path extrusionOk="0" h="1051" w="3612">
                  <a:moveTo>
                    <a:pt x="1806" y="0"/>
                  </a:moveTo>
                  <a:cubicBezTo>
                    <a:pt x="809" y="0"/>
                    <a:pt x="0" y="235"/>
                    <a:pt x="0" y="525"/>
                  </a:cubicBezTo>
                  <a:cubicBezTo>
                    <a:pt x="0" y="815"/>
                    <a:pt x="809" y="1050"/>
                    <a:pt x="1806" y="1050"/>
                  </a:cubicBezTo>
                  <a:cubicBezTo>
                    <a:pt x="2803" y="1050"/>
                    <a:pt x="3611" y="815"/>
                    <a:pt x="3611" y="525"/>
                  </a:cubicBezTo>
                  <a:cubicBezTo>
                    <a:pt x="3611" y="235"/>
                    <a:pt x="2803" y="0"/>
                    <a:pt x="1806"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
            <p:cNvSpPr/>
            <p:nvPr/>
          </p:nvSpPr>
          <p:spPr>
            <a:xfrm>
              <a:off x="2223642" y="3337800"/>
              <a:ext cx="112026" cy="25506"/>
            </a:xfrm>
            <a:custGeom>
              <a:rect b="b" l="l" r="r" t="t"/>
              <a:pathLst>
                <a:path extrusionOk="0" h="1071" w="4704">
                  <a:moveTo>
                    <a:pt x="2352" y="1"/>
                  </a:moveTo>
                  <a:cubicBezTo>
                    <a:pt x="1052" y="1"/>
                    <a:pt x="1" y="239"/>
                    <a:pt x="1" y="536"/>
                  </a:cubicBezTo>
                  <a:cubicBezTo>
                    <a:pt x="1" y="830"/>
                    <a:pt x="1052" y="1070"/>
                    <a:pt x="2352" y="1070"/>
                  </a:cubicBezTo>
                  <a:cubicBezTo>
                    <a:pt x="3652" y="1070"/>
                    <a:pt x="4704" y="830"/>
                    <a:pt x="4704" y="536"/>
                  </a:cubicBezTo>
                  <a:cubicBezTo>
                    <a:pt x="4704" y="239"/>
                    <a:pt x="3652" y="1"/>
                    <a:pt x="2352"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
            <p:cNvSpPr/>
            <p:nvPr/>
          </p:nvSpPr>
          <p:spPr>
            <a:xfrm>
              <a:off x="1999685" y="3198387"/>
              <a:ext cx="106834" cy="21648"/>
            </a:xfrm>
            <a:custGeom>
              <a:rect b="b" l="l" r="r" t="t"/>
              <a:pathLst>
                <a:path extrusionOk="0" h="909" w="4486">
                  <a:moveTo>
                    <a:pt x="2243" y="1"/>
                  </a:moveTo>
                  <a:cubicBezTo>
                    <a:pt x="1005" y="1"/>
                    <a:pt x="0" y="205"/>
                    <a:pt x="0" y="455"/>
                  </a:cubicBezTo>
                  <a:cubicBezTo>
                    <a:pt x="0" y="706"/>
                    <a:pt x="1005" y="909"/>
                    <a:pt x="2243" y="909"/>
                  </a:cubicBezTo>
                  <a:cubicBezTo>
                    <a:pt x="3481" y="909"/>
                    <a:pt x="4486" y="706"/>
                    <a:pt x="4486" y="455"/>
                  </a:cubicBezTo>
                  <a:cubicBezTo>
                    <a:pt x="4486" y="205"/>
                    <a:pt x="3481" y="1"/>
                    <a:pt x="2243"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
            <p:cNvSpPr/>
            <p:nvPr/>
          </p:nvSpPr>
          <p:spPr>
            <a:xfrm>
              <a:off x="3882523" y="3167903"/>
              <a:ext cx="75589" cy="18290"/>
            </a:xfrm>
            <a:custGeom>
              <a:rect b="b" l="l" r="r" t="t"/>
              <a:pathLst>
                <a:path extrusionOk="0" h="768" w="3174">
                  <a:moveTo>
                    <a:pt x="1587" y="1"/>
                  </a:moveTo>
                  <a:cubicBezTo>
                    <a:pt x="710" y="1"/>
                    <a:pt x="0" y="174"/>
                    <a:pt x="0" y="385"/>
                  </a:cubicBezTo>
                  <a:cubicBezTo>
                    <a:pt x="0" y="595"/>
                    <a:pt x="712" y="767"/>
                    <a:pt x="1587" y="767"/>
                  </a:cubicBezTo>
                  <a:cubicBezTo>
                    <a:pt x="2464" y="767"/>
                    <a:pt x="3174" y="595"/>
                    <a:pt x="3174" y="385"/>
                  </a:cubicBezTo>
                  <a:cubicBezTo>
                    <a:pt x="3174" y="174"/>
                    <a:pt x="2462" y="1"/>
                    <a:pt x="158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
            <p:cNvSpPr/>
            <p:nvPr/>
          </p:nvSpPr>
          <p:spPr>
            <a:xfrm>
              <a:off x="3882571" y="3443991"/>
              <a:ext cx="177088" cy="31269"/>
            </a:xfrm>
            <a:custGeom>
              <a:rect b="b" l="l" r="r" t="t"/>
              <a:pathLst>
                <a:path extrusionOk="0" h="1313" w="7436">
                  <a:moveTo>
                    <a:pt x="3718" y="0"/>
                  </a:moveTo>
                  <a:cubicBezTo>
                    <a:pt x="1664" y="0"/>
                    <a:pt x="0" y="293"/>
                    <a:pt x="0" y="656"/>
                  </a:cubicBezTo>
                  <a:cubicBezTo>
                    <a:pt x="0" y="1018"/>
                    <a:pt x="1664" y="1313"/>
                    <a:pt x="3718" y="1313"/>
                  </a:cubicBezTo>
                  <a:cubicBezTo>
                    <a:pt x="5771" y="1313"/>
                    <a:pt x="7436" y="1018"/>
                    <a:pt x="7436" y="656"/>
                  </a:cubicBezTo>
                  <a:cubicBezTo>
                    <a:pt x="7436" y="293"/>
                    <a:pt x="5771" y="0"/>
                    <a:pt x="3718"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
            <p:cNvSpPr/>
            <p:nvPr/>
          </p:nvSpPr>
          <p:spPr>
            <a:xfrm>
              <a:off x="3971067" y="3363282"/>
              <a:ext cx="65134" cy="18552"/>
            </a:xfrm>
            <a:custGeom>
              <a:rect b="b" l="l" r="r" t="t"/>
              <a:pathLst>
                <a:path extrusionOk="0" h="779" w="2735">
                  <a:moveTo>
                    <a:pt x="1368" y="0"/>
                  </a:moveTo>
                  <a:cubicBezTo>
                    <a:pt x="611" y="0"/>
                    <a:pt x="0" y="174"/>
                    <a:pt x="0" y="389"/>
                  </a:cubicBezTo>
                  <a:cubicBezTo>
                    <a:pt x="0" y="603"/>
                    <a:pt x="611" y="778"/>
                    <a:pt x="1368" y="778"/>
                  </a:cubicBezTo>
                  <a:cubicBezTo>
                    <a:pt x="2123" y="778"/>
                    <a:pt x="2734" y="603"/>
                    <a:pt x="2734" y="389"/>
                  </a:cubicBezTo>
                  <a:cubicBezTo>
                    <a:pt x="2734" y="174"/>
                    <a:pt x="2123" y="0"/>
                    <a:pt x="1368"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5" name="Google Shape;1325;p3"/>
          <p:cNvSpPr/>
          <p:nvPr/>
        </p:nvSpPr>
        <p:spPr>
          <a:xfrm>
            <a:off x="3626882" y="3847265"/>
            <a:ext cx="1275005" cy="332944"/>
          </a:xfrm>
          <a:custGeom>
            <a:rect b="b" l="l" r="r" t="t"/>
            <a:pathLst>
              <a:path extrusionOk="0" h="12384" w="47420">
                <a:moveTo>
                  <a:pt x="39409" y="0"/>
                </a:moveTo>
                <a:cubicBezTo>
                  <a:pt x="37270" y="0"/>
                  <a:pt x="32493" y="2729"/>
                  <a:pt x="24781" y="9357"/>
                </a:cubicBezTo>
                <a:cubicBezTo>
                  <a:pt x="27563" y="4972"/>
                  <a:pt x="27173" y="2779"/>
                  <a:pt x="25215" y="2779"/>
                </a:cubicBezTo>
                <a:cubicBezTo>
                  <a:pt x="23214" y="2779"/>
                  <a:pt x="19577" y="5068"/>
                  <a:pt x="16014" y="9643"/>
                </a:cubicBezTo>
                <a:cubicBezTo>
                  <a:pt x="17133" y="6845"/>
                  <a:pt x="16794" y="5622"/>
                  <a:pt x="15586" y="5622"/>
                </a:cubicBezTo>
                <a:cubicBezTo>
                  <a:pt x="14118" y="5622"/>
                  <a:pt x="11368" y="7426"/>
                  <a:pt x="8388" y="10405"/>
                </a:cubicBezTo>
                <a:cubicBezTo>
                  <a:pt x="9313" y="8482"/>
                  <a:pt x="8845" y="7682"/>
                  <a:pt x="7699" y="7682"/>
                </a:cubicBezTo>
                <a:cubicBezTo>
                  <a:pt x="5890" y="7682"/>
                  <a:pt x="2391" y="9672"/>
                  <a:pt x="0" y="12384"/>
                </a:cubicBezTo>
                <a:lnTo>
                  <a:pt x="46323" y="12384"/>
                </a:lnTo>
                <a:cubicBezTo>
                  <a:pt x="47419" y="11432"/>
                  <a:pt x="46945" y="9772"/>
                  <a:pt x="45283" y="9772"/>
                </a:cubicBezTo>
                <a:cubicBezTo>
                  <a:pt x="44489" y="9772"/>
                  <a:pt x="43423" y="10151"/>
                  <a:pt x="42129" y="11168"/>
                </a:cubicBezTo>
                <a:cubicBezTo>
                  <a:pt x="44441" y="7281"/>
                  <a:pt x="44163" y="5545"/>
                  <a:pt x="42644" y="5545"/>
                </a:cubicBezTo>
                <a:cubicBezTo>
                  <a:pt x="41221" y="5545"/>
                  <a:pt x="38709" y="7069"/>
                  <a:pt x="36220" y="9773"/>
                </a:cubicBezTo>
                <a:cubicBezTo>
                  <a:pt x="40743" y="3931"/>
                  <a:pt x="41976" y="0"/>
                  <a:pt x="394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
          <p:cNvSpPr/>
          <p:nvPr/>
        </p:nvSpPr>
        <p:spPr>
          <a:xfrm>
            <a:off x="-1" y="3814518"/>
            <a:ext cx="924500" cy="365690"/>
          </a:xfrm>
          <a:custGeom>
            <a:rect b="b" l="l" r="r" t="t"/>
            <a:pathLst>
              <a:path extrusionOk="0" h="13602" w="34384">
                <a:moveTo>
                  <a:pt x="10673" y="1"/>
                </a:moveTo>
                <a:cubicBezTo>
                  <a:pt x="8329" y="1"/>
                  <a:pt x="3805" y="4078"/>
                  <a:pt x="0" y="13602"/>
                </a:cubicBezTo>
                <a:lnTo>
                  <a:pt x="31747" y="13602"/>
                </a:lnTo>
                <a:cubicBezTo>
                  <a:pt x="34383" y="11782"/>
                  <a:pt x="33640" y="10436"/>
                  <a:pt x="31803" y="10436"/>
                </a:cubicBezTo>
                <a:cubicBezTo>
                  <a:pt x="30806" y="10436"/>
                  <a:pt x="29487" y="10833"/>
                  <a:pt x="28211" y="11766"/>
                </a:cubicBezTo>
                <a:cubicBezTo>
                  <a:pt x="29165" y="9683"/>
                  <a:pt x="28891" y="8814"/>
                  <a:pt x="28045" y="8814"/>
                </a:cubicBezTo>
                <a:cubicBezTo>
                  <a:pt x="27166" y="8814"/>
                  <a:pt x="25670" y="9750"/>
                  <a:pt x="24290" y="11236"/>
                </a:cubicBezTo>
                <a:cubicBezTo>
                  <a:pt x="27333" y="7101"/>
                  <a:pt x="28353" y="3656"/>
                  <a:pt x="26650" y="3656"/>
                </a:cubicBezTo>
                <a:cubicBezTo>
                  <a:pt x="25367" y="3656"/>
                  <a:pt x="22538" y="5612"/>
                  <a:pt x="17865" y="10704"/>
                </a:cubicBezTo>
                <a:cubicBezTo>
                  <a:pt x="18645" y="8772"/>
                  <a:pt x="18241" y="7949"/>
                  <a:pt x="17320" y="7949"/>
                </a:cubicBezTo>
                <a:cubicBezTo>
                  <a:pt x="16258" y="7949"/>
                  <a:pt x="14509" y="9042"/>
                  <a:pt x="13090" y="10793"/>
                </a:cubicBezTo>
                <a:cubicBezTo>
                  <a:pt x="15169" y="7792"/>
                  <a:pt x="15393" y="5595"/>
                  <a:pt x="14133" y="5595"/>
                </a:cubicBezTo>
                <a:cubicBezTo>
                  <a:pt x="13185" y="5595"/>
                  <a:pt x="11400" y="6836"/>
                  <a:pt x="8933" y="9908"/>
                </a:cubicBezTo>
                <a:cubicBezTo>
                  <a:pt x="13159" y="3698"/>
                  <a:pt x="12904" y="1"/>
                  <a:pt x="106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
          <p:cNvSpPr/>
          <p:nvPr/>
        </p:nvSpPr>
        <p:spPr>
          <a:xfrm>
            <a:off x="1184481" y="3984893"/>
            <a:ext cx="474887" cy="195320"/>
          </a:xfrm>
          <a:custGeom>
            <a:rect b="b" l="l" r="r" t="t"/>
            <a:pathLst>
              <a:path extrusionOk="0" h="7265" w="17662">
                <a:moveTo>
                  <a:pt x="7522" y="0"/>
                </a:moveTo>
                <a:cubicBezTo>
                  <a:pt x="5810" y="0"/>
                  <a:pt x="2651" y="2706"/>
                  <a:pt x="1" y="7265"/>
                </a:cubicBezTo>
                <a:lnTo>
                  <a:pt x="16569" y="7265"/>
                </a:lnTo>
                <a:cubicBezTo>
                  <a:pt x="17662" y="5389"/>
                  <a:pt x="16707" y="4650"/>
                  <a:pt x="15566" y="4650"/>
                </a:cubicBezTo>
                <a:cubicBezTo>
                  <a:pt x="14824" y="4650"/>
                  <a:pt x="14004" y="4963"/>
                  <a:pt x="13616" y="5479"/>
                </a:cubicBezTo>
                <a:cubicBezTo>
                  <a:pt x="14901" y="2948"/>
                  <a:pt x="14560" y="1943"/>
                  <a:pt x="13490" y="1943"/>
                </a:cubicBezTo>
                <a:cubicBezTo>
                  <a:pt x="12168" y="1943"/>
                  <a:pt x="9734" y="3476"/>
                  <a:pt x="7876" y="5560"/>
                </a:cubicBezTo>
                <a:cubicBezTo>
                  <a:pt x="9328" y="1711"/>
                  <a:pt x="8883" y="0"/>
                  <a:pt x="75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
          <p:cNvSpPr/>
          <p:nvPr/>
        </p:nvSpPr>
        <p:spPr>
          <a:xfrm>
            <a:off x="1919351" y="3917759"/>
            <a:ext cx="617902" cy="262451"/>
          </a:xfrm>
          <a:custGeom>
            <a:rect b="b" l="l" r="r" t="t"/>
            <a:pathLst>
              <a:path extrusionOk="0" h="9762" w="22981">
                <a:moveTo>
                  <a:pt x="7466" y="1"/>
                </a:moveTo>
                <a:cubicBezTo>
                  <a:pt x="5738" y="1"/>
                  <a:pt x="2603" y="3054"/>
                  <a:pt x="0" y="9762"/>
                </a:cubicBezTo>
                <a:lnTo>
                  <a:pt x="21488" y="9762"/>
                </a:lnTo>
                <a:cubicBezTo>
                  <a:pt x="22981" y="7536"/>
                  <a:pt x="22462" y="5936"/>
                  <a:pt x="21116" y="5936"/>
                </a:cubicBezTo>
                <a:cubicBezTo>
                  <a:pt x="20242" y="5936"/>
                  <a:pt x="19019" y="6610"/>
                  <a:pt x="17770" y="8224"/>
                </a:cubicBezTo>
                <a:cubicBezTo>
                  <a:pt x="18865" y="5896"/>
                  <a:pt x="18289" y="4638"/>
                  <a:pt x="16884" y="4638"/>
                </a:cubicBezTo>
                <a:cubicBezTo>
                  <a:pt x="15516" y="4638"/>
                  <a:pt x="13362" y="5830"/>
                  <a:pt x="11197" y="8388"/>
                </a:cubicBezTo>
                <a:cubicBezTo>
                  <a:pt x="12321" y="5477"/>
                  <a:pt x="12045" y="4474"/>
                  <a:pt x="11207" y="4474"/>
                </a:cubicBezTo>
                <a:cubicBezTo>
                  <a:pt x="10181" y="4474"/>
                  <a:pt x="8311" y="5979"/>
                  <a:pt x="7137" y="7323"/>
                </a:cubicBezTo>
                <a:cubicBezTo>
                  <a:pt x="9459" y="2599"/>
                  <a:pt x="9061" y="1"/>
                  <a:pt x="74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
          <p:cNvSpPr/>
          <p:nvPr/>
        </p:nvSpPr>
        <p:spPr>
          <a:xfrm>
            <a:off x="2797235" y="3997664"/>
            <a:ext cx="569665" cy="182549"/>
          </a:xfrm>
          <a:custGeom>
            <a:rect b="b" l="l" r="r" t="t"/>
            <a:pathLst>
              <a:path extrusionOk="0" h="6790" w="21187">
                <a:moveTo>
                  <a:pt x="10844" y="1"/>
                </a:moveTo>
                <a:cubicBezTo>
                  <a:pt x="9743" y="1"/>
                  <a:pt x="7828" y="1402"/>
                  <a:pt x="5250" y="5252"/>
                </a:cubicBezTo>
                <a:cubicBezTo>
                  <a:pt x="5652" y="2516"/>
                  <a:pt x="5384" y="875"/>
                  <a:pt x="4522" y="875"/>
                </a:cubicBezTo>
                <a:cubicBezTo>
                  <a:pt x="3626" y="875"/>
                  <a:pt x="2091" y="2643"/>
                  <a:pt x="1" y="6790"/>
                </a:cubicBezTo>
                <a:lnTo>
                  <a:pt x="19520" y="6790"/>
                </a:lnTo>
                <a:cubicBezTo>
                  <a:pt x="21186" y="4944"/>
                  <a:pt x="20614" y="4060"/>
                  <a:pt x="19375" y="4060"/>
                </a:cubicBezTo>
                <a:cubicBezTo>
                  <a:pt x="18480" y="4060"/>
                  <a:pt x="17237" y="4521"/>
                  <a:pt x="16240" y="5416"/>
                </a:cubicBezTo>
                <a:cubicBezTo>
                  <a:pt x="17050" y="3493"/>
                  <a:pt x="16643" y="2331"/>
                  <a:pt x="15362" y="2331"/>
                </a:cubicBezTo>
                <a:cubicBezTo>
                  <a:pt x="14307" y="2331"/>
                  <a:pt x="12658" y="3120"/>
                  <a:pt x="10608" y="4923"/>
                </a:cubicBezTo>
                <a:cubicBezTo>
                  <a:pt x="12336" y="2448"/>
                  <a:pt x="12300" y="1"/>
                  <a:pt x="108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
          <p:cNvSpPr/>
          <p:nvPr/>
        </p:nvSpPr>
        <p:spPr>
          <a:xfrm>
            <a:off x="7604271" y="3847265"/>
            <a:ext cx="1275005" cy="332944"/>
          </a:xfrm>
          <a:custGeom>
            <a:rect b="b" l="l" r="r" t="t"/>
            <a:pathLst>
              <a:path extrusionOk="0" h="12384" w="47420">
                <a:moveTo>
                  <a:pt x="39409" y="0"/>
                </a:moveTo>
                <a:cubicBezTo>
                  <a:pt x="37270" y="0"/>
                  <a:pt x="32493" y="2729"/>
                  <a:pt x="24781" y="9357"/>
                </a:cubicBezTo>
                <a:cubicBezTo>
                  <a:pt x="27563" y="4972"/>
                  <a:pt x="27173" y="2779"/>
                  <a:pt x="25215" y="2779"/>
                </a:cubicBezTo>
                <a:cubicBezTo>
                  <a:pt x="23214" y="2779"/>
                  <a:pt x="19577" y="5068"/>
                  <a:pt x="16014" y="9643"/>
                </a:cubicBezTo>
                <a:cubicBezTo>
                  <a:pt x="17133" y="6845"/>
                  <a:pt x="16794" y="5622"/>
                  <a:pt x="15586" y="5622"/>
                </a:cubicBezTo>
                <a:cubicBezTo>
                  <a:pt x="14118" y="5622"/>
                  <a:pt x="11368" y="7426"/>
                  <a:pt x="8388" y="10405"/>
                </a:cubicBezTo>
                <a:cubicBezTo>
                  <a:pt x="9313" y="8482"/>
                  <a:pt x="8845" y="7682"/>
                  <a:pt x="7699" y="7682"/>
                </a:cubicBezTo>
                <a:cubicBezTo>
                  <a:pt x="5890" y="7682"/>
                  <a:pt x="2391" y="9672"/>
                  <a:pt x="0" y="12384"/>
                </a:cubicBezTo>
                <a:lnTo>
                  <a:pt x="46323" y="12384"/>
                </a:lnTo>
                <a:cubicBezTo>
                  <a:pt x="47419" y="11432"/>
                  <a:pt x="46945" y="9772"/>
                  <a:pt x="45283" y="9772"/>
                </a:cubicBezTo>
                <a:cubicBezTo>
                  <a:pt x="44489" y="9772"/>
                  <a:pt x="43423" y="10151"/>
                  <a:pt x="42129" y="11168"/>
                </a:cubicBezTo>
                <a:cubicBezTo>
                  <a:pt x="44441" y="7281"/>
                  <a:pt x="44163" y="5545"/>
                  <a:pt x="42644" y="5545"/>
                </a:cubicBezTo>
                <a:cubicBezTo>
                  <a:pt x="41221" y="5545"/>
                  <a:pt x="38709" y="7069"/>
                  <a:pt x="36220" y="9773"/>
                </a:cubicBezTo>
                <a:cubicBezTo>
                  <a:pt x="40743" y="3931"/>
                  <a:pt x="41976" y="0"/>
                  <a:pt x="394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
          <p:cNvSpPr/>
          <p:nvPr/>
        </p:nvSpPr>
        <p:spPr>
          <a:xfrm>
            <a:off x="5161870" y="3984893"/>
            <a:ext cx="474887" cy="195320"/>
          </a:xfrm>
          <a:custGeom>
            <a:rect b="b" l="l" r="r" t="t"/>
            <a:pathLst>
              <a:path extrusionOk="0" h="7265" w="17662">
                <a:moveTo>
                  <a:pt x="7522" y="0"/>
                </a:moveTo>
                <a:cubicBezTo>
                  <a:pt x="5810" y="0"/>
                  <a:pt x="2651" y="2706"/>
                  <a:pt x="1" y="7265"/>
                </a:cubicBezTo>
                <a:lnTo>
                  <a:pt x="16569" y="7265"/>
                </a:lnTo>
                <a:cubicBezTo>
                  <a:pt x="17662" y="5389"/>
                  <a:pt x="16707" y="4650"/>
                  <a:pt x="15566" y="4650"/>
                </a:cubicBezTo>
                <a:cubicBezTo>
                  <a:pt x="14824" y="4650"/>
                  <a:pt x="14004" y="4963"/>
                  <a:pt x="13616" y="5479"/>
                </a:cubicBezTo>
                <a:cubicBezTo>
                  <a:pt x="14901" y="2948"/>
                  <a:pt x="14560" y="1943"/>
                  <a:pt x="13490" y="1943"/>
                </a:cubicBezTo>
                <a:cubicBezTo>
                  <a:pt x="12168" y="1943"/>
                  <a:pt x="9734" y="3476"/>
                  <a:pt x="7876" y="5560"/>
                </a:cubicBezTo>
                <a:cubicBezTo>
                  <a:pt x="9328" y="1711"/>
                  <a:pt x="8883" y="0"/>
                  <a:pt x="75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
          <p:cNvSpPr/>
          <p:nvPr/>
        </p:nvSpPr>
        <p:spPr>
          <a:xfrm>
            <a:off x="5896739" y="3917759"/>
            <a:ext cx="617902" cy="262451"/>
          </a:xfrm>
          <a:custGeom>
            <a:rect b="b" l="l" r="r" t="t"/>
            <a:pathLst>
              <a:path extrusionOk="0" h="9762" w="22981">
                <a:moveTo>
                  <a:pt x="7466" y="1"/>
                </a:moveTo>
                <a:cubicBezTo>
                  <a:pt x="5738" y="1"/>
                  <a:pt x="2603" y="3054"/>
                  <a:pt x="0" y="9762"/>
                </a:cubicBezTo>
                <a:lnTo>
                  <a:pt x="21488" y="9762"/>
                </a:lnTo>
                <a:cubicBezTo>
                  <a:pt x="22981" y="7536"/>
                  <a:pt x="22462" y="5936"/>
                  <a:pt x="21116" y="5936"/>
                </a:cubicBezTo>
                <a:cubicBezTo>
                  <a:pt x="20242" y="5936"/>
                  <a:pt x="19019" y="6610"/>
                  <a:pt x="17770" y="8224"/>
                </a:cubicBezTo>
                <a:cubicBezTo>
                  <a:pt x="18865" y="5896"/>
                  <a:pt x="18289" y="4638"/>
                  <a:pt x="16884" y="4638"/>
                </a:cubicBezTo>
                <a:cubicBezTo>
                  <a:pt x="15516" y="4638"/>
                  <a:pt x="13362" y="5830"/>
                  <a:pt x="11197" y="8388"/>
                </a:cubicBezTo>
                <a:cubicBezTo>
                  <a:pt x="12321" y="5477"/>
                  <a:pt x="12045" y="4474"/>
                  <a:pt x="11207" y="4474"/>
                </a:cubicBezTo>
                <a:cubicBezTo>
                  <a:pt x="10181" y="4474"/>
                  <a:pt x="8311" y="5979"/>
                  <a:pt x="7137" y="7323"/>
                </a:cubicBezTo>
                <a:cubicBezTo>
                  <a:pt x="9459" y="2599"/>
                  <a:pt x="9061" y="1"/>
                  <a:pt x="74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
          <p:cNvSpPr/>
          <p:nvPr/>
        </p:nvSpPr>
        <p:spPr>
          <a:xfrm>
            <a:off x="6774623" y="3997664"/>
            <a:ext cx="569665" cy="182549"/>
          </a:xfrm>
          <a:custGeom>
            <a:rect b="b" l="l" r="r" t="t"/>
            <a:pathLst>
              <a:path extrusionOk="0" h="6790" w="21187">
                <a:moveTo>
                  <a:pt x="10844" y="1"/>
                </a:moveTo>
                <a:cubicBezTo>
                  <a:pt x="9743" y="1"/>
                  <a:pt x="7828" y="1402"/>
                  <a:pt x="5250" y="5252"/>
                </a:cubicBezTo>
                <a:cubicBezTo>
                  <a:pt x="5652" y="2516"/>
                  <a:pt x="5384" y="875"/>
                  <a:pt x="4522" y="875"/>
                </a:cubicBezTo>
                <a:cubicBezTo>
                  <a:pt x="3626" y="875"/>
                  <a:pt x="2091" y="2643"/>
                  <a:pt x="1" y="6790"/>
                </a:cubicBezTo>
                <a:lnTo>
                  <a:pt x="19520" y="6790"/>
                </a:lnTo>
                <a:cubicBezTo>
                  <a:pt x="21186" y="4944"/>
                  <a:pt x="20614" y="4060"/>
                  <a:pt x="19375" y="4060"/>
                </a:cubicBezTo>
                <a:cubicBezTo>
                  <a:pt x="18480" y="4060"/>
                  <a:pt x="17237" y="4521"/>
                  <a:pt x="16240" y="5416"/>
                </a:cubicBezTo>
                <a:cubicBezTo>
                  <a:pt x="17050" y="3493"/>
                  <a:pt x="16643" y="2331"/>
                  <a:pt x="15362" y="2331"/>
                </a:cubicBezTo>
                <a:cubicBezTo>
                  <a:pt x="14307" y="2331"/>
                  <a:pt x="12658" y="3120"/>
                  <a:pt x="10608" y="4923"/>
                </a:cubicBezTo>
                <a:cubicBezTo>
                  <a:pt x="12336" y="2448"/>
                  <a:pt x="12300" y="1"/>
                  <a:pt x="108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
          <p:cNvSpPr/>
          <p:nvPr/>
        </p:nvSpPr>
        <p:spPr>
          <a:xfrm>
            <a:off x="6812905" y="2012174"/>
            <a:ext cx="948743" cy="171098"/>
          </a:xfrm>
          <a:custGeom>
            <a:rect b="b" l="l" r="r" t="t"/>
            <a:pathLst>
              <a:path extrusionOk="0" h="3332" w="18476">
                <a:moveTo>
                  <a:pt x="11815" y="1"/>
                </a:moveTo>
                <a:cubicBezTo>
                  <a:pt x="10500" y="1"/>
                  <a:pt x="9379" y="1567"/>
                  <a:pt x="8068" y="1567"/>
                </a:cubicBezTo>
                <a:cubicBezTo>
                  <a:pt x="7964" y="1567"/>
                  <a:pt x="7857" y="1557"/>
                  <a:pt x="7750" y="1536"/>
                </a:cubicBezTo>
                <a:cubicBezTo>
                  <a:pt x="7087" y="1402"/>
                  <a:pt x="6515" y="830"/>
                  <a:pt x="5859" y="830"/>
                </a:cubicBezTo>
                <a:cubicBezTo>
                  <a:pt x="5808" y="830"/>
                  <a:pt x="5757" y="833"/>
                  <a:pt x="5705" y="841"/>
                </a:cubicBezTo>
                <a:cubicBezTo>
                  <a:pt x="5082" y="930"/>
                  <a:pt x="4680" y="1545"/>
                  <a:pt x="4113" y="1816"/>
                </a:cubicBezTo>
                <a:cubicBezTo>
                  <a:pt x="3840" y="1945"/>
                  <a:pt x="3540" y="1988"/>
                  <a:pt x="3236" y="1988"/>
                </a:cubicBezTo>
                <a:cubicBezTo>
                  <a:pt x="2992" y="1988"/>
                  <a:pt x="2744" y="1960"/>
                  <a:pt x="2504" y="1926"/>
                </a:cubicBezTo>
                <a:cubicBezTo>
                  <a:pt x="2178" y="1882"/>
                  <a:pt x="1845" y="1831"/>
                  <a:pt x="1517" y="1831"/>
                </a:cubicBezTo>
                <a:cubicBezTo>
                  <a:pt x="1301" y="1831"/>
                  <a:pt x="1087" y="1854"/>
                  <a:pt x="878" y="1915"/>
                </a:cubicBezTo>
                <a:cubicBezTo>
                  <a:pt x="355" y="2072"/>
                  <a:pt x="0" y="2790"/>
                  <a:pt x="79" y="3331"/>
                </a:cubicBezTo>
                <a:lnTo>
                  <a:pt x="18279" y="3331"/>
                </a:lnTo>
                <a:cubicBezTo>
                  <a:pt x="18475" y="2931"/>
                  <a:pt x="18072" y="2312"/>
                  <a:pt x="17676" y="2111"/>
                </a:cubicBezTo>
                <a:cubicBezTo>
                  <a:pt x="17438" y="1990"/>
                  <a:pt x="17173" y="1951"/>
                  <a:pt x="16905" y="1951"/>
                </a:cubicBezTo>
                <a:cubicBezTo>
                  <a:pt x="16726" y="1951"/>
                  <a:pt x="16546" y="1968"/>
                  <a:pt x="16370" y="1991"/>
                </a:cubicBezTo>
                <a:cubicBezTo>
                  <a:pt x="16081" y="2028"/>
                  <a:pt x="15786" y="2078"/>
                  <a:pt x="15496" y="2078"/>
                </a:cubicBezTo>
                <a:cubicBezTo>
                  <a:pt x="15345" y="2078"/>
                  <a:pt x="15194" y="2064"/>
                  <a:pt x="15046" y="2028"/>
                </a:cubicBezTo>
                <a:cubicBezTo>
                  <a:pt x="13878" y="1748"/>
                  <a:pt x="13296" y="252"/>
                  <a:pt x="12116" y="29"/>
                </a:cubicBezTo>
                <a:cubicBezTo>
                  <a:pt x="12014" y="9"/>
                  <a:pt x="11914" y="1"/>
                  <a:pt x="11815"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
          <p:cNvSpPr/>
          <p:nvPr/>
        </p:nvSpPr>
        <p:spPr>
          <a:xfrm>
            <a:off x="5105189" y="1569900"/>
            <a:ext cx="1337976" cy="175463"/>
          </a:xfrm>
          <a:custGeom>
            <a:rect b="b" l="l" r="r" t="t"/>
            <a:pathLst>
              <a:path extrusionOk="0" h="3417" w="26056">
                <a:moveTo>
                  <a:pt x="16660" y="0"/>
                </a:moveTo>
                <a:cubicBezTo>
                  <a:pt x="14805" y="0"/>
                  <a:pt x="13224" y="1609"/>
                  <a:pt x="11375" y="1609"/>
                </a:cubicBezTo>
                <a:cubicBezTo>
                  <a:pt x="11229" y="1609"/>
                  <a:pt x="11081" y="1599"/>
                  <a:pt x="10931" y="1577"/>
                </a:cubicBezTo>
                <a:cubicBezTo>
                  <a:pt x="9997" y="1439"/>
                  <a:pt x="9193" y="852"/>
                  <a:pt x="8270" y="852"/>
                </a:cubicBezTo>
                <a:cubicBezTo>
                  <a:pt x="8196" y="852"/>
                  <a:pt x="8121" y="856"/>
                  <a:pt x="8046" y="864"/>
                </a:cubicBezTo>
                <a:cubicBezTo>
                  <a:pt x="7169" y="955"/>
                  <a:pt x="6603" y="1587"/>
                  <a:pt x="5803" y="1862"/>
                </a:cubicBezTo>
                <a:cubicBezTo>
                  <a:pt x="5416" y="1995"/>
                  <a:pt x="4993" y="2039"/>
                  <a:pt x="4564" y="2039"/>
                </a:cubicBezTo>
                <a:cubicBezTo>
                  <a:pt x="4220" y="2039"/>
                  <a:pt x="3871" y="2011"/>
                  <a:pt x="3532" y="1977"/>
                </a:cubicBezTo>
                <a:cubicBezTo>
                  <a:pt x="3073" y="1933"/>
                  <a:pt x="2603" y="1880"/>
                  <a:pt x="2141" y="1880"/>
                </a:cubicBezTo>
                <a:cubicBezTo>
                  <a:pt x="1836" y="1880"/>
                  <a:pt x="1534" y="1903"/>
                  <a:pt x="1241" y="1966"/>
                </a:cubicBezTo>
                <a:cubicBezTo>
                  <a:pt x="503" y="2123"/>
                  <a:pt x="1" y="2861"/>
                  <a:pt x="111" y="3417"/>
                </a:cubicBezTo>
                <a:lnTo>
                  <a:pt x="25777" y="3417"/>
                </a:lnTo>
                <a:cubicBezTo>
                  <a:pt x="26056" y="3007"/>
                  <a:pt x="25486" y="2371"/>
                  <a:pt x="24930" y="2164"/>
                </a:cubicBezTo>
                <a:cubicBezTo>
                  <a:pt x="24595" y="2041"/>
                  <a:pt x="24224" y="2001"/>
                  <a:pt x="23847" y="2001"/>
                </a:cubicBezTo>
                <a:cubicBezTo>
                  <a:pt x="23593" y="2001"/>
                  <a:pt x="23336" y="2019"/>
                  <a:pt x="23085" y="2042"/>
                </a:cubicBezTo>
                <a:cubicBezTo>
                  <a:pt x="22678" y="2080"/>
                  <a:pt x="22265" y="2130"/>
                  <a:pt x="21858" y="2130"/>
                </a:cubicBezTo>
                <a:cubicBezTo>
                  <a:pt x="21643" y="2130"/>
                  <a:pt x="21429" y="2116"/>
                  <a:pt x="21218" y="2080"/>
                </a:cubicBezTo>
                <a:cubicBezTo>
                  <a:pt x="19573" y="1793"/>
                  <a:pt x="18750" y="258"/>
                  <a:pt x="17087" y="29"/>
                </a:cubicBezTo>
                <a:cubicBezTo>
                  <a:pt x="16943" y="10"/>
                  <a:pt x="16801" y="0"/>
                  <a:pt x="1666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
          <p:cNvSpPr/>
          <p:nvPr/>
        </p:nvSpPr>
        <p:spPr>
          <a:xfrm>
            <a:off x="6615490" y="939963"/>
            <a:ext cx="728811" cy="160571"/>
          </a:xfrm>
          <a:custGeom>
            <a:rect b="b" l="l" r="r" t="t"/>
            <a:pathLst>
              <a:path extrusionOk="0" h="3127" w="14193">
                <a:moveTo>
                  <a:pt x="6692" y="1"/>
                </a:moveTo>
                <a:cubicBezTo>
                  <a:pt x="6612" y="1"/>
                  <a:pt x="6531" y="6"/>
                  <a:pt x="6449" y="19"/>
                </a:cubicBezTo>
                <a:cubicBezTo>
                  <a:pt x="5332" y="186"/>
                  <a:pt x="4700" y="1469"/>
                  <a:pt x="3624" y="1814"/>
                </a:cubicBezTo>
                <a:cubicBezTo>
                  <a:pt x="3393" y="1888"/>
                  <a:pt x="3156" y="1914"/>
                  <a:pt x="2916" y="1914"/>
                </a:cubicBezTo>
                <a:cubicBezTo>
                  <a:pt x="2372" y="1914"/>
                  <a:pt x="1812" y="1781"/>
                  <a:pt x="1263" y="1772"/>
                </a:cubicBezTo>
                <a:cubicBezTo>
                  <a:pt x="1254" y="1772"/>
                  <a:pt x="1246" y="1772"/>
                  <a:pt x="1237" y="1772"/>
                </a:cubicBezTo>
                <a:cubicBezTo>
                  <a:pt x="459" y="1772"/>
                  <a:pt x="1" y="2343"/>
                  <a:pt x="39" y="3127"/>
                </a:cubicBezTo>
                <a:lnTo>
                  <a:pt x="14063" y="3127"/>
                </a:lnTo>
                <a:cubicBezTo>
                  <a:pt x="14193" y="2611"/>
                  <a:pt x="13291" y="1847"/>
                  <a:pt x="12734" y="1847"/>
                </a:cubicBezTo>
                <a:cubicBezTo>
                  <a:pt x="12714" y="1847"/>
                  <a:pt x="12695" y="1848"/>
                  <a:pt x="12676" y="1850"/>
                </a:cubicBezTo>
                <a:cubicBezTo>
                  <a:pt x="12126" y="1910"/>
                  <a:pt x="11629" y="2223"/>
                  <a:pt x="11078" y="2260"/>
                </a:cubicBezTo>
                <a:cubicBezTo>
                  <a:pt x="11038" y="2263"/>
                  <a:pt x="10998" y="2264"/>
                  <a:pt x="10959" y="2264"/>
                </a:cubicBezTo>
                <a:cubicBezTo>
                  <a:pt x="9344" y="2264"/>
                  <a:pt x="8265" y="1"/>
                  <a:pt x="669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7" name="Google Shape;1337;p3"/>
          <p:cNvGrpSpPr/>
          <p:nvPr/>
        </p:nvGrpSpPr>
        <p:grpSpPr>
          <a:xfrm>
            <a:off x="4956287" y="3203953"/>
            <a:ext cx="1432938" cy="1333902"/>
            <a:chOff x="609112" y="1844266"/>
            <a:chExt cx="1432938" cy="1333902"/>
          </a:xfrm>
        </p:grpSpPr>
        <p:grpSp>
          <p:nvGrpSpPr>
            <p:cNvPr id="1338" name="Google Shape;1338;p3"/>
            <p:cNvGrpSpPr/>
            <p:nvPr/>
          </p:nvGrpSpPr>
          <p:grpSpPr>
            <a:xfrm>
              <a:off x="609112" y="1844266"/>
              <a:ext cx="1432938" cy="1333902"/>
              <a:chOff x="609112" y="1844266"/>
              <a:chExt cx="1432938" cy="1333902"/>
            </a:xfrm>
          </p:grpSpPr>
          <p:sp>
            <p:nvSpPr>
              <p:cNvPr id="1339" name="Google Shape;1339;p3"/>
              <p:cNvSpPr/>
              <p:nvPr/>
            </p:nvSpPr>
            <p:spPr>
              <a:xfrm>
                <a:off x="1520350" y="2642500"/>
                <a:ext cx="521700" cy="521700"/>
              </a:xfrm>
              <a:prstGeom prst="ellipse">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
              <p:cNvSpPr/>
              <p:nvPr/>
            </p:nvSpPr>
            <p:spPr>
              <a:xfrm>
                <a:off x="1398627" y="2749069"/>
                <a:ext cx="12551" cy="42367"/>
              </a:xfrm>
              <a:custGeom>
                <a:rect b="b" l="l" r="r" t="t"/>
                <a:pathLst>
                  <a:path extrusionOk="0" h="1779" w="527">
                    <a:moveTo>
                      <a:pt x="0" y="1"/>
                    </a:moveTo>
                    <a:cubicBezTo>
                      <a:pt x="122" y="399"/>
                      <a:pt x="242" y="808"/>
                      <a:pt x="364" y="1224"/>
                    </a:cubicBezTo>
                    <a:lnTo>
                      <a:pt x="364" y="1224"/>
                    </a:lnTo>
                    <a:cubicBezTo>
                      <a:pt x="242" y="808"/>
                      <a:pt x="123" y="400"/>
                      <a:pt x="3" y="1"/>
                    </a:cubicBezTo>
                    <a:close/>
                    <a:moveTo>
                      <a:pt x="364" y="1224"/>
                    </a:moveTo>
                    <a:cubicBezTo>
                      <a:pt x="418" y="1407"/>
                      <a:pt x="472" y="1592"/>
                      <a:pt x="527" y="1778"/>
                    </a:cubicBezTo>
                    <a:cubicBezTo>
                      <a:pt x="472" y="1592"/>
                      <a:pt x="418" y="1408"/>
                      <a:pt x="364" y="1224"/>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
              <p:cNvSpPr/>
              <p:nvPr/>
            </p:nvSpPr>
            <p:spPr>
              <a:xfrm>
                <a:off x="1426610" y="2919442"/>
                <a:ext cx="44129" cy="46606"/>
              </a:xfrm>
              <a:custGeom>
                <a:rect b="b" l="l" r="r" t="t"/>
                <a:pathLst>
                  <a:path extrusionOk="0" h="1957" w="1853">
                    <a:moveTo>
                      <a:pt x="1230" y="0"/>
                    </a:moveTo>
                    <a:lnTo>
                      <a:pt x="729" y="2"/>
                    </a:lnTo>
                    <a:cubicBezTo>
                      <a:pt x="614" y="488"/>
                      <a:pt x="357" y="916"/>
                      <a:pt x="0" y="1241"/>
                    </a:cubicBezTo>
                    <a:cubicBezTo>
                      <a:pt x="300" y="1378"/>
                      <a:pt x="462" y="1601"/>
                      <a:pt x="519" y="1674"/>
                    </a:cubicBezTo>
                    <a:cubicBezTo>
                      <a:pt x="585" y="1760"/>
                      <a:pt x="850" y="1957"/>
                      <a:pt x="1167" y="1957"/>
                    </a:cubicBezTo>
                    <a:cubicBezTo>
                      <a:pt x="1253" y="1957"/>
                      <a:pt x="1342" y="1942"/>
                      <a:pt x="1433" y="1908"/>
                    </a:cubicBezTo>
                    <a:cubicBezTo>
                      <a:pt x="1780" y="1773"/>
                      <a:pt x="1852" y="1546"/>
                      <a:pt x="1848" y="1316"/>
                    </a:cubicBezTo>
                    <a:cubicBezTo>
                      <a:pt x="1835" y="1274"/>
                      <a:pt x="1815" y="1233"/>
                      <a:pt x="1796" y="1191"/>
                    </a:cubicBezTo>
                    <a:cubicBezTo>
                      <a:pt x="1595" y="797"/>
                      <a:pt x="1407" y="400"/>
                      <a:pt x="1230" y="0"/>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
              <p:cNvSpPr/>
              <p:nvPr/>
            </p:nvSpPr>
            <p:spPr>
              <a:xfrm>
                <a:off x="1248259" y="2624517"/>
                <a:ext cx="54346" cy="116074"/>
              </a:xfrm>
              <a:custGeom>
                <a:rect b="b" l="l" r="r" t="t"/>
                <a:pathLst>
                  <a:path extrusionOk="0" h="4874" w="2282">
                    <a:moveTo>
                      <a:pt x="0" y="1"/>
                    </a:moveTo>
                    <a:lnTo>
                      <a:pt x="0" y="1"/>
                    </a:lnTo>
                    <a:cubicBezTo>
                      <a:pt x="318" y="941"/>
                      <a:pt x="1209" y="2793"/>
                      <a:pt x="2282" y="4874"/>
                    </a:cubicBezTo>
                    <a:cubicBezTo>
                      <a:pt x="1214" y="2793"/>
                      <a:pt x="321" y="944"/>
                      <a:pt x="2" y="4"/>
                    </a:cubicBezTo>
                    <a:cubicBezTo>
                      <a:pt x="2" y="4"/>
                      <a:pt x="2" y="1"/>
                      <a:pt x="0"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
              <p:cNvSpPr/>
              <p:nvPr/>
            </p:nvSpPr>
            <p:spPr>
              <a:xfrm>
                <a:off x="1414131" y="2801319"/>
                <a:ext cx="834" cy="2810"/>
              </a:xfrm>
              <a:custGeom>
                <a:rect b="b" l="l" r="r" t="t"/>
                <a:pathLst>
                  <a:path extrusionOk="0" h="118" w="35">
                    <a:moveTo>
                      <a:pt x="1" y="1"/>
                    </a:moveTo>
                    <a:cubicBezTo>
                      <a:pt x="12" y="41"/>
                      <a:pt x="22" y="79"/>
                      <a:pt x="35" y="118"/>
                    </a:cubicBezTo>
                    <a:cubicBezTo>
                      <a:pt x="22" y="77"/>
                      <a:pt x="12" y="38"/>
                      <a:pt x="1"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
              <p:cNvSpPr/>
              <p:nvPr/>
            </p:nvSpPr>
            <p:spPr>
              <a:xfrm>
                <a:off x="1437708" y="2876479"/>
                <a:ext cx="6787" cy="15527"/>
              </a:xfrm>
              <a:custGeom>
                <a:rect b="b" l="l" r="r" t="t"/>
                <a:pathLst>
                  <a:path extrusionOk="0" h="652" w="285">
                    <a:moveTo>
                      <a:pt x="36" y="0"/>
                    </a:moveTo>
                    <a:cubicBezTo>
                      <a:pt x="27" y="7"/>
                      <a:pt x="12" y="10"/>
                      <a:pt x="1" y="16"/>
                    </a:cubicBezTo>
                    <a:cubicBezTo>
                      <a:pt x="114" y="213"/>
                      <a:pt x="202" y="428"/>
                      <a:pt x="255" y="652"/>
                    </a:cubicBezTo>
                    <a:lnTo>
                      <a:pt x="284" y="652"/>
                    </a:lnTo>
                    <a:cubicBezTo>
                      <a:pt x="199" y="436"/>
                      <a:pt x="118" y="219"/>
                      <a:pt x="36" y="0"/>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
              <p:cNvSpPr/>
              <p:nvPr/>
            </p:nvSpPr>
            <p:spPr>
              <a:xfrm>
                <a:off x="1288816" y="2422542"/>
                <a:ext cx="50535" cy="76446"/>
              </a:xfrm>
              <a:custGeom>
                <a:rect b="b" l="l" r="r" t="t"/>
                <a:pathLst>
                  <a:path extrusionOk="0" h="3210" w="2122">
                    <a:moveTo>
                      <a:pt x="2122" y="1"/>
                    </a:moveTo>
                    <a:cubicBezTo>
                      <a:pt x="1352" y="1040"/>
                      <a:pt x="621" y="2130"/>
                      <a:pt x="0" y="3210"/>
                    </a:cubicBezTo>
                    <a:cubicBezTo>
                      <a:pt x="621" y="2130"/>
                      <a:pt x="1352" y="1041"/>
                      <a:pt x="2122"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
              <p:cNvSpPr/>
              <p:nvPr/>
            </p:nvSpPr>
            <p:spPr>
              <a:xfrm>
                <a:off x="1247473" y="2591366"/>
                <a:ext cx="2072" cy="10169"/>
              </a:xfrm>
              <a:custGeom>
                <a:rect b="b" l="l" r="r" t="t"/>
                <a:pathLst>
                  <a:path extrusionOk="0" h="427" w="87">
                    <a:moveTo>
                      <a:pt x="87" y="1"/>
                    </a:moveTo>
                    <a:cubicBezTo>
                      <a:pt x="51" y="143"/>
                      <a:pt x="23" y="287"/>
                      <a:pt x="1" y="427"/>
                    </a:cubicBezTo>
                    <a:cubicBezTo>
                      <a:pt x="23" y="287"/>
                      <a:pt x="51" y="146"/>
                      <a:pt x="87"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3"/>
              <p:cNvSpPr/>
              <p:nvPr/>
            </p:nvSpPr>
            <p:spPr>
              <a:xfrm>
                <a:off x="1462570" y="2465313"/>
                <a:ext cx="42843" cy="33674"/>
              </a:xfrm>
              <a:custGeom>
                <a:rect b="b" l="l" r="r" t="t"/>
                <a:pathLst>
                  <a:path extrusionOk="0" h="1414" w="1799">
                    <a:moveTo>
                      <a:pt x="1799" y="1"/>
                    </a:moveTo>
                    <a:cubicBezTo>
                      <a:pt x="1195" y="469"/>
                      <a:pt x="588" y="938"/>
                      <a:pt x="1" y="1414"/>
                    </a:cubicBezTo>
                    <a:cubicBezTo>
                      <a:pt x="591" y="938"/>
                      <a:pt x="1195" y="469"/>
                      <a:pt x="1799"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
              <p:cNvSpPr/>
              <p:nvPr/>
            </p:nvSpPr>
            <p:spPr>
              <a:xfrm>
                <a:off x="1245711" y="2617682"/>
                <a:ext cx="2572" cy="6835"/>
              </a:xfrm>
              <a:custGeom>
                <a:rect b="b" l="l" r="r" t="t"/>
                <a:pathLst>
                  <a:path extrusionOk="0" h="287" w="108">
                    <a:moveTo>
                      <a:pt x="0" y="1"/>
                    </a:moveTo>
                    <a:cubicBezTo>
                      <a:pt x="10" y="103"/>
                      <a:pt x="49" y="197"/>
                      <a:pt x="107" y="286"/>
                    </a:cubicBezTo>
                    <a:cubicBezTo>
                      <a:pt x="107" y="285"/>
                      <a:pt x="107" y="285"/>
                      <a:pt x="105" y="283"/>
                    </a:cubicBezTo>
                    <a:cubicBezTo>
                      <a:pt x="49" y="195"/>
                      <a:pt x="11" y="103"/>
                      <a:pt x="0"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
              <p:cNvSpPr/>
              <p:nvPr/>
            </p:nvSpPr>
            <p:spPr>
              <a:xfrm>
                <a:off x="1649637" y="2207063"/>
                <a:ext cx="13694" cy="31603"/>
              </a:xfrm>
              <a:custGeom>
                <a:rect b="b" l="l" r="r" t="t"/>
                <a:pathLst>
                  <a:path extrusionOk="0" h="1327" w="575">
                    <a:moveTo>
                      <a:pt x="1" y="1"/>
                    </a:moveTo>
                    <a:lnTo>
                      <a:pt x="14" y="25"/>
                    </a:lnTo>
                    <a:cubicBezTo>
                      <a:pt x="168" y="293"/>
                      <a:pt x="296" y="555"/>
                      <a:pt x="399" y="813"/>
                    </a:cubicBezTo>
                    <a:lnTo>
                      <a:pt x="399" y="813"/>
                    </a:lnTo>
                    <a:cubicBezTo>
                      <a:pt x="293" y="546"/>
                      <a:pt x="161" y="276"/>
                      <a:pt x="1" y="1"/>
                    </a:cubicBezTo>
                    <a:close/>
                    <a:moveTo>
                      <a:pt x="399" y="813"/>
                    </a:moveTo>
                    <a:lnTo>
                      <a:pt x="399" y="813"/>
                    </a:lnTo>
                    <a:cubicBezTo>
                      <a:pt x="468" y="986"/>
                      <a:pt x="527" y="1157"/>
                      <a:pt x="574" y="1327"/>
                    </a:cubicBezTo>
                    <a:cubicBezTo>
                      <a:pt x="574" y="1325"/>
                      <a:pt x="573" y="1320"/>
                      <a:pt x="573" y="1319"/>
                    </a:cubicBezTo>
                    <a:cubicBezTo>
                      <a:pt x="525" y="1152"/>
                      <a:pt x="467" y="983"/>
                      <a:pt x="399" y="813"/>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
              <p:cNvSpPr/>
              <p:nvPr/>
            </p:nvSpPr>
            <p:spPr>
              <a:xfrm>
                <a:off x="1350521" y="2526566"/>
                <a:ext cx="79352" cy="94093"/>
              </a:xfrm>
              <a:custGeom>
                <a:rect b="b" l="l" r="r" t="t"/>
                <a:pathLst>
                  <a:path extrusionOk="0" h="3951" w="3332">
                    <a:moveTo>
                      <a:pt x="3331" y="0"/>
                    </a:moveTo>
                    <a:cubicBezTo>
                      <a:pt x="1928" y="1239"/>
                      <a:pt x="721" y="2535"/>
                      <a:pt x="1" y="3950"/>
                    </a:cubicBezTo>
                    <a:cubicBezTo>
                      <a:pt x="721" y="2539"/>
                      <a:pt x="1928" y="1239"/>
                      <a:pt x="3331" y="0"/>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
              <p:cNvSpPr/>
              <p:nvPr/>
            </p:nvSpPr>
            <p:spPr>
              <a:xfrm>
                <a:off x="1248259" y="2624445"/>
                <a:ext cx="48" cy="71"/>
              </a:xfrm>
              <a:custGeom>
                <a:rect b="b" l="l" r="r" t="t"/>
                <a:pathLst>
                  <a:path extrusionOk="0" h="3" w="2">
                    <a:moveTo>
                      <a:pt x="0" y="1"/>
                    </a:moveTo>
                    <a:cubicBezTo>
                      <a:pt x="0" y="1"/>
                      <a:pt x="0" y="2"/>
                      <a:pt x="2" y="2"/>
                    </a:cubicBezTo>
                    <a:cubicBezTo>
                      <a:pt x="2" y="2"/>
                      <a:pt x="2" y="1"/>
                      <a:pt x="0"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
              <p:cNvSpPr/>
              <p:nvPr/>
            </p:nvSpPr>
            <p:spPr>
              <a:xfrm>
                <a:off x="1245616" y="2601607"/>
                <a:ext cx="1858" cy="16099"/>
              </a:xfrm>
              <a:custGeom>
                <a:rect b="b" l="l" r="r" t="t"/>
                <a:pathLst>
                  <a:path extrusionOk="0" h="676" w="78">
                    <a:moveTo>
                      <a:pt x="77" y="0"/>
                    </a:moveTo>
                    <a:cubicBezTo>
                      <a:pt x="48" y="164"/>
                      <a:pt x="24" y="326"/>
                      <a:pt x="10" y="484"/>
                    </a:cubicBezTo>
                    <a:lnTo>
                      <a:pt x="10" y="484"/>
                    </a:lnTo>
                    <a:cubicBezTo>
                      <a:pt x="25" y="326"/>
                      <a:pt x="50" y="163"/>
                      <a:pt x="77" y="0"/>
                    </a:cubicBezTo>
                    <a:close/>
                    <a:moveTo>
                      <a:pt x="10" y="484"/>
                    </a:moveTo>
                    <a:cubicBezTo>
                      <a:pt x="7" y="513"/>
                      <a:pt x="5" y="542"/>
                      <a:pt x="3" y="571"/>
                    </a:cubicBezTo>
                    <a:cubicBezTo>
                      <a:pt x="1" y="587"/>
                      <a:pt x="0" y="604"/>
                      <a:pt x="0" y="620"/>
                    </a:cubicBezTo>
                    <a:lnTo>
                      <a:pt x="0" y="620"/>
                    </a:lnTo>
                    <a:cubicBezTo>
                      <a:pt x="0" y="604"/>
                      <a:pt x="1" y="588"/>
                      <a:pt x="3" y="572"/>
                    </a:cubicBezTo>
                    <a:cubicBezTo>
                      <a:pt x="5" y="543"/>
                      <a:pt x="7" y="513"/>
                      <a:pt x="10" y="484"/>
                    </a:cubicBezTo>
                    <a:close/>
                    <a:moveTo>
                      <a:pt x="0" y="620"/>
                    </a:moveTo>
                    <a:cubicBezTo>
                      <a:pt x="0" y="639"/>
                      <a:pt x="1" y="658"/>
                      <a:pt x="4" y="676"/>
                    </a:cubicBezTo>
                    <a:cubicBezTo>
                      <a:pt x="1" y="657"/>
                      <a:pt x="0" y="639"/>
                      <a:pt x="0" y="620"/>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
              <p:cNvSpPr/>
              <p:nvPr/>
            </p:nvSpPr>
            <p:spPr>
              <a:xfrm>
                <a:off x="1411154" y="2791412"/>
                <a:ext cx="3001" cy="9978"/>
              </a:xfrm>
              <a:custGeom>
                <a:rect b="b" l="l" r="r" t="t"/>
                <a:pathLst>
                  <a:path extrusionOk="0" h="419" w="126">
                    <a:moveTo>
                      <a:pt x="1" y="1"/>
                    </a:moveTo>
                    <a:lnTo>
                      <a:pt x="1" y="1"/>
                    </a:lnTo>
                    <a:cubicBezTo>
                      <a:pt x="41" y="139"/>
                      <a:pt x="82" y="276"/>
                      <a:pt x="126" y="418"/>
                    </a:cubicBezTo>
                    <a:cubicBezTo>
                      <a:pt x="85" y="279"/>
                      <a:pt x="41" y="139"/>
                      <a:pt x="1"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
              <p:cNvSpPr/>
              <p:nvPr/>
            </p:nvSpPr>
            <p:spPr>
              <a:xfrm>
                <a:off x="1505461" y="2410229"/>
                <a:ext cx="69183" cy="55084"/>
              </a:xfrm>
              <a:custGeom>
                <a:rect b="b" l="l" r="r" t="t"/>
                <a:pathLst>
                  <a:path extrusionOk="0" h="2313" w="2905">
                    <a:moveTo>
                      <a:pt x="2904" y="1"/>
                    </a:moveTo>
                    <a:cubicBezTo>
                      <a:pt x="1995" y="772"/>
                      <a:pt x="1000" y="1539"/>
                      <a:pt x="0" y="2312"/>
                    </a:cubicBezTo>
                    <a:cubicBezTo>
                      <a:pt x="1000" y="1539"/>
                      <a:pt x="1995" y="774"/>
                      <a:pt x="2904"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
              <p:cNvSpPr/>
              <p:nvPr/>
            </p:nvSpPr>
            <p:spPr>
              <a:xfrm>
                <a:off x="1428872" y="2848449"/>
                <a:ext cx="9788" cy="28078"/>
              </a:xfrm>
              <a:custGeom>
                <a:rect b="b" l="l" r="r" t="t"/>
                <a:pathLst>
                  <a:path extrusionOk="0" h="1179" w="411">
                    <a:moveTo>
                      <a:pt x="2" y="1"/>
                    </a:moveTo>
                    <a:lnTo>
                      <a:pt x="1" y="4"/>
                    </a:lnTo>
                    <a:cubicBezTo>
                      <a:pt x="130" y="393"/>
                      <a:pt x="266" y="787"/>
                      <a:pt x="411" y="1179"/>
                    </a:cubicBezTo>
                    <a:cubicBezTo>
                      <a:pt x="266" y="785"/>
                      <a:pt x="132" y="391"/>
                      <a:pt x="2"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
              <p:cNvSpPr/>
              <p:nvPr/>
            </p:nvSpPr>
            <p:spPr>
              <a:xfrm>
                <a:off x="1414988" y="2804106"/>
                <a:ext cx="1667" cy="5549"/>
              </a:xfrm>
              <a:custGeom>
                <a:rect b="b" l="l" r="r" t="t"/>
                <a:pathLst>
                  <a:path extrusionOk="0" h="233" w="70">
                    <a:moveTo>
                      <a:pt x="0" y="1"/>
                    </a:moveTo>
                    <a:lnTo>
                      <a:pt x="0" y="1"/>
                    </a:lnTo>
                    <a:cubicBezTo>
                      <a:pt x="23" y="77"/>
                      <a:pt x="46" y="155"/>
                      <a:pt x="70" y="232"/>
                    </a:cubicBezTo>
                    <a:cubicBezTo>
                      <a:pt x="47" y="155"/>
                      <a:pt x="23" y="75"/>
                      <a:pt x="0"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
              <p:cNvSpPr/>
              <p:nvPr/>
            </p:nvSpPr>
            <p:spPr>
              <a:xfrm>
                <a:off x="1325396" y="2784268"/>
                <a:ext cx="37032" cy="68921"/>
              </a:xfrm>
              <a:custGeom>
                <a:rect b="b" l="l" r="r" t="t"/>
                <a:pathLst>
                  <a:path extrusionOk="0" h="2894" w="1555">
                    <a:moveTo>
                      <a:pt x="1" y="1"/>
                    </a:moveTo>
                    <a:cubicBezTo>
                      <a:pt x="518" y="979"/>
                      <a:pt x="1048" y="1965"/>
                      <a:pt x="1555" y="2893"/>
                    </a:cubicBezTo>
                    <a:lnTo>
                      <a:pt x="1555" y="2893"/>
                    </a:lnTo>
                    <a:cubicBezTo>
                      <a:pt x="1048" y="1965"/>
                      <a:pt x="518" y="979"/>
                      <a:pt x="1"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3"/>
              <p:cNvSpPr/>
              <p:nvPr/>
            </p:nvSpPr>
            <p:spPr>
              <a:xfrm>
                <a:off x="1325396" y="2781076"/>
                <a:ext cx="41748" cy="72040"/>
              </a:xfrm>
              <a:custGeom>
                <a:rect b="b" l="l" r="r" t="t"/>
                <a:pathLst>
                  <a:path extrusionOk="0" h="3025" w="1753">
                    <a:moveTo>
                      <a:pt x="359" y="0"/>
                    </a:moveTo>
                    <a:lnTo>
                      <a:pt x="1" y="133"/>
                    </a:lnTo>
                    <a:cubicBezTo>
                      <a:pt x="518" y="1112"/>
                      <a:pt x="1048" y="2096"/>
                      <a:pt x="1555" y="3024"/>
                    </a:cubicBezTo>
                    <a:cubicBezTo>
                      <a:pt x="1620" y="2993"/>
                      <a:pt x="1685" y="2967"/>
                      <a:pt x="1753" y="2941"/>
                    </a:cubicBezTo>
                    <a:lnTo>
                      <a:pt x="35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
              <p:cNvSpPr/>
              <p:nvPr/>
            </p:nvSpPr>
            <p:spPr>
              <a:xfrm>
                <a:off x="1423442" y="2848521"/>
                <a:ext cx="15146" cy="28364"/>
              </a:xfrm>
              <a:custGeom>
                <a:rect b="b" l="l" r="r" t="t"/>
                <a:pathLst>
                  <a:path extrusionOk="0" h="1191" w="636">
                    <a:moveTo>
                      <a:pt x="227" y="1"/>
                    </a:moveTo>
                    <a:lnTo>
                      <a:pt x="0" y="494"/>
                    </a:lnTo>
                    <a:cubicBezTo>
                      <a:pt x="242" y="686"/>
                      <a:pt x="446" y="921"/>
                      <a:pt x="600" y="1190"/>
                    </a:cubicBezTo>
                    <a:cubicBezTo>
                      <a:pt x="611" y="1184"/>
                      <a:pt x="624" y="1181"/>
                      <a:pt x="635" y="1176"/>
                    </a:cubicBezTo>
                    <a:cubicBezTo>
                      <a:pt x="493" y="784"/>
                      <a:pt x="357" y="393"/>
                      <a:pt x="2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
              <p:cNvSpPr/>
              <p:nvPr/>
            </p:nvSpPr>
            <p:spPr>
              <a:xfrm>
                <a:off x="1248283" y="2624588"/>
                <a:ext cx="84900" cy="116003"/>
              </a:xfrm>
              <a:custGeom>
                <a:rect b="b" l="l" r="r" t="t"/>
                <a:pathLst>
                  <a:path extrusionOk="0" h="4871" w="3565">
                    <a:moveTo>
                      <a:pt x="1" y="1"/>
                    </a:moveTo>
                    <a:lnTo>
                      <a:pt x="1" y="1"/>
                    </a:lnTo>
                    <a:cubicBezTo>
                      <a:pt x="320" y="941"/>
                      <a:pt x="1211" y="2792"/>
                      <a:pt x="2281" y="4871"/>
                    </a:cubicBezTo>
                    <a:cubicBezTo>
                      <a:pt x="2367" y="4792"/>
                      <a:pt x="2454" y="4712"/>
                      <a:pt x="2540" y="4631"/>
                    </a:cubicBezTo>
                    <a:cubicBezTo>
                      <a:pt x="2513" y="4608"/>
                      <a:pt x="2503" y="4574"/>
                      <a:pt x="2516" y="4540"/>
                    </a:cubicBezTo>
                    <a:cubicBezTo>
                      <a:pt x="2528" y="4508"/>
                      <a:pt x="2558" y="4488"/>
                      <a:pt x="2591" y="4488"/>
                    </a:cubicBezTo>
                    <a:cubicBezTo>
                      <a:pt x="2601" y="4488"/>
                      <a:pt x="2611" y="4490"/>
                      <a:pt x="2621" y="4493"/>
                    </a:cubicBezTo>
                    <a:cubicBezTo>
                      <a:pt x="2634" y="4500"/>
                      <a:pt x="2649" y="4508"/>
                      <a:pt x="2663" y="4511"/>
                    </a:cubicBezTo>
                    <a:cubicBezTo>
                      <a:pt x="2772" y="4404"/>
                      <a:pt x="2876" y="4297"/>
                      <a:pt x="2970" y="4194"/>
                    </a:cubicBezTo>
                    <a:cubicBezTo>
                      <a:pt x="2942" y="4177"/>
                      <a:pt x="2926" y="4147"/>
                      <a:pt x="2931" y="4114"/>
                    </a:cubicBezTo>
                    <a:cubicBezTo>
                      <a:pt x="2937" y="4073"/>
                      <a:pt x="2972" y="4044"/>
                      <a:pt x="3012" y="4044"/>
                    </a:cubicBezTo>
                    <a:cubicBezTo>
                      <a:pt x="3015" y="4044"/>
                      <a:pt x="3019" y="4044"/>
                      <a:pt x="3022" y="4044"/>
                    </a:cubicBezTo>
                    <a:cubicBezTo>
                      <a:pt x="3044" y="4046"/>
                      <a:pt x="3064" y="4053"/>
                      <a:pt x="3085" y="4056"/>
                    </a:cubicBezTo>
                    <a:cubicBezTo>
                      <a:pt x="3190" y="3926"/>
                      <a:pt x="3279" y="3803"/>
                      <a:pt x="3342" y="3688"/>
                    </a:cubicBezTo>
                    <a:cubicBezTo>
                      <a:pt x="3304" y="3678"/>
                      <a:pt x="3278" y="3641"/>
                      <a:pt x="3281" y="3600"/>
                    </a:cubicBezTo>
                    <a:cubicBezTo>
                      <a:pt x="3285" y="3560"/>
                      <a:pt x="3321" y="3527"/>
                      <a:pt x="3360" y="3527"/>
                    </a:cubicBezTo>
                    <a:cubicBezTo>
                      <a:pt x="3363" y="3527"/>
                      <a:pt x="3367" y="3527"/>
                      <a:pt x="3370" y="3527"/>
                    </a:cubicBezTo>
                    <a:cubicBezTo>
                      <a:pt x="3383" y="3529"/>
                      <a:pt x="3396" y="3531"/>
                      <a:pt x="3409" y="3534"/>
                    </a:cubicBezTo>
                    <a:cubicBezTo>
                      <a:pt x="3420" y="3500"/>
                      <a:pt x="3433" y="3466"/>
                      <a:pt x="3440" y="3437"/>
                    </a:cubicBezTo>
                    <a:cubicBezTo>
                      <a:pt x="3046" y="3028"/>
                      <a:pt x="2892" y="2416"/>
                      <a:pt x="3555" y="2400"/>
                    </a:cubicBezTo>
                    <a:lnTo>
                      <a:pt x="3564" y="2400"/>
                    </a:lnTo>
                    <a:cubicBezTo>
                      <a:pt x="3218" y="2035"/>
                      <a:pt x="2809" y="1601"/>
                      <a:pt x="2362" y="1121"/>
                    </a:cubicBezTo>
                    <a:cubicBezTo>
                      <a:pt x="2268" y="1022"/>
                      <a:pt x="2172" y="918"/>
                      <a:pt x="2078" y="815"/>
                    </a:cubicBezTo>
                    <a:cubicBezTo>
                      <a:pt x="1195" y="758"/>
                      <a:pt x="307" y="46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
              <p:cNvSpPr/>
              <p:nvPr/>
            </p:nvSpPr>
            <p:spPr>
              <a:xfrm>
                <a:off x="1341876" y="2748998"/>
                <a:ext cx="74708" cy="99713"/>
              </a:xfrm>
              <a:custGeom>
                <a:rect b="b" l="l" r="r" t="t"/>
                <a:pathLst>
                  <a:path extrusionOk="0" h="4187" w="3137">
                    <a:moveTo>
                      <a:pt x="2383" y="0"/>
                    </a:moveTo>
                    <a:lnTo>
                      <a:pt x="1" y="921"/>
                    </a:lnTo>
                    <a:cubicBezTo>
                      <a:pt x="4" y="927"/>
                      <a:pt x="9" y="929"/>
                      <a:pt x="12" y="935"/>
                    </a:cubicBezTo>
                    <a:lnTo>
                      <a:pt x="1539" y="4169"/>
                    </a:lnTo>
                    <a:cubicBezTo>
                      <a:pt x="1657" y="4151"/>
                      <a:pt x="1775" y="4138"/>
                      <a:pt x="1900" y="4138"/>
                    </a:cubicBezTo>
                    <a:cubicBezTo>
                      <a:pt x="2064" y="4138"/>
                      <a:pt x="2224" y="4154"/>
                      <a:pt x="2378" y="4186"/>
                    </a:cubicBezTo>
                    <a:lnTo>
                      <a:pt x="3137" y="2546"/>
                    </a:lnTo>
                    <a:cubicBezTo>
                      <a:pt x="3112" y="2469"/>
                      <a:pt x="3091" y="2391"/>
                      <a:pt x="3069" y="2315"/>
                    </a:cubicBezTo>
                    <a:cubicBezTo>
                      <a:pt x="3056" y="2276"/>
                      <a:pt x="3046" y="2238"/>
                      <a:pt x="3035" y="2198"/>
                    </a:cubicBezTo>
                    <a:cubicBezTo>
                      <a:pt x="2991" y="2057"/>
                      <a:pt x="2950" y="1919"/>
                      <a:pt x="2910" y="1780"/>
                    </a:cubicBezTo>
                    <a:cubicBezTo>
                      <a:pt x="2730" y="1170"/>
                      <a:pt x="2558" y="577"/>
                      <a:pt x="23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
              <p:cNvSpPr/>
              <p:nvPr/>
            </p:nvSpPr>
            <p:spPr>
              <a:xfrm>
                <a:off x="1292436" y="2526518"/>
                <a:ext cx="137460" cy="94165"/>
              </a:xfrm>
              <a:custGeom>
                <a:rect b="b" l="l" r="r" t="t"/>
                <a:pathLst>
                  <a:path extrusionOk="0" h="3954" w="5772">
                    <a:moveTo>
                      <a:pt x="1" y="1"/>
                    </a:moveTo>
                    <a:cubicBezTo>
                      <a:pt x="309" y="524"/>
                      <a:pt x="623" y="1064"/>
                      <a:pt x="949" y="1610"/>
                    </a:cubicBezTo>
                    <a:lnTo>
                      <a:pt x="1192" y="2012"/>
                    </a:lnTo>
                    <a:cubicBezTo>
                      <a:pt x="1226" y="2069"/>
                      <a:pt x="1260" y="2124"/>
                      <a:pt x="1296" y="2181"/>
                    </a:cubicBezTo>
                    <a:cubicBezTo>
                      <a:pt x="1359" y="2283"/>
                      <a:pt x="1424" y="2387"/>
                      <a:pt x="1485" y="2490"/>
                    </a:cubicBezTo>
                    <a:cubicBezTo>
                      <a:pt x="1544" y="2583"/>
                      <a:pt x="1604" y="2678"/>
                      <a:pt x="1662" y="2772"/>
                    </a:cubicBezTo>
                    <a:cubicBezTo>
                      <a:pt x="1709" y="2847"/>
                      <a:pt x="1756" y="2920"/>
                      <a:pt x="1804" y="2994"/>
                    </a:cubicBezTo>
                    <a:cubicBezTo>
                      <a:pt x="2010" y="3315"/>
                      <a:pt x="2221" y="3634"/>
                      <a:pt x="2440" y="3954"/>
                    </a:cubicBezTo>
                    <a:cubicBezTo>
                      <a:pt x="3161" y="2539"/>
                      <a:pt x="4370" y="1239"/>
                      <a:pt x="57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
              <p:cNvSpPr/>
              <p:nvPr/>
            </p:nvSpPr>
            <p:spPr>
              <a:xfrm>
                <a:off x="1245592" y="2615181"/>
                <a:ext cx="2691" cy="9288"/>
              </a:xfrm>
              <a:custGeom>
                <a:rect b="b" l="l" r="r" t="t"/>
                <a:pathLst>
                  <a:path extrusionOk="0" h="390" w="113">
                    <a:moveTo>
                      <a:pt x="4" y="1"/>
                    </a:moveTo>
                    <a:lnTo>
                      <a:pt x="4" y="1"/>
                    </a:lnTo>
                    <a:cubicBezTo>
                      <a:pt x="0" y="38"/>
                      <a:pt x="0" y="72"/>
                      <a:pt x="5" y="106"/>
                    </a:cubicBezTo>
                    <a:cubicBezTo>
                      <a:pt x="16" y="205"/>
                      <a:pt x="54" y="300"/>
                      <a:pt x="112" y="390"/>
                    </a:cubicBezTo>
                    <a:cubicBezTo>
                      <a:pt x="60" y="234"/>
                      <a:pt x="23" y="104"/>
                      <a:pt x="4"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
              <p:cNvSpPr/>
              <p:nvPr/>
            </p:nvSpPr>
            <p:spPr>
              <a:xfrm>
                <a:off x="1288816" y="2402942"/>
                <a:ext cx="285780" cy="96046"/>
              </a:xfrm>
              <a:custGeom>
                <a:rect b="b" l="l" r="r" t="t"/>
                <a:pathLst>
                  <a:path extrusionOk="0" h="4033" w="12000">
                    <a:moveTo>
                      <a:pt x="10086" y="1"/>
                    </a:moveTo>
                    <a:cubicBezTo>
                      <a:pt x="8193" y="260"/>
                      <a:pt x="4917" y="599"/>
                      <a:pt x="2122" y="824"/>
                    </a:cubicBezTo>
                    <a:cubicBezTo>
                      <a:pt x="1352" y="1863"/>
                      <a:pt x="621" y="2953"/>
                      <a:pt x="0" y="4033"/>
                    </a:cubicBezTo>
                    <a:lnTo>
                      <a:pt x="7297" y="4033"/>
                    </a:lnTo>
                    <a:cubicBezTo>
                      <a:pt x="7885" y="3556"/>
                      <a:pt x="8493" y="3086"/>
                      <a:pt x="9097" y="2618"/>
                    </a:cubicBezTo>
                    <a:cubicBezTo>
                      <a:pt x="10097" y="1845"/>
                      <a:pt x="11092" y="1078"/>
                      <a:pt x="12000" y="307"/>
                    </a:cubicBezTo>
                    <a:cubicBezTo>
                      <a:pt x="11342" y="297"/>
                      <a:pt x="10661" y="195"/>
                      <a:pt x="100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
              <p:cNvSpPr/>
              <p:nvPr/>
            </p:nvSpPr>
            <p:spPr>
              <a:xfrm>
                <a:off x="1649995" y="2207730"/>
                <a:ext cx="13336" cy="30745"/>
              </a:xfrm>
              <a:custGeom>
                <a:rect b="b" l="l" r="r" t="t"/>
                <a:pathLst>
                  <a:path extrusionOk="0" h="1291" w="560">
                    <a:moveTo>
                      <a:pt x="0" y="1"/>
                    </a:moveTo>
                    <a:lnTo>
                      <a:pt x="0" y="1"/>
                    </a:lnTo>
                    <a:cubicBezTo>
                      <a:pt x="242" y="449"/>
                      <a:pt x="425" y="879"/>
                      <a:pt x="559" y="1291"/>
                    </a:cubicBezTo>
                    <a:cubicBezTo>
                      <a:pt x="438" y="871"/>
                      <a:pt x="255" y="441"/>
                      <a:pt x="0"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3"/>
              <p:cNvSpPr/>
              <p:nvPr/>
            </p:nvSpPr>
            <p:spPr>
              <a:xfrm>
                <a:off x="1245711" y="2591366"/>
                <a:ext cx="13336" cy="23839"/>
              </a:xfrm>
              <a:custGeom>
                <a:rect b="b" l="l" r="r" t="t"/>
                <a:pathLst>
                  <a:path extrusionOk="0" h="1001" w="560">
                    <a:moveTo>
                      <a:pt x="161" y="1"/>
                    </a:moveTo>
                    <a:cubicBezTo>
                      <a:pt x="125" y="143"/>
                      <a:pt x="97" y="287"/>
                      <a:pt x="75" y="427"/>
                    </a:cubicBezTo>
                    <a:cubicBezTo>
                      <a:pt x="42" y="621"/>
                      <a:pt x="15" y="814"/>
                      <a:pt x="0" y="1000"/>
                    </a:cubicBezTo>
                    <a:lnTo>
                      <a:pt x="0" y="1000"/>
                    </a:lnTo>
                    <a:cubicBezTo>
                      <a:pt x="2" y="995"/>
                      <a:pt x="193" y="698"/>
                      <a:pt x="559" y="440"/>
                    </a:cubicBezTo>
                    <a:cubicBezTo>
                      <a:pt x="428" y="294"/>
                      <a:pt x="293" y="148"/>
                      <a:pt x="161" y="1"/>
                    </a:cubicBezTo>
                    <a:close/>
                    <a:moveTo>
                      <a:pt x="0" y="1000"/>
                    </a:moveTo>
                    <a:cubicBezTo>
                      <a:pt x="0" y="1001"/>
                      <a:pt x="0" y="1001"/>
                      <a:pt x="0" y="1001"/>
                    </a:cubicBezTo>
                    <a:cubicBezTo>
                      <a:pt x="0" y="1001"/>
                      <a:pt x="0" y="1001"/>
                      <a:pt x="0" y="100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
              <p:cNvSpPr/>
              <p:nvPr/>
            </p:nvSpPr>
            <p:spPr>
              <a:xfrm>
                <a:off x="1245592" y="2601821"/>
                <a:ext cx="52202" cy="42176"/>
              </a:xfrm>
              <a:custGeom>
                <a:rect b="b" l="l" r="r" t="t"/>
                <a:pathLst>
                  <a:path extrusionOk="0" h="1771" w="2192">
                    <a:moveTo>
                      <a:pt x="563" y="1"/>
                    </a:moveTo>
                    <a:cubicBezTo>
                      <a:pt x="193" y="260"/>
                      <a:pt x="0" y="562"/>
                      <a:pt x="0" y="562"/>
                    </a:cubicBezTo>
                    <a:cubicBezTo>
                      <a:pt x="20" y="664"/>
                      <a:pt x="57" y="795"/>
                      <a:pt x="110" y="949"/>
                    </a:cubicBezTo>
                    <a:cubicBezTo>
                      <a:pt x="110" y="949"/>
                      <a:pt x="110" y="951"/>
                      <a:pt x="112" y="951"/>
                    </a:cubicBezTo>
                    <a:lnTo>
                      <a:pt x="112" y="952"/>
                    </a:lnTo>
                    <a:cubicBezTo>
                      <a:pt x="420" y="1417"/>
                      <a:pt x="1308" y="1714"/>
                      <a:pt x="2191" y="1771"/>
                    </a:cubicBezTo>
                    <a:cubicBezTo>
                      <a:pt x="2143" y="1719"/>
                      <a:pt x="2091" y="1665"/>
                      <a:pt x="2042" y="1612"/>
                    </a:cubicBezTo>
                    <a:cubicBezTo>
                      <a:pt x="2037" y="1605"/>
                      <a:pt x="2033" y="1599"/>
                      <a:pt x="2026" y="1592"/>
                    </a:cubicBezTo>
                    <a:cubicBezTo>
                      <a:pt x="1961" y="1524"/>
                      <a:pt x="1900" y="1455"/>
                      <a:pt x="1832" y="1385"/>
                    </a:cubicBezTo>
                    <a:cubicBezTo>
                      <a:pt x="1742" y="1288"/>
                      <a:pt x="1650" y="1187"/>
                      <a:pt x="1559" y="1088"/>
                    </a:cubicBezTo>
                    <a:cubicBezTo>
                      <a:pt x="1554" y="1082"/>
                      <a:pt x="1548" y="1079"/>
                      <a:pt x="1545" y="1072"/>
                    </a:cubicBezTo>
                    <a:cubicBezTo>
                      <a:pt x="1227" y="728"/>
                      <a:pt x="898" y="369"/>
                      <a:pt x="5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
              <p:cNvSpPr/>
              <p:nvPr/>
            </p:nvSpPr>
            <p:spPr>
              <a:xfrm>
                <a:off x="1267478" y="2795270"/>
                <a:ext cx="89211" cy="80376"/>
              </a:xfrm>
              <a:custGeom>
                <a:rect b="b" l="l" r="r" t="t"/>
                <a:pathLst>
                  <a:path extrusionOk="0" h="3375" w="3746">
                    <a:moveTo>
                      <a:pt x="1186" y="0"/>
                    </a:moveTo>
                    <a:lnTo>
                      <a:pt x="0" y="446"/>
                    </a:lnTo>
                    <a:lnTo>
                      <a:pt x="2930" y="3375"/>
                    </a:lnTo>
                    <a:cubicBezTo>
                      <a:pt x="3133" y="3042"/>
                      <a:pt x="3413" y="2762"/>
                      <a:pt x="3745" y="2558"/>
                    </a:cubicBezTo>
                    <a:lnTo>
                      <a:pt x="1186" y="0"/>
                    </a:lnTo>
                    <a:close/>
                  </a:path>
                </a:pathLst>
              </a:custGeom>
              <a:solidFill>
                <a:srgbClr val="494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
              <p:cNvSpPr/>
              <p:nvPr/>
            </p:nvSpPr>
            <p:spPr>
              <a:xfrm>
                <a:off x="859432" y="2355240"/>
                <a:ext cx="409499" cy="561558"/>
              </a:xfrm>
              <a:custGeom>
                <a:rect b="b" l="l" r="r" t="t"/>
                <a:pathLst>
                  <a:path extrusionOk="0" h="23580" w="17195">
                    <a:moveTo>
                      <a:pt x="749" y="1"/>
                    </a:moveTo>
                    <a:cubicBezTo>
                      <a:pt x="503" y="90"/>
                      <a:pt x="244" y="159"/>
                      <a:pt x="1" y="208"/>
                    </a:cubicBezTo>
                    <a:cubicBezTo>
                      <a:pt x="32" y="526"/>
                      <a:pt x="57" y="796"/>
                      <a:pt x="85" y="1031"/>
                    </a:cubicBezTo>
                    <a:lnTo>
                      <a:pt x="6205" y="2425"/>
                    </a:lnTo>
                    <a:lnTo>
                      <a:pt x="3540" y="11844"/>
                    </a:lnTo>
                    <a:lnTo>
                      <a:pt x="3208" y="13016"/>
                    </a:lnTo>
                    <a:lnTo>
                      <a:pt x="3075" y="13486"/>
                    </a:lnTo>
                    <a:lnTo>
                      <a:pt x="2526" y="15427"/>
                    </a:lnTo>
                    <a:lnTo>
                      <a:pt x="2518" y="15458"/>
                    </a:lnTo>
                    <a:lnTo>
                      <a:pt x="839" y="21393"/>
                    </a:lnTo>
                    <a:lnTo>
                      <a:pt x="665" y="21999"/>
                    </a:lnTo>
                    <a:lnTo>
                      <a:pt x="435" y="22819"/>
                    </a:lnTo>
                    <a:cubicBezTo>
                      <a:pt x="356" y="23096"/>
                      <a:pt x="476" y="23404"/>
                      <a:pt x="737" y="23524"/>
                    </a:cubicBezTo>
                    <a:cubicBezTo>
                      <a:pt x="818" y="23561"/>
                      <a:pt x="900" y="23579"/>
                      <a:pt x="981" y="23579"/>
                    </a:cubicBezTo>
                    <a:cubicBezTo>
                      <a:pt x="1232" y="23579"/>
                      <a:pt x="1464" y="23412"/>
                      <a:pt x="1537" y="23159"/>
                    </a:cubicBezTo>
                    <a:lnTo>
                      <a:pt x="1782" y="22294"/>
                    </a:lnTo>
                    <a:lnTo>
                      <a:pt x="1950" y="21699"/>
                    </a:lnTo>
                    <a:lnTo>
                      <a:pt x="3610" y="15834"/>
                    </a:lnTo>
                    <a:lnTo>
                      <a:pt x="3644" y="15711"/>
                    </a:lnTo>
                    <a:lnTo>
                      <a:pt x="4185" y="13800"/>
                    </a:lnTo>
                    <a:lnTo>
                      <a:pt x="4318" y="13330"/>
                    </a:lnTo>
                    <a:lnTo>
                      <a:pt x="4650" y="12157"/>
                    </a:lnTo>
                    <a:lnTo>
                      <a:pt x="5542" y="9008"/>
                    </a:lnTo>
                    <a:cubicBezTo>
                      <a:pt x="5645" y="8644"/>
                      <a:pt x="5970" y="8434"/>
                      <a:pt x="6302" y="8434"/>
                    </a:cubicBezTo>
                    <a:cubicBezTo>
                      <a:pt x="6498" y="8434"/>
                      <a:pt x="6697" y="8507"/>
                      <a:pt x="6854" y="8664"/>
                    </a:cubicBezTo>
                    <a:lnTo>
                      <a:pt x="16771" y="18570"/>
                    </a:lnTo>
                    <a:cubicBezTo>
                      <a:pt x="16795" y="18542"/>
                      <a:pt x="16826" y="18521"/>
                      <a:pt x="16860" y="18507"/>
                    </a:cubicBezTo>
                    <a:lnTo>
                      <a:pt x="16872" y="18502"/>
                    </a:lnTo>
                    <a:cubicBezTo>
                      <a:pt x="16860" y="18453"/>
                      <a:pt x="16854" y="18409"/>
                      <a:pt x="16846" y="18364"/>
                    </a:cubicBezTo>
                    <a:cubicBezTo>
                      <a:pt x="16846" y="18363"/>
                      <a:pt x="16846" y="18363"/>
                      <a:pt x="16845" y="18363"/>
                    </a:cubicBezTo>
                    <a:cubicBezTo>
                      <a:pt x="16844" y="18363"/>
                      <a:pt x="16840" y="18364"/>
                      <a:pt x="16836" y="18364"/>
                    </a:cubicBezTo>
                    <a:cubicBezTo>
                      <a:pt x="16804" y="18364"/>
                      <a:pt x="16773" y="18345"/>
                      <a:pt x="16758" y="18312"/>
                    </a:cubicBezTo>
                    <a:cubicBezTo>
                      <a:pt x="16742" y="18268"/>
                      <a:pt x="16763" y="18223"/>
                      <a:pt x="16805" y="18207"/>
                    </a:cubicBezTo>
                    <a:lnTo>
                      <a:pt x="16831" y="18195"/>
                    </a:lnTo>
                    <a:cubicBezTo>
                      <a:pt x="16821" y="17871"/>
                      <a:pt x="16951" y="17606"/>
                      <a:pt x="17194" y="17356"/>
                    </a:cubicBezTo>
                    <a:lnTo>
                      <a:pt x="8245" y="8417"/>
                    </a:lnTo>
                    <a:cubicBezTo>
                      <a:pt x="7791" y="7964"/>
                      <a:pt x="8112" y="7190"/>
                      <a:pt x="8752" y="7190"/>
                    </a:cubicBezTo>
                    <a:lnTo>
                      <a:pt x="13943" y="7190"/>
                    </a:lnTo>
                    <a:cubicBezTo>
                      <a:pt x="13598" y="6798"/>
                      <a:pt x="13262" y="6410"/>
                      <a:pt x="12940" y="6037"/>
                    </a:cubicBezTo>
                    <a:lnTo>
                      <a:pt x="6384" y="6037"/>
                    </a:lnTo>
                    <a:lnTo>
                      <a:pt x="7772" y="1133"/>
                    </a:lnTo>
                    <a:cubicBezTo>
                      <a:pt x="7856" y="843"/>
                      <a:pt x="7720" y="519"/>
                      <a:pt x="7438" y="411"/>
                    </a:cubicBezTo>
                    <a:cubicBezTo>
                      <a:pt x="7367" y="383"/>
                      <a:pt x="7295" y="370"/>
                      <a:pt x="7225" y="370"/>
                    </a:cubicBezTo>
                    <a:cubicBezTo>
                      <a:pt x="6974" y="370"/>
                      <a:pt x="6743" y="535"/>
                      <a:pt x="6670" y="788"/>
                    </a:cubicBezTo>
                    <a:lnTo>
                      <a:pt x="6521" y="1315"/>
                    </a:lnTo>
                    <a:lnTo>
                      <a:pt x="74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
              <p:cNvSpPr/>
              <p:nvPr/>
            </p:nvSpPr>
            <p:spPr>
              <a:xfrm>
                <a:off x="1276385" y="2403013"/>
                <a:ext cx="521691" cy="516547"/>
              </a:xfrm>
              <a:custGeom>
                <a:rect b="b" l="l" r="r" t="t"/>
                <a:pathLst>
                  <a:path extrusionOk="0" h="21690" w="21906">
                    <a:moveTo>
                      <a:pt x="14479" y="1"/>
                    </a:moveTo>
                    <a:cubicBezTo>
                      <a:pt x="14257" y="100"/>
                      <a:pt x="13987" y="173"/>
                      <a:pt x="13687" y="225"/>
                    </a:cubicBezTo>
                    <a:lnTo>
                      <a:pt x="12627" y="2513"/>
                    </a:lnTo>
                    <a:cubicBezTo>
                      <a:pt x="12197" y="3438"/>
                      <a:pt x="11272" y="4031"/>
                      <a:pt x="10251" y="4031"/>
                    </a:cubicBezTo>
                    <a:lnTo>
                      <a:pt x="1" y="4031"/>
                    </a:lnTo>
                    <a:cubicBezTo>
                      <a:pt x="90" y="4182"/>
                      <a:pt x="179" y="4331"/>
                      <a:pt x="268" y="4485"/>
                    </a:cubicBezTo>
                    <a:cubicBezTo>
                      <a:pt x="401" y="4714"/>
                      <a:pt x="539" y="4949"/>
                      <a:pt x="675" y="5184"/>
                    </a:cubicBezTo>
                    <a:lnTo>
                      <a:pt x="10732" y="5184"/>
                    </a:lnTo>
                    <a:cubicBezTo>
                      <a:pt x="11040" y="5184"/>
                      <a:pt x="11243" y="5503"/>
                      <a:pt x="11115" y="5782"/>
                    </a:cubicBezTo>
                    <a:lnTo>
                      <a:pt x="5890" y="17074"/>
                    </a:lnTo>
                    <a:lnTo>
                      <a:pt x="5890" y="17076"/>
                    </a:lnTo>
                    <a:lnTo>
                      <a:pt x="5130" y="18716"/>
                    </a:lnTo>
                    <a:cubicBezTo>
                      <a:pt x="5519" y="18794"/>
                      <a:pt x="5875" y="18964"/>
                      <a:pt x="6175" y="19202"/>
                    </a:cubicBezTo>
                    <a:lnTo>
                      <a:pt x="6404" y="18711"/>
                    </a:lnTo>
                    <a:lnTo>
                      <a:pt x="6405" y="18706"/>
                    </a:lnTo>
                    <a:lnTo>
                      <a:pt x="11945" y="6740"/>
                    </a:lnTo>
                    <a:cubicBezTo>
                      <a:pt x="12029" y="6558"/>
                      <a:pt x="12202" y="6465"/>
                      <a:pt x="12376" y="6465"/>
                    </a:cubicBezTo>
                    <a:cubicBezTo>
                      <a:pt x="12538" y="6465"/>
                      <a:pt x="12701" y="6547"/>
                      <a:pt x="12791" y="6712"/>
                    </a:cubicBezTo>
                    <a:lnTo>
                      <a:pt x="15317" y="11313"/>
                    </a:lnTo>
                    <a:lnTo>
                      <a:pt x="15906" y="12383"/>
                    </a:lnTo>
                    <a:lnTo>
                      <a:pt x="16141" y="12809"/>
                    </a:lnTo>
                    <a:lnTo>
                      <a:pt x="19967" y="19781"/>
                    </a:lnTo>
                    <a:cubicBezTo>
                      <a:pt x="20140" y="20097"/>
                      <a:pt x="19912" y="20481"/>
                      <a:pt x="19554" y="20483"/>
                    </a:cubicBezTo>
                    <a:lnTo>
                      <a:pt x="11645" y="20518"/>
                    </a:lnTo>
                    <a:lnTo>
                      <a:pt x="11157" y="20520"/>
                    </a:lnTo>
                    <a:lnTo>
                      <a:pt x="9938" y="20526"/>
                    </a:lnTo>
                    <a:lnTo>
                      <a:pt x="7062" y="20538"/>
                    </a:lnTo>
                    <a:lnTo>
                      <a:pt x="7034" y="20538"/>
                    </a:lnTo>
                    <a:cubicBezTo>
                      <a:pt x="7081" y="20726"/>
                      <a:pt x="7109" y="20923"/>
                      <a:pt x="7109" y="21126"/>
                    </a:cubicBezTo>
                    <a:cubicBezTo>
                      <a:pt x="7109" y="21320"/>
                      <a:pt x="7084" y="21508"/>
                      <a:pt x="7041" y="21690"/>
                    </a:cubicBezTo>
                    <a:lnTo>
                      <a:pt x="7540" y="21688"/>
                    </a:lnTo>
                    <a:lnTo>
                      <a:pt x="9943" y="21679"/>
                    </a:lnTo>
                    <a:lnTo>
                      <a:pt x="11165" y="21672"/>
                    </a:lnTo>
                    <a:lnTo>
                      <a:pt x="11653" y="21670"/>
                    </a:lnTo>
                    <a:lnTo>
                      <a:pt x="19865" y="21633"/>
                    </a:lnTo>
                    <a:lnTo>
                      <a:pt x="20487" y="21632"/>
                    </a:lnTo>
                    <a:lnTo>
                      <a:pt x="21327" y="21628"/>
                    </a:lnTo>
                    <a:cubicBezTo>
                      <a:pt x="21370" y="21628"/>
                      <a:pt x="21412" y="21622"/>
                      <a:pt x="21456" y="21612"/>
                    </a:cubicBezTo>
                    <a:cubicBezTo>
                      <a:pt x="21468" y="21609"/>
                      <a:pt x="21477" y="21604"/>
                      <a:pt x="21490" y="21601"/>
                    </a:cubicBezTo>
                    <a:cubicBezTo>
                      <a:pt x="21523" y="21591"/>
                      <a:pt x="21553" y="21580"/>
                      <a:pt x="21583" y="21565"/>
                    </a:cubicBezTo>
                    <a:cubicBezTo>
                      <a:pt x="21589" y="21560"/>
                      <a:pt x="21596" y="21560"/>
                      <a:pt x="21604" y="21557"/>
                    </a:cubicBezTo>
                    <a:cubicBezTo>
                      <a:pt x="21612" y="21552"/>
                      <a:pt x="21618" y="21547"/>
                      <a:pt x="21626" y="21542"/>
                    </a:cubicBezTo>
                    <a:cubicBezTo>
                      <a:pt x="21644" y="21533"/>
                      <a:pt x="21660" y="21520"/>
                      <a:pt x="21677" y="21508"/>
                    </a:cubicBezTo>
                    <a:cubicBezTo>
                      <a:pt x="21691" y="21495"/>
                      <a:pt x="21704" y="21486"/>
                      <a:pt x="21719" y="21474"/>
                    </a:cubicBezTo>
                    <a:cubicBezTo>
                      <a:pt x="21733" y="21461"/>
                      <a:pt x="21745" y="21447"/>
                      <a:pt x="21758" y="21434"/>
                    </a:cubicBezTo>
                    <a:cubicBezTo>
                      <a:pt x="21769" y="21419"/>
                      <a:pt x="21782" y="21405"/>
                      <a:pt x="21793" y="21388"/>
                    </a:cubicBezTo>
                    <a:cubicBezTo>
                      <a:pt x="21805" y="21374"/>
                      <a:pt x="21814" y="21358"/>
                      <a:pt x="21824" y="21341"/>
                    </a:cubicBezTo>
                    <a:cubicBezTo>
                      <a:pt x="21834" y="21325"/>
                      <a:pt x="21842" y="21309"/>
                      <a:pt x="21850" y="21293"/>
                    </a:cubicBezTo>
                    <a:cubicBezTo>
                      <a:pt x="21858" y="21275"/>
                      <a:pt x="21865" y="21259"/>
                      <a:pt x="21871" y="21241"/>
                    </a:cubicBezTo>
                    <a:cubicBezTo>
                      <a:pt x="21878" y="21225"/>
                      <a:pt x="21882" y="21207"/>
                      <a:pt x="21887" y="21187"/>
                    </a:cubicBezTo>
                    <a:cubicBezTo>
                      <a:pt x="21891" y="21170"/>
                      <a:pt x="21895" y="21152"/>
                      <a:pt x="21897" y="21134"/>
                    </a:cubicBezTo>
                    <a:cubicBezTo>
                      <a:pt x="21899" y="21113"/>
                      <a:pt x="21902" y="21093"/>
                      <a:pt x="21904" y="21074"/>
                    </a:cubicBezTo>
                    <a:cubicBezTo>
                      <a:pt x="21904" y="21066"/>
                      <a:pt x="21905" y="21056"/>
                      <a:pt x="21905" y="21048"/>
                    </a:cubicBezTo>
                    <a:cubicBezTo>
                      <a:pt x="21897" y="21037"/>
                      <a:pt x="21895" y="21029"/>
                      <a:pt x="21895" y="21017"/>
                    </a:cubicBezTo>
                    <a:cubicBezTo>
                      <a:pt x="21895" y="20998"/>
                      <a:pt x="21891" y="20977"/>
                      <a:pt x="21889" y="20957"/>
                    </a:cubicBezTo>
                    <a:cubicBezTo>
                      <a:pt x="21887" y="20940"/>
                      <a:pt x="21882" y="20920"/>
                      <a:pt x="21878" y="20902"/>
                    </a:cubicBezTo>
                    <a:cubicBezTo>
                      <a:pt x="21873" y="20884"/>
                      <a:pt x="21866" y="20868"/>
                      <a:pt x="21861" y="20852"/>
                    </a:cubicBezTo>
                    <a:cubicBezTo>
                      <a:pt x="21853" y="20831"/>
                      <a:pt x="21845" y="20813"/>
                      <a:pt x="21837" y="20794"/>
                    </a:cubicBezTo>
                    <a:cubicBezTo>
                      <a:pt x="21832" y="20786"/>
                      <a:pt x="21831" y="20777"/>
                      <a:pt x="21826" y="20769"/>
                    </a:cubicBezTo>
                    <a:lnTo>
                      <a:pt x="21372" y="19944"/>
                    </a:lnTo>
                    <a:lnTo>
                      <a:pt x="21080" y="19413"/>
                    </a:lnTo>
                    <a:lnTo>
                      <a:pt x="17140" y="12238"/>
                    </a:lnTo>
                    <a:lnTo>
                      <a:pt x="16905" y="11810"/>
                    </a:lnTo>
                    <a:lnTo>
                      <a:pt x="16320" y="10742"/>
                    </a:lnTo>
                    <a:lnTo>
                      <a:pt x="13379" y="5385"/>
                    </a:lnTo>
                    <a:cubicBezTo>
                      <a:pt x="13103" y="4882"/>
                      <a:pt x="13081" y="4276"/>
                      <a:pt x="13322" y="3756"/>
                    </a:cubicBezTo>
                    <a:lnTo>
                      <a:pt x="14953" y="233"/>
                    </a:lnTo>
                    <a:cubicBezTo>
                      <a:pt x="14782" y="171"/>
                      <a:pt x="14622" y="93"/>
                      <a:pt x="1447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
              <p:cNvSpPr/>
              <p:nvPr/>
            </p:nvSpPr>
            <p:spPr>
              <a:xfrm>
                <a:off x="1123183" y="2053981"/>
                <a:ext cx="8145" cy="4834"/>
              </a:xfrm>
              <a:custGeom>
                <a:rect b="b" l="l" r="r" t="t"/>
                <a:pathLst>
                  <a:path extrusionOk="0" h="203" w="342">
                    <a:moveTo>
                      <a:pt x="0" y="0"/>
                    </a:moveTo>
                    <a:lnTo>
                      <a:pt x="0" y="0"/>
                    </a:lnTo>
                    <a:cubicBezTo>
                      <a:pt x="115" y="65"/>
                      <a:pt x="230" y="131"/>
                      <a:pt x="342" y="202"/>
                    </a:cubicBezTo>
                    <a:cubicBezTo>
                      <a:pt x="230" y="130"/>
                      <a:pt x="115" y="65"/>
                      <a:pt x="0" y="0"/>
                    </a:cubicBezTo>
                    <a:close/>
                  </a:path>
                </a:pathLst>
              </a:custGeom>
              <a:solidFill>
                <a:srgbClr val="6321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
              <p:cNvSpPr/>
              <p:nvPr/>
            </p:nvSpPr>
            <p:spPr>
              <a:xfrm>
                <a:off x="1120230" y="2007422"/>
                <a:ext cx="18790" cy="51393"/>
              </a:xfrm>
              <a:custGeom>
                <a:rect b="b" l="l" r="r" t="t"/>
                <a:pathLst>
                  <a:path extrusionOk="0" h="2158" w="789">
                    <a:moveTo>
                      <a:pt x="524" y="0"/>
                    </a:moveTo>
                    <a:cubicBezTo>
                      <a:pt x="487" y="33"/>
                      <a:pt x="449" y="64"/>
                      <a:pt x="409" y="94"/>
                    </a:cubicBezTo>
                    <a:cubicBezTo>
                      <a:pt x="409" y="115"/>
                      <a:pt x="407" y="137"/>
                      <a:pt x="406" y="159"/>
                    </a:cubicBezTo>
                    <a:lnTo>
                      <a:pt x="406" y="164"/>
                    </a:lnTo>
                    <a:cubicBezTo>
                      <a:pt x="399" y="239"/>
                      <a:pt x="391" y="320"/>
                      <a:pt x="381" y="402"/>
                    </a:cubicBezTo>
                    <a:lnTo>
                      <a:pt x="381" y="407"/>
                    </a:lnTo>
                    <a:cubicBezTo>
                      <a:pt x="326" y="833"/>
                      <a:pt x="198" y="1371"/>
                      <a:pt x="0" y="1882"/>
                    </a:cubicBezTo>
                    <a:cubicBezTo>
                      <a:pt x="43" y="1903"/>
                      <a:pt x="81" y="1932"/>
                      <a:pt x="124" y="1955"/>
                    </a:cubicBezTo>
                    <a:cubicBezTo>
                      <a:pt x="239" y="2020"/>
                      <a:pt x="354" y="2086"/>
                      <a:pt x="466" y="2157"/>
                    </a:cubicBezTo>
                    <a:cubicBezTo>
                      <a:pt x="650" y="1495"/>
                      <a:pt x="788" y="605"/>
                      <a:pt x="524" y="0"/>
                    </a:cubicBezTo>
                    <a:close/>
                  </a:path>
                </a:pathLst>
              </a:custGeom>
              <a:solidFill>
                <a:srgbClr val="6321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
              <p:cNvSpPr/>
              <p:nvPr/>
            </p:nvSpPr>
            <p:spPr>
              <a:xfrm>
                <a:off x="1027304" y="2055076"/>
                <a:ext cx="8883" cy="5620"/>
              </a:xfrm>
              <a:custGeom>
                <a:rect b="b" l="l" r="r" t="t"/>
                <a:pathLst>
                  <a:path extrusionOk="0" h="236" w="373">
                    <a:moveTo>
                      <a:pt x="312" y="1"/>
                    </a:moveTo>
                    <a:cubicBezTo>
                      <a:pt x="259" y="1"/>
                      <a:pt x="1" y="195"/>
                      <a:pt x="55" y="229"/>
                    </a:cubicBezTo>
                    <a:cubicBezTo>
                      <a:pt x="62" y="234"/>
                      <a:pt x="71" y="236"/>
                      <a:pt x="82" y="236"/>
                    </a:cubicBezTo>
                    <a:cubicBezTo>
                      <a:pt x="171" y="236"/>
                      <a:pt x="373" y="102"/>
                      <a:pt x="321" y="4"/>
                    </a:cubicBezTo>
                    <a:cubicBezTo>
                      <a:pt x="319" y="2"/>
                      <a:pt x="316" y="1"/>
                      <a:pt x="312" y="1"/>
                    </a:cubicBezTo>
                    <a:close/>
                  </a:path>
                </a:pathLst>
              </a:custGeom>
              <a:solidFill>
                <a:srgbClr val="6321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
              <p:cNvSpPr/>
              <p:nvPr/>
            </p:nvSpPr>
            <p:spPr>
              <a:xfrm>
                <a:off x="1073981" y="2006113"/>
                <a:ext cx="3477" cy="1715"/>
              </a:xfrm>
              <a:custGeom>
                <a:rect b="b" l="l" r="r" t="t"/>
                <a:pathLst>
                  <a:path extrusionOk="0" h="72" w="146">
                    <a:moveTo>
                      <a:pt x="1" y="0"/>
                    </a:moveTo>
                    <a:cubicBezTo>
                      <a:pt x="17" y="18"/>
                      <a:pt x="32" y="36"/>
                      <a:pt x="50" y="55"/>
                    </a:cubicBezTo>
                    <a:cubicBezTo>
                      <a:pt x="62" y="67"/>
                      <a:pt x="75" y="72"/>
                      <a:pt x="92" y="72"/>
                    </a:cubicBezTo>
                    <a:cubicBezTo>
                      <a:pt x="108" y="72"/>
                      <a:pt x="124" y="65"/>
                      <a:pt x="137" y="52"/>
                    </a:cubicBezTo>
                    <a:cubicBezTo>
                      <a:pt x="144" y="47"/>
                      <a:pt x="144" y="39"/>
                      <a:pt x="145" y="33"/>
                    </a:cubicBezTo>
                    <a:lnTo>
                      <a:pt x="1" y="0"/>
                    </a:ln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
              <p:cNvSpPr/>
              <p:nvPr/>
            </p:nvSpPr>
            <p:spPr>
              <a:xfrm>
                <a:off x="1064360" y="1977011"/>
                <a:ext cx="6692" cy="24577"/>
              </a:xfrm>
              <a:custGeom>
                <a:rect b="b" l="l" r="r" t="t"/>
                <a:pathLst>
                  <a:path extrusionOk="0" h="1032" w="281">
                    <a:moveTo>
                      <a:pt x="199" y="0"/>
                    </a:moveTo>
                    <a:lnTo>
                      <a:pt x="65" y="34"/>
                    </a:lnTo>
                    <a:cubicBezTo>
                      <a:pt x="0" y="372"/>
                      <a:pt x="71" y="732"/>
                      <a:pt x="253" y="1024"/>
                    </a:cubicBezTo>
                    <a:lnTo>
                      <a:pt x="253" y="1024"/>
                    </a:lnTo>
                    <a:cubicBezTo>
                      <a:pt x="248" y="1016"/>
                      <a:pt x="244" y="1006"/>
                      <a:pt x="244" y="995"/>
                    </a:cubicBezTo>
                    <a:cubicBezTo>
                      <a:pt x="251" y="934"/>
                      <a:pt x="262" y="876"/>
                      <a:pt x="280" y="819"/>
                    </a:cubicBezTo>
                    <a:cubicBezTo>
                      <a:pt x="163" y="564"/>
                      <a:pt x="131" y="273"/>
                      <a:pt x="199" y="0"/>
                    </a:cubicBezTo>
                    <a:close/>
                    <a:moveTo>
                      <a:pt x="253" y="1024"/>
                    </a:moveTo>
                    <a:cubicBezTo>
                      <a:pt x="254" y="1026"/>
                      <a:pt x="256" y="1029"/>
                      <a:pt x="257" y="1031"/>
                    </a:cubicBezTo>
                    <a:cubicBezTo>
                      <a:pt x="256" y="1029"/>
                      <a:pt x="254" y="1026"/>
                      <a:pt x="253" y="1024"/>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
              <p:cNvSpPr/>
              <p:nvPr/>
            </p:nvSpPr>
            <p:spPr>
              <a:xfrm>
                <a:off x="1070671" y="2000349"/>
                <a:ext cx="6978" cy="6525"/>
              </a:xfrm>
              <a:custGeom>
                <a:rect b="b" l="l" r="r" t="t"/>
                <a:pathLst>
                  <a:path extrusionOk="0" h="274" w="293">
                    <a:moveTo>
                      <a:pt x="107" y="1"/>
                    </a:moveTo>
                    <a:cubicBezTo>
                      <a:pt x="107" y="9"/>
                      <a:pt x="106" y="15"/>
                      <a:pt x="104" y="24"/>
                    </a:cubicBezTo>
                    <a:cubicBezTo>
                      <a:pt x="99" y="56"/>
                      <a:pt x="73" y="80"/>
                      <a:pt x="43" y="80"/>
                    </a:cubicBezTo>
                    <a:lnTo>
                      <a:pt x="36" y="80"/>
                    </a:lnTo>
                    <a:cubicBezTo>
                      <a:pt x="23" y="79"/>
                      <a:pt x="9" y="71"/>
                      <a:pt x="1" y="59"/>
                    </a:cubicBezTo>
                    <a:lnTo>
                      <a:pt x="1" y="59"/>
                    </a:lnTo>
                    <a:cubicBezTo>
                      <a:pt x="41" y="124"/>
                      <a:pt x="88" y="186"/>
                      <a:pt x="140" y="241"/>
                    </a:cubicBezTo>
                    <a:lnTo>
                      <a:pt x="284" y="273"/>
                    </a:lnTo>
                    <a:cubicBezTo>
                      <a:pt x="292" y="250"/>
                      <a:pt x="292" y="226"/>
                      <a:pt x="274" y="208"/>
                    </a:cubicBezTo>
                    <a:cubicBezTo>
                      <a:pt x="210" y="145"/>
                      <a:pt x="156" y="75"/>
                      <a:pt x="107"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
              <p:cNvSpPr/>
              <p:nvPr/>
            </p:nvSpPr>
            <p:spPr>
              <a:xfrm>
                <a:off x="1070528" y="2001516"/>
                <a:ext cx="167" cy="262"/>
              </a:xfrm>
              <a:custGeom>
                <a:rect b="b" l="l" r="r" t="t"/>
                <a:pathLst>
                  <a:path extrusionOk="0" h="11" w="7">
                    <a:moveTo>
                      <a:pt x="0" y="0"/>
                    </a:moveTo>
                    <a:cubicBezTo>
                      <a:pt x="0" y="5"/>
                      <a:pt x="2" y="9"/>
                      <a:pt x="7" y="10"/>
                    </a:cubicBezTo>
                    <a:cubicBezTo>
                      <a:pt x="3" y="7"/>
                      <a:pt x="2" y="5"/>
                      <a:pt x="0"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
              <p:cNvSpPr/>
              <p:nvPr/>
            </p:nvSpPr>
            <p:spPr>
              <a:xfrm>
                <a:off x="1070933" y="1985393"/>
                <a:ext cx="10264" cy="15027"/>
              </a:xfrm>
              <a:custGeom>
                <a:rect b="b" l="l" r="r" t="t"/>
                <a:pathLst>
                  <a:path extrusionOk="0" h="631" w="431">
                    <a:moveTo>
                      <a:pt x="361" y="0"/>
                    </a:moveTo>
                    <a:cubicBezTo>
                      <a:pt x="351" y="0"/>
                      <a:pt x="340" y="3"/>
                      <a:pt x="330" y="10"/>
                    </a:cubicBezTo>
                    <a:cubicBezTo>
                      <a:pt x="179" y="92"/>
                      <a:pt x="61" y="266"/>
                      <a:pt x="1" y="467"/>
                    </a:cubicBezTo>
                    <a:cubicBezTo>
                      <a:pt x="28" y="524"/>
                      <a:pt x="58" y="579"/>
                      <a:pt x="93" y="630"/>
                    </a:cubicBezTo>
                    <a:cubicBezTo>
                      <a:pt x="121" y="408"/>
                      <a:pt x="241" y="199"/>
                      <a:pt x="390" y="115"/>
                    </a:cubicBezTo>
                    <a:cubicBezTo>
                      <a:pt x="421" y="97"/>
                      <a:pt x="430" y="62"/>
                      <a:pt x="413" y="31"/>
                    </a:cubicBezTo>
                    <a:cubicBezTo>
                      <a:pt x="402" y="12"/>
                      <a:pt x="382" y="0"/>
                      <a:pt x="361"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
              <p:cNvSpPr/>
              <p:nvPr/>
            </p:nvSpPr>
            <p:spPr>
              <a:xfrm>
                <a:off x="1070171" y="1996539"/>
                <a:ext cx="3025" cy="5763"/>
              </a:xfrm>
              <a:custGeom>
                <a:rect b="b" l="l" r="r" t="t"/>
                <a:pathLst>
                  <a:path extrusionOk="0" h="242" w="127">
                    <a:moveTo>
                      <a:pt x="36" y="0"/>
                    </a:moveTo>
                    <a:cubicBezTo>
                      <a:pt x="20" y="57"/>
                      <a:pt x="7" y="117"/>
                      <a:pt x="0" y="177"/>
                    </a:cubicBezTo>
                    <a:cubicBezTo>
                      <a:pt x="0" y="187"/>
                      <a:pt x="7" y="200"/>
                      <a:pt x="13" y="211"/>
                    </a:cubicBezTo>
                    <a:cubicBezTo>
                      <a:pt x="15" y="216"/>
                      <a:pt x="17" y="218"/>
                      <a:pt x="20" y="222"/>
                    </a:cubicBezTo>
                    <a:cubicBezTo>
                      <a:pt x="30" y="232"/>
                      <a:pt x="41" y="240"/>
                      <a:pt x="56" y="242"/>
                    </a:cubicBezTo>
                    <a:lnTo>
                      <a:pt x="62" y="242"/>
                    </a:lnTo>
                    <a:cubicBezTo>
                      <a:pt x="93" y="242"/>
                      <a:pt x="120" y="218"/>
                      <a:pt x="122" y="187"/>
                    </a:cubicBezTo>
                    <a:cubicBezTo>
                      <a:pt x="122" y="179"/>
                      <a:pt x="125" y="171"/>
                      <a:pt x="127" y="166"/>
                    </a:cubicBezTo>
                    <a:cubicBezTo>
                      <a:pt x="93" y="112"/>
                      <a:pt x="62" y="57"/>
                      <a:pt x="36"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
              <p:cNvSpPr/>
              <p:nvPr/>
            </p:nvSpPr>
            <p:spPr>
              <a:xfrm>
                <a:off x="874221" y="1992085"/>
                <a:ext cx="490232" cy="351152"/>
              </a:xfrm>
              <a:custGeom>
                <a:rect b="b" l="l" r="r" t="t"/>
                <a:pathLst>
                  <a:path extrusionOk="0" h="14745" w="20585">
                    <a:moveTo>
                      <a:pt x="12259" y="2589"/>
                    </a:moveTo>
                    <a:cubicBezTo>
                      <a:pt x="12267" y="2589"/>
                      <a:pt x="12275" y="2591"/>
                      <a:pt x="12283" y="2594"/>
                    </a:cubicBezTo>
                    <a:cubicBezTo>
                      <a:pt x="12285" y="2594"/>
                      <a:pt x="12285" y="2597"/>
                      <a:pt x="12285" y="2597"/>
                    </a:cubicBezTo>
                    <a:cubicBezTo>
                      <a:pt x="12311" y="2610"/>
                      <a:pt x="12324" y="2643"/>
                      <a:pt x="12311" y="2670"/>
                    </a:cubicBezTo>
                    <a:cubicBezTo>
                      <a:pt x="12197" y="2921"/>
                      <a:pt x="12037" y="3362"/>
                      <a:pt x="11823" y="4020"/>
                    </a:cubicBezTo>
                    <a:cubicBezTo>
                      <a:pt x="11815" y="4045"/>
                      <a:pt x="11792" y="4061"/>
                      <a:pt x="11768" y="4061"/>
                    </a:cubicBezTo>
                    <a:cubicBezTo>
                      <a:pt x="11761" y="4059"/>
                      <a:pt x="11757" y="4059"/>
                      <a:pt x="11750" y="4057"/>
                    </a:cubicBezTo>
                    <a:cubicBezTo>
                      <a:pt x="11719" y="4048"/>
                      <a:pt x="11703" y="4015"/>
                      <a:pt x="11713" y="3985"/>
                    </a:cubicBezTo>
                    <a:cubicBezTo>
                      <a:pt x="11930" y="3323"/>
                      <a:pt x="12090" y="2878"/>
                      <a:pt x="12206" y="2623"/>
                    </a:cubicBezTo>
                    <a:cubicBezTo>
                      <a:pt x="12216" y="2602"/>
                      <a:pt x="12237" y="2589"/>
                      <a:pt x="12259" y="2589"/>
                    </a:cubicBezTo>
                    <a:close/>
                    <a:moveTo>
                      <a:pt x="15116" y="0"/>
                    </a:moveTo>
                    <a:cubicBezTo>
                      <a:pt x="14476" y="0"/>
                      <a:pt x="13976" y="58"/>
                      <a:pt x="13641" y="153"/>
                    </a:cubicBezTo>
                    <a:cubicBezTo>
                      <a:pt x="13573" y="174"/>
                      <a:pt x="13510" y="194"/>
                      <a:pt x="13453" y="218"/>
                    </a:cubicBezTo>
                    <a:cubicBezTo>
                      <a:pt x="13431" y="228"/>
                      <a:pt x="13410" y="243"/>
                      <a:pt x="13387" y="252"/>
                    </a:cubicBezTo>
                    <a:cubicBezTo>
                      <a:pt x="13350" y="272"/>
                      <a:pt x="13314" y="290"/>
                      <a:pt x="13280" y="312"/>
                    </a:cubicBezTo>
                    <a:cubicBezTo>
                      <a:pt x="13251" y="330"/>
                      <a:pt x="13223" y="353"/>
                      <a:pt x="13194" y="372"/>
                    </a:cubicBezTo>
                    <a:cubicBezTo>
                      <a:pt x="13162" y="395"/>
                      <a:pt x="13131" y="419"/>
                      <a:pt x="13102" y="443"/>
                    </a:cubicBezTo>
                    <a:cubicBezTo>
                      <a:pt x="13073" y="465"/>
                      <a:pt x="13047" y="492"/>
                      <a:pt x="13017" y="516"/>
                    </a:cubicBezTo>
                    <a:cubicBezTo>
                      <a:pt x="12985" y="546"/>
                      <a:pt x="12953" y="576"/>
                      <a:pt x="12920" y="609"/>
                    </a:cubicBezTo>
                    <a:cubicBezTo>
                      <a:pt x="12896" y="636"/>
                      <a:pt x="12872" y="662"/>
                      <a:pt x="12846" y="688"/>
                    </a:cubicBezTo>
                    <a:cubicBezTo>
                      <a:pt x="12808" y="729"/>
                      <a:pt x="12774" y="769"/>
                      <a:pt x="12739" y="813"/>
                    </a:cubicBezTo>
                    <a:cubicBezTo>
                      <a:pt x="12718" y="837"/>
                      <a:pt x="12700" y="860"/>
                      <a:pt x="12680" y="884"/>
                    </a:cubicBezTo>
                    <a:cubicBezTo>
                      <a:pt x="12633" y="946"/>
                      <a:pt x="12585" y="1011"/>
                      <a:pt x="12539" y="1076"/>
                    </a:cubicBezTo>
                    <a:cubicBezTo>
                      <a:pt x="12534" y="1084"/>
                      <a:pt x="12528" y="1092"/>
                      <a:pt x="12522" y="1101"/>
                    </a:cubicBezTo>
                    <a:cubicBezTo>
                      <a:pt x="12074" y="1758"/>
                      <a:pt x="11721" y="2615"/>
                      <a:pt x="11619" y="3218"/>
                    </a:cubicBezTo>
                    <a:cubicBezTo>
                      <a:pt x="11614" y="3246"/>
                      <a:pt x="11611" y="3270"/>
                      <a:pt x="11607" y="3296"/>
                    </a:cubicBezTo>
                    <a:cubicBezTo>
                      <a:pt x="11580" y="3497"/>
                      <a:pt x="11580" y="3667"/>
                      <a:pt x="11619" y="3782"/>
                    </a:cubicBezTo>
                    <a:cubicBezTo>
                      <a:pt x="11654" y="3889"/>
                      <a:pt x="11695" y="3994"/>
                      <a:pt x="11734" y="4098"/>
                    </a:cubicBezTo>
                    <a:cubicBezTo>
                      <a:pt x="11040" y="6223"/>
                      <a:pt x="10026" y="9756"/>
                      <a:pt x="9384" y="11378"/>
                    </a:cubicBezTo>
                    <a:cubicBezTo>
                      <a:pt x="9390" y="11381"/>
                      <a:pt x="9395" y="11381"/>
                      <a:pt x="9400" y="11384"/>
                    </a:cubicBezTo>
                    <a:cubicBezTo>
                      <a:pt x="9418" y="11399"/>
                      <a:pt x="9433" y="11417"/>
                      <a:pt x="9450" y="11433"/>
                    </a:cubicBezTo>
                    <a:cubicBezTo>
                      <a:pt x="9629" y="11597"/>
                      <a:pt x="9779" y="11790"/>
                      <a:pt x="9886" y="12005"/>
                    </a:cubicBezTo>
                    <a:cubicBezTo>
                      <a:pt x="9909" y="12047"/>
                      <a:pt x="9922" y="12093"/>
                      <a:pt x="9941" y="12138"/>
                    </a:cubicBezTo>
                    <a:cubicBezTo>
                      <a:pt x="9958" y="12177"/>
                      <a:pt x="9975" y="12216"/>
                      <a:pt x="9988" y="12253"/>
                    </a:cubicBezTo>
                    <a:cubicBezTo>
                      <a:pt x="10000" y="12284"/>
                      <a:pt x="9984" y="12316"/>
                      <a:pt x="9953" y="12326"/>
                    </a:cubicBezTo>
                    <a:cubicBezTo>
                      <a:pt x="9946" y="12329"/>
                      <a:pt x="9940" y="12331"/>
                      <a:pt x="9935" y="12331"/>
                    </a:cubicBezTo>
                    <a:cubicBezTo>
                      <a:pt x="9911" y="12331"/>
                      <a:pt x="9888" y="12315"/>
                      <a:pt x="9880" y="12292"/>
                    </a:cubicBezTo>
                    <a:cubicBezTo>
                      <a:pt x="9864" y="12242"/>
                      <a:pt x="9841" y="12195"/>
                      <a:pt x="9820" y="12146"/>
                    </a:cubicBezTo>
                    <a:cubicBezTo>
                      <a:pt x="9817" y="12144"/>
                      <a:pt x="9817" y="12140"/>
                      <a:pt x="9815" y="12138"/>
                    </a:cubicBezTo>
                    <a:cubicBezTo>
                      <a:pt x="9708" y="11893"/>
                      <a:pt x="9548" y="11673"/>
                      <a:pt x="9345" y="11495"/>
                    </a:cubicBezTo>
                    <a:cubicBezTo>
                      <a:pt x="9337" y="11488"/>
                      <a:pt x="9330" y="11480"/>
                      <a:pt x="9326" y="11474"/>
                    </a:cubicBezTo>
                    <a:cubicBezTo>
                      <a:pt x="9318" y="11465"/>
                      <a:pt x="9313" y="11456"/>
                      <a:pt x="9311" y="11446"/>
                    </a:cubicBezTo>
                    <a:cubicBezTo>
                      <a:pt x="7998" y="11600"/>
                      <a:pt x="2367" y="12729"/>
                      <a:pt x="610" y="12934"/>
                    </a:cubicBezTo>
                    <a:cubicBezTo>
                      <a:pt x="0" y="13005"/>
                      <a:pt x="124" y="14705"/>
                      <a:pt x="987" y="14744"/>
                    </a:cubicBezTo>
                    <a:lnTo>
                      <a:pt x="1046" y="14744"/>
                    </a:lnTo>
                    <a:cubicBezTo>
                      <a:pt x="1055" y="14744"/>
                      <a:pt x="1064" y="14744"/>
                      <a:pt x="1074" y="14744"/>
                    </a:cubicBezTo>
                    <a:cubicBezTo>
                      <a:pt x="2118" y="14744"/>
                      <a:pt x="8247" y="14238"/>
                      <a:pt x="10428" y="13848"/>
                    </a:cubicBezTo>
                    <a:cubicBezTo>
                      <a:pt x="10776" y="13785"/>
                      <a:pt x="11027" y="13726"/>
                      <a:pt x="11134" y="13671"/>
                    </a:cubicBezTo>
                    <a:cubicBezTo>
                      <a:pt x="11248" y="13635"/>
                      <a:pt x="11377" y="13540"/>
                      <a:pt x="11522" y="13399"/>
                    </a:cubicBezTo>
                    <a:cubicBezTo>
                      <a:pt x="12397" y="12540"/>
                      <a:pt x="13761" y="9918"/>
                      <a:pt x="14669" y="7526"/>
                    </a:cubicBezTo>
                    <a:lnTo>
                      <a:pt x="14667" y="7526"/>
                    </a:lnTo>
                    <a:cubicBezTo>
                      <a:pt x="14651" y="7519"/>
                      <a:pt x="14641" y="7505"/>
                      <a:pt x="14636" y="7488"/>
                    </a:cubicBezTo>
                    <a:cubicBezTo>
                      <a:pt x="14633" y="7477"/>
                      <a:pt x="14630" y="7462"/>
                      <a:pt x="14636" y="7451"/>
                    </a:cubicBezTo>
                    <a:cubicBezTo>
                      <a:pt x="15157" y="6189"/>
                      <a:pt x="15487" y="4779"/>
                      <a:pt x="15534" y="4092"/>
                    </a:cubicBezTo>
                    <a:cubicBezTo>
                      <a:pt x="15536" y="4063"/>
                      <a:pt x="15562" y="4039"/>
                      <a:pt x="15588" y="4039"/>
                    </a:cubicBezTo>
                    <a:cubicBezTo>
                      <a:pt x="15589" y="4039"/>
                      <a:pt x="15591" y="4039"/>
                      <a:pt x="15593" y="4040"/>
                    </a:cubicBezTo>
                    <a:lnTo>
                      <a:pt x="15594" y="4040"/>
                    </a:lnTo>
                    <a:cubicBezTo>
                      <a:pt x="15627" y="4041"/>
                      <a:pt x="15651" y="4069"/>
                      <a:pt x="15648" y="4100"/>
                    </a:cubicBezTo>
                    <a:cubicBezTo>
                      <a:pt x="15593" y="4918"/>
                      <a:pt x="15202" y="6378"/>
                      <a:pt x="14742" y="7495"/>
                    </a:cubicBezTo>
                    <a:cubicBezTo>
                      <a:pt x="14734" y="7513"/>
                      <a:pt x="14717" y="7524"/>
                      <a:pt x="14700" y="7527"/>
                    </a:cubicBezTo>
                    <a:cubicBezTo>
                      <a:pt x="15025" y="7722"/>
                      <a:pt x="15356" y="7890"/>
                      <a:pt x="15683" y="8038"/>
                    </a:cubicBezTo>
                    <a:cubicBezTo>
                      <a:pt x="16111" y="8231"/>
                      <a:pt x="16534" y="8386"/>
                      <a:pt x="16936" y="8516"/>
                    </a:cubicBezTo>
                    <a:cubicBezTo>
                      <a:pt x="18639" y="6249"/>
                      <a:pt x="19892" y="3638"/>
                      <a:pt x="20584" y="888"/>
                    </a:cubicBezTo>
                    <a:cubicBezTo>
                      <a:pt x="18327" y="241"/>
                      <a:pt x="16428" y="0"/>
                      <a:pt x="151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
              <p:cNvSpPr/>
              <p:nvPr/>
            </p:nvSpPr>
            <p:spPr>
              <a:xfrm>
                <a:off x="1299938" y="2201372"/>
                <a:ext cx="35103" cy="8550"/>
              </a:xfrm>
              <a:custGeom>
                <a:rect b="b" l="l" r="r" t="t"/>
                <a:pathLst>
                  <a:path extrusionOk="0" h="359" w="1474">
                    <a:moveTo>
                      <a:pt x="0" y="0"/>
                    </a:moveTo>
                    <a:cubicBezTo>
                      <a:pt x="655" y="167"/>
                      <a:pt x="1183" y="269"/>
                      <a:pt x="1473" y="358"/>
                    </a:cubicBezTo>
                    <a:cubicBezTo>
                      <a:pt x="1183" y="268"/>
                      <a:pt x="655" y="165"/>
                      <a:pt x="0" y="0"/>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3"/>
              <p:cNvSpPr/>
              <p:nvPr/>
            </p:nvSpPr>
            <p:spPr>
              <a:xfrm>
                <a:off x="1356475" y="2054695"/>
                <a:ext cx="293234" cy="190377"/>
              </a:xfrm>
              <a:custGeom>
                <a:rect b="b" l="l" r="r" t="t"/>
                <a:pathLst>
                  <a:path extrusionOk="0" h="7994" w="12313">
                    <a:moveTo>
                      <a:pt x="4841" y="1"/>
                    </a:moveTo>
                    <a:cubicBezTo>
                      <a:pt x="3908" y="2727"/>
                      <a:pt x="2227" y="5175"/>
                      <a:pt x="0" y="6999"/>
                    </a:cubicBezTo>
                    <a:cubicBezTo>
                      <a:pt x="689" y="7391"/>
                      <a:pt x="1299" y="7717"/>
                      <a:pt x="1838" y="7994"/>
                    </a:cubicBezTo>
                    <a:cubicBezTo>
                      <a:pt x="2571" y="7812"/>
                      <a:pt x="3302" y="7640"/>
                      <a:pt x="4021" y="7488"/>
                    </a:cubicBezTo>
                    <a:cubicBezTo>
                      <a:pt x="7175" y="6807"/>
                      <a:pt x="10113" y="6398"/>
                      <a:pt x="11990" y="6398"/>
                    </a:cubicBezTo>
                    <a:cubicBezTo>
                      <a:pt x="12101" y="6398"/>
                      <a:pt x="12209" y="6399"/>
                      <a:pt x="12312" y="6402"/>
                    </a:cubicBezTo>
                    <a:cubicBezTo>
                      <a:pt x="11338" y="4500"/>
                      <a:pt x="8447" y="1840"/>
                      <a:pt x="484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
              <p:cNvSpPr/>
              <p:nvPr/>
            </p:nvSpPr>
            <p:spPr>
              <a:xfrm>
                <a:off x="1337637" y="2210731"/>
                <a:ext cx="4263" cy="2310"/>
              </a:xfrm>
              <a:custGeom>
                <a:rect b="b" l="l" r="r" t="t"/>
                <a:pathLst>
                  <a:path extrusionOk="0" h="97" w="179">
                    <a:moveTo>
                      <a:pt x="1" y="1"/>
                    </a:moveTo>
                    <a:cubicBezTo>
                      <a:pt x="19" y="9"/>
                      <a:pt x="36" y="17"/>
                      <a:pt x="51" y="23"/>
                    </a:cubicBezTo>
                    <a:lnTo>
                      <a:pt x="51" y="23"/>
                    </a:lnTo>
                    <a:cubicBezTo>
                      <a:pt x="36" y="16"/>
                      <a:pt x="20" y="9"/>
                      <a:pt x="1" y="1"/>
                    </a:cubicBezTo>
                    <a:close/>
                    <a:moveTo>
                      <a:pt x="51" y="23"/>
                    </a:moveTo>
                    <a:lnTo>
                      <a:pt x="51" y="23"/>
                    </a:lnTo>
                    <a:cubicBezTo>
                      <a:pt x="59" y="27"/>
                      <a:pt x="67" y="31"/>
                      <a:pt x="73" y="35"/>
                    </a:cubicBezTo>
                    <a:cubicBezTo>
                      <a:pt x="83" y="40"/>
                      <a:pt x="93" y="46"/>
                      <a:pt x="102" y="51"/>
                    </a:cubicBezTo>
                    <a:lnTo>
                      <a:pt x="102" y="51"/>
                    </a:lnTo>
                    <a:cubicBezTo>
                      <a:pt x="94" y="46"/>
                      <a:pt x="85" y="41"/>
                      <a:pt x="77" y="35"/>
                    </a:cubicBezTo>
                    <a:cubicBezTo>
                      <a:pt x="69" y="31"/>
                      <a:pt x="60" y="27"/>
                      <a:pt x="51" y="23"/>
                    </a:cubicBezTo>
                    <a:close/>
                    <a:moveTo>
                      <a:pt x="102" y="51"/>
                    </a:moveTo>
                    <a:cubicBezTo>
                      <a:pt x="128" y="67"/>
                      <a:pt x="153" y="81"/>
                      <a:pt x="179" y="97"/>
                    </a:cubicBezTo>
                    <a:cubicBezTo>
                      <a:pt x="152" y="80"/>
                      <a:pt x="128" y="66"/>
                      <a:pt x="102" y="51"/>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
              <p:cNvSpPr/>
              <p:nvPr/>
            </p:nvSpPr>
            <p:spPr>
              <a:xfrm>
                <a:off x="994630" y="1884180"/>
                <a:ext cx="2429" cy="2763"/>
              </a:xfrm>
              <a:custGeom>
                <a:rect b="b" l="l" r="r" t="t"/>
                <a:pathLst>
                  <a:path extrusionOk="0" h="116" w="102">
                    <a:moveTo>
                      <a:pt x="101" y="1"/>
                    </a:moveTo>
                    <a:cubicBezTo>
                      <a:pt x="78" y="28"/>
                      <a:pt x="55" y="55"/>
                      <a:pt x="32" y="81"/>
                    </a:cubicBezTo>
                    <a:lnTo>
                      <a:pt x="32" y="81"/>
                    </a:lnTo>
                    <a:cubicBezTo>
                      <a:pt x="35" y="78"/>
                      <a:pt x="38" y="74"/>
                      <a:pt x="41" y="70"/>
                    </a:cubicBezTo>
                    <a:cubicBezTo>
                      <a:pt x="64" y="48"/>
                      <a:pt x="82" y="23"/>
                      <a:pt x="101" y="1"/>
                    </a:cubicBezTo>
                    <a:close/>
                    <a:moveTo>
                      <a:pt x="32" y="81"/>
                    </a:moveTo>
                    <a:cubicBezTo>
                      <a:pt x="21" y="93"/>
                      <a:pt x="12" y="103"/>
                      <a:pt x="1" y="116"/>
                    </a:cubicBezTo>
                    <a:cubicBezTo>
                      <a:pt x="11" y="104"/>
                      <a:pt x="21" y="93"/>
                      <a:pt x="32" y="81"/>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
              <p:cNvSpPr/>
              <p:nvPr/>
            </p:nvSpPr>
            <p:spPr>
              <a:xfrm>
                <a:off x="999607" y="1878369"/>
                <a:ext cx="3001" cy="3167"/>
              </a:xfrm>
              <a:custGeom>
                <a:rect b="b" l="l" r="r" t="t"/>
                <a:pathLst>
                  <a:path extrusionOk="0" h="133" w="126">
                    <a:moveTo>
                      <a:pt x="126" y="0"/>
                    </a:moveTo>
                    <a:lnTo>
                      <a:pt x="126" y="0"/>
                    </a:lnTo>
                    <a:cubicBezTo>
                      <a:pt x="119" y="6"/>
                      <a:pt x="112" y="13"/>
                      <a:pt x="105" y="20"/>
                    </a:cubicBezTo>
                    <a:lnTo>
                      <a:pt x="105" y="20"/>
                    </a:lnTo>
                    <a:cubicBezTo>
                      <a:pt x="112" y="14"/>
                      <a:pt x="119" y="7"/>
                      <a:pt x="126" y="0"/>
                    </a:cubicBezTo>
                    <a:close/>
                    <a:moveTo>
                      <a:pt x="105" y="20"/>
                    </a:moveTo>
                    <a:cubicBezTo>
                      <a:pt x="70" y="57"/>
                      <a:pt x="35" y="95"/>
                      <a:pt x="1" y="133"/>
                    </a:cubicBezTo>
                    <a:cubicBezTo>
                      <a:pt x="27" y="105"/>
                      <a:pt x="54" y="76"/>
                      <a:pt x="82" y="49"/>
                    </a:cubicBezTo>
                    <a:cubicBezTo>
                      <a:pt x="89" y="39"/>
                      <a:pt x="97" y="30"/>
                      <a:pt x="105" y="20"/>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
              <p:cNvSpPr/>
              <p:nvPr/>
            </p:nvSpPr>
            <p:spPr>
              <a:xfrm>
                <a:off x="997487" y="1883370"/>
                <a:ext cx="333" cy="405"/>
              </a:xfrm>
              <a:custGeom>
                <a:rect b="b" l="l" r="r" t="t"/>
                <a:pathLst>
                  <a:path extrusionOk="0" h="17" w="14">
                    <a:moveTo>
                      <a:pt x="14" y="1"/>
                    </a:moveTo>
                    <a:cubicBezTo>
                      <a:pt x="13" y="1"/>
                      <a:pt x="13" y="2"/>
                      <a:pt x="13" y="2"/>
                    </a:cubicBezTo>
                    <a:lnTo>
                      <a:pt x="13" y="2"/>
                    </a:lnTo>
                    <a:cubicBezTo>
                      <a:pt x="13" y="2"/>
                      <a:pt x="14" y="1"/>
                      <a:pt x="14" y="1"/>
                    </a:cubicBezTo>
                    <a:close/>
                    <a:moveTo>
                      <a:pt x="13" y="2"/>
                    </a:moveTo>
                    <a:lnTo>
                      <a:pt x="13" y="2"/>
                    </a:lnTo>
                    <a:cubicBezTo>
                      <a:pt x="13" y="2"/>
                      <a:pt x="12" y="2"/>
                      <a:pt x="12" y="2"/>
                    </a:cubicBezTo>
                    <a:cubicBezTo>
                      <a:pt x="11" y="4"/>
                      <a:pt x="11" y="5"/>
                      <a:pt x="10" y="6"/>
                    </a:cubicBezTo>
                    <a:lnTo>
                      <a:pt x="10" y="6"/>
                    </a:lnTo>
                    <a:cubicBezTo>
                      <a:pt x="11" y="5"/>
                      <a:pt x="12" y="4"/>
                      <a:pt x="13" y="2"/>
                    </a:cubicBezTo>
                    <a:close/>
                    <a:moveTo>
                      <a:pt x="10" y="6"/>
                    </a:moveTo>
                    <a:cubicBezTo>
                      <a:pt x="7" y="10"/>
                      <a:pt x="3" y="13"/>
                      <a:pt x="1" y="17"/>
                    </a:cubicBezTo>
                    <a:cubicBezTo>
                      <a:pt x="3" y="13"/>
                      <a:pt x="7" y="10"/>
                      <a:pt x="10" y="6"/>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
              <p:cNvSpPr/>
              <p:nvPr/>
            </p:nvSpPr>
            <p:spPr>
              <a:xfrm>
                <a:off x="989962" y="1891443"/>
                <a:ext cx="1000" cy="1215"/>
              </a:xfrm>
              <a:custGeom>
                <a:rect b="b" l="l" r="r" t="t"/>
                <a:pathLst>
                  <a:path extrusionOk="0" h="51" w="42">
                    <a:moveTo>
                      <a:pt x="41" y="0"/>
                    </a:moveTo>
                    <a:cubicBezTo>
                      <a:pt x="34" y="8"/>
                      <a:pt x="28" y="16"/>
                      <a:pt x="22" y="24"/>
                    </a:cubicBezTo>
                    <a:lnTo>
                      <a:pt x="22" y="24"/>
                    </a:lnTo>
                    <a:lnTo>
                      <a:pt x="41" y="0"/>
                    </a:lnTo>
                    <a:close/>
                    <a:moveTo>
                      <a:pt x="22" y="24"/>
                    </a:moveTo>
                    <a:lnTo>
                      <a:pt x="17" y="30"/>
                    </a:lnTo>
                    <a:cubicBezTo>
                      <a:pt x="10" y="36"/>
                      <a:pt x="6" y="44"/>
                      <a:pt x="1" y="51"/>
                    </a:cubicBezTo>
                    <a:cubicBezTo>
                      <a:pt x="8" y="42"/>
                      <a:pt x="14" y="33"/>
                      <a:pt x="22" y="24"/>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
              <p:cNvSpPr/>
              <p:nvPr/>
            </p:nvSpPr>
            <p:spPr>
              <a:xfrm>
                <a:off x="986223" y="1894635"/>
                <a:ext cx="2120" cy="2739"/>
              </a:xfrm>
              <a:custGeom>
                <a:rect b="b" l="l" r="r" t="t"/>
                <a:pathLst>
                  <a:path extrusionOk="0" h="115" w="89">
                    <a:moveTo>
                      <a:pt x="88" y="1"/>
                    </a:moveTo>
                    <a:lnTo>
                      <a:pt x="41" y="64"/>
                    </a:lnTo>
                    <a:lnTo>
                      <a:pt x="41" y="64"/>
                    </a:lnTo>
                    <a:cubicBezTo>
                      <a:pt x="57" y="43"/>
                      <a:pt x="73" y="22"/>
                      <a:pt x="88" y="1"/>
                    </a:cubicBezTo>
                    <a:close/>
                    <a:moveTo>
                      <a:pt x="41" y="64"/>
                    </a:moveTo>
                    <a:cubicBezTo>
                      <a:pt x="27" y="81"/>
                      <a:pt x="14" y="98"/>
                      <a:pt x="1" y="114"/>
                    </a:cubicBezTo>
                    <a:cubicBezTo>
                      <a:pt x="12" y="101"/>
                      <a:pt x="22" y="88"/>
                      <a:pt x="33" y="74"/>
                    </a:cubicBezTo>
                    <a:lnTo>
                      <a:pt x="41" y="64"/>
                    </a:ln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
              <p:cNvSpPr/>
              <p:nvPr/>
            </p:nvSpPr>
            <p:spPr>
              <a:xfrm>
                <a:off x="970005" y="1919545"/>
                <a:ext cx="2072" cy="3882"/>
              </a:xfrm>
              <a:custGeom>
                <a:rect b="b" l="l" r="r" t="t"/>
                <a:pathLst>
                  <a:path extrusionOk="0" h="163" w="87">
                    <a:moveTo>
                      <a:pt x="87" y="0"/>
                    </a:moveTo>
                    <a:lnTo>
                      <a:pt x="87" y="0"/>
                    </a:lnTo>
                    <a:cubicBezTo>
                      <a:pt x="84" y="5"/>
                      <a:pt x="82" y="9"/>
                      <a:pt x="80" y="13"/>
                    </a:cubicBezTo>
                    <a:lnTo>
                      <a:pt x="80" y="13"/>
                    </a:lnTo>
                    <a:cubicBezTo>
                      <a:pt x="82" y="9"/>
                      <a:pt x="84" y="5"/>
                      <a:pt x="87" y="0"/>
                    </a:cubicBezTo>
                    <a:close/>
                    <a:moveTo>
                      <a:pt x="80" y="13"/>
                    </a:moveTo>
                    <a:cubicBezTo>
                      <a:pt x="79" y="16"/>
                      <a:pt x="78" y="18"/>
                      <a:pt x="76" y="20"/>
                    </a:cubicBezTo>
                    <a:lnTo>
                      <a:pt x="76" y="20"/>
                    </a:lnTo>
                    <a:cubicBezTo>
                      <a:pt x="77" y="20"/>
                      <a:pt x="77" y="20"/>
                      <a:pt x="77" y="20"/>
                    </a:cubicBezTo>
                    <a:cubicBezTo>
                      <a:pt x="78" y="18"/>
                      <a:pt x="79" y="15"/>
                      <a:pt x="80" y="13"/>
                    </a:cubicBezTo>
                    <a:close/>
                    <a:moveTo>
                      <a:pt x="76" y="20"/>
                    </a:moveTo>
                    <a:cubicBezTo>
                      <a:pt x="74" y="22"/>
                      <a:pt x="74" y="23"/>
                      <a:pt x="72" y="28"/>
                    </a:cubicBezTo>
                    <a:cubicBezTo>
                      <a:pt x="48" y="72"/>
                      <a:pt x="24" y="119"/>
                      <a:pt x="1" y="162"/>
                    </a:cubicBezTo>
                    <a:cubicBezTo>
                      <a:pt x="27" y="117"/>
                      <a:pt x="51" y="69"/>
                      <a:pt x="76" y="20"/>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
              <p:cNvSpPr/>
              <p:nvPr/>
            </p:nvSpPr>
            <p:spPr>
              <a:xfrm>
                <a:off x="981293" y="1900636"/>
                <a:ext cx="2596" cy="3787"/>
              </a:xfrm>
              <a:custGeom>
                <a:rect b="b" l="l" r="r" t="t"/>
                <a:pathLst>
                  <a:path extrusionOk="0" h="159" w="109">
                    <a:moveTo>
                      <a:pt x="109" y="0"/>
                    </a:moveTo>
                    <a:cubicBezTo>
                      <a:pt x="79" y="40"/>
                      <a:pt x="52" y="80"/>
                      <a:pt x="25" y="120"/>
                    </a:cubicBezTo>
                    <a:lnTo>
                      <a:pt x="25" y="120"/>
                    </a:lnTo>
                    <a:cubicBezTo>
                      <a:pt x="52" y="80"/>
                      <a:pt x="80" y="41"/>
                      <a:pt x="109" y="0"/>
                    </a:cubicBezTo>
                    <a:close/>
                    <a:moveTo>
                      <a:pt x="25" y="120"/>
                    </a:moveTo>
                    <a:cubicBezTo>
                      <a:pt x="19" y="130"/>
                      <a:pt x="12" y="140"/>
                      <a:pt x="5" y="151"/>
                    </a:cubicBezTo>
                    <a:cubicBezTo>
                      <a:pt x="4" y="152"/>
                      <a:pt x="3" y="154"/>
                      <a:pt x="2" y="156"/>
                    </a:cubicBezTo>
                    <a:lnTo>
                      <a:pt x="2" y="156"/>
                    </a:lnTo>
                    <a:cubicBezTo>
                      <a:pt x="10" y="144"/>
                      <a:pt x="18" y="132"/>
                      <a:pt x="25" y="120"/>
                    </a:cubicBezTo>
                    <a:close/>
                    <a:moveTo>
                      <a:pt x="2" y="156"/>
                    </a:moveTo>
                    <a:lnTo>
                      <a:pt x="2" y="156"/>
                    </a:lnTo>
                    <a:cubicBezTo>
                      <a:pt x="1" y="157"/>
                      <a:pt x="1" y="158"/>
                      <a:pt x="0" y="159"/>
                    </a:cubicBezTo>
                    <a:cubicBezTo>
                      <a:pt x="1" y="158"/>
                      <a:pt x="1" y="157"/>
                      <a:pt x="2" y="156"/>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
              <p:cNvSpPr/>
              <p:nvPr/>
            </p:nvSpPr>
            <p:spPr>
              <a:xfrm>
                <a:off x="1010538" y="1868486"/>
                <a:ext cx="2643" cy="2334"/>
              </a:xfrm>
              <a:custGeom>
                <a:rect b="b" l="l" r="r" t="t"/>
                <a:pathLst>
                  <a:path extrusionOk="0" h="98" w="111">
                    <a:moveTo>
                      <a:pt x="111" y="0"/>
                    </a:moveTo>
                    <a:cubicBezTo>
                      <a:pt x="87" y="17"/>
                      <a:pt x="64" y="39"/>
                      <a:pt x="42" y="61"/>
                    </a:cubicBezTo>
                    <a:lnTo>
                      <a:pt x="42" y="61"/>
                    </a:lnTo>
                    <a:lnTo>
                      <a:pt x="111" y="0"/>
                    </a:lnTo>
                    <a:close/>
                    <a:moveTo>
                      <a:pt x="42" y="61"/>
                    </a:moveTo>
                    <a:lnTo>
                      <a:pt x="7" y="91"/>
                    </a:lnTo>
                    <a:lnTo>
                      <a:pt x="7" y="91"/>
                    </a:lnTo>
                    <a:cubicBezTo>
                      <a:pt x="14" y="86"/>
                      <a:pt x="22" y="81"/>
                      <a:pt x="28" y="75"/>
                    </a:cubicBezTo>
                    <a:cubicBezTo>
                      <a:pt x="33" y="70"/>
                      <a:pt x="37" y="65"/>
                      <a:pt x="42" y="61"/>
                    </a:cubicBezTo>
                    <a:close/>
                    <a:moveTo>
                      <a:pt x="7" y="91"/>
                    </a:moveTo>
                    <a:cubicBezTo>
                      <a:pt x="5" y="93"/>
                      <a:pt x="3" y="95"/>
                      <a:pt x="1" y="97"/>
                    </a:cubicBezTo>
                    <a:lnTo>
                      <a:pt x="7" y="91"/>
                    </a:ln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
              <p:cNvSpPr/>
              <p:nvPr/>
            </p:nvSpPr>
            <p:spPr>
              <a:xfrm>
                <a:off x="1026161" y="1858055"/>
                <a:ext cx="691" cy="452"/>
              </a:xfrm>
              <a:custGeom>
                <a:rect b="b" l="l" r="r" t="t"/>
                <a:pathLst>
                  <a:path extrusionOk="0" h="19" w="29">
                    <a:moveTo>
                      <a:pt x="28" y="1"/>
                    </a:moveTo>
                    <a:cubicBezTo>
                      <a:pt x="23" y="2"/>
                      <a:pt x="18" y="5"/>
                      <a:pt x="15" y="9"/>
                    </a:cubicBezTo>
                    <a:lnTo>
                      <a:pt x="15" y="9"/>
                    </a:lnTo>
                    <a:cubicBezTo>
                      <a:pt x="20" y="6"/>
                      <a:pt x="25" y="3"/>
                      <a:pt x="28" y="1"/>
                    </a:cubicBezTo>
                    <a:close/>
                    <a:moveTo>
                      <a:pt x="15" y="9"/>
                    </a:moveTo>
                    <a:cubicBezTo>
                      <a:pt x="10" y="12"/>
                      <a:pt x="5" y="15"/>
                      <a:pt x="1" y="18"/>
                    </a:cubicBezTo>
                    <a:cubicBezTo>
                      <a:pt x="6" y="17"/>
                      <a:pt x="9" y="12"/>
                      <a:pt x="14" y="10"/>
                    </a:cubicBezTo>
                    <a:cubicBezTo>
                      <a:pt x="14" y="10"/>
                      <a:pt x="15" y="9"/>
                      <a:pt x="15" y="9"/>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
              <p:cNvSpPr/>
              <p:nvPr/>
            </p:nvSpPr>
            <p:spPr>
              <a:xfrm>
                <a:off x="1022493" y="1860103"/>
                <a:ext cx="1310" cy="953"/>
              </a:xfrm>
              <a:custGeom>
                <a:rect b="b" l="l" r="r" t="t"/>
                <a:pathLst>
                  <a:path extrusionOk="0" h="40" w="55">
                    <a:moveTo>
                      <a:pt x="54" y="0"/>
                    </a:moveTo>
                    <a:lnTo>
                      <a:pt x="54" y="0"/>
                    </a:lnTo>
                    <a:cubicBezTo>
                      <a:pt x="46" y="6"/>
                      <a:pt x="37" y="12"/>
                      <a:pt x="29" y="19"/>
                    </a:cubicBezTo>
                    <a:lnTo>
                      <a:pt x="29" y="19"/>
                    </a:lnTo>
                    <a:cubicBezTo>
                      <a:pt x="38" y="13"/>
                      <a:pt x="46" y="7"/>
                      <a:pt x="54" y="0"/>
                    </a:cubicBezTo>
                    <a:close/>
                    <a:moveTo>
                      <a:pt x="29" y="19"/>
                    </a:moveTo>
                    <a:lnTo>
                      <a:pt x="29" y="19"/>
                    </a:lnTo>
                    <a:cubicBezTo>
                      <a:pt x="22" y="24"/>
                      <a:pt x="15" y="29"/>
                      <a:pt x="7" y="35"/>
                    </a:cubicBezTo>
                    <a:lnTo>
                      <a:pt x="7" y="35"/>
                    </a:lnTo>
                    <a:cubicBezTo>
                      <a:pt x="13" y="31"/>
                      <a:pt x="18" y="28"/>
                      <a:pt x="24" y="23"/>
                    </a:cubicBezTo>
                    <a:cubicBezTo>
                      <a:pt x="25" y="22"/>
                      <a:pt x="27" y="20"/>
                      <a:pt x="29" y="19"/>
                    </a:cubicBezTo>
                    <a:close/>
                    <a:moveTo>
                      <a:pt x="7" y="35"/>
                    </a:moveTo>
                    <a:lnTo>
                      <a:pt x="7" y="35"/>
                    </a:lnTo>
                    <a:cubicBezTo>
                      <a:pt x="5" y="36"/>
                      <a:pt x="3" y="38"/>
                      <a:pt x="1" y="39"/>
                    </a:cubicBezTo>
                    <a:cubicBezTo>
                      <a:pt x="3" y="38"/>
                      <a:pt x="5" y="36"/>
                      <a:pt x="7" y="35"/>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
              <p:cNvSpPr/>
              <p:nvPr/>
            </p:nvSpPr>
            <p:spPr>
              <a:xfrm>
                <a:off x="1016516" y="1864080"/>
                <a:ext cx="1929" cy="1572"/>
              </a:xfrm>
              <a:custGeom>
                <a:rect b="b" l="l" r="r" t="t"/>
                <a:pathLst>
                  <a:path extrusionOk="0" h="66" w="81">
                    <a:moveTo>
                      <a:pt x="80" y="0"/>
                    </a:moveTo>
                    <a:lnTo>
                      <a:pt x="80" y="0"/>
                    </a:lnTo>
                    <a:cubicBezTo>
                      <a:pt x="54" y="20"/>
                      <a:pt x="28" y="43"/>
                      <a:pt x="1" y="65"/>
                    </a:cubicBezTo>
                    <a:cubicBezTo>
                      <a:pt x="9" y="59"/>
                      <a:pt x="20" y="51"/>
                      <a:pt x="28" y="44"/>
                    </a:cubicBezTo>
                    <a:cubicBezTo>
                      <a:pt x="46" y="31"/>
                      <a:pt x="62" y="15"/>
                      <a:pt x="80" y="0"/>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
              <p:cNvSpPr/>
              <p:nvPr/>
            </p:nvSpPr>
            <p:spPr>
              <a:xfrm>
                <a:off x="1028447" y="1856507"/>
                <a:ext cx="643" cy="405"/>
              </a:xfrm>
              <a:custGeom>
                <a:rect b="b" l="l" r="r" t="t"/>
                <a:pathLst>
                  <a:path extrusionOk="0" h="17" w="27">
                    <a:moveTo>
                      <a:pt x="26" y="1"/>
                    </a:moveTo>
                    <a:lnTo>
                      <a:pt x="26" y="1"/>
                    </a:lnTo>
                    <a:cubicBezTo>
                      <a:pt x="25" y="2"/>
                      <a:pt x="23" y="3"/>
                      <a:pt x="22" y="4"/>
                    </a:cubicBezTo>
                    <a:lnTo>
                      <a:pt x="22" y="4"/>
                    </a:lnTo>
                    <a:cubicBezTo>
                      <a:pt x="24" y="3"/>
                      <a:pt x="25" y="2"/>
                      <a:pt x="26" y="1"/>
                    </a:cubicBezTo>
                    <a:close/>
                    <a:moveTo>
                      <a:pt x="22" y="4"/>
                    </a:moveTo>
                    <a:lnTo>
                      <a:pt x="22" y="4"/>
                    </a:lnTo>
                    <a:cubicBezTo>
                      <a:pt x="21" y="4"/>
                      <a:pt x="20" y="4"/>
                      <a:pt x="18" y="4"/>
                    </a:cubicBezTo>
                    <a:lnTo>
                      <a:pt x="1" y="17"/>
                    </a:lnTo>
                    <a:cubicBezTo>
                      <a:pt x="8" y="12"/>
                      <a:pt x="15" y="8"/>
                      <a:pt x="22" y="4"/>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
              <p:cNvSpPr/>
              <p:nvPr/>
            </p:nvSpPr>
            <p:spPr>
              <a:xfrm>
                <a:off x="1093200" y="1853030"/>
                <a:ext cx="1000" cy="524"/>
              </a:xfrm>
              <a:custGeom>
                <a:rect b="b" l="l" r="r" t="t"/>
                <a:pathLst>
                  <a:path extrusionOk="0" h="22" w="42">
                    <a:moveTo>
                      <a:pt x="1" y="1"/>
                    </a:moveTo>
                    <a:lnTo>
                      <a:pt x="1" y="1"/>
                    </a:lnTo>
                    <a:cubicBezTo>
                      <a:pt x="7" y="6"/>
                      <a:pt x="15" y="9"/>
                      <a:pt x="23" y="13"/>
                    </a:cubicBezTo>
                    <a:lnTo>
                      <a:pt x="23" y="13"/>
                    </a:lnTo>
                    <a:cubicBezTo>
                      <a:pt x="16" y="8"/>
                      <a:pt x="8" y="4"/>
                      <a:pt x="1" y="1"/>
                    </a:cubicBezTo>
                    <a:close/>
                    <a:moveTo>
                      <a:pt x="23" y="13"/>
                    </a:moveTo>
                    <a:cubicBezTo>
                      <a:pt x="28" y="16"/>
                      <a:pt x="32" y="19"/>
                      <a:pt x="37" y="22"/>
                    </a:cubicBezTo>
                    <a:lnTo>
                      <a:pt x="41" y="22"/>
                    </a:lnTo>
                    <a:cubicBezTo>
                      <a:pt x="35" y="19"/>
                      <a:pt x="29" y="16"/>
                      <a:pt x="23" y="13"/>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
              <p:cNvSpPr/>
              <p:nvPr/>
            </p:nvSpPr>
            <p:spPr>
              <a:xfrm>
                <a:off x="1089008" y="1850791"/>
                <a:ext cx="4215" cy="2262"/>
              </a:xfrm>
              <a:custGeom>
                <a:rect b="b" l="l" r="r" t="t"/>
                <a:pathLst>
                  <a:path extrusionOk="0" h="95" w="177">
                    <a:moveTo>
                      <a:pt x="177" y="95"/>
                    </a:moveTo>
                    <a:cubicBezTo>
                      <a:pt x="117" y="62"/>
                      <a:pt x="59" y="32"/>
                      <a:pt x="0" y="1"/>
                    </a:cubicBezTo>
                    <a:cubicBezTo>
                      <a:pt x="59" y="32"/>
                      <a:pt x="117" y="62"/>
                      <a:pt x="177" y="95"/>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
              <p:cNvSpPr/>
              <p:nvPr/>
            </p:nvSpPr>
            <p:spPr>
              <a:xfrm>
                <a:off x="1080292" y="1847171"/>
                <a:ext cx="6454" cy="2620"/>
              </a:xfrm>
              <a:custGeom>
                <a:rect b="b" l="l" r="r" t="t"/>
                <a:pathLst>
                  <a:path extrusionOk="0" h="110" w="271">
                    <a:moveTo>
                      <a:pt x="0" y="1"/>
                    </a:moveTo>
                    <a:cubicBezTo>
                      <a:pt x="91" y="31"/>
                      <a:pt x="182" y="69"/>
                      <a:pt x="271" y="109"/>
                    </a:cubicBezTo>
                    <a:cubicBezTo>
                      <a:pt x="182" y="69"/>
                      <a:pt x="92" y="31"/>
                      <a:pt x="0" y="1"/>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
              <p:cNvSpPr/>
              <p:nvPr/>
            </p:nvSpPr>
            <p:spPr>
              <a:xfrm>
                <a:off x="1086722" y="1849719"/>
                <a:ext cx="2262" cy="1143"/>
              </a:xfrm>
              <a:custGeom>
                <a:rect b="b" l="l" r="r" t="t"/>
                <a:pathLst>
                  <a:path extrusionOk="0" h="48" w="95">
                    <a:moveTo>
                      <a:pt x="1" y="1"/>
                    </a:moveTo>
                    <a:cubicBezTo>
                      <a:pt x="31" y="15"/>
                      <a:pt x="64" y="31"/>
                      <a:pt x="95" y="48"/>
                    </a:cubicBezTo>
                    <a:cubicBezTo>
                      <a:pt x="64" y="31"/>
                      <a:pt x="33" y="15"/>
                      <a:pt x="1" y="1"/>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
              <p:cNvSpPr/>
              <p:nvPr/>
            </p:nvSpPr>
            <p:spPr>
              <a:xfrm>
                <a:off x="1031733" y="1853339"/>
                <a:ext cx="2572" cy="1572"/>
              </a:xfrm>
              <a:custGeom>
                <a:rect b="b" l="l" r="r" t="t"/>
                <a:pathLst>
                  <a:path extrusionOk="0" h="66" w="108">
                    <a:moveTo>
                      <a:pt x="107" y="1"/>
                    </a:moveTo>
                    <a:lnTo>
                      <a:pt x="107" y="1"/>
                    </a:lnTo>
                    <a:cubicBezTo>
                      <a:pt x="72" y="22"/>
                      <a:pt x="34" y="45"/>
                      <a:pt x="0" y="66"/>
                    </a:cubicBezTo>
                    <a:cubicBezTo>
                      <a:pt x="23" y="53"/>
                      <a:pt x="47" y="38"/>
                      <a:pt x="70" y="25"/>
                    </a:cubicBezTo>
                    <a:cubicBezTo>
                      <a:pt x="81" y="17"/>
                      <a:pt x="96" y="9"/>
                      <a:pt x="107" y="1"/>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
              <p:cNvSpPr/>
              <p:nvPr/>
            </p:nvSpPr>
            <p:spPr>
              <a:xfrm>
                <a:off x="991462" y="1888943"/>
                <a:ext cx="1548" cy="1786"/>
              </a:xfrm>
              <a:custGeom>
                <a:rect b="b" l="l" r="r" t="t"/>
                <a:pathLst>
                  <a:path extrusionOk="0" h="75" w="65">
                    <a:moveTo>
                      <a:pt x="64" y="0"/>
                    </a:moveTo>
                    <a:lnTo>
                      <a:pt x="64" y="0"/>
                    </a:lnTo>
                    <a:cubicBezTo>
                      <a:pt x="57" y="7"/>
                      <a:pt x="51" y="15"/>
                      <a:pt x="45" y="23"/>
                    </a:cubicBezTo>
                    <a:lnTo>
                      <a:pt x="45" y="23"/>
                    </a:lnTo>
                    <a:cubicBezTo>
                      <a:pt x="52" y="15"/>
                      <a:pt x="58" y="8"/>
                      <a:pt x="64" y="0"/>
                    </a:cubicBezTo>
                    <a:close/>
                    <a:moveTo>
                      <a:pt x="45" y="23"/>
                    </a:moveTo>
                    <a:lnTo>
                      <a:pt x="45" y="23"/>
                    </a:lnTo>
                    <a:cubicBezTo>
                      <a:pt x="31" y="40"/>
                      <a:pt x="15" y="57"/>
                      <a:pt x="1" y="75"/>
                    </a:cubicBezTo>
                    <a:lnTo>
                      <a:pt x="38" y="32"/>
                    </a:lnTo>
                    <a:cubicBezTo>
                      <a:pt x="41" y="29"/>
                      <a:pt x="43" y="26"/>
                      <a:pt x="45" y="23"/>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
              <p:cNvSpPr/>
              <p:nvPr/>
            </p:nvSpPr>
            <p:spPr>
              <a:xfrm>
                <a:off x="961408" y="1853506"/>
                <a:ext cx="192616" cy="146153"/>
              </a:xfrm>
              <a:custGeom>
                <a:rect b="b" l="l" r="r" t="t"/>
                <a:pathLst>
                  <a:path extrusionOk="0" h="6137" w="8088">
                    <a:moveTo>
                      <a:pt x="4425" y="464"/>
                    </a:moveTo>
                    <a:lnTo>
                      <a:pt x="4425" y="464"/>
                    </a:lnTo>
                    <a:cubicBezTo>
                      <a:pt x="4425" y="464"/>
                      <a:pt x="4425" y="464"/>
                      <a:pt x="4425" y="464"/>
                    </a:cubicBezTo>
                    <a:lnTo>
                      <a:pt x="4425" y="464"/>
                    </a:lnTo>
                    <a:cubicBezTo>
                      <a:pt x="4425" y="464"/>
                      <a:pt x="4425" y="464"/>
                      <a:pt x="4425" y="464"/>
                    </a:cubicBezTo>
                    <a:close/>
                    <a:moveTo>
                      <a:pt x="2856" y="1571"/>
                    </a:moveTo>
                    <a:lnTo>
                      <a:pt x="2856" y="1571"/>
                    </a:lnTo>
                    <a:cubicBezTo>
                      <a:pt x="2856" y="1571"/>
                      <a:pt x="2856" y="1571"/>
                      <a:pt x="2856" y="1571"/>
                    </a:cubicBezTo>
                    <a:lnTo>
                      <a:pt x="2856" y="1571"/>
                    </a:lnTo>
                    <a:cubicBezTo>
                      <a:pt x="2856" y="1571"/>
                      <a:pt x="2856" y="1571"/>
                      <a:pt x="2856" y="1571"/>
                    </a:cubicBezTo>
                    <a:close/>
                    <a:moveTo>
                      <a:pt x="1467" y="2806"/>
                    </a:moveTo>
                    <a:lnTo>
                      <a:pt x="1467" y="2806"/>
                    </a:lnTo>
                    <a:cubicBezTo>
                      <a:pt x="1467" y="2806"/>
                      <a:pt x="1467" y="2806"/>
                      <a:pt x="1467" y="2806"/>
                    </a:cubicBezTo>
                    <a:lnTo>
                      <a:pt x="1467" y="2806"/>
                    </a:lnTo>
                    <a:cubicBezTo>
                      <a:pt x="1467" y="2806"/>
                      <a:pt x="1467" y="2806"/>
                      <a:pt x="1467" y="2806"/>
                    </a:cubicBezTo>
                    <a:close/>
                    <a:moveTo>
                      <a:pt x="4425" y="464"/>
                    </a:moveTo>
                    <a:cubicBezTo>
                      <a:pt x="4426" y="467"/>
                      <a:pt x="4428" y="467"/>
                      <a:pt x="4430" y="469"/>
                    </a:cubicBezTo>
                    <a:cubicBezTo>
                      <a:pt x="4428" y="467"/>
                      <a:pt x="4427" y="465"/>
                      <a:pt x="4426" y="464"/>
                    </a:cubicBezTo>
                    <a:lnTo>
                      <a:pt x="4426" y="464"/>
                    </a:lnTo>
                    <a:cubicBezTo>
                      <a:pt x="4523" y="493"/>
                      <a:pt x="4620" y="529"/>
                      <a:pt x="4713" y="566"/>
                    </a:cubicBezTo>
                    <a:cubicBezTo>
                      <a:pt x="4718" y="568"/>
                      <a:pt x="4725" y="569"/>
                      <a:pt x="4728" y="572"/>
                    </a:cubicBezTo>
                    <a:cubicBezTo>
                      <a:pt x="5067" y="705"/>
                      <a:pt x="5392" y="888"/>
                      <a:pt x="5686" y="1109"/>
                    </a:cubicBezTo>
                    <a:cubicBezTo>
                      <a:pt x="6042" y="1376"/>
                      <a:pt x="6353" y="1702"/>
                      <a:pt x="6588" y="2072"/>
                    </a:cubicBezTo>
                    <a:cubicBezTo>
                      <a:pt x="6750" y="2324"/>
                      <a:pt x="6875" y="2598"/>
                      <a:pt x="6955" y="2885"/>
                    </a:cubicBezTo>
                    <a:lnTo>
                      <a:pt x="6953" y="2885"/>
                    </a:lnTo>
                    <a:lnTo>
                      <a:pt x="6953" y="2887"/>
                    </a:lnTo>
                    <a:cubicBezTo>
                      <a:pt x="6913" y="2869"/>
                      <a:pt x="6874" y="2846"/>
                      <a:pt x="6833" y="2828"/>
                    </a:cubicBezTo>
                    <a:cubicBezTo>
                      <a:pt x="6759" y="2794"/>
                      <a:pt x="6682" y="2759"/>
                      <a:pt x="6608" y="2721"/>
                    </a:cubicBezTo>
                    <a:lnTo>
                      <a:pt x="6606" y="2718"/>
                    </a:lnTo>
                    <a:cubicBezTo>
                      <a:pt x="5684" y="2229"/>
                      <a:pt x="4919" y="1451"/>
                      <a:pt x="4449" y="519"/>
                    </a:cubicBezTo>
                    <a:lnTo>
                      <a:pt x="4449" y="517"/>
                    </a:lnTo>
                    <a:cubicBezTo>
                      <a:pt x="4443" y="499"/>
                      <a:pt x="4433" y="483"/>
                      <a:pt x="4425" y="464"/>
                    </a:cubicBezTo>
                    <a:close/>
                    <a:moveTo>
                      <a:pt x="2856" y="1571"/>
                    </a:moveTo>
                    <a:lnTo>
                      <a:pt x="2856" y="1571"/>
                    </a:lnTo>
                    <a:cubicBezTo>
                      <a:pt x="2858" y="1572"/>
                      <a:pt x="2858" y="1572"/>
                      <a:pt x="2861" y="1572"/>
                    </a:cubicBezTo>
                    <a:cubicBezTo>
                      <a:pt x="2861" y="1572"/>
                      <a:pt x="2860" y="1572"/>
                      <a:pt x="2860" y="1572"/>
                    </a:cubicBezTo>
                    <a:lnTo>
                      <a:pt x="2860" y="1572"/>
                    </a:lnTo>
                    <a:cubicBezTo>
                      <a:pt x="3233" y="1684"/>
                      <a:pt x="3596" y="1868"/>
                      <a:pt x="3916" y="2109"/>
                    </a:cubicBezTo>
                    <a:cubicBezTo>
                      <a:pt x="4222" y="2339"/>
                      <a:pt x="4490" y="2616"/>
                      <a:pt x="4692" y="2932"/>
                    </a:cubicBezTo>
                    <a:cubicBezTo>
                      <a:pt x="4830" y="3148"/>
                      <a:pt x="4937" y="3379"/>
                      <a:pt x="5005" y="3624"/>
                    </a:cubicBezTo>
                    <a:lnTo>
                      <a:pt x="5003" y="3624"/>
                    </a:lnTo>
                    <a:lnTo>
                      <a:pt x="5003" y="3626"/>
                    </a:lnTo>
                    <a:cubicBezTo>
                      <a:pt x="4969" y="3613"/>
                      <a:pt x="4937" y="3593"/>
                      <a:pt x="4905" y="3577"/>
                    </a:cubicBezTo>
                    <a:cubicBezTo>
                      <a:pt x="4840" y="3548"/>
                      <a:pt x="4775" y="3519"/>
                      <a:pt x="4712" y="3485"/>
                    </a:cubicBezTo>
                    <a:lnTo>
                      <a:pt x="4712" y="3483"/>
                    </a:lnTo>
                    <a:cubicBezTo>
                      <a:pt x="3914" y="3060"/>
                      <a:pt x="3253" y="2383"/>
                      <a:pt x="2856" y="1571"/>
                    </a:cubicBezTo>
                    <a:close/>
                    <a:moveTo>
                      <a:pt x="1467" y="2806"/>
                    </a:moveTo>
                    <a:cubicBezTo>
                      <a:pt x="1469" y="2809"/>
                      <a:pt x="1469" y="2809"/>
                      <a:pt x="1470" y="2809"/>
                    </a:cubicBezTo>
                    <a:cubicBezTo>
                      <a:pt x="1470" y="2808"/>
                      <a:pt x="1470" y="2807"/>
                      <a:pt x="1470" y="2806"/>
                    </a:cubicBezTo>
                    <a:lnTo>
                      <a:pt x="1470" y="2806"/>
                    </a:lnTo>
                    <a:cubicBezTo>
                      <a:pt x="1762" y="2894"/>
                      <a:pt x="2046" y="3038"/>
                      <a:pt x="2297" y="3224"/>
                    </a:cubicBezTo>
                    <a:cubicBezTo>
                      <a:pt x="2548" y="3407"/>
                      <a:pt x="2767" y="3635"/>
                      <a:pt x="2931" y="3891"/>
                    </a:cubicBezTo>
                    <a:cubicBezTo>
                      <a:pt x="3041" y="4065"/>
                      <a:pt x="3128" y="4250"/>
                      <a:pt x="3180" y="4446"/>
                    </a:cubicBezTo>
                    <a:lnTo>
                      <a:pt x="3179" y="4446"/>
                    </a:lnTo>
                    <a:cubicBezTo>
                      <a:pt x="3153" y="4433"/>
                      <a:pt x="3125" y="4418"/>
                      <a:pt x="3098" y="4407"/>
                    </a:cubicBezTo>
                    <a:cubicBezTo>
                      <a:pt x="3047" y="4383"/>
                      <a:pt x="2994" y="4360"/>
                      <a:pt x="2944" y="4334"/>
                    </a:cubicBezTo>
                    <a:lnTo>
                      <a:pt x="2944" y="4332"/>
                    </a:lnTo>
                    <a:cubicBezTo>
                      <a:pt x="2312" y="3994"/>
                      <a:pt x="1783" y="3454"/>
                      <a:pt x="1467" y="2806"/>
                    </a:cubicBezTo>
                    <a:close/>
                    <a:moveTo>
                      <a:pt x="5571" y="0"/>
                    </a:moveTo>
                    <a:cubicBezTo>
                      <a:pt x="4984" y="13"/>
                      <a:pt x="4404" y="193"/>
                      <a:pt x="3858" y="462"/>
                    </a:cubicBezTo>
                    <a:cubicBezTo>
                      <a:pt x="2540" y="1112"/>
                      <a:pt x="1414" y="2282"/>
                      <a:pt x="804" y="2906"/>
                    </a:cubicBezTo>
                    <a:cubicBezTo>
                      <a:pt x="592" y="3305"/>
                      <a:pt x="419" y="3708"/>
                      <a:pt x="297" y="4097"/>
                    </a:cubicBezTo>
                    <a:lnTo>
                      <a:pt x="297" y="4102"/>
                    </a:lnTo>
                    <a:cubicBezTo>
                      <a:pt x="60" y="4865"/>
                      <a:pt x="0" y="5582"/>
                      <a:pt x="124" y="6128"/>
                    </a:cubicBezTo>
                    <a:cubicBezTo>
                      <a:pt x="125" y="6131"/>
                      <a:pt x="127" y="6134"/>
                      <a:pt x="130" y="6136"/>
                    </a:cubicBezTo>
                    <a:lnTo>
                      <a:pt x="605" y="5946"/>
                    </a:lnTo>
                    <a:lnTo>
                      <a:pt x="1017" y="5783"/>
                    </a:lnTo>
                    <a:lnTo>
                      <a:pt x="2169" y="5322"/>
                    </a:lnTo>
                    <a:lnTo>
                      <a:pt x="2879" y="5039"/>
                    </a:lnTo>
                    <a:lnTo>
                      <a:pt x="3059" y="4968"/>
                    </a:lnTo>
                    <a:lnTo>
                      <a:pt x="7498" y="3195"/>
                    </a:lnTo>
                    <a:lnTo>
                      <a:pt x="7499" y="3195"/>
                    </a:lnTo>
                    <a:lnTo>
                      <a:pt x="8087" y="2960"/>
                    </a:lnTo>
                    <a:cubicBezTo>
                      <a:pt x="7528" y="1890"/>
                      <a:pt x="6637" y="626"/>
                      <a:pt x="55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
              <p:cNvSpPr/>
              <p:nvPr/>
            </p:nvSpPr>
            <p:spPr>
              <a:xfrm>
                <a:off x="1050881" y="1973676"/>
                <a:ext cx="79090" cy="109882"/>
              </a:xfrm>
              <a:custGeom>
                <a:rect b="b" l="l" r="r" t="t"/>
                <a:pathLst>
                  <a:path extrusionOk="0" h="4614" w="3321">
                    <a:moveTo>
                      <a:pt x="1305" y="1"/>
                    </a:moveTo>
                    <a:lnTo>
                      <a:pt x="763" y="142"/>
                    </a:lnTo>
                    <a:cubicBezTo>
                      <a:pt x="697" y="416"/>
                      <a:pt x="729" y="708"/>
                      <a:pt x="844" y="960"/>
                    </a:cubicBezTo>
                    <a:cubicBezTo>
                      <a:pt x="901" y="761"/>
                      <a:pt x="1023" y="588"/>
                      <a:pt x="1173" y="503"/>
                    </a:cubicBezTo>
                    <a:cubicBezTo>
                      <a:pt x="1183" y="498"/>
                      <a:pt x="1194" y="496"/>
                      <a:pt x="1204" y="496"/>
                    </a:cubicBezTo>
                    <a:cubicBezTo>
                      <a:pt x="1225" y="496"/>
                      <a:pt x="1245" y="506"/>
                      <a:pt x="1256" y="526"/>
                    </a:cubicBezTo>
                    <a:cubicBezTo>
                      <a:pt x="1272" y="554"/>
                      <a:pt x="1263" y="593"/>
                      <a:pt x="1233" y="609"/>
                    </a:cubicBezTo>
                    <a:cubicBezTo>
                      <a:pt x="1083" y="693"/>
                      <a:pt x="964" y="902"/>
                      <a:pt x="938" y="1122"/>
                    </a:cubicBezTo>
                    <a:cubicBezTo>
                      <a:pt x="987" y="1199"/>
                      <a:pt x="1042" y="1268"/>
                      <a:pt x="1104" y="1330"/>
                    </a:cubicBezTo>
                    <a:cubicBezTo>
                      <a:pt x="1123" y="1348"/>
                      <a:pt x="1123" y="1372"/>
                      <a:pt x="1115" y="1395"/>
                    </a:cubicBezTo>
                    <a:cubicBezTo>
                      <a:pt x="1112" y="1401"/>
                      <a:pt x="1112" y="1409"/>
                      <a:pt x="1107" y="1414"/>
                    </a:cubicBezTo>
                    <a:cubicBezTo>
                      <a:pt x="1094" y="1427"/>
                      <a:pt x="1078" y="1434"/>
                      <a:pt x="1062" y="1434"/>
                    </a:cubicBezTo>
                    <a:cubicBezTo>
                      <a:pt x="1045" y="1434"/>
                      <a:pt x="1031" y="1427"/>
                      <a:pt x="1020" y="1417"/>
                    </a:cubicBezTo>
                    <a:cubicBezTo>
                      <a:pt x="1002" y="1400"/>
                      <a:pt x="987" y="1380"/>
                      <a:pt x="971" y="1362"/>
                    </a:cubicBezTo>
                    <a:cubicBezTo>
                      <a:pt x="917" y="1306"/>
                      <a:pt x="872" y="1244"/>
                      <a:pt x="832" y="1182"/>
                    </a:cubicBezTo>
                    <a:cubicBezTo>
                      <a:pt x="828" y="1179"/>
                      <a:pt x="827" y="1176"/>
                      <a:pt x="825" y="1171"/>
                    </a:cubicBezTo>
                    <a:cubicBezTo>
                      <a:pt x="640" y="878"/>
                      <a:pt x="567" y="515"/>
                      <a:pt x="632" y="174"/>
                    </a:cubicBezTo>
                    <a:lnTo>
                      <a:pt x="632" y="174"/>
                    </a:lnTo>
                    <a:lnTo>
                      <a:pt x="13" y="336"/>
                    </a:lnTo>
                    <a:cubicBezTo>
                      <a:pt x="0" y="576"/>
                      <a:pt x="73" y="834"/>
                      <a:pt x="204" y="1016"/>
                    </a:cubicBezTo>
                    <a:cubicBezTo>
                      <a:pt x="253" y="1085"/>
                      <a:pt x="318" y="1158"/>
                      <a:pt x="389" y="1231"/>
                    </a:cubicBezTo>
                    <a:cubicBezTo>
                      <a:pt x="366" y="1280"/>
                      <a:pt x="340" y="1323"/>
                      <a:pt x="315" y="1364"/>
                    </a:cubicBezTo>
                    <a:cubicBezTo>
                      <a:pt x="1036" y="2487"/>
                      <a:pt x="1846" y="3897"/>
                      <a:pt x="2105" y="4613"/>
                    </a:cubicBezTo>
                    <a:cubicBezTo>
                      <a:pt x="2447" y="4286"/>
                      <a:pt x="2716" y="3805"/>
                      <a:pt x="2914" y="3301"/>
                    </a:cubicBezTo>
                    <a:cubicBezTo>
                      <a:pt x="2955" y="3323"/>
                      <a:pt x="2993" y="3348"/>
                      <a:pt x="3036" y="3372"/>
                    </a:cubicBezTo>
                    <a:cubicBezTo>
                      <a:pt x="2995" y="3348"/>
                      <a:pt x="2955" y="3322"/>
                      <a:pt x="2912" y="3299"/>
                    </a:cubicBezTo>
                    <a:cubicBezTo>
                      <a:pt x="3112" y="2787"/>
                      <a:pt x="3238" y="2252"/>
                      <a:pt x="3293" y="1824"/>
                    </a:cubicBezTo>
                    <a:lnTo>
                      <a:pt x="3293" y="1819"/>
                    </a:lnTo>
                    <a:cubicBezTo>
                      <a:pt x="3303" y="1735"/>
                      <a:pt x="3311" y="1656"/>
                      <a:pt x="3318" y="1581"/>
                    </a:cubicBezTo>
                    <a:lnTo>
                      <a:pt x="3318" y="1576"/>
                    </a:lnTo>
                    <a:cubicBezTo>
                      <a:pt x="3319" y="1555"/>
                      <a:pt x="3319" y="1534"/>
                      <a:pt x="3321" y="1511"/>
                    </a:cubicBezTo>
                    <a:lnTo>
                      <a:pt x="3321" y="1511"/>
                    </a:lnTo>
                    <a:cubicBezTo>
                      <a:pt x="3321" y="1511"/>
                      <a:pt x="3319" y="1511"/>
                      <a:pt x="3319" y="1515"/>
                    </a:cubicBezTo>
                    <a:cubicBezTo>
                      <a:pt x="3186" y="1617"/>
                      <a:pt x="3049" y="1709"/>
                      <a:pt x="2914" y="1782"/>
                    </a:cubicBezTo>
                    <a:cubicBezTo>
                      <a:pt x="2704" y="1892"/>
                      <a:pt x="2496" y="1956"/>
                      <a:pt x="2311" y="1956"/>
                    </a:cubicBezTo>
                    <a:cubicBezTo>
                      <a:pt x="2285" y="1956"/>
                      <a:pt x="2260" y="1955"/>
                      <a:pt x="2235" y="1952"/>
                    </a:cubicBezTo>
                    <a:cubicBezTo>
                      <a:pt x="1945" y="1921"/>
                      <a:pt x="1540" y="1494"/>
                      <a:pt x="1540" y="1494"/>
                    </a:cubicBezTo>
                    <a:lnTo>
                      <a:pt x="1538" y="1494"/>
                    </a:lnTo>
                    <a:cubicBezTo>
                      <a:pt x="2026" y="1069"/>
                      <a:pt x="1820" y="383"/>
                      <a:pt x="1305"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
              <p:cNvSpPr/>
              <p:nvPr/>
            </p:nvSpPr>
            <p:spPr>
              <a:xfrm>
                <a:off x="1131351" y="1971152"/>
                <a:ext cx="67825" cy="101595"/>
              </a:xfrm>
              <a:custGeom>
                <a:rect b="b" l="l" r="r" t="t"/>
                <a:pathLst>
                  <a:path extrusionOk="0" h="4266" w="2848">
                    <a:moveTo>
                      <a:pt x="900" y="0"/>
                    </a:moveTo>
                    <a:lnTo>
                      <a:pt x="900" y="0"/>
                    </a:lnTo>
                    <a:cubicBezTo>
                      <a:pt x="963" y="464"/>
                      <a:pt x="566" y="1086"/>
                      <a:pt x="60" y="1527"/>
                    </a:cubicBezTo>
                    <a:cubicBezTo>
                      <a:pt x="321" y="2134"/>
                      <a:pt x="185" y="3023"/>
                      <a:pt x="0" y="3684"/>
                    </a:cubicBezTo>
                    <a:cubicBezTo>
                      <a:pt x="279" y="3859"/>
                      <a:pt x="548" y="4053"/>
                      <a:pt x="801" y="4266"/>
                    </a:cubicBezTo>
                    <a:cubicBezTo>
                      <a:pt x="802" y="4238"/>
                      <a:pt x="809" y="4207"/>
                      <a:pt x="814" y="4178"/>
                    </a:cubicBezTo>
                    <a:cubicBezTo>
                      <a:pt x="817" y="4152"/>
                      <a:pt x="819" y="4128"/>
                      <a:pt x="823" y="4102"/>
                    </a:cubicBezTo>
                    <a:cubicBezTo>
                      <a:pt x="927" y="3496"/>
                      <a:pt x="1279" y="2638"/>
                      <a:pt x="1726" y="1984"/>
                    </a:cubicBezTo>
                    <a:cubicBezTo>
                      <a:pt x="1733" y="1976"/>
                      <a:pt x="1739" y="1967"/>
                      <a:pt x="1746" y="1958"/>
                    </a:cubicBezTo>
                    <a:cubicBezTo>
                      <a:pt x="1791" y="1891"/>
                      <a:pt x="1838" y="1828"/>
                      <a:pt x="1885" y="1768"/>
                    </a:cubicBezTo>
                    <a:cubicBezTo>
                      <a:pt x="1903" y="1744"/>
                      <a:pt x="1924" y="1720"/>
                      <a:pt x="1943" y="1697"/>
                    </a:cubicBezTo>
                    <a:cubicBezTo>
                      <a:pt x="1977" y="1655"/>
                      <a:pt x="2015" y="1611"/>
                      <a:pt x="2050" y="1570"/>
                    </a:cubicBezTo>
                    <a:cubicBezTo>
                      <a:pt x="2075" y="1543"/>
                      <a:pt x="2099" y="1519"/>
                      <a:pt x="2126" y="1493"/>
                    </a:cubicBezTo>
                    <a:cubicBezTo>
                      <a:pt x="2159" y="1460"/>
                      <a:pt x="2190" y="1429"/>
                      <a:pt x="2224" y="1399"/>
                    </a:cubicBezTo>
                    <a:cubicBezTo>
                      <a:pt x="2250" y="1373"/>
                      <a:pt x="2277" y="1348"/>
                      <a:pt x="2306" y="1326"/>
                    </a:cubicBezTo>
                    <a:cubicBezTo>
                      <a:pt x="2337" y="1300"/>
                      <a:pt x="2370" y="1277"/>
                      <a:pt x="2399" y="1254"/>
                    </a:cubicBezTo>
                    <a:cubicBezTo>
                      <a:pt x="2428" y="1235"/>
                      <a:pt x="2455" y="1212"/>
                      <a:pt x="2485" y="1194"/>
                    </a:cubicBezTo>
                    <a:cubicBezTo>
                      <a:pt x="2520" y="1172"/>
                      <a:pt x="2558" y="1154"/>
                      <a:pt x="2592" y="1136"/>
                    </a:cubicBezTo>
                    <a:cubicBezTo>
                      <a:pt x="2614" y="1125"/>
                      <a:pt x="2637" y="1112"/>
                      <a:pt x="2658" y="1100"/>
                    </a:cubicBezTo>
                    <a:cubicBezTo>
                      <a:pt x="2715" y="1078"/>
                      <a:pt x="2776" y="1057"/>
                      <a:pt x="2848" y="1037"/>
                    </a:cubicBezTo>
                    <a:cubicBezTo>
                      <a:pt x="2164" y="758"/>
                      <a:pt x="1507" y="412"/>
                      <a:pt x="900"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
              <p:cNvSpPr/>
              <p:nvPr/>
            </p:nvSpPr>
            <p:spPr>
              <a:xfrm>
                <a:off x="1044808" y="2075581"/>
                <a:ext cx="4882" cy="4453"/>
              </a:xfrm>
              <a:custGeom>
                <a:rect b="b" l="l" r="r" t="t"/>
                <a:pathLst>
                  <a:path extrusionOk="0" h="187" w="205">
                    <a:moveTo>
                      <a:pt x="1" y="0"/>
                    </a:moveTo>
                    <a:cubicBezTo>
                      <a:pt x="66" y="65"/>
                      <a:pt x="134" y="125"/>
                      <a:pt x="205" y="187"/>
                    </a:cubicBezTo>
                    <a:cubicBezTo>
                      <a:pt x="134" y="125"/>
                      <a:pt x="67" y="64"/>
                      <a:pt x="1"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
              <p:cNvSpPr/>
              <p:nvPr/>
            </p:nvSpPr>
            <p:spPr>
              <a:xfrm>
                <a:off x="980674" y="1989942"/>
                <a:ext cx="116884" cy="103833"/>
              </a:xfrm>
              <a:custGeom>
                <a:rect b="b" l="l" r="r" t="t"/>
                <a:pathLst>
                  <a:path extrusionOk="0" h="4360" w="4908">
                    <a:moveTo>
                      <a:pt x="1281" y="248"/>
                    </a:moveTo>
                    <a:cubicBezTo>
                      <a:pt x="1437" y="248"/>
                      <a:pt x="1594" y="302"/>
                      <a:pt x="1715" y="402"/>
                    </a:cubicBezTo>
                    <a:cubicBezTo>
                      <a:pt x="1762" y="439"/>
                      <a:pt x="1737" y="532"/>
                      <a:pt x="1703" y="580"/>
                    </a:cubicBezTo>
                    <a:cubicBezTo>
                      <a:pt x="1652" y="572"/>
                      <a:pt x="1599" y="567"/>
                      <a:pt x="1544" y="567"/>
                    </a:cubicBezTo>
                    <a:cubicBezTo>
                      <a:pt x="1478" y="567"/>
                      <a:pt x="1412" y="574"/>
                      <a:pt x="1350" y="590"/>
                    </a:cubicBezTo>
                    <a:cubicBezTo>
                      <a:pt x="1206" y="626"/>
                      <a:pt x="1050" y="770"/>
                      <a:pt x="1010" y="913"/>
                    </a:cubicBezTo>
                    <a:cubicBezTo>
                      <a:pt x="866" y="888"/>
                      <a:pt x="734" y="799"/>
                      <a:pt x="658" y="674"/>
                    </a:cubicBezTo>
                    <a:cubicBezTo>
                      <a:pt x="733" y="477"/>
                      <a:pt x="911" y="324"/>
                      <a:pt x="1115" y="269"/>
                    </a:cubicBezTo>
                    <a:cubicBezTo>
                      <a:pt x="1169" y="255"/>
                      <a:pt x="1225" y="248"/>
                      <a:pt x="1281" y="248"/>
                    </a:cubicBezTo>
                    <a:close/>
                    <a:moveTo>
                      <a:pt x="1586" y="1152"/>
                    </a:moveTo>
                    <a:cubicBezTo>
                      <a:pt x="1758" y="1152"/>
                      <a:pt x="2010" y="1440"/>
                      <a:pt x="1874" y="1566"/>
                    </a:cubicBezTo>
                    <a:cubicBezTo>
                      <a:pt x="1837" y="1600"/>
                      <a:pt x="1797" y="1614"/>
                      <a:pt x="1758" y="1614"/>
                    </a:cubicBezTo>
                    <a:cubicBezTo>
                      <a:pt x="1573" y="1614"/>
                      <a:pt x="1389" y="1295"/>
                      <a:pt x="1501" y="1185"/>
                    </a:cubicBezTo>
                    <a:cubicBezTo>
                      <a:pt x="1524" y="1162"/>
                      <a:pt x="1554" y="1152"/>
                      <a:pt x="1586" y="1152"/>
                    </a:cubicBezTo>
                    <a:close/>
                    <a:moveTo>
                      <a:pt x="2271" y="2736"/>
                    </a:moveTo>
                    <a:cubicBezTo>
                      <a:pt x="2275" y="2736"/>
                      <a:pt x="2277" y="2737"/>
                      <a:pt x="2279" y="2739"/>
                    </a:cubicBezTo>
                    <a:cubicBezTo>
                      <a:pt x="2329" y="2837"/>
                      <a:pt x="2129" y="2971"/>
                      <a:pt x="2040" y="2971"/>
                    </a:cubicBezTo>
                    <a:cubicBezTo>
                      <a:pt x="2029" y="2971"/>
                      <a:pt x="2020" y="2969"/>
                      <a:pt x="2013" y="2964"/>
                    </a:cubicBezTo>
                    <a:cubicBezTo>
                      <a:pt x="1959" y="2930"/>
                      <a:pt x="2218" y="2736"/>
                      <a:pt x="2271" y="2736"/>
                    </a:cubicBezTo>
                    <a:close/>
                    <a:moveTo>
                      <a:pt x="2914" y="3802"/>
                    </a:moveTo>
                    <a:lnTo>
                      <a:pt x="2914" y="3802"/>
                    </a:lnTo>
                    <a:cubicBezTo>
                      <a:pt x="2915" y="3803"/>
                      <a:pt x="2916" y="3804"/>
                      <a:pt x="2918" y="3805"/>
                    </a:cubicBezTo>
                    <a:lnTo>
                      <a:pt x="2918" y="3805"/>
                    </a:lnTo>
                    <a:cubicBezTo>
                      <a:pt x="2916" y="3804"/>
                      <a:pt x="2915" y="3803"/>
                      <a:pt x="2914" y="3802"/>
                    </a:cubicBezTo>
                    <a:close/>
                    <a:moveTo>
                      <a:pt x="1635" y="0"/>
                    </a:moveTo>
                    <a:lnTo>
                      <a:pt x="33" y="422"/>
                    </a:lnTo>
                    <a:cubicBezTo>
                      <a:pt x="8" y="517"/>
                      <a:pt x="0" y="608"/>
                      <a:pt x="16" y="691"/>
                    </a:cubicBezTo>
                    <a:lnTo>
                      <a:pt x="15" y="689"/>
                    </a:lnTo>
                    <a:lnTo>
                      <a:pt x="15" y="689"/>
                    </a:lnTo>
                    <a:cubicBezTo>
                      <a:pt x="185" y="1020"/>
                      <a:pt x="353" y="1266"/>
                      <a:pt x="451" y="1336"/>
                    </a:cubicBezTo>
                    <a:cubicBezTo>
                      <a:pt x="712" y="1520"/>
                      <a:pt x="1114" y="1550"/>
                      <a:pt x="1114" y="1550"/>
                    </a:cubicBezTo>
                    <a:cubicBezTo>
                      <a:pt x="1546" y="2084"/>
                      <a:pt x="1438" y="2744"/>
                      <a:pt x="1637" y="3138"/>
                    </a:cubicBezTo>
                    <a:cubicBezTo>
                      <a:pt x="1653" y="3169"/>
                      <a:pt x="1704" y="3186"/>
                      <a:pt x="1774" y="3186"/>
                    </a:cubicBezTo>
                    <a:cubicBezTo>
                      <a:pt x="1886" y="3186"/>
                      <a:pt x="2045" y="3143"/>
                      <a:pt x="2180" y="3047"/>
                    </a:cubicBezTo>
                    <a:cubicBezTo>
                      <a:pt x="2326" y="3222"/>
                      <a:pt x="2499" y="3413"/>
                      <a:pt x="2687" y="3595"/>
                    </a:cubicBezTo>
                    <a:cubicBezTo>
                      <a:pt x="2793" y="3515"/>
                      <a:pt x="3075" y="3250"/>
                      <a:pt x="3322" y="2935"/>
                    </a:cubicBezTo>
                    <a:lnTo>
                      <a:pt x="3322" y="2935"/>
                    </a:lnTo>
                    <a:cubicBezTo>
                      <a:pt x="3467" y="3340"/>
                      <a:pt x="3301" y="3736"/>
                      <a:pt x="3143" y="3979"/>
                    </a:cubicBezTo>
                    <a:cubicBezTo>
                      <a:pt x="3068" y="3925"/>
                      <a:pt x="2991" y="3867"/>
                      <a:pt x="2918" y="3805"/>
                    </a:cubicBezTo>
                    <a:lnTo>
                      <a:pt x="2918" y="3805"/>
                    </a:lnTo>
                    <a:cubicBezTo>
                      <a:pt x="3288" y="4118"/>
                      <a:pt x="3701" y="4360"/>
                      <a:pt x="4089" y="4360"/>
                    </a:cubicBezTo>
                    <a:cubicBezTo>
                      <a:pt x="4395" y="4360"/>
                      <a:pt x="4666" y="4246"/>
                      <a:pt x="4907" y="4057"/>
                    </a:cubicBezTo>
                    <a:cubicBezTo>
                      <a:pt x="4904" y="4045"/>
                      <a:pt x="4896" y="4037"/>
                      <a:pt x="4891" y="4028"/>
                    </a:cubicBezTo>
                    <a:cubicBezTo>
                      <a:pt x="4661" y="3361"/>
                      <a:pt x="3854" y="1958"/>
                      <a:pt x="3138" y="832"/>
                    </a:cubicBezTo>
                    <a:cubicBezTo>
                      <a:pt x="3049" y="914"/>
                      <a:pt x="2944" y="963"/>
                      <a:pt x="2819" y="963"/>
                    </a:cubicBezTo>
                    <a:cubicBezTo>
                      <a:pt x="2534" y="963"/>
                      <a:pt x="2149" y="705"/>
                      <a:pt x="1635"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
              <p:cNvSpPr/>
              <p:nvPr/>
            </p:nvSpPr>
            <p:spPr>
              <a:xfrm>
                <a:off x="1044689" y="2075462"/>
                <a:ext cx="143" cy="143"/>
              </a:xfrm>
              <a:custGeom>
                <a:rect b="b" l="l" r="r" t="t"/>
                <a:pathLst>
                  <a:path extrusionOk="0" h="6" w="6">
                    <a:moveTo>
                      <a:pt x="1" y="1"/>
                    </a:moveTo>
                    <a:lnTo>
                      <a:pt x="1" y="1"/>
                    </a:lnTo>
                    <a:cubicBezTo>
                      <a:pt x="1" y="4"/>
                      <a:pt x="4" y="5"/>
                      <a:pt x="6" y="5"/>
                    </a:cubicBezTo>
                    <a:lnTo>
                      <a:pt x="1" y="1"/>
                    </a:ln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3"/>
              <p:cNvSpPr/>
              <p:nvPr/>
            </p:nvSpPr>
            <p:spPr>
              <a:xfrm>
                <a:off x="808039" y="2270030"/>
                <a:ext cx="89759" cy="92093"/>
              </a:xfrm>
              <a:custGeom>
                <a:rect b="b" l="l" r="r" t="t"/>
                <a:pathLst>
                  <a:path extrusionOk="0" h="3867" w="3769">
                    <a:moveTo>
                      <a:pt x="1117" y="1"/>
                    </a:moveTo>
                    <a:cubicBezTo>
                      <a:pt x="1063" y="1"/>
                      <a:pt x="1009" y="1"/>
                      <a:pt x="956" y="3"/>
                    </a:cubicBezTo>
                    <a:cubicBezTo>
                      <a:pt x="652" y="13"/>
                      <a:pt x="381" y="55"/>
                      <a:pt x="371" y="149"/>
                    </a:cubicBezTo>
                    <a:cubicBezTo>
                      <a:pt x="355" y="290"/>
                      <a:pt x="689" y="399"/>
                      <a:pt x="989" y="477"/>
                    </a:cubicBezTo>
                    <a:cubicBezTo>
                      <a:pt x="1175" y="527"/>
                      <a:pt x="1345" y="567"/>
                      <a:pt x="1408" y="601"/>
                    </a:cubicBezTo>
                    <a:cubicBezTo>
                      <a:pt x="1468" y="634"/>
                      <a:pt x="1501" y="733"/>
                      <a:pt x="1540" y="845"/>
                    </a:cubicBezTo>
                    <a:cubicBezTo>
                      <a:pt x="1353" y="825"/>
                      <a:pt x="1175" y="814"/>
                      <a:pt x="1011" y="807"/>
                    </a:cubicBezTo>
                    <a:cubicBezTo>
                      <a:pt x="925" y="804"/>
                      <a:pt x="843" y="802"/>
                      <a:pt x="767" y="802"/>
                    </a:cubicBezTo>
                    <a:cubicBezTo>
                      <a:pt x="505" y="802"/>
                      <a:pt x="313" y="822"/>
                      <a:pt x="246" y="861"/>
                    </a:cubicBezTo>
                    <a:cubicBezTo>
                      <a:pt x="0" y="1003"/>
                      <a:pt x="165" y="1462"/>
                      <a:pt x="360" y="1648"/>
                    </a:cubicBezTo>
                    <a:cubicBezTo>
                      <a:pt x="233" y="1961"/>
                      <a:pt x="383" y="2292"/>
                      <a:pt x="579" y="2441"/>
                    </a:cubicBezTo>
                    <a:cubicBezTo>
                      <a:pt x="417" y="2807"/>
                      <a:pt x="687" y="3078"/>
                      <a:pt x="966" y="3151"/>
                    </a:cubicBezTo>
                    <a:cubicBezTo>
                      <a:pt x="851" y="3439"/>
                      <a:pt x="966" y="3741"/>
                      <a:pt x="1243" y="3844"/>
                    </a:cubicBezTo>
                    <a:cubicBezTo>
                      <a:pt x="1246" y="3846"/>
                      <a:pt x="1248" y="3846"/>
                      <a:pt x="1251" y="3848"/>
                    </a:cubicBezTo>
                    <a:cubicBezTo>
                      <a:pt x="1274" y="3856"/>
                      <a:pt x="1311" y="3861"/>
                      <a:pt x="1352" y="3864"/>
                    </a:cubicBezTo>
                    <a:cubicBezTo>
                      <a:pt x="1377" y="3866"/>
                      <a:pt x="1407" y="3867"/>
                      <a:pt x="1439" y="3867"/>
                    </a:cubicBezTo>
                    <a:cubicBezTo>
                      <a:pt x="1613" y="3867"/>
                      <a:pt x="1875" y="3837"/>
                      <a:pt x="2164" y="3780"/>
                    </a:cubicBezTo>
                    <a:cubicBezTo>
                      <a:pt x="2407" y="3731"/>
                      <a:pt x="2666" y="3661"/>
                      <a:pt x="2911" y="3572"/>
                    </a:cubicBezTo>
                    <a:cubicBezTo>
                      <a:pt x="3267" y="3446"/>
                      <a:pt x="3590" y="3277"/>
                      <a:pt x="3768" y="3070"/>
                    </a:cubicBezTo>
                    <a:cubicBezTo>
                      <a:pt x="2907" y="3037"/>
                      <a:pt x="2781" y="1336"/>
                      <a:pt x="3394" y="1266"/>
                    </a:cubicBezTo>
                    <a:cubicBezTo>
                      <a:pt x="3037" y="658"/>
                      <a:pt x="2353" y="263"/>
                      <a:pt x="1886" y="102"/>
                    </a:cubicBezTo>
                    <a:cubicBezTo>
                      <a:pt x="1765" y="60"/>
                      <a:pt x="1656" y="34"/>
                      <a:pt x="1574" y="23"/>
                    </a:cubicBezTo>
                    <a:cubicBezTo>
                      <a:pt x="1449" y="9"/>
                      <a:pt x="1284" y="1"/>
                      <a:pt x="1117"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3"/>
              <p:cNvSpPr/>
              <p:nvPr/>
            </p:nvSpPr>
            <p:spPr>
              <a:xfrm>
                <a:off x="1230731" y="2423947"/>
                <a:ext cx="90902" cy="4501"/>
              </a:xfrm>
              <a:custGeom>
                <a:rect b="b" l="l" r="r" t="t"/>
                <a:pathLst>
                  <a:path extrusionOk="0" h="189" w="3817">
                    <a:moveTo>
                      <a:pt x="3817" y="0"/>
                    </a:moveTo>
                    <a:lnTo>
                      <a:pt x="3817" y="0"/>
                    </a:lnTo>
                    <a:cubicBezTo>
                      <a:pt x="2309" y="116"/>
                      <a:pt x="1008" y="188"/>
                      <a:pt x="235" y="188"/>
                    </a:cubicBezTo>
                    <a:cubicBezTo>
                      <a:pt x="150" y="188"/>
                      <a:pt x="72" y="187"/>
                      <a:pt x="0" y="185"/>
                    </a:cubicBezTo>
                    <a:lnTo>
                      <a:pt x="0" y="185"/>
                    </a:lnTo>
                    <a:cubicBezTo>
                      <a:pt x="76" y="187"/>
                      <a:pt x="159" y="188"/>
                      <a:pt x="250" y="188"/>
                    </a:cubicBezTo>
                    <a:cubicBezTo>
                      <a:pt x="1026" y="188"/>
                      <a:pt x="2320" y="115"/>
                      <a:pt x="3817"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
              <p:cNvSpPr/>
              <p:nvPr/>
            </p:nvSpPr>
            <p:spPr>
              <a:xfrm>
                <a:off x="1648065" y="2215375"/>
                <a:ext cx="25292" cy="126958"/>
              </a:xfrm>
              <a:custGeom>
                <a:rect b="b" l="l" r="r" t="t"/>
                <a:pathLst>
                  <a:path extrusionOk="0" h="5331" w="1062">
                    <a:moveTo>
                      <a:pt x="247" y="0"/>
                    </a:moveTo>
                    <a:cubicBezTo>
                      <a:pt x="409" y="338"/>
                      <a:pt x="538" y="663"/>
                      <a:pt x="642" y="978"/>
                    </a:cubicBezTo>
                    <a:cubicBezTo>
                      <a:pt x="642" y="976"/>
                      <a:pt x="640" y="971"/>
                      <a:pt x="640" y="970"/>
                    </a:cubicBezTo>
                    <a:cubicBezTo>
                      <a:pt x="538" y="657"/>
                      <a:pt x="409" y="336"/>
                      <a:pt x="247" y="0"/>
                    </a:cubicBezTo>
                    <a:close/>
                    <a:moveTo>
                      <a:pt x="642" y="978"/>
                    </a:moveTo>
                    <a:cubicBezTo>
                      <a:pt x="642" y="979"/>
                      <a:pt x="642" y="981"/>
                      <a:pt x="644" y="986"/>
                    </a:cubicBezTo>
                    <a:cubicBezTo>
                      <a:pt x="754" y="1328"/>
                      <a:pt x="829" y="1657"/>
                      <a:pt x="873" y="1973"/>
                    </a:cubicBezTo>
                    <a:lnTo>
                      <a:pt x="873" y="1973"/>
                    </a:lnTo>
                    <a:cubicBezTo>
                      <a:pt x="829" y="1654"/>
                      <a:pt x="753" y="1323"/>
                      <a:pt x="642" y="978"/>
                    </a:cubicBezTo>
                    <a:close/>
                    <a:moveTo>
                      <a:pt x="873" y="1973"/>
                    </a:moveTo>
                    <a:cubicBezTo>
                      <a:pt x="1060" y="3337"/>
                      <a:pt x="664" y="4454"/>
                      <a:pt x="0" y="5331"/>
                    </a:cubicBezTo>
                    <a:cubicBezTo>
                      <a:pt x="665" y="4454"/>
                      <a:pt x="1061" y="3337"/>
                      <a:pt x="873" y="1973"/>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
              <p:cNvSpPr/>
              <p:nvPr/>
            </p:nvSpPr>
            <p:spPr>
              <a:xfrm>
                <a:off x="1452235" y="2207040"/>
                <a:ext cx="200760" cy="26006"/>
              </a:xfrm>
              <a:custGeom>
                <a:rect b="b" l="l" r="r" t="t"/>
                <a:pathLst>
                  <a:path extrusionOk="0" h="1092" w="8430">
                    <a:moveTo>
                      <a:pt x="7970" y="1"/>
                    </a:moveTo>
                    <a:cubicBezTo>
                      <a:pt x="7970" y="1"/>
                      <a:pt x="7970" y="1"/>
                      <a:pt x="7969" y="1"/>
                    </a:cubicBezTo>
                    <a:lnTo>
                      <a:pt x="7969" y="1"/>
                    </a:lnTo>
                    <a:cubicBezTo>
                      <a:pt x="8080" y="1"/>
                      <a:pt x="8187" y="2"/>
                      <a:pt x="8290" y="5"/>
                    </a:cubicBezTo>
                    <a:lnTo>
                      <a:pt x="8291" y="5"/>
                    </a:lnTo>
                    <a:cubicBezTo>
                      <a:pt x="8188" y="2"/>
                      <a:pt x="8081" y="1"/>
                      <a:pt x="7970" y="1"/>
                    </a:cubicBezTo>
                    <a:close/>
                    <a:moveTo>
                      <a:pt x="8291" y="5"/>
                    </a:moveTo>
                    <a:lnTo>
                      <a:pt x="8304" y="30"/>
                    </a:lnTo>
                    <a:cubicBezTo>
                      <a:pt x="8348" y="112"/>
                      <a:pt x="8389" y="193"/>
                      <a:pt x="8429" y="274"/>
                    </a:cubicBezTo>
                    <a:cubicBezTo>
                      <a:pt x="8385" y="185"/>
                      <a:pt x="8340" y="96"/>
                      <a:pt x="8291" y="5"/>
                    </a:cubicBezTo>
                    <a:close/>
                    <a:moveTo>
                      <a:pt x="7968" y="1"/>
                    </a:moveTo>
                    <a:cubicBezTo>
                      <a:pt x="6090" y="1"/>
                      <a:pt x="3153" y="412"/>
                      <a:pt x="0" y="1091"/>
                    </a:cubicBezTo>
                    <a:cubicBezTo>
                      <a:pt x="3154" y="412"/>
                      <a:pt x="6092" y="1"/>
                      <a:pt x="7969" y="1"/>
                    </a:cubicBezTo>
                    <a:lnTo>
                      <a:pt x="7969" y="1"/>
                    </a:lnTo>
                    <a:cubicBezTo>
                      <a:pt x="7969" y="1"/>
                      <a:pt x="7969" y="1"/>
                      <a:pt x="7968"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
              <p:cNvSpPr/>
              <p:nvPr/>
            </p:nvSpPr>
            <p:spPr>
              <a:xfrm>
                <a:off x="1652971" y="2213565"/>
                <a:ext cx="953" cy="1834"/>
              </a:xfrm>
              <a:custGeom>
                <a:rect b="b" l="l" r="r" t="t"/>
                <a:pathLst>
                  <a:path extrusionOk="0" h="77" w="40">
                    <a:moveTo>
                      <a:pt x="0" y="0"/>
                    </a:moveTo>
                    <a:lnTo>
                      <a:pt x="0" y="0"/>
                    </a:lnTo>
                    <a:cubicBezTo>
                      <a:pt x="13" y="26"/>
                      <a:pt x="28" y="52"/>
                      <a:pt x="39" y="76"/>
                    </a:cubicBezTo>
                    <a:cubicBezTo>
                      <a:pt x="28" y="51"/>
                      <a:pt x="13" y="26"/>
                      <a:pt x="0"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
              <p:cNvSpPr/>
              <p:nvPr/>
            </p:nvSpPr>
            <p:spPr>
              <a:xfrm>
                <a:off x="1304439" y="2623397"/>
                <a:ext cx="91378" cy="77994"/>
              </a:xfrm>
              <a:custGeom>
                <a:rect b="b" l="l" r="r" t="t"/>
                <a:pathLst>
                  <a:path extrusionOk="0" h="3275" w="3837">
                    <a:moveTo>
                      <a:pt x="2014" y="1"/>
                    </a:moveTo>
                    <a:cubicBezTo>
                      <a:pt x="2014" y="1"/>
                      <a:pt x="2014" y="2"/>
                      <a:pt x="2015" y="2"/>
                    </a:cubicBezTo>
                    <a:lnTo>
                      <a:pt x="2015" y="2"/>
                    </a:lnTo>
                    <a:cubicBezTo>
                      <a:pt x="2014" y="2"/>
                      <a:pt x="2014" y="1"/>
                      <a:pt x="2014" y="1"/>
                    </a:cubicBezTo>
                    <a:close/>
                    <a:moveTo>
                      <a:pt x="2015" y="2"/>
                    </a:moveTo>
                    <a:cubicBezTo>
                      <a:pt x="2015" y="2"/>
                      <a:pt x="2015" y="3"/>
                      <a:pt x="2015" y="3"/>
                    </a:cubicBezTo>
                    <a:lnTo>
                      <a:pt x="2015" y="3"/>
                    </a:lnTo>
                    <a:cubicBezTo>
                      <a:pt x="2015" y="3"/>
                      <a:pt x="2015" y="2"/>
                      <a:pt x="2015" y="2"/>
                    </a:cubicBezTo>
                    <a:cubicBezTo>
                      <a:pt x="2015" y="2"/>
                      <a:pt x="2015" y="2"/>
                      <a:pt x="2015" y="2"/>
                    </a:cubicBezTo>
                    <a:close/>
                    <a:moveTo>
                      <a:pt x="2015" y="3"/>
                    </a:moveTo>
                    <a:cubicBezTo>
                      <a:pt x="1944" y="66"/>
                      <a:pt x="1869" y="126"/>
                      <a:pt x="1795" y="184"/>
                    </a:cubicBezTo>
                    <a:cubicBezTo>
                      <a:pt x="1792" y="187"/>
                      <a:pt x="1790" y="189"/>
                      <a:pt x="1788" y="189"/>
                    </a:cubicBezTo>
                    <a:cubicBezTo>
                      <a:pt x="1779" y="197"/>
                      <a:pt x="1767" y="205"/>
                      <a:pt x="1756" y="213"/>
                    </a:cubicBezTo>
                    <a:cubicBezTo>
                      <a:pt x="1740" y="228"/>
                      <a:pt x="1722" y="239"/>
                      <a:pt x="1702" y="250"/>
                    </a:cubicBezTo>
                    <a:cubicBezTo>
                      <a:pt x="1440" y="451"/>
                      <a:pt x="1163" y="630"/>
                      <a:pt x="871" y="784"/>
                    </a:cubicBezTo>
                    <a:cubicBezTo>
                      <a:pt x="591" y="934"/>
                      <a:pt x="301" y="1064"/>
                      <a:pt x="1" y="1169"/>
                    </a:cubicBezTo>
                    <a:cubicBezTo>
                      <a:pt x="450" y="1649"/>
                      <a:pt x="856" y="2083"/>
                      <a:pt x="1208" y="2451"/>
                    </a:cubicBezTo>
                    <a:cubicBezTo>
                      <a:pt x="1218" y="2451"/>
                      <a:pt x="1227" y="2451"/>
                      <a:pt x="1236" y="2451"/>
                    </a:cubicBezTo>
                    <a:cubicBezTo>
                      <a:pt x="1873" y="2451"/>
                      <a:pt x="2177" y="2885"/>
                      <a:pt x="2258" y="2992"/>
                    </a:cubicBezTo>
                    <a:cubicBezTo>
                      <a:pt x="2323" y="3077"/>
                      <a:pt x="2589" y="3275"/>
                      <a:pt x="2907" y="3275"/>
                    </a:cubicBezTo>
                    <a:cubicBezTo>
                      <a:pt x="2993" y="3275"/>
                      <a:pt x="3082" y="3260"/>
                      <a:pt x="3172" y="3226"/>
                    </a:cubicBezTo>
                    <a:cubicBezTo>
                      <a:pt x="3208" y="3211"/>
                      <a:pt x="3239" y="3195"/>
                      <a:pt x="3271" y="3179"/>
                    </a:cubicBezTo>
                    <a:cubicBezTo>
                      <a:pt x="3271" y="3179"/>
                      <a:pt x="3273" y="3179"/>
                      <a:pt x="3273" y="3176"/>
                    </a:cubicBezTo>
                    <a:cubicBezTo>
                      <a:pt x="3837" y="2882"/>
                      <a:pt x="3458" y="2276"/>
                      <a:pt x="3537" y="2005"/>
                    </a:cubicBezTo>
                    <a:cubicBezTo>
                      <a:pt x="2991" y="1356"/>
                      <a:pt x="2486" y="684"/>
                      <a:pt x="2015" y="3"/>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
              <p:cNvSpPr/>
              <p:nvPr/>
            </p:nvSpPr>
            <p:spPr>
              <a:xfrm>
                <a:off x="1232398" y="2432211"/>
                <a:ext cx="82638" cy="132673"/>
              </a:xfrm>
              <a:custGeom>
                <a:rect b="b" l="l" r="r" t="t"/>
                <a:pathLst>
                  <a:path extrusionOk="0" h="5571" w="3470">
                    <a:moveTo>
                      <a:pt x="2" y="0"/>
                    </a:moveTo>
                    <a:lnTo>
                      <a:pt x="0" y="2"/>
                    </a:lnTo>
                    <a:cubicBezTo>
                      <a:pt x="626" y="804"/>
                      <a:pt x="1227" y="1760"/>
                      <a:pt x="1846" y="2804"/>
                    </a:cubicBezTo>
                    <a:cubicBezTo>
                      <a:pt x="1935" y="2953"/>
                      <a:pt x="2024" y="3105"/>
                      <a:pt x="2113" y="3259"/>
                    </a:cubicBezTo>
                    <a:cubicBezTo>
                      <a:pt x="2248" y="3488"/>
                      <a:pt x="2384" y="3721"/>
                      <a:pt x="2522" y="3956"/>
                    </a:cubicBezTo>
                    <a:cubicBezTo>
                      <a:pt x="2384" y="3721"/>
                      <a:pt x="2248" y="3486"/>
                      <a:pt x="2115" y="3258"/>
                    </a:cubicBezTo>
                    <a:cubicBezTo>
                      <a:pt x="2026" y="3105"/>
                      <a:pt x="1937" y="2953"/>
                      <a:pt x="1848" y="2804"/>
                    </a:cubicBezTo>
                    <a:cubicBezTo>
                      <a:pt x="1230" y="1759"/>
                      <a:pt x="627" y="802"/>
                      <a:pt x="2" y="0"/>
                    </a:cubicBezTo>
                    <a:close/>
                    <a:moveTo>
                      <a:pt x="2522" y="3956"/>
                    </a:moveTo>
                    <a:lnTo>
                      <a:pt x="2522" y="3956"/>
                    </a:lnTo>
                    <a:cubicBezTo>
                      <a:pt x="2828" y="4483"/>
                      <a:pt x="3142" y="5024"/>
                      <a:pt x="3470" y="5570"/>
                    </a:cubicBezTo>
                    <a:cubicBezTo>
                      <a:pt x="3144" y="5024"/>
                      <a:pt x="2830" y="4484"/>
                      <a:pt x="2522" y="3956"/>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
              <p:cNvSpPr/>
              <p:nvPr/>
            </p:nvSpPr>
            <p:spPr>
              <a:xfrm>
                <a:off x="1167693" y="2498964"/>
                <a:ext cx="114741" cy="128410"/>
              </a:xfrm>
              <a:custGeom>
                <a:rect b="b" l="l" r="r" t="t"/>
                <a:pathLst>
                  <a:path extrusionOk="0" h="5392" w="4818">
                    <a:moveTo>
                      <a:pt x="1" y="1"/>
                    </a:moveTo>
                    <a:cubicBezTo>
                      <a:pt x="320" y="374"/>
                      <a:pt x="657" y="761"/>
                      <a:pt x="1001" y="1153"/>
                    </a:cubicBezTo>
                    <a:cubicBezTo>
                      <a:pt x="1300" y="1495"/>
                      <a:pt x="1606" y="1841"/>
                      <a:pt x="1915" y="2188"/>
                    </a:cubicBezTo>
                    <a:lnTo>
                      <a:pt x="1915" y="2188"/>
                    </a:lnTo>
                    <a:cubicBezTo>
                      <a:pt x="1606" y="1841"/>
                      <a:pt x="1301" y="1495"/>
                      <a:pt x="1002" y="1153"/>
                    </a:cubicBezTo>
                    <a:cubicBezTo>
                      <a:pt x="657" y="761"/>
                      <a:pt x="322" y="375"/>
                      <a:pt x="1" y="1"/>
                    </a:cubicBezTo>
                    <a:close/>
                    <a:moveTo>
                      <a:pt x="1915" y="2188"/>
                    </a:moveTo>
                    <a:cubicBezTo>
                      <a:pt x="2419" y="2756"/>
                      <a:pt x="2932" y="3326"/>
                      <a:pt x="3437" y="3881"/>
                    </a:cubicBezTo>
                    <a:cubicBezTo>
                      <a:pt x="2932" y="3325"/>
                      <a:pt x="2419" y="2755"/>
                      <a:pt x="1915" y="2188"/>
                    </a:cubicBezTo>
                    <a:close/>
                    <a:moveTo>
                      <a:pt x="3437" y="3881"/>
                    </a:moveTo>
                    <a:cubicBezTo>
                      <a:pt x="3570" y="4029"/>
                      <a:pt x="3704" y="4176"/>
                      <a:pt x="3835" y="4320"/>
                    </a:cubicBezTo>
                    <a:cubicBezTo>
                      <a:pt x="3704" y="4174"/>
                      <a:pt x="3570" y="4029"/>
                      <a:pt x="3437" y="3881"/>
                    </a:cubicBezTo>
                    <a:close/>
                    <a:moveTo>
                      <a:pt x="3835" y="4320"/>
                    </a:moveTo>
                    <a:cubicBezTo>
                      <a:pt x="4169" y="4686"/>
                      <a:pt x="4500" y="5047"/>
                      <a:pt x="4817" y="5391"/>
                    </a:cubicBezTo>
                    <a:cubicBezTo>
                      <a:pt x="4500" y="5047"/>
                      <a:pt x="4171" y="4688"/>
                      <a:pt x="3835" y="432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
              <p:cNvSpPr/>
              <p:nvPr/>
            </p:nvSpPr>
            <p:spPr>
              <a:xfrm>
                <a:off x="899274" y="2088346"/>
                <a:ext cx="348604" cy="257226"/>
              </a:xfrm>
              <a:custGeom>
                <a:rect b="b" l="l" r="r" t="t"/>
                <a:pathLst>
                  <a:path extrusionOk="0" h="10801" w="14638">
                    <a:moveTo>
                      <a:pt x="14544" y="1"/>
                    </a:moveTo>
                    <a:cubicBezTo>
                      <a:pt x="14515" y="1"/>
                      <a:pt x="14490" y="25"/>
                      <a:pt x="14487" y="54"/>
                    </a:cubicBezTo>
                    <a:cubicBezTo>
                      <a:pt x="14442" y="740"/>
                      <a:pt x="14111" y="2150"/>
                      <a:pt x="13591" y="3412"/>
                    </a:cubicBezTo>
                    <a:cubicBezTo>
                      <a:pt x="13584" y="3425"/>
                      <a:pt x="13586" y="3438"/>
                      <a:pt x="13591" y="3451"/>
                    </a:cubicBezTo>
                    <a:cubicBezTo>
                      <a:pt x="13594" y="3467"/>
                      <a:pt x="13604" y="3482"/>
                      <a:pt x="13620" y="3487"/>
                    </a:cubicBezTo>
                    <a:lnTo>
                      <a:pt x="13623" y="3487"/>
                    </a:lnTo>
                    <a:cubicBezTo>
                      <a:pt x="12716" y="5881"/>
                      <a:pt x="11348" y="8501"/>
                      <a:pt x="10474" y="9360"/>
                    </a:cubicBezTo>
                    <a:cubicBezTo>
                      <a:pt x="10332" y="9503"/>
                      <a:pt x="10199" y="9595"/>
                      <a:pt x="10089" y="9634"/>
                    </a:cubicBezTo>
                    <a:cubicBezTo>
                      <a:pt x="9979" y="9686"/>
                      <a:pt x="9729" y="9747"/>
                      <a:pt x="9381" y="9811"/>
                    </a:cubicBezTo>
                    <a:cubicBezTo>
                      <a:pt x="7202" y="10199"/>
                      <a:pt x="1073" y="10705"/>
                      <a:pt x="28" y="10705"/>
                    </a:cubicBezTo>
                    <a:cubicBezTo>
                      <a:pt x="19" y="10705"/>
                      <a:pt x="9" y="10705"/>
                      <a:pt x="0" y="10705"/>
                    </a:cubicBezTo>
                    <a:lnTo>
                      <a:pt x="0" y="10705"/>
                    </a:lnTo>
                    <a:cubicBezTo>
                      <a:pt x="54" y="10729"/>
                      <a:pt x="114" y="10751"/>
                      <a:pt x="175" y="10755"/>
                    </a:cubicBezTo>
                    <a:cubicBezTo>
                      <a:pt x="420" y="10785"/>
                      <a:pt x="1286" y="10801"/>
                      <a:pt x="2418" y="10801"/>
                    </a:cubicBezTo>
                    <a:cubicBezTo>
                      <a:pt x="5259" y="10801"/>
                      <a:pt x="9778" y="10700"/>
                      <a:pt x="10376" y="10460"/>
                    </a:cubicBezTo>
                    <a:cubicBezTo>
                      <a:pt x="11251" y="10243"/>
                      <a:pt x="13392" y="6840"/>
                      <a:pt x="14638" y="4001"/>
                    </a:cubicBezTo>
                    <a:cubicBezTo>
                      <a:pt x="14311" y="3852"/>
                      <a:pt x="13978" y="3685"/>
                      <a:pt x="13654" y="3490"/>
                    </a:cubicBezTo>
                    <a:cubicBezTo>
                      <a:pt x="13672" y="3485"/>
                      <a:pt x="13688" y="3476"/>
                      <a:pt x="13696" y="3458"/>
                    </a:cubicBezTo>
                    <a:cubicBezTo>
                      <a:pt x="14158" y="2341"/>
                      <a:pt x="14547" y="881"/>
                      <a:pt x="14602" y="62"/>
                    </a:cubicBezTo>
                    <a:cubicBezTo>
                      <a:pt x="14604" y="30"/>
                      <a:pt x="14580" y="3"/>
                      <a:pt x="14549" y="1"/>
                    </a:cubicBezTo>
                    <a:lnTo>
                      <a:pt x="14547" y="1"/>
                    </a:lnTo>
                    <a:cubicBezTo>
                      <a:pt x="14546" y="1"/>
                      <a:pt x="14545" y="1"/>
                      <a:pt x="145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3"/>
              <p:cNvSpPr/>
              <p:nvPr/>
            </p:nvSpPr>
            <p:spPr>
              <a:xfrm>
                <a:off x="1277766" y="2013257"/>
                <a:ext cx="194021" cy="208119"/>
              </a:xfrm>
              <a:custGeom>
                <a:rect b="b" l="l" r="r" t="t"/>
                <a:pathLst>
                  <a:path extrusionOk="0" h="8739" w="8147">
                    <a:moveTo>
                      <a:pt x="3649" y="0"/>
                    </a:moveTo>
                    <a:cubicBezTo>
                      <a:pt x="2957" y="2750"/>
                      <a:pt x="1704" y="5361"/>
                      <a:pt x="1" y="7628"/>
                    </a:cubicBezTo>
                    <a:cubicBezTo>
                      <a:pt x="32" y="7638"/>
                      <a:pt x="59" y="7646"/>
                      <a:pt x="90" y="7658"/>
                    </a:cubicBezTo>
                    <a:cubicBezTo>
                      <a:pt x="208" y="7697"/>
                      <a:pt x="327" y="7732"/>
                      <a:pt x="443" y="7765"/>
                    </a:cubicBezTo>
                    <a:cubicBezTo>
                      <a:pt x="451" y="7766"/>
                      <a:pt x="456" y="7769"/>
                      <a:pt x="464" y="7771"/>
                    </a:cubicBezTo>
                    <a:cubicBezTo>
                      <a:pt x="521" y="7787"/>
                      <a:pt x="578" y="7803"/>
                      <a:pt x="635" y="7818"/>
                    </a:cubicBezTo>
                    <a:cubicBezTo>
                      <a:pt x="662" y="7823"/>
                      <a:pt x="686" y="7831"/>
                      <a:pt x="712" y="7838"/>
                    </a:cubicBezTo>
                    <a:cubicBezTo>
                      <a:pt x="771" y="7854"/>
                      <a:pt x="827" y="7868"/>
                      <a:pt x="883" y="7883"/>
                    </a:cubicBezTo>
                    <a:cubicBezTo>
                      <a:pt x="899" y="7886"/>
                      <a:pt x="915" y="7891"/>
                      <a:pt x="933" y="7894"/>
                    </a:cubicBezTo>
                    <a:cubicBezTo>
                      <a:pt x="1587" y="8063"/>
                      <a:pt x="2114" y="8162"/>
                      <a:pt x="2406" y="8252"/>
                    </a:cubicBezTo>
                    <a:cubicBezTo>
                      <a:pt x="2408" y="8252"/>
                      <a:pt x="2412" y="8256"/>
                      <a:pt x="2414" y="8256"/>
                    </a:cubicBezTo>
                    <a:cubicBezTo>
                      <a:pt x="2448" y="8265"/>
                      <a:pt x="2479" y="8277"/>
                      <a:pt x="2506" y="8286"/>
                    </a:cubicBezTo>
                    <a:cubicBezTo>
                      <a:pt x="2510" y="8290"/>
                      <a:pt x="2513" y="8290"/>
                      <a:pt x="2514" y="8291"/>
                    </a:cubicBezTo>
                    <a:cubicBezTo>
                      <a:pt x="2544" y="8303"/>
                      <a:pt x="2570" y="8314"/>
                      <a:pt x="2589" y="8325"/>
                    </a:cubicBezTo>
                    <a:lnTo>
                      <a:pt x="2693" y="8387"/>
                    </a:lnTo>
                    <a:cubicBezTo>
                      <a:pt x="2903" y="8508"/>
                      <a:pt x="3109" y="8625"/>
                      <a:pt x="3305" y="8739"/>
                    </a:cubicBezTo>
                    <a:cubicBezTo>
                      <a:pt x="5531" y="6915"/>
                      <a:pt x="7213" y="4467"/>
                      <a:pt x="8146" y="1739"/>
                    </a:cubicBezTo>
                    <a:lnTo>
                      <a:pt x="8146" y="1737"/>
                    </a:lnTo>
                    <a:cubicBezTo>
                      <a:pt x="8120" y="1723"/>
                      <a:pt x="8093" y="1712"/>
                      <a:pt x="8065" y="1697"/>
                    </a:cubicBezTo>
                    <a:cubicBezTo>
                      <a:pt x="7947" y="1637"/>
                      <a:pt x="7825" y="1577"/>
                      <a:pt x="7704" y="1519"/>
                    </a:cubicBezTo>
                    <a:cubicBezTo>
                      <a:pt x="7647" y="1491"/>
                      <a:pt x="7589" y="1462"/>
                      <a:pt x="7530" y="1436"/>
                    </a:cubicBezTo>
                    <a:cubicBezTo>
                      <a:pt x="7380" y="1363"/>
                      <a:pt x="7222" y="1292"/>
                      <a:pt x="7068" y="1224"/>
                    </a:cubicBezTo>
                    <a:cubicBezTo>
                      <a:pt x="6987" y="1186"/>
                      <a:pt x="6906" y="1152"/>
                      <a:pt x="6825" y="1118"/>
                    </a:cubicBezTo>
                    <a:cubicBezTo>
                      <a:pt x="6736" y="1079"/>
                      <a:pt x="6647" y="1041"/>
                      <a:pt x="6558" y="1005"/>
                    </a:cubicBezTo>
                    <a:cubicBezTo>
                      <a:pt x="6472" y="968"/>
                      <a:pt x="6385" y="934"/>
                      <a:pt x="6297" y="896"/>
                    </a:cubicBezTo>
                    <a:cubicBezTo>
                      <a:pt x="6192" y="854"/>
                      <a:pt x="6086" y="814"/>
                      <a:pt x="5981" y="775"/>
                    </a:cubicBezTo>
                    <a:cubicBezTo>
                      <a:pt x="5923" y="754"/>
                      <a:pt x="5864" y="729"/>
                      <a:pt x="5804" y="707"/>
                    </a:cubicBezTo>
                    <a:cubicBezTo>
                      <a:pt x="5710" y="673"/>
                      <a:pt x="5615" y="637"/>
                      <a:pt x="5521" y="605"/>
                    </a:cubicBezTo>
                    <a:cubicBezTo>
                      <a:pt x="5461" y="584"/>
                      <a:pt x="5399" y="561"/>
                      <a:pt x="5341" y="540"/>
                    </a:cubicBezTo>
                    <a:cubicBezTo>
                      <a:pt x="5252" y="511"/>
                      <a:pt x="5164" y="480"/>
                      <a:pt x="5078" y="449"/>
                    </a:cubicBezTo>
                    <a:cubicBezTo>
                      <a:pt x="4999" y="423"/>
                      <a:pt x="4920" y="396"/>
                      <a:pt x="4840" y="368"/>
                    </a:cubicBezTo>
                    <a:cubicBezTo>
                      <a:pt x="4759" y="342"/>
                      <a:pt x="4681" y="316"/>
                      <a:pt x="4602" y="289"/>
                    </a:cubicBezTo>
                    <a:cubicBezTo>
                      <a:pt x="4506" y="259"/>
                      <a:pt x="4411" y="229"/>
                      <a:pt x="4318" y="199"/>
                    </a:cubicBezTo>
                    <a:cubicBezTo>
                      <a:pt x="4257" y="182"/>
                      <a:pt x="4195" y="162"/>
                      <a:pt x="4134" y="143"/>
                    </a:cubicBezTo>
                    <a:cubicBezTo>
                      <a:pt x="3973" y="94"/>
                      <a:pt x="3816" y="49"/>
                      <a:pt x="3660" y="3"/>
                    </a:cubicBezTo>
                    <a:cubicBezTo>
                      <a:pt x="3655" y="2"/>
                      <a:pt x="3652" y="2"/>
                      <a:pt x="364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3"/>
              <p:cNvSpPr/>
              <p:nvPr/>
            </p:nvSpPr>
            <p:spPr>
              <a:xfrm>
                <a:off x="964337" y="1924046"/>
                <a:ext cx="201832" cy="79780"/>
              </a:xfrm>
              <a:custGeom>
                <a:rect b="b" l="l" r="r" t="t"/>
                <a:pathLst>
                  <a:path extrusionOk="0" h="3350" w="8475">
                    <a:moveTo>
                      <a:pt x="7961" y="1"/>
                    </a:moveTo>
                    <a:lnTo>
                      <a:pt x="7375" y="236"/>
                    </a:lnTo>
                    <a:lnTo>
                      <a:pt x="7373" y="236"/>
                    </a:lnTo>
                    <a:lnTo>
                      <a:pt x="2934" y="2007"/>
                    </a:lnTo>
                    <a:lnTo>
                      <a:pt x="2754" y="2079"/>
                    </a:lnTo>
                    <a:lnTo>
                      <a:pt x="2044" y="2362"/>
                    </a:lnTo>
                    <a:lnTo>
                      <a:pt x="892" y="2822"/>
                    </a:lnTo>
                    <a:lnTo>
                      <a:pt x="480" y="2986"/>
                    </a:lnTo>
                    <a:lnTo>
                      <a:pt x="4" y="3177"/>
                    </a:lnTo>
                    <a:lnTo>
                      <a:pt x="1" y="3179"/>
                    </a:lnTo>
                    <a:cubicBezTo>
                      <a:pt x="33" y="3236"/>
                      <a:pt x="67" y="3294"/>
                      <a:pt x="106" y="3349"/>
                    </a:cubicBezTo>
                    <a:lnTo>
                      <a:pt x="587" y="3223"/>
                    </a:lnTo>
                    <a:lnTo>
                      <a:pt x="720" y="3189"/>
                    </a:lnTo>
                    <a:lnTo>
                      <a:pt x="2321" y="2767"/>
                    </a:lnTo>
                    <a:lnTo>
                      <a:pt x="3124" y="2557"/>
                    </a:lnTo>
                    <a:lnTo>
                      <a:pt x="3313" y="2506"/>
                    </a:lnTo>
                    <a:lnTo>
                      <a:pt x="3642" y="2419"/>
                    </a:lnTo>
                    <a:lnTo>
                      <a:pt x="4263" y="2257"/>
                    </a:lnTo>
                    <a:lnTo>
                      <a:pt x="4396" y="2223"/>
                    </a:lnTo>
                    <a:lnTo>
                      <a:pt x="4937" y="2080"/>
                    </a:lnTo>
                    <a:lnTo>
                      <a:pt x="7488" y="1412"/>
                    </a:lnTo>
                    <a:lnTo>
                      <a:pt x="7572" y="1390"/>
                    </a:lnTo>
                    <a:lnTo>
                      <a:pt x="8475" y="1153"/>
                    </a:lnTo>
                    <a:cubicBezTo>
                      <a:pt x="8467" y="1132"/>
                      <a:pt x="8459" y="1108"/>
                      <a:pt x="8451" y="1087"/>
                    </a:cubicBezTo>
                    <a:cubicBezTo>
                      <a:pt x="8434" y="1041"/>
                      <a:pt x="8418" y="994"/>
                      <a:pt x="8397" y="946"/>
                    </a:cubicBezTo>
                    <a:cubicBezTo>
                      <a:pt x="8389" y="926"/>
                      <a:pt x="8383" y="905"/>
                      <a:pt x="8373" y="886"/>
                    </a:cubicBezTo>
                    <a:cubicBezTo>
                      <a:pt x="8345" y="813"/>
                      <a:pt x="8313" y="735"/>
                      <a:pt x="8277" y="657"/>
                    </a:cubicBezTo>
                    <a:lnTo>
                      <a:pt x="8253" y="602"/>
                    </a:lnTo>
                    <a:cubicBezTo>
                      <a:pt x="8219" y="528"/>
                      <a:pt x="8183" y="448"/>
                      <a:pt x="8146" y="367"/>
                    </a:cubicBezTo>
                    <a:cubicBezTo>
                      <a:pt x="8131" y="336"/>
                      <a:pt x="8115" y="304"/>
                      <a:pt x="8102" y="272"/>
                    </a:cubicBezTo>
                    <a:cubicBezTo>
                      <a:pt x="8070" y="203"/>
                      <a:pt x="8033" y="134"/>
                      <a:pt x="7997" y="62"/>
                    </a:cubicBezTo>
                    <a:cubicBezTo>
                      <a:pt x="7986" y="41"/>
                      <a:pt x="7976" y="20"/>
                      <a:pt x="796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3"/>
              <p:cNvSpPr/>
              <p:nvPr/>
            </p:nvSpPr>
            <p:spPr>
              <a:xfrm>
                <a:off x="1152928" y="2053719"/>
                <a:ext cx="14789" cy="35056"/>
              </a:xfrm>
              <a:custGeom>
                <a:rect b="b" l="l" r="r" t="t"/>
                <a:pathLst>
                  <a:path extrusionOk="0" h="1472" w="621">
                    <a:moveTo>
                      <a:pt x="556" y="0"/>
                    </a:moveTo>
                    <a:cubicBezTo>
                      <a:pt x="534" y="0"/>
                      <a:pt x="513" y="12"/>
                      <a:pt x="503" y="35"/>
                    </a:cubicBezTo>
                    <a:cubicBezTo>
                      <a:pt x="387" y="290"/>
                      <a:pt x="227" y="735"/>
                      <a:pt x="10" y="1397"/>
                    </a:cubicBezTo>
                    <a:cubicBezTo>
                      <a:pt x="0" y="1427"/>
                      <a:pt x="16" y="1460"/>
                      <a:pt x="47" y="1469"/>
                    </a:cubicBezTo>
                    <a:cubicBezTo>
                      <a:pt x="54" y="1471"/>
                      <a:pt x="58" y="1471"/>
                      <a:pt x="65" y="1471"/>
                    </a:cubicBezTo>
                    <a:cubicBezTo>
                      <a:pt x="89" y="1471"/>
                      <a:pt x="112" y="1455"/>
                      <a:pt x="120" y="1431"/>
                    </a:cubicBezTo>
                    <a:cubicBezTo>
                      <a:pt x="334" y="774"/>
                      <a:pt x="494" y="333"/>
                      <a:pt x="608" y="79"/>
                    </a:cubicBezTo>
                    <a:cubicBezTo>
                      <a:pt x="621" y="51"/>
                      <a:pt x="608" y="21"/>
                      <a:pt x="582" y="6"/>
                    </a:cubicBezTo>
                    <a:cubicBezTo>
                      <a:pt x="579" y="6"/>
                      <a:pt x="579" y="4"/>
                      <a:pt x="579" y="4"/>
                    </a:cubicBezTo>
                    <a:cubicBezTo>
                      <a:pt x="571" y="2"/>
                      <a:pt x="564" y="0"/>
                      <a:pt x="5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3"/>
              <p:cNvSpPr/>
              <p:nvPr/>
            </p:nvSpPr>
            <p:spPr>
              <a:xfrm>
                <a:off x="1095843" y="2263005"/>
                <a:ext cx="16575" cy="22743"/>
              </a:xfrm>
              <a:custGeom>
                <a:rect b="b" l="l" r="r" t="t"/>
                <a:pathLst>
                  <a:path extrusionOk="0" h="955" w="696">
                    <a:moveTo>
                      <a:pt x="52" y="0"/>
                    </a:moveTo>
                    <a:cubicBezTo>
                      <a:pt x="38" y="0"/>
                      <a:pt x="25" y="5"/>
                      <a:pt x="15" y="16"/>
                    </a:cubicBezTo>
                    <a:cubicBezTo>
                      <a:pt x="0" y="33"/>
                      <a:pt x="0" y="51"/>
                      <a:pt x="7" y="68"/>
                    </a:cubicBezTo>
                    <a:cubicBezTo>
                      <a:pt x="12" y="80"/>
                      <a:pt x="13" y="89"/>
                      <a:pt x="21" y="98"/>
                    </a:cubicBezTo>
                    <a:cubicBezTo>
                      <a:pt x="29" y="104"/>
                      <a:pt x="36" y="112"/>
                      <a:pt x="41" y="119"/>
                    </a:cubicBezTo>
                    <a:cubicBezTo>
                      <a:pt x="243" y="297"/>
                      <a:pt x="402" y="514"/>
                      <a:pt x="511" y="762"/>
                    </a:cubicBezTo>
                    <a:cubicBezTo>
                      <a:pt x="514" y="764"/>
                      <a:pt x="514" y="768"/>
                      <a:pt x="516" y="770"/>
                    </a:cubicBezTo>
                    <a:cubicBezTo>
                      <a:pt x="535" y="819"/>
                      <a:pt x="559" y="866"/>
                      <a:pt x="575" y="916"/>
                    </a:cubicBezTo>
                    <a:cubicBezTo>
                      <a:pt x="584" y="940"/>
                      <a:pt x="606" y="955"/>
                      <a:pt x="631" y="955"/>
                    </a:cubicBezTo>
                    <a:cubicBezTo>
                      <a:pt x="637" y="955"/>
                      <a:pt x="644" y="955"/>
                      <a:pt x="648" y="950"/>
                    </a:cubicBezTo>
                    <a:cubicBezTo>
                      <a:pt x="679" y="940"/>
                      <a:pt x="695" y="908"/>
                      <a:pt x="686" y="877"/>
                    </a:cubicBezTo>
                    <a:cubicBezTo>
                      <a:pt x="671" y="837"/>
                      <a:pt x="653" y="801"/>
                      <a:pt x="637" y="762"/>
                    </a:cubicBezTo>
                    <a:cubicBezTo>
                      <a:pt x="619" y="717"/>
                      <a:pt x="603" y="671"/>
                      <a:pt x="582" y="627"/>
                    </a:cubicBezTo>
                    <a:cubicBezTo>
                      <a:pt x="475" y="415"/>
                      <a:pt x="328" y="224"/>
                      <a:pt x="146" y="59"/>
                    </a:cubicBezTo>
                    <a:cubicBezTo>
                      <a:pt x="128" y="42"/>
                      <a:pt x="114" y="25"/>
                      <a:pt x="96" y="10"/>
                    </a:cubicBezTo>
                    <a:cubicBezTo>
                      <a:pt x="93" y="7"/>
                      <a:pt x="84" y="7"/>
                      <a:pt x="80" y="5"/>
                    </a:cubicBezTo>
                    <a:cubicBezTo>
                      <a:pt x="71" y="2"/>
                      <a:pt x="61" y="0"/>
                      <a:pt x="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3"/>
              <p:cNvSpPr/>
              <p:nvPr/>
            </p:nvSpPr>
            <p:spPr>
              <a:xfrm>
                <a:off x="1080697" y="2207040"/>
                <a:ext cx="596613" cy="444221"/>
              </a:xfrm>
              <a:custGeom>
                <a:rect b="b" l="l" r="r" t="t"/>
                <a:pathLst>
                  <a:path extrusionOk="0" h="18653" w="25052">
                    <a:moveTo>
                      <a:pt x="23568" y="1"/>
                    </a:moveTo>
                    <a:cubicBezTo>
                      <a:pt x="21690" y="1"/>
                      <a:pt x="18753" y="410"/>
                      <a:pt x="15601" y="1091"/>
                    </a:cubicBezTo>
                    <a:cubicBezTo>
                      <a:pt x="14880" y="1247"/>
                      <a:pt x="14149" y="1415"/>
                      <a:pt x="13417" y="1597"/>
                    </a:cubicBezTo>
                    <a:cubicBezTo>
                      <a:pt x="6759" y="3251"/>
                      <a:pt x="1" y="5940"/>
                      <a:pt x="693" y="8439"/>
                    </a:cubicBezTo>
                    <a:cubicBezTo>
                      <a:pt x="695" y="8445"/>
                      <a:pt x="699" y="8452"/>
                      <a:pt x="701" y="8458"/>
                    </a:cubicBezTo>
                    <a:cubicBezTo>
                      <a:pt x="716" y="8488"/>
                      <a:pt x="732" y="8520"/>
                      <a:pt x="750" y="8556"/>
                    </a:cubicBezTo>
                    <a:lnTo>
                      <a:pt x="774" y="8598"/>
                    </a:lnTo>
                    <a:cubicBezTo>
                      <a:pt x="795" y="8632"/>
                      <a:pt x="816" y="8671"/>
                      <a:pt x="839" y="8710"/>
                    </a:cubicBezTo>
                    <a:cubicBezTo>
                      <a:pt x="845" y="8719"/>
                      <a:pt x="848" y="8727"/>
                      <a:pt x="855" y="8737"/>
                    </a:cubicBezTo>
                    <a:cubicBezTo>
                      <a:pt x="886" y="8787"/>
                      <a:pt x="921" y="8841"/>
                      <a:pt x="959" y="8898"/>
                    </a:cubicBezTo>
                    <a:cubicBezTo>
                      <a:pt x="967" y="8907"/>
                      <a:pt x="975" y="8920"/>
                      <a:pt x="981" y="8932"/>
                    </a:cubicBezTo>
                    <a:cubicBezTo>
                      <a:pt x="1017" y="8987"/>
                      <a:pt x="1056" y="9042"/>
                      <a:pt x="1096" y="9100"/>
                    </a:cubicBezTo>
                    <a:cubicBezTo>
                      <a:pt x="1100" y="9107"/>
                      <a:pt x="1105" y="9110"/>
                      <a:pt x="1108" y="9116"/>
                    </a:cubicBezTo>
                    <a:cubicBezTo>
                      <a:pt x="1634" y="9864"/>
                      <a:pt x="2558" y="10988"/>
                      <a:pt x="3647" y="12256"/>
                    </a:cubicBezTo>
                    <a:cubicBezTo>
                      <a:pt x="3968" y="12632"/>
                      <a:pt x="4304" y="13016"/>
                      <a:pt x="4647" y="13409"/>
                    </a:cubicBezTo>
                    <a:cubicBezTo>
                      <a:pt x="5435" y="14309"/>
                      <a:pt x="6270" y="15241"/>
                      <a:pt x="7083" y="16135"/>
                    </a:cubicBezTo>
                    <a:cubicBezTo>
                      <a:pt x="7216" y="16283"/>
                      <a:pt x="7350" y="16429"/>
                      <a:pt x="7482" y="16575"/>
                    </a:cubicBezTo>
                    <a:cubicBezTo>
                      <a:pt x="7816" y="16944"/>
                      <a:pt x="8146" y="17302"/>
                      <a:pt x="8464" y="17647"/>
                    </a:cubicBezTo>
                    <a:cubicBezTo>
                      <a:pt x="8469" y="17652"/>
                      <a:pt x="8474" y="17657"/>
                      <a:pt x="8478" y="17664"/>
                    </a:cubicBezTo>
                    <a:cubicBezTo>
                      <a:pt x="8571" y="17763"/>
                      <a:pt x="8660" y="17861"/>
                      <a:pt x="8752" y="17959"/>
                    </a:cubicBezTo>
                    <a:cubicBezTo>
                      <a:pt x="8817" y="18030"/>
                      <a:pt x="8882" y="18098"/>
                      <a:pt x="8947" y="18168"/>
                    </a:cubicBezTo>
                    <a:cubicBezTo>
                      <a:pt x="8952" y="18174"/>
                      <a:pt x="8957" y="18179"/>
                      <a:pt x="8963" y="18185"/>
                    </a:cubicBezTo>
                    <a:cubicBezTo>
                      <a:pt x="9012" y="18239"/>
                      <a:pt x="9062" y="18292"/>
                      <a:pt x="9111" y="18346"/>
                    </a:cubicBezTo>
                    <a:cubicBezTo>
                      <a:pt x="9208" y="18450"/>
                      <a:pt x="9300" y="18552"/>
                      <a:pt x="9394" y="18652"/>
                    </a:cubicBezTo>
                    <a:cubicBezTo>
                      <a:pt x="9692" y="18547"/>
                      <a:pt x="9984" y="18417"/>
                      <a:pt x="10263" y="18267"/>
                    </a:cubicBezTo>
                    <a:cubicBezTo>
                      <a:pt x="10553" y="18111"/>
                      <a:pt x="10832" y="17933"/>
                      <a:pt x="11096" y="17733"/>
                    </a:cubicBezTo>
                    <a:cubicBezTo>
                      <a:pt x="11112" y="17722"/>
                      <a:pt x="11130" y="17707"/>
                      <a:pt x="11148" y="17696"/>
                    </a:cubicBezTo>
                    <a:cubicBezTo>
                      <a:pt x="11159" y="17688"/>
                      <a:pt x="11170" y="17680"/>
                      <a:pt x="11182" y="17672"/>
                    </a:cubicBezTo>
                    <a:cubicBezTo>
                      <a:pt x="11183" y="17669"/>
                      <a:pt x="11185" y="17667"/>
                      <a:pt x="11187" y="17667"/>
                    </a:cubicBezTo>
                    <a:cubicBezTo>
                      <a:pt x="11263" y="17609"/>
                      <a:pt x="11336" y="17549"/>
                      <a:pt x="11407" y="17485"/>
                    </a:cubicBezTo>
                    <a:cubicBezTo>
                      <a:pt x="11407" y="17485"/>
                      <a:pt x="11407" y="17482"/>
                      <a:pt x="11405" y="17482"/>
                    </a:cubicBezTo>
                    <a:cubicBezTo>
                      <a:pt x="11379" y="17445"/>
                      <a:pt x="11355" y="17406"/>
                      <a:pt x="11329" y="17367"/>
                    </a:cubicBezTo>
                    <a:cubicBezTo>
                      <a:pt x="11110" y="17049"/>
                      <a:pt x="10900" y="16729"/>
                      <a:pt x="10692" y="16408"/>
                    </a:cubicBezTo>
                    <a:cubicBezTo>
                      <a:pt x="10645" y="16333"/>
                      <a:pt x="10600" y="16259"/>
                      <a:pt x="10551" y="16184"/>
                    </a:cubicBezTo>
                    <a:cubicBezTo>
                      <a:pt x="10493" y="16092"/>
                      <a:pt x="10431" y="15996"/>
                      <a:pt x="10375" y="15904"/>
                    </a:cubicBezTo>
                    <a:cubicBezTo>
                      <a:pt x="10310" y="15800"/>
                      <a:pt x="10247" y="15696"/>
                      <a:pt x="10185" y="15592"/>
                    </a:cubicBezTo>
                    <a:cubicBezTo>
                      <a:pt x="10149" y="15536"/>
                      <a:pt x="10115" y="15482"/>
                      <a:pt x="10081" y="15424"/>
                    </a:cubicBezTo>
                    <a:lnTo>
                      <a:pt x="9838" y="15024"/>
                    </a:lnTo>
                    <a:cubicBezTo>
                      <a:pt x="9509" y="14476"/>
                      <a:pt x="9196" y="13938"/>
                      <a:pt x="8888" y="13409"/>
                    </a:cubicBezTo>
                    <a:cubicBezTo>
                      <a:pt x="8751" y="13174"/>
                      <a:pt x="8615" y="12941"/>
                      <a:pt x="8480" y="12713"/>
                    </a:cubicBezTo>
                    <a:cubicBezTo>
                      <a:pt x="8391" y="12559"/>
                      <a:pt x="8300" y="12406"/>
                      <a:pt x="8213" y="12257"/>
                    </a:cubicBezTo>
                    <a:cubicBezTo>
                      <a:pt x="7595" y="11214"/>
                      <a:pt x="6994" y="10257"/>
                      <a:pt x="6367" y="9455"/>
                    </a:cubicBezTo>
                    <a:cubicBezTo>
                      <a:pt x="6364" y="9458"/>
                      <a:pt x="6364" y="9466"/>
                      <a:pt x="6357" y="9468"/>
                    </a:cubicBezTo>
                    <a:cubicBezTo>
                      <a:pt x="6347" y="9475"/>
                      <a:pt x="6334" y="9479"/>
                      <a:pt x="6325" y="9479"/>
                    </a:cubicBezTo>
                    <a:cubicBezTo>
                      <a:pt x="6307" y="9479"/>
                      <a:pt x="6289" y="9471"/>
                      <a:pt x="6278" y="9455"/>
                    </a:cubicBezTo>
                    <a:cubicBezTo>
                      <a:pt x="6237" y="9398"/>
                      <a:pt x="6197" y="9343"/>
                      <a:pt x="6154" y="9287"/>
                    </a:cubicBezTo>
                    <a:cubicBezTo>
                      <a:pt x="5725" y="8713"/>
                      <a:pt x="5197" y="8210"/>
                      <a:pt x="4600" y="7813"/>
                    </a:cubicBezTo>
                    <a:lnTo>
                      <a:pt x="4600" y="7813"/>
                    </a:lnTo>
                    <a:cubicBezTo>
                      <a:pt x="4921" y="8253"/>
                      <a:pt x="5270" y="8745"/>
                      <a:pt x="5634" y="9272"/>
                    </a:cubicBezTo>
                    <a:cubicBezTo>
                      <a:pt x="6278" y="10202"/>
                      <a:pt x="6973" y="11233"/>
                      <a:pt x="7645" y="12254"/>
                    </a:cubicBezTo>
                    <a:cubicBezTo>
                      <a:pt x="7846" y="12560"/>
                      <a:pt x="8044" y="12865"/>
                      <a:pt x="8239" y="13163"/>
                    </a:cubicBezTo>
                    <a:lnTo>
                      <a:pt x="8397" y="13406"/>
                    </a:lnTo>
                    <a:cubicBezTo>
                      <a:pt x="9388" y="14938"/>
                      <a:pt x="10260" y="16340"/>
                      <a:pt x="10751" y="17205"/>
                    </a:cubicBezTo>
                    <a:cubicBezTo>
                      <a:pt x="10767" y="17234"/>
                      <a:pt x="10786" y="17267"/>
                      <a:pt x="10802" y="17293"/>
                    </a:cubicBezTo>
                    <a:cubicBezTo>
                      <a:pt x="10838" y="17359"/>
                      <a:pt x="10875" y="17422"/>
                      <a:pt x="10908" y="17481"/>
                    </a:cubicBezTo>
                    <a:cubicBezTo>
                      <a:pt x="10913" y="17493"/>
                      <a:pt x="10913" y="17505"/>
                      <a:pt x="10911" y="17519"/>
                    </a:cubicBezTo>
                    <a:cubicBezTo>
                      <a:pt x="10909" y="17536"/>
                      <a:pt x="10901" y="17552"/>
                      <a:pt x="10885" y="17560"/>
                    </a:cubicBezTo>
                    <a:cubicBezTo>
                      <a:pt x="10877" y="17563"/>
                      <a:pt x="10867" y="17568"/>
                      <a:pt x="10856" y="17568"/>
                    </a:cubicBezTo>
                    <a:cubicBezTo>
                      <a:pt x="10836" y="17568"/>
                      <a:pt x="10815" y="17558"/>
                      <a:pt x="10806" y="17537"/>
                    </a:cubicBezTo>
                    <a:cubicBezTo>
                      <a:pt x="10762" y="17456"/>
                      <a:pt x="10710" y="17367"/>
                      <a:pt x="10658" y="17275"/>
                    </a:cubicBezTo>
                    <a:cubicBezTo>
                      <a:pt x="10611" y="17194"/>
                      <a:pt x="10563" y="17109"/>
                      <a:pt x="10512" y="17019"/>
                    </a:cubicBezTo>
                    <a:cubicBezTo>
                      <a:pt x="10508" y="17011"/>
                      <a:pt x="10504" y="17002"/>
                      <a:pt x="10498" y="16994"/>
                    </a:cubicBezTo>
                    <a:cubicBezTo>
                      <a:pt x="9981" y="16111"/>
                      <a:pt x="9170" y="14811"/>
                      <a:pt x="8261" y="13406"/>
                    </a:cubicBezTo>
                    <a:cubicBezTo>
                      <a:pt x="8235" y="13366"/>
                      <a:pt x="8209" y="13324"/>
                      <a:pt x="8180" y="13283"/>
                    </a:cubicBezTo>
                    <a:cubicBezTo>
                      <a:pt x="7960" y="12944"/>
                      <a:pt x="7735" y="12601"/>
                      <a:pt x="7508" y="12254"/>
                    </a:cubicBezTo>
                    <a:cubicBezTo>
                      <a:pt x="6832" y="11230"/>
                      <a:pt x="6137" y="10196"/>
                      <a:pt x="5492" y="9269"/>
                    </a:cubicBezTo>
                    <a:cubicBezTo>
                      <a:pt x="5077" y="8669"/>
                      <a:pt x="4681" y="8113"/>
                      <a:pt x="4328" y="7635"/>
                    </a:cubicBezTo>
                    <a:cubicBezTo>
                      <a:pt x="4323" y="7632"/>
                      <a:pt x="4323" y="7625"/>
                      <a:pt x="4322" y="7621"/>
                    </a:cubicBezTo>
                    <a:cubicBezTo>
                      <a:pt x="4320" y="7617"/>
                      <a:pt x="4320" y="7616"/>
                      <a:pt x="4317" y="7611"/>
                    </a:cubicBezTo>
                    <a:cubicBezTo>
                      <a:pt x="4315" y="7600"/>
                      <a:pt x="4315" y="7585"/>
                      <a:pt x="4322" y="7575"/>
                    </a:cubicBezTo>
                    <a:lnTo>
                      <a:pt x="4323" y="7572"/>
                    </a:lnTo>
                    <a:lnTo>
                      <a:pt x="4323" y="7570"/>
                    </a:lnTo>
                    <a:cubicBezTo>
                      <a:pt x="4323" y="7569"/>
                      <a:pt x="4326" y="7569"/>
                      <a:pt x="4328" y="7569"/>
                    </a:cubicBezTo>
                    <a:cubicBezTo>
                      <a:pt x="4328" y="7567"/>
                      <a:pt x="4330" y="7567"/>
                      <a:pt x="4330" y="7567"/>
                    </a:cubicBezTo>
                    <a:cubicBezTo>
                      <a:pt x="4336" y="7559"/>
                      <a:pt x="4344" y="7553"/>
                      <a:pt x="4354" y="7548"/>
                    </a:cubicBezTo>
                    <a:cubicBezTo>
                      <a:pt x="4357" y="7546"/>
                      <a:pt x="4360" y="7546"/>
                      <a:pt x="4364" y="7546"/>
                    </a:cubicBezTo>
                    <a:cubicBezTo>
                      <a:pt x="4369" y="7546"/>
                      <a:pt x="4370" y="7544"/>
                      <a:pt x="4375" y="7544"/>
                    </a:cubicBezTo>
                    <a:cubicBezTo>
                      <a:pt x="4489" y="7548"/>
                      <a:pt x="4610" y="7550"/>
                      <a:pt x="4737" y="7550"/>
                    </a:cubicBezTo>
                    <a:cubicBezTo>
                      <a:pt x="6609" y="7550"/>
                      <a:pt x="9843" y="7123"/>
                      <a:pt x="12890" y="6501"/>
                    </a:cubicBezTo>
                    <a:cubicBezTo>
                      <a:pt x="16105" y="5844"/>
                      <a:pt x="19111" y="4971"/>
                      <a:pt x="20098" y="4157"/>
                    </a:cubicBezTo>
                    <a:cubicBezTo>
                      <a:pt x="19627" y="3866"/>
                      <a:pt x="19248" y="3415"/>
                      <a:pt x="19068" y="2892"/>
                    </a:cubicBezTo>
                    <a:cubicBezTo>
                      <a:pt x="18962" y="2587"/>
                      <a:pt x="18928" y="2261"/>
                      <a:pt x="18953" y="1939"/>
                    </a:cubicBezTo>
                    <a:cubicBezTo>
                      <a:pt x="18995" y="1397"/>
                      <a:pt x="19214" y="867"/>
                      <a:pt x="19585" y="470"/>
                    </a:cubicBezTo>
                    <a:cubicBezTo>
                      <a:pt x="19596" y="459"/>
                      <a:pt x="19611" y="452"/>
                      <a:pt x="19626" y="452"/>
                    </a:cubicBezTo>
                    <a:cubicBezTo>
                      <a:pt x="19640" y="452"/>
                      <a:pt x="19655" y="458"/>
                      <a:pt x="19666" y="469"/>
                    </a:cubicBezTo>
                    <a:cubicBezTo>
                      <a:pt x="19687" y="490"/>
                      <a:pt x="19690" y="527"/>
                      <a:pt x="19667" y="550"/>
                    </a:cubicBezTo>
                    <a:cubicBezTo>
                      <a:pt x="19329" y="911"/>
                      <a:pt x="19124" y="1394"/>
                      <a:pt x="19074" y="1890"/>
                    </a:cubicBezTo>
                    <a:cubicBezTo>
                      <a:pt x="19039" y="2214"/>
                      <a:pt x="19069" y="2545"/>
                      <a:pt x="19175" y="2853"/>
                    </a:cubicBezTo>
                    <a:cubicBezTo>
                      <a:pt x="19442" y="3631"/>
                      <a:pt x="20165" y="4240"/>
                      <a:pt x="20978" y="4370"/>
                    </a:cubicBezTo>
                    <a:cubicBezTo>
                      <a:pt x="21011" y="4376"/>
                      <a:pt x="21030" y="4404"/>
                      <a:pt x="21027" y="4436"/>
                    </a:cubicBezTo>
                    <a:cubicBezTo>
                      <a:pt x="21022" y="4465"/>
                      <a:pt x="20998" y="4485"/>
                      <a:pt x="20969" y="4485"/>
                    </a:cubicBezTo>
                    <a:lnTo>
                      <a:pt x="20962" y="4485"/>
                    </a:lnTo>
                    <a:cubicBezTo>
                      <a:pt x="20696" y="4443"/>
                      <a:pt x="20442" y="4347"/>
                      <a:pt x="20205" y="4216"/>
                    </a:cubicBezTo>
                    <a:cubicBezTo>
                      <a:pt x="19230" y="5058"/>
                      <a:pt x="16097" y="5966"/>
                      <a:pt x="12773" y="6638"/>
                    </a:cubicBezTo>
                    <a:cubicBezTo>
                      <a:pt x="9758" y="7249"/>
                      <a:pt x="6594" y="7665"/>
                      <a:pt x="4741" y="7665"/>
                    </a:cubicBezTo>
                    <a:cubicBezTo>
                      <a:pt x="4685" y="7665"/>
                      <a:pt x="4631" y="7665"/>
                      <a:pt x="4578" y="7664"/>
                    </a:cubicBezTo>
                    <a:lnTo>
                      <a:pt x="4578" y="7664"/>
                    </a:lnTo>
                    <a:cubicBezTo>
                      <a:pt x="5244" y="8091"/>
                      <a:pt x="5834" y="8648"/>
                      <a:pt x="6297" y="9288"/>
                    </a:cubicBezTo>
                    <a:cubicBezTo>
                      <a:pt x="6368" y="9290"/>
                      <a:pt x="6447" y="9291"/>
                      <a:pt x="6531" y="9291"/>
                    </a:cubicBezTo>
                    <a:cubicBezTo>
                      <a:pt x="7303" y="9291"/>
                      <a:pt x="8605" y="9219"/>
                      <a:pt x="10114" y="9103"/>
                    </a:cubicBezTo>
                    <a:cubicBezTo>
                      <a:pt x="10357" y="9086"/>
                      <a:pt x="10603" y="9066"/>
                      <a:pt x="10854" y="9045"/>
                    </a:cubicBezTo>
                    <a:cubicBezTo>
                      <a:pt x="13650" y="8818"/>
                      <a:pt x="16924" y="8483"/>
                      <a:pt x="18818" y="8223"/>
                    </a:cubicBezTo>
                    <a:cubicBezTo>
                      <a:pt x="19277" y="8160"/>
                      <a:pt x="19654" y="8102"/>
                      <a:pt x="19925" y="8050"/>
                    </a:cubicBezTo>
                    <a:cubicBezTo>
                      <a:pt x="20625" y="7919"/>
                      <a:pt x="21525" y="7578"/>
                      <a:pt x="22353" y="7027"/>
                    </a:cubicBezTo>
                    <a:cubicBezTo>
                      <a:pt x="22471" y="6948"/>
                      <a:pt x="22588" y="6865"/>
                      <a:pt x="22704" y="6778"/>
                    </a:cubicBezTo>
                    <a:cubicBezTo>
                      <a:pt x="22758" y="6737"/>
                      <a:pt x="22813" y="6695"/>
                      <a:pt x="22867" y="6651"/>
                    </a:cubicBezTo>
                    <a:cubicBezTo>
                      <a:pt x="23063" y="6491"/>
                      <a:pt x="23252" y="6316"/>
                      <a:pt x="23429" y="6130"/>
                    </a:cubicBezTo>
                    <a:cubicBezTo>
                      <a:pt x="23565" y="5987"/>
                      <a:pt x="23695" y="5836"/>
                      <a:pt x="23816" y="5676"/>
                    </a:cubicBezTo>
                    <a:cubicBezTo>
                      <a:pt x="24643" y="4601"/>
                      <a:pt x="25051" y="3157"/>
                      <a:pt x="24468" y="1336"/>
                    </a:cubicBezTo>
                    <a:cubicBezTo>
                      <a:pt x="24468" y="1334"/>
                      <a:pt x="24466" y="1329"/>
                      <a:pt x="24466" y="1328"/>
                    </a:cubicBezTo>
                    <a:cubicBezTo>
                      <a:pt x="24330" y="906"/>
                      <a:pt x="24142" y="467"/>
                      <a:pt x="23892" y="5"/>
                    </a:cubicBezTo>
                    <a:lnTo>
                      <a:pt x="23891" y="5"/>
                    </a:lnTo>
                    <a:cubicBezTo>
                      <a:pt x="23787" y="2"/>
                      <a:pt x="23680" y="1"/>
                      <a:pt x="235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
              <p:cNvSpPr/>
              <p:nvPr/>
            </p:nvSpPr>
            <p:spPr>
              <a:xfrm>
                <a:off x="1183602" y="2217899"/>
                <a:ext cx="398092" cy="407641"/>
              </a:xfrm>
              <a:custGeom>
                <a:rect b="b" l="l" r="r" t="t"/>
                <a:pathLst>
                  <a:path extrusionOk="0" h="17117" w="16716">
                    <a:moveTo>
                      <a:pt x="15311" y="1"/>
                    </a:moveTo>
                    <a:cubicBezTo>
                      <a:pt x="15295" y="1"/>
                      <a:pt x="15280" y="7"/>
                      <a:pt x="15269" y="18"/>
                    </a:cubicBezTo>
                    <a:cubicBezTo>
                      <a:pt x="14901" y="413"/>
                      <a:pt x="14680" y="945"/>
                      <a:pt x="14637" y="1487"/>
                    </a:cubicBezTo>
                    <a:cubicBezTo>
                      <a:pt x="14611" y="1810"/>
                      <a:pt x="14648" y="2136"/>
                      <a:pt x="14753" y="2439"/>
                    </a:cubicBezTo>
                    <a:cubicBezTo>
                      <a:pt x="14933" y="2964"/>
                      <a:pt x="15312" y="3411"/>
                      <a:pt x="15784" y="3705"/>
                    </a:cubicBezTo>
                    <a:cubicBezTo>
                      <a:pt x="14795" y="4520"/>
                      <a:pt x="11789" y="5393"/>
                      <a:pt x="8575" y="6050"/>
                    </a:cubicBezTo>
                    <a:cubicBezTo>
                      <a:pt x="5533" y="6671"/>
                      <a:pt x="2305" y="7098"/>
                      <a:pt x="430" y="7098"/>
                    </a:cubicBezTo>
                    <a:cubicBezTo>
                      <a:pt x="300" y="7098"/>
                      <a:pt x="176" y="7096"/>
                      <a:pt x="59" y="7092"/>
                    </a:cubicBezTo>
                    <a:cubicBezTo>
                      <a:pt x="56" y="7092"/>
                      <a:pt x="54" y="7095"/>
                      <a:pt x="49" y="7095"/>
                    </a:cubicBezTo>
                    <a:cubicBezTo>
                      <a:pt x="46" y="7095"/>
                      <a:pt x="41" y="7097"/>
                      <a:pt x="39" y="7097"/>
                    </a:cubicBezTo>
                    <a:cubicBezTo>
                      <a:pt x="30" y="7101"/>
                      <a:pt x="22" y="7106"/>
                      <a:pt x="15" y="7114"/>
                    </a:cubicBezTo>
                    <a:lnTo>
                      <a:pt x="13" y="7118"/>
                    </a:lnTo>
                    <a:cubicBezTo>
                      <a:pt x="13" y="7119"/>
                      <a:pt x="10" y="7119"/>
                      <a:pt x="9" y="7119"/>
                    </a:cubicBezTo>
                    <a:lnTo>
                      <a:pt x="9" y="7121"/>
                    </a:lnTo>
                    <a:lnTo>
                      <a:pt x="7" y="7122"/>
                    </a:lnTo>
                    <a:cubicBezTo>
                      <a:pt x="1" y="7135"/>
                      <a:pt x="1" y="7147"/>
                      <a:pt x="2" y="7160"/>
                    </a:cubicBezTo>
                    <a:cubicBezTo>
                      <a:pt x="2" y="7163"/>
                      <a:pt x="5" y="7166"/>
                      <a:pt x="7" y="7169"/>
                    </a:cubicBezTo>
                    <a:cubicBezTo>
                      <a:pt x="9" y="7174"/>
                      <a:pt x="9" y="7179"/>
                      <a:pt x="13" y="7184"/>
                    </a:cubicBezTo>
                    <a:cubicBezTo>
                      <a:pt x="365" y="7662"/>
                      <a:pt x="761" y="8216"/>
                      <a:pt x="1177" y="8816"/>
                    </a:cubicBezTo>
                    <a:cubicBezTo>
                      <a:pt x="1822" y="9745"/>
                      <a:pt x="2519" y="10775"/>
                      <a:pt x="3193" y="11803"/>
                    </a:cubicBezTo>
                    <a:cubicBezTo>
                      <a:pt x="3420" y="12146"/>
                      <a:pt x="3645" y="12492"/>
                      <a:pt x="3866" y="12832"/>
                    </a:cubicBezTo>
                    <a:cubicBezTo>
                      <a:pt x="3892" y="12874"/>
                      <a:pt x="3919" y="12915"/>
                      <a:pt x="3947" y="12955"/>
                    </a:cubicBezTo>
                    <a:cubicBezTo>
                      <a:pt x="4856" y="14359"/>
                      <a:pt x="5668" y="15660"/>
                      <a:pt x="6183" y="16543"/>
                    </a:cubicBezTo>
                    <a:cubicBezTo>
                      <a:pt x="6187" y="16551"/>
                      <a:pt x="6191" y="16559"/>
                      <a:pt x="6198" y="16567"/>
                    </a:cubicBezTo>
                    <a:cubicBezTo>
                      <a:pt x="6250" y="16657"/>
                      <a:pt x="6298" y="16741"/>
                      <a:pt x="6344" y="16822"/>
                    </a:cubicBezTo>
                    <a:cubicBezTo>
                      <a:pt x="6396" y="16916"/>
                      <a:pt x="6446" y="17007"/>
                      <a:pt x="6491" y="17086"/>
                    </a:cubicBezTo>
                    <a:cubicBezTo>
                      <a:pt x="6501" y="17104"/>
                      <a:pt x="6522" y="17117"/>
                      <a:pt x="6541" y="17117"/>
                    </a:cubicBezTo>
                    <a:cubicBezTo>
                      <a:pt x="6551" y="17117"/>
                      <a:pt x="6559" y="17114"/>
                      <a:pt x="6571" y="17109"/>
                    </a:cubicBezTo>
                    <a:cubicBezTo>
                      <a:pt x="6587" y="17101"/>
                      <a:pt x="6595" y="17084"/>
                      <a:pt x="6597" y="17068"/>
                    </a:cubicBezTo>
                    <a:cubicBezTo>
                      <a:pt x="6598" y="17055"/>
                      <a:pt x="6598" y="17041"/>
                      <a:pt x="6592" y="17029"/>
                    </a:cubicBezTo>
                    <a:cubicBezTo>
                      <a:pt x="6559" y="16971"/>
                      <a:pt x="6525" y="16908"/>
                      <a:pt x="6486" y="16841"/>
                    </a:cubicBezTo>
                    <a:cubicBezTo>
                      <a:pt x="6470" y="16812"/>
                      <a:pt x="6454" y="16781"/>
                      <a:pt x="6436" y="16754"/>
                    </a:cubicBezTo>
                    <a:cubicBezTo>
                      <a:pt x="5943" y="15888"/>
                      <a:pt x="5073" y="14487"/>
                      <a:pt x="4083" y="12955"/>
                    </a:cubicBezTo>
                    <a:lnTo>
                      <a:pt x="3924" y="12712"/>
                    </a:lnTo>
                    <a:cubicBezTo>
                      <a:pt x="3730" y="12412"/>
                      <a:pt x="3532" y="12109"/>
                      <a:pt x="3331" y="11803"/>
                    </a:cubicBezTo>
                    <a:cubicBezTo>
                      <a:pt x="2658" y="10782"/>
                      <a:pt x="1963" y="9748"/>
                      <a:pt x="1320" y="8821"/>
                    </a:cubicBezTo>
                    <a:cubicBezTo>
                      <a:pt x="955" y="8294"/>
                      <a:pt x="603" y="7801"/>
                      <a:pt x="286" y="7362"/>
                    </a:cubicBezTo>
                    <a:lnTo>
                      <a:pt x="286" y="7362"/>
                    </a:lnTo>
                    <a:cubicBezTo>
                      <a:pt x="882" y="7759"/>
                      <a:pt x="1412" y="8262"/>
                      <a:pt x="1840" y="8835"/>
                    </a:cubicBezTo>
                    <a:cubicBezTo>
                      <a:pt x="1882" y="8889"/>
                      <a:pt x="1923" y="8946"/>
                      <a:pt x="1963" y="9002"/>
                    </a:cubicBezTo>
                    <a:cubicBezTo>
                      <a:pt x="1976" y="9019"/>
                      <a:pt x="1992" y="9027"/>
                      <a:pt x="2010" y="9027"/>
                    </a:cubicBezTo>
                    <a:cubicBezTo>
                      <a:pt x="2021" y="9027"/>
                      <a:pt x="2033" y="9023"/>
                      <a:pt x="2043" y="9017"/>
                    </a:cubicBezTo>
                    <a:cubicBezTo>
                      <a:pt x="2049" y="9014"/>
                      <a:pt x="2049" y="9007"/>
                      <a:pt x="2052" y="9002"/>
                    </a:cubicBezTo>
                    <a:lnTo>
                      <a:pt x="2055" y="9001"/>
                    </a:lnTo>
                    <a:cubicBezTo>
                      <a:pt x="2067" y="8983"/>
                      <a:pt x="2072" y="8959"/>
                      <a:pt x="2057" y="8938"/>
                    </a:cubicBezTo>
                    <a:cubicBezTo>
                      <a:pt x="2034" y="8905"/>
                      <a:pt x="2008" y="8873"/>
                      <a:pt x="1984" y="8840"/>
                    </a:cubicBezTo>
                    <a:cubicBezTo>
                      <a:pt x="1521" y="8200"/>
                      <a:pt x="928" y="7644"/>
                      <a:pt x="265" y="7216"/>
                    </a:cubicBezTo>
                    <a:lnTo>
                      <a:pt x="265" y="7216"/>
                    </a:lnTo>
                    <a:cubicBezTo>
                      <a:pt x="318" y="7217"/>
                      <a:pt x="372" y="7218"/>
                      <a:pt x="428" y="7218"/>
                    </a:cubicBezTo>
                    <a:cubicBezTo>
                      <a:pt x="2280" y="7218"/>
                      <a:pt x="5446" y="6801"/>
                      <a:pt x="8460" y="6191"/>
                    </a:cubicBezTo>
                    <a:cubicBezTo>
                      <a:pt x="11784" y="5518"/>
                      <a:pt x="14917" y="4610"/>
                      <a:pt x="15893" y="3768"/>
                    </a:cubicBezTo>
                    <a:cubicBezTo>
                      <a:pt x="16128" y="3897"/>
                      <a:pt x="16384" y="3995"/>
                      <a:pt x="16649" y="4038"/>
                    </a:cubicBezTo>
                    <a:lnTo>
                      <a:pt x="16657" y="4038"/>
                    </a:lnTo>
                    <a:cubicBezTo>
                      <a:pt x="16685" y="4038"/>
                      <a:pt x="16709" y="4017"/>
                      <a:pt x="16714" y="3990"/>
                    </a:cubicBezTo>
                    <a:cubicBezTo>
                      <a:pt x="16716" y="3952"/>
                      <a:pt x="16695" y="3925"/>
                      <a:pt x="16662" y="3918"/>
                    </a:cubicBezTo>
                    <a:cubicBezTo>
                      <a:pt x="15850" y="3789"/>
                      <a:pt x="15128" y="3178"/>
                      <a:pt x="14860" y="2400"/>
                    </a:cubicBezTo>
                    <a:cubicBezTo>
                      <a:pt x="14755" y="2094"/>
                      <a:pt x="14724" y="1763"/>
                      <a:pt x="14758" y="1439"/>
                    </a:cubicBezTo>
                    <a:cubicBezTo>
                      <a:pt x="14810" y="941"/>
                      <a:pt x="15014" y="460"/>
                      <a:pt x="15353" y="97"/>
                    </a:cubicBezTo>
                    <a:cubicBezTo>
                      <a:pt x="15374" y="76"/>
                      <a:pt x="15372" y="39"/>
                      <a:pt x="15350" y="16"/>
                    </a:cubicBezTo>
                    <a:cubicBezTo>
                      <a:pt x="15339" y="6"/>
                      <a:pt x="15325" y="1"/>
                      <a:pt x="153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
              <p:cNvSpPr/>
              <p:nvPr/>
            </p:nvSpPr>
            <p:spPr>
              <a:xfrm>
                <a:off x="1445590" y="2958236"/>
                <a:ext cx="65515" cy="58204"/>
              </a:xfrm>
              <a:custGeom>
                <a:rect b="b" l="l" r="r" t="t"/>
                <a:pathLst>
                  <a:path extrusionOk="0" h="2444" w="2751">
                    <a:moveTo>
                      <a:pt x="2137" y="1"/>
                    </a:moveTo>
                    <a:cubicBezTo>
                      <a:pt x="2127" y="1"/>
                      <a:pt x="2117" y="3"/>
                      <a:pt x="2107" y="6"/>
                    </a:cubicBezTo>
                    <a:cubicBezTo>
                      <a:pt x="2104" y="6"/>
                      <a:pt x="2102" y="9"/>
                      <a:pt x="2101" y="9"/>
                    </a:cubicBezTo>
                    <a:cubicBezTo>
                      <a:pt x="1435" y="269"/>
                      <a:pt x="796" y="906"/>
                      <a:pt x="1119" y="1862"/>
                    </a:cubicBezTo>
                    <a:lnTo>
                      <a:pt x="0" y="2295"/>
                    </a:lnTo>
                    <a:lnTo>
                      <a:pt x="67" y="2444"/>
                    </a:lnTo>
                    <a:lnTo>
                      <a:pt x="2687" y="1432"/>
                    </a:lnTo>
                    <a:cubicBezTo>
                      <a:pt x="2731" y="1416"/>
                      <a:pt x="2751" y="1371"/>
                      <a:pt x="2734" y="1329"/>
                    </a:cubicBezTo>
                    <a:cubicBezTo>
                      <a:pt x="2722" y="1295"/>
                      <a:pt x="2691" y="1275"/>
                      <a:pt x="2658" y="1275"/>
                    </a:cubicBezTo>
                    <a:cubicBezTo>
                      <a:pt x="2649" y="1275"/>
                      <a:pt x="2639" y="1276"/>
                      <a:pt x="2629" y="1280"/>
                    </a:cubicBezTo>
                    <a:lnTo>
                      <a:pt x="1269" y="1804"/>
                    </a:lnTo>
                    <a:cubicBezTo>
                      <a:pt x="989" y="958"/>
                      <a:pt x="1537" y="400"/>
                      <a:pt x="2166" y="159"/>
                    </a:cubicBezTo>
                    <a:cubicBezTo>
                      <a:pt x="2167" y="159"/>
                      <a:pt x="2167" y="157"/>
                      <a:pt x="2169" y="157"/>
                    </a:cubicBezTo>
                    <a:cubicBezTo>
                      <a:pt x="2208" y="139"/>
                      <a:pt x="2227" y="94"/>
                      <a:pt x="2213" y="53"/>
                    </a:cubicBezTo>
                    <a:cubicBezTo>
                      <a:pt x="2200" y="21"/>
                      <a:pt x="2169" y="1"/>
                      <a:pt x="2137"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
              <p:cNvSpPr/>
              <p:nvPr/>
            </p:nvSpPr>
            <p:spPr>
              <a:xfrm>
                <a:off x="1338899" y="3017035"/>
                <a:ext cx="97499" cy="40200"/>
              </a:xfrm>
              <a:custGeom>
                <a:rect b="b" l="l" r="r" t="t"/>
                <a:pathLst>
                  <a:path extrusionOk="0" h="1688" w="4094">
                    <a:moveTo>
                      <a:pt x="4027" y="1"/>
                    </a:moveTo>
                    <a:lnTo>
                      <a:pt x="90" y="1519"/>
                    </a:lnTo>
                    <a:lnTo>
                      <a:pt x="64" y="1529"/>
                    </a:lnTo>
                    <a:cubicBezTo>
                      <a:pt x="20" y="1545"/>
                      <a:pt x="1" y="1592"/>
                      <a:pt x="17" y="1634"/>
                    </a:cubicBezTo>
                    <a:cubicBezTo>
                      <a:pt x="29" y="1667"/>
                      <a:pt x="59" y="1688"/>
                      <a:pt x="93" y="1688"/>
                    </a:cubicBezTo>
                    <a:cubicBezTo>
                      <a:pt x="100" y="1688"/>
                      <a:pt x="105" y="1684"/>
                      <a:pt x="110" y="1684"/>
                    </a:cubicBezTo>
                    <a:cubicBezTo>
                      <a:pt x="114" y="1684"/>
                      <a:pt x="121" y="1684"/>
                      <a:pt x="124" y="1683"/>
                    </a:cubicBezTo>
                    <a:lnTo>
                      <a:pt x="4093" y="151"/>
                    </a:lnTo>
                    <a:lnTo>
                      <a:pt x="4027" y="1"/>
                    </a:ln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3"/>
              <p:cNvSpPr/>
              <p:nvPr/>
            </p:nvSpPr>
            <p:spPr>
              <a:xfrm>
                <a:off x="1407082" y="2973287"/>
                <a:ext cx="10812" cy="5978"/>
              </a:xfrm>
              <a:custGeom>
                <a:rect b="b" l="l" r="r" t="t"/>
                <a:pathLst>
                  <a:path extrusionOk="0" h="251" w="454">
                    <a:moveTo>
                      <a:pt x="84" y="1"/>
                    </a:moveTo>
                    <a:cubicBezTo>
                      <a:pt x="44" y="1"/>
                      <a:pt x="9" y="31"/>
                      <a:pt x="5" y="74"/>
                    </a:cubicBezTo>
                    <a:cubicBezTo>
                      <a:pt x="0" y="115"/>
                      <a:pt x="26" y="151"/>
                      <a:pt x="65" y="162"/>
                    </a:cubicBezTo>
                    <a:cubicBezTo>
                      <a:pt x="66" y="161"/>
                      <a:pt x="68" y="160"/>
                      <a:pt x="69" y="160"/>
                    </a:cubicBezTo>
                    <a:cubicBezTo>
                      <a:pt x="72" y="160"/>
                      <a:pt x="74" y="162"/>
                      <a:pt x="78" y="163"/>
                    </a:cubicBezTo>
                    <a:cubicBezTo>
                      <a:pt x="207" y="178"/>
                      <a:pt x="332" y="207"/>
                      <a:pt x="454" y="251"/>
                    </a:cubicBezTo>
                    <a:lnTo>
                      <a:pt x="366" y="52"/>
                    </a:lnTo>
                    <a:cubicBezTo>
                      <a:pt x="290" y="32"/>
                      <a:pt x="212" y="18"/>
                      <a:pt x="135" y="8"/>
                    </a:cubicBezTo>
                    <a:cubicBezTo>
                      <a:pt x="122" y="5"/>
                      <a:pt x="110" y="1"/>
                      <a:pt x="96" y="1"/>
                    </a:cubicBezTo>
                    <a:cubicBezTo>
                      <a:pt x="92" y="1"/>
                      <a:pt x="88" y="1"/>
                      <a:pt x="84"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3"/>
              <p:cNvSpPr/>
              <p:nvPr/>
            </p:nvSpPr>
            <p:spPr>
              <a:xfrm>
                <a:off x="1398770" y="2985481"/>
                <a:ext cx="23482" cy="11931"/>
              </a:xfrm>
              <a:custGeom>
                <a:rect b="b" l="l" r="r" t="t"/>
                <a:pathLst>
                  <a:path extrusionOk="0" h="501" w="986">
                    <a:moveTo>
                      <a:pt x="84" y="1"/>
                    </a:moveTo>
                    <a:cubicBezTo>
                      <a:pt x="43" y="1"/>
                      <a:pt x="10" y="31"/>
                      <a:pt x="5" y="73"/>
                    </a:cubicBezTo>
                    <a:cubicBezTo>
                      <a:pt x="1" y="105"/>
                      <a:pt x="17" y="134"/>
                      <a:pt x="43" y="151"/>
                    </a:cubicBezTo>
                    <a:cubicBezTo>
                      <a:pt x="54" y="157"/>
                      <a:pt x="64" y="162"/>
                      <a:pt x="75" y="164"/>
                    </a:cubicBezTo>
                    <a:cubicBezTo>
                      <a:pt x="356" y="203"/>
                      <a:pt x="621" y="311"/>
                      <a:pt x="845" y="483"/>
                    </a:cubicBezTo>
                    <a:cubicBezTo>
                      <a:pt x="858" y="496"/>
                      <a:pt x="874" y="501"/>
                      <a:pt x="892" y="501"/>
                    </a:cubicBezTo>
                    <a:cubicBezTo>
                      <a:pt x="916" y="501"/>
                      <a:pt x="941" y="489"/>
                      <a:pt x="957" y="468"/>
                    </a:cubicBezTo>
                    <a:cubicBezTo>
                      <a:pt x="986" y="431"/>
                      <a:pt x="978" y="381"/>
                      <a:pt x="942" y="353"/>
                    </a:cubicBezTo>
                    <a:cubicBezTo>
                      <a:pt x="714" y="178"/>
                      <a:pt x="443" y="63"/>
                      <a:pt x="159" y="13"/>
                    </a:cubicBezTo>
                    <a:cubicBezTo>
                      <a:pt x="138" y="10"/>
                      <a:pt x="116" y="3"/>
                      <a:pt x="96" y="2"/>
                    </a:cubicBezTo>
                    <a:cubicBezTo>
                      <a:pt x="92" y="1"/>
                      <a:pt x="88" y="1"/>
                      <a:pt x="84"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3"/>
              <p:cNvSpPr/>
              <p:nvPr/>
            </p:nvSpPr>
            <p:spPr>
              <a:xfrm>
                <a:off x="1388577" y="2996150"/>
                <a:ext cx="20981" cy="12312"/>
              </a:xfrm>
              <a:custGeom>
                <a:rect b="b" l="l" r="r" t="t"/>
                <a:pathLst>
                  <a:path extrusionOk="0" h="517" w="881">
                    <a:moveTo>
                      <a:pt x="91" y="0"/>
                    </a:moveTo>
                    <a:cubicBezTo>
                      <a:pt x="58" y="0"/>
                      <a:pt x="26" y="21"/>
                      <a:pt x="14" y="53"/>
                    </a:cubicBezTo>
                    <a:cubicBezTo>
                      <a:pt x="1" y="85"/>
                      <a:pt x="12" y="121"/>
                      <a:pt x="38" y="143"/>
                    </a:cubicBezTo>
                    <a:cubicBezTo>
                      <a:pt x="44" y="150"/>
                      <a:pt x="53" y="155"/>
                      <a:pt x="61" y="158"/>
                    </a:cubicBezTo>
                    <a:cubicBezTo>
                      <a:pt x="299" y="249"/>
                      <a:pt x="527" y="365"/>
                      <a:pt x="743" y="503"/>
                    </a:cubicBezTo>
                    <a:cubicBezTo>
                      <a:pt x="758" y="511"/>
                      <a:pt x="771" y="516"/>
                      <a:pt x="787" y="516"/>
                    </a:cubicBezTo>
                    <a:cubicBezTo>
                      <a:pt x="814" y="516"/>
                      <a:pt x="840" y="503"/>
                      <a:pt x="856" y="479"/>
                    </a:cubicBezTo>
                    <a:cubicBezTo>
                      <a:pt x="881" y="442"/>
                      <a:pt x="869" y="390"/>
                      <a:pt x="832" y="365"/>
                    </a:cubicBezTo>
                    <a:cubicBezTo>
                      <a:pt x="621" y="231"/>
                      <a:pt x="396" y="114"/>
                      <a:pt x="161" y="24"/>
                    </a:cubicBezTo>
                    <a:cubicBezTo>
                      <a:pt x="147" y="17"/>
                      <a:pt x="134" y="9"/>
                      <a:pt x="119" y="6"/>
                    </a:cubicBezTo>
                    <a:cubicBezTo>
                      <a:pt x="110" y="2"/>
                      <a:pt x="100" y="0"/>
                      <a:pt x="91"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3"/>
              <p:cNvSpPr/>
              <p:nvPr/>
            </p:nvSpPr>
            <p:spPr>
              <a:xfrm>
                <a:off x="1258095" y="2693628"/>
                <a:ext cx="172302" cy="98951"/>
              </a:xfrm>
              <a:custGeom>
                <a:rect b="b" l="l" r="r" t="t"/>
                <a:pathLst>
                  <a:path extrusionOk="0" h="4155" w="7235">
                    <a:moveTo>
                      <a:pt x="6618" y="1"/>
                    </a:moveTo>
                    <a:cubicBezTo>
                      <a:pt x="6609" y="1"/>
                      <a:pt x="6599" y="2"/>
                      <a:pt x="6590" y="6"/>
                    </a:cubicBezTo>
                    <a:cubicBezTo>
                      <a:pt x="6588" y="6"/>
                      <a:pt x="6587" y="8"/>
                      <a:pt x="6585" y="8"/>
                    </a:cubicBezTo>
                    <a:cubicBezTo>
                      <a:pt x="6190" y="162"/>
                      <a:pt x="5872" y="411"/>
                      <a:pt x="5690" y="713"/>
                    </a:cubicBezTo>
                    <a:cubicBezTo>
                      <a:pt x="5609" y="847"/>
                      <a:pt x="5558" y="992"/>
                      <a:pt x="5532" y="1141"/>
                    </a:cubicBezTo>
                    <a:lnTo>
                      <a:pt x="5532" y="1145"/>
                    </a:lnTo>
                    <a:cubicBezTo>
                      <a:pt x="5493" y="1372"/>
                      <a:pt x="5517" y="1614"/>
                      <a:pt x="5600" y="1863"/>
                    </a:cubicBezTo>
                    <a:lnTo>
                      <a:pt x="2441" y="3082"/>
                    </a:lnTo>
                    <a:lnTo>
                      <a:pt x="958" y="3653"/>
                    </a:lnTo>
                    <a:lnTo>
                      <a:pt x="89" y="3986"/>
                    </a:lnTo>
                    <a:lnTo>
                      <a:pt x="64" y="3998"/>
                    </a:lnTo>
                    <a:cubicBezTo>
                      <a:pt x="21" y="4014"/>
                      <a:pt x="0" y="4061"/>
                      <a:pt x="17" y="4103"/>
                    </a:cubicBezTo>
                    <a:cubicBezTo>
                      <a:pt x="30" y="4136"/>
                      <a:pt x="59" y="4155"/>
                      <a:pt x="94" y="4155"/>
                    </a:cubicBezTo>
                    <a:cubicBezTo>
                      <a:pt x="99" y="4155"/>
                      <a:pt x="104" y="4153"/>
                      <a:pt x="111" y="4153"/>
                    </a:cubicBezTo>
                    <a:cubicBezTo>
                      <a:pt x="114" y="4153"/>
                      <a:pt x="120" y="4153"/>
                      <a:pt x="124" y="4152"/>
                    </a:cubicBezTo>
                    <a:lnTo>
                      <a:pt x="1086" y="3781"/>
                    </a:lnTo>
                    <a:lnTo>
                      <a:pt x="2519" y="3228"/>
                    </a:lnTo>
                    <a:lnTo>
                      <a:pt x="5734" y="1987"/>
                    </a:lnTo>
                    <a:lnTo>
                      <a:pt x="5791" y="1964"/>
                    </a:lnTo>
                    <a:lnTo>
                      <a:pt x="5793" y="1964"/>
                    </a:lnTo>
                    <a:lnTo>
                      <a:pt x="7172" y="1431"/>
                    </a:lnTo>
                    <a:cubicBezTo>
                      <a:pt x="7214" y="1415"/>
                      <a:pt x="7235" y="1368"/>
                      <a:pt x="7219" y="1325"/>
                    </a:cubicBezTo>
                    <a:cubicBezTo>
                      <a:pt x="7206" y="1293"/>
                      <a:pt x="7175" y="1273"/>
                      <a:pt x="7143" y="1273"/>
                    </a:cubicBezTo>
                    <a:cubicBezTo>
                      <a:pt x="7133" y="1273"/>
                      <a:pt x="7123" y="1275"/>
                      <a:pt x="7113" y="1278"/>
                    </a:cubicBezTo>
                    <a:lnTo>
                      <a:pt x="5754" y="1803"/>
                    </a:lnTo>
                    <a:cubicBezTo>
                      <a:pt x="5630" y="1432"/>
                      <a:pt x="5655" y="1092"/>
                      <a:pt x="5833" y="797"/>
                    </a:cubicBezTo>
                    <a:cubicBezTo>
                      <a:pt x="5995" y="525"/>
                      <a:pt x="6285" y="298"/>
                      <a:pt x="6650" y="159"/>
                    </a:cubicBezTo>
                    <a:cubicBezTo>
                      <a:pt x="6651" y="159"/>
                      <a:pt x="6651" y="157"/>
                      <a:pt x="6653" y="157"/>
                    </a:cubicBezTo>
                    <a:cubicBezTo>
                      <a:pt x="6692" y="137"/>
                      <a:pt x="6711" y="94"/>
                      <a:pt x="6695" y="53"/>
                    </a:cubicBezTo>
                    <a:cubicBezTo>
                      <a:pt x="6683" y="21"/>
                      <a:pt x="6651" y="1"/>
                      <a:pt x="6618"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3"/>
              <p:cNvSpPr/>
              <p:nvPr/>
            </p:nvSpPr>
            <p:spPr>
              <a:xfrm>
                <a:off x="1326372" y="2708655"/>
                <a:ext cx="25292" cy="11836"/>
              </a:xfrm>
              <a:custGeom>
                <a:rect b="b" l="l" r="r" t="t"/>
                <a:pathLst>
                  <a:path extrusionOk="0" h="497" w="1062">
                    <a:moveTo>
                      <a:pt x="87" y="0"/>
                    </a:moveTo>
                    <a:cubicBezTo>
                      <a:pt x="45" y="0"/>
                      <a:pt x="10" y="31"/>
                      <a:pt x="7" y="74"/>
                    </a:cubicBezTo>
                    <a:cubicBezTo>
                      <a:pt x="0" y="113"/>
                      <a:pt x="26" y="148"/>
                      <a:pt x="65" y="160"/>
                    </a:cubicBezTo>
                    <a:cubicBezTo>
                      <a:pt x="68" y="161"/>
                      <a:pt x="73" y="164"/>
                      <a:pt x="76" y="164"/>
                    </a:cubicBezTo>
                    <a:cubicBezTo>
                      <a:pt x="379" y="198"/>
                      <a:pt x="671" y="307"/>
                      <a:pt x="922" y="482"/>
                    </a:cubicBezTo>
                    <a:cubicBezTo>
                      <a:pt x="935" y="492"/>
                      <a:pt x="952" y="497"/>
                      <a:pt x="968" y="497"/>
                    </a:cubicBezTo>
                    <a:cubicBezTo>
                      <a:pt x="995" y="497"/>
                      <a:pt x="1020" y="484"/>
                      <a:pt x="1036" y="461"/>
                    </a:cubicBezTo>
                    <a:cubicBezTo>
                      <a:pt x="1062" y="425"/>
                      <a:pt x="1052" y="375"/>
                      <a:pt x="1015" y="348"/>
                    </a:cubicBezTo>
                    <a:cubicBezTo>
                      <a:pt x="754" y="166"/>
                      <a:pt x="449" y="51"/>
                      <a:pt x="133" y="7"/>
                    </a:cubicBezTo>
                    <a:cubicBezTo>
                      <a:pt x="122" y="6"/>
                      <a:pt x="107" y="1"/>
                      <a:pt x="96" y="1"/>
                    </a:cubicBezTo>
                    <a:cubicBezTo>
                      <a:pt x="93" y="0"/>
                      <a:pt x="90" y="0"/>
                      <a:pt x="87"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3"/>
              <p:cNvSpPr/>
              <p:nvPr/>
            </p:nvSpPr>
            <p:spPr>
              <a:xfrm>
                <a:off x="1318109" y="2720872"/>
                <a:ext cx="23482" cy="11908"/>
              </a:xfrm>
              <a:custGeom>
                <a:rect b="b" l="l" r="r" t="t"/>
                <a:pathLst>
                  <a:path extrusionOk="0" h="500" w="986">
                    <a:moveTo>
                      <a:pt x="84" y="1"/>
                    </a:moveTo>
                    <a:cubicBezTo>
                      <a:pt x="44" y="1"/>
                      <a:pt x="10" y="31"/>
                      <a:pt x="5" y="71"/>
                    </a:cubicBezTo>
                    <a:cubicBezTo>
                      <a:pt x="0" y="105"/>
                      <a:pt x="17" y="134"/>
                      <a:pt x="43" y="151"/>
                    </a:cubicBezTo>
                    <a:cubicBezTo>
                      <a:pt x="47" y="157"/>
                      <a:pt x="59" y="162"/>
                      <a:pt x="72" y="164"/>
                    </a:cubicBezTo>
                    <a:cubicBezTo>
                      <a:pt x="351" y="202"/>
                      <a:pt x="616" y="311"/>
                      <a:pt x="842" y="483"/>
                    </a:cubicBezTo>
                    <a:cubicBezTo>
                      <a:pt x="856" y="496"/>
                      <a:pt x="874" y="499"/>
                      <a:pt x="892" y="499"/>
                    </a:cubicBezTo>
                    <a:cubicBezTo>
                      <a:pt x="916" y="499"/>
                      <a:pt x="940" y="489"/>
                      <a:pt x="957" y="467"/>
                    </a:cubicBezTo>
                    <a:cubicBezTo>
                      <a:pt x="986" y="431"/>
                      <a:pt x="978" y="381"/>
                      <a:pt x="942" y="353"/>
                    </a:cubicBezTo>
                    <a:cubicBezTo>
                      <a:pt x="714" y="178"/>
                      <a:pt x="443" y="61"/>
                      <a:pt x="159" y="13"/>
                    </a:cubicBezTo>
                    <a:cubicBezTo>
                      <a:pt x="138" y="10"/>
                      <a:pt x="116" y="3"/>
                      <a:pt x="96" y="1"/>
                    </a:cubicBezTo>
                    <a:cubicBezTo>
                      <a:pt x="92" y="1"/>
                      <a:pt x="88" y="1"/>
                      <a:pt x="84"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3"/>
              <p:cNvSpPr/>
              <p:nvPr/>
            </p:nvSpPr>
            <p:spPr>
              <a:xfrm>
                <a:off x="1307916" y="2731422"/>
                <a:ext cx="20981" cy="12336"/>
              </a:xfrm>
              <a:custGeom>
                <a:rect b="b" l="l" r="r" t="t"/>
                <a:pathLst>
                  <a:path extrusionOk="0" h="518" w="881">
                    <a:moveTo>
                      <a:pt x="89" y="0"/>
                    </a:moveTo>
                    <a:cubicBezTo>
                      <a:pt x="56" y="0"/>
                      <a:pt x="26" y="20"/>
                      <a:pt x="14" y="53"/>
                    </a:cubicBezTo>
                    <a:cubicBezTo>
                      <a:pt x="1" y="85"/>
                      <a:pt x="10" y="121"/>
                      <a:pt x="38" y="144"/>
                    </a:cubicBezTo>
                    <a:cubicBezTo>
                      <a:pt x="44" y="152"/>
                      <a:pt x="49" y="158"/>
                      <a:pt x="61" y="160"/>
                    </a:cubicBezTo>
                    <a:cubicBezTo>
                      <a:pt x="299" y="250"/>
                      <a:pt x="527" y="369"/>
                      <a:pt x="743" y="507"/>
                    </a:cubicBezTo>
                    <a:cubicBezTo>
                      <a:pt x="757" y="515"/>
                      <a:pt x="770" y="518"/>
                      <a:pt x="787" y="518"/>
                    </a:cubicBezTo>
                    <a:cubicBezTo>
                      <a:pt x="814" y="518"/>
                      <a:pt x="840" y="507"/>
                      <a:pt x="856" y="482"/>
                    </a:cubicBezTo>
                    <a:cubicBezTo>
                      <a:pt x="881" y="443"/>
                      <a:pt x="871" y="393"/>
                      <a:pt x="832" y="369"/>
                    </a:cubicBezTo>
                    <a:cubicBezTo>
                      <a:pt x="621" y="233"/>
                      <a:pt x="396" y="118"/>
                      <a:pt x="161" y="24"/>
                    </a:cubicBezTo>
                    <a:cubicBezTo>
                      <a:pt x="146" y="19"/>
                      <a:pt x="133" y="11"/>
                      <a:pt x="119" y="6"/>
                    </a:cubicBezTo>
                    <a:cubicBezTo>
                      <a:pt x="109" y="2"/>
                      <a:pt x="99" y="0"/>
                      <a:pt x="89"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3"/>
              <p:cNvSpPr/>
              <p:nvPr/>
            </p:nvSpPr>
            <p:spPr>
              <a:xfrm>
                <a:off x="1469167" y="2961928"/>
                <a:ext cx="39057" cy="39271"/>
              </a:xfrm>
              <a:custGeom>
                <a:rect b="b" l="l" r="r" t="t"/>
                <a:pathLst>
                  <a:path extrusionOk="0" h="1649" w="1640">
                    <a:moveTo>
                      <a:pt x="1179" y="0"/>
                    </a:moveTo>
                    <a:cubicBezTo>
                      <a:pt x="1177" y="0"/>
                      <a:pt x="1177" y="2"/>
                      <a:pt x="1176" y="2"/>
                    </a:cubicBezTo>
                    <a:cubicBezTo>
                      <a:pt x="550" y="245"/>
                      <a:pt x="1" y="803"/>
                      <a:pt x="283" y="1649"/>
                    </a:cubicBezTo>
                    <a:lnTo>
                      <a:pt x="1639" y="1125"/>
                    </a:lnTo>
                    <a:cubicBezTo>
                      <a:pt x="1500" y="757"/>
                      <a:pt x="1344" y="363"/>
                      <a:pt x="11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3"/>
              <p:cNvSpPr/>
              <p:nvPr/>
            </p:nvSpPr>
            <p:spPr>
              <a:xfrm>
                <a:off x="1447162" y="2992387"/>
                <a:ext cx="65682" cy="32317"/>
              </a:xfrm>
              <a:custGeom>
                <a:rect b="b" l="l" r="r" t="t"/>
                <a:pathLst>
                  <a:path extrusionOk="0" h="1357" w="2758">
                    <a:moveTo>
                      <a:pt x="2621" y="0"/>
                    </a:moveTo>
                    <a:lnTo>
                      <a:pt x="1" y="1010"/>
                    </a:lnTo>
                    <a:lnTo>
                      <a:pt x="155" y="1356"/>
                    </a:lnTo>
                    <a:lnTo>
                      <a:pt x="2758" y="353"/>
                    </a:lnTo>
                    <a:cubicBezTo>
                      <a:pt x="2715" y="243"/>
                      <a:pt x="2668" y="123"/>
                      <a:pt x="26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
              <p:cNvSpPr/>
              <p:nvPr/>
            </p:nvSpPr>
            <p:spPr>
              <a:xfrm>
                <a:off x="1328683" y="2847639"/>
                <a:ext cx="166991" cy="165324"/>
              </a:xfrm>
              <a:custGeom>
                <a:rect b="b" l="l" r="r" t="t"/>
                <a:pathLst>
                  <a:path extrusionOk="0" h="6942" w="7012">
                    <a:moveTo>
                      <a:pt x="2456" y="1"/>
                    </a:moveTo>
                    <a:cubicBezTo>
                      <a:pt x="2331" y="1"/>
                      <a:pt x="2213" y="12"/>
                      <a:pt x="2094" y="30"/>
                    </a:cubicBezTo>
                    <a:lnTo>
                      <a:pt x="2419" y="715"/>
                    </a:lnTo>
                    <a:lnTo>
                      <a:pt x="2453" y="788"/>
                    </a:lnTo>
                    <a:lnTo>
                      <a:pt x="2456" y="788"/>
                    </a:lnTo>
                    <a:cubicBezTo>
                      <a:pt x="2921" y="788"/>
                      <a:pt x="3342" y="981"/>
                      <a:pt x="3644" y="1289"/>
                    </a:cubicBezTo>
                    <a:cubicBezTo>
                      <a:pt x="3715" y="1359"/>
                      <a:pt x="3778" y="1438"/>
                      <a:pt x="3835" y="1521"/>
                    </a:cubicBezTo>
                    <a:cubicBezTo>
                      <a:pt x="3906" y="1626"/>
                      <a:pt x="3965" y="1743"/>
                      <a:pt x="4012" y="1861"/>
                    </a:cubicBezTo>
                    <a:cubicBezTo>
                      <a:pt x="4081" y="2046"/>
                      <a:pt x="4122" y="2247"/>
                      <a:pt x="4122" y="2458"/>
                    </a:cubicBezTo>
                    <a:cubicBezTo>
                      <a:pt x="4122" y="2658"/>
                      <a:pt x="4086" y="2848"/>
                      <a:pt x="4021" y="3026"/>
                    </a:cubicBezTo>
                    <a:cubicBezTo>
                      <a:pt x="3914" y="3318"/>
                      <a:pt x="3730" y="3571"/>
                      <a:pt x="3493" y="3762"/>
                    </a:cubicBezTo>
                    <a:cubicBezTo>
                      <a:pt x="3465" y="3782"/>
                      <a:pt x="3440" y="3803"/>
                      <a:pt x="3414" y="3820"/>
                    </a:cubicBezTo>
                    <a:cubicBezTo>
                      <a:pt x="3308" y="3895"/>
                      <a:pt x="3193" y="3958"/>
                      <a:pt x="3068" y="4007"/>
                    </a:cubicBezTo>
                    <a:cubicBezTo>
                      <a:pt x="2879" y="4081"/>
                      <a:pt x="2671" y="4125"/>
                      <a:pt x="2456" y="4125"/>
                    </a:cubicBezTo>
                    <a:cubicBezTo>
                      <a:pt x="1535" y="4125"/>
                      <a:pt x="787" y="3375"/>
                      <a:pt x="787" y="2456"/>
                    </a:cubicBezTo>
                    <a:cubicBezTo>
                      <a:pt x="787" y="2206"/>
                      <a:pt x="843" y="1970"/>
                      <a:pt x="940" y="1759"/>
                    </a:cubicBezTo>
                    <a:cubicBezTo>
                      <a:pt x="1112" y="1386"/>
                      <a:pt x="1415" y="1088"/>
                      <a:pt x="1793" y="924"/>
                    </a:cubicBezTo>
                    <a:cubicBezTo>
                      <a:pt x="1843" y="902"/>
                      <a:pt x="1897" y="881"/>
                      <a:pt x="1950" y="864"/>
                    </a:cubicBezTo>
                    <a:lnTo>
                      <a:pt x="1926" y="813"/>
                    </a:lnTo>
                    <a:lnTo>
                      <a:pt x="1615" y="151"/>
                    </a:lnTo>
                    <a:cubicBezTo>
                      <a:pt x="1548" y="176"/>
                      <a:pt x="1480" y="205"/>
                      <a:pt x="1415" y="236"/>
                    </a:cubicBezTo>
                    <a:cubicBezTo>
                      <a:pt x="1333" y="273"/>
                      <a:pt x="1253" y="317"/>
                      <a:pt x="1177" y="365"/>
                    </a:cubicBezTo>
                    <a:cubicBezTo>
                      <a:pt x="845" y="569"/>
                      <a:pt x="564" y="848"/>
                      <a:pt x="362" y="1180"/>
                    </a:cubicBezTo>
                    <a:cubicBezTo>
                      <a:pt x="135" y="1553"/>
                      <a:pt x="1" y="1989"/>
                      <a:pt x="1" y="2458"/>
                    </a:cubicBezTo>
                    <a:cubicBezTo>
                      <a:pt x="1" y="3811"/>
                      <a:pt x="1103" y="4913"/>
                      <a:pt x="2456" y="4913"/>
                    </a:cubicBezTo>
                    <a:cubicBezTo>
                      <a:pt x="2710" y="4913"/>
                      <a:pt x="2955" y="4874"/>
                      <a:pt x="3187" y="4801"/>
                    </a:cubicBezTo>
                    <a:cubicBezTo>
                      <a:pt x="3245" y="4935"/>
                      <a:pt x="3341" y="5073"/>
                      <a:pt x="3454" y="5190"/>
                    </a:cubicBezTo>
                    <a:cubicBezTo>
                      <a:pt x="3448" y="5221"/>
                      <a:pt x="3436" y="5255"/>
                      <a:pt x="3423" y="5287"/>
                    </a:cubicBezTo>
                    <a:cubicBezTo>
                      <a:pt x="3503" y="5297"/>
                      <a:pt x="3579" y="5311"/>
                      <a:pt x="3657" y="5333"/>
                    </a:cubicBezTo>
                    <a:lnTo>
                      <a:pt x="3388" y="4726"/>
                    </a:lnTo>
                    <a:cubicBezTo>
                      <a:pt x="3535" y="4665"/>
                      <a:pt x="3675" y="4590"/>
                      <a:pt x="3806" y="4503"/>
                    </a:cubicBezTo>
                    <a:cubicBezTo>
                      <a:pt x="3811" y="4501"/>
                      <a:pt x="3814" y="4500"/>
                      <a:pt x="3819" y="4495"/>
                    </a:cubicBezTo>
                    <a:lnTo>
                      <a:pt x="3871" y="4615"/>
                    </a:lnTo>
                    <a:lnTo>
                      <a:pt x="4908" y="6942"/>
                    </a:lnTo>
                    <a:lnTo>
                      <a:pt x="6026" y="6511"/>
                    </a:lnTo>
                    <a:cubicBezTo>
                      <a:pt x="5705" y="5548"/>
                      <a:pt x="6345" y="4913"/>
                      <a:pt x="7011" y="4653"/>
                    </a:cubicBezTo>
                    <a:cubicBezTo>
                      <a:pt x="6722" y="4043"/>
                      <a:pt x="6411" y="3567"/>
                      <a:pt x="6113" y="3567"/>
                    </a:cubicBezTo>
                    <a:cubicBezTo>
                      <a:pt x="6080" y="3567"/>
                      <a:pt x="6046" y="3573"/>
                      <a:pt x="6013" y="3585"/>
                    </a:cubicBezTo>
                    <a:cubicBezTo>
                      <a:pt x="5788" y="3673"/>
                      <a:pt x="5952" y="4005"/>
                      <a:pt x="5960" y="4333"/>
                    </a:cubicBezTo>
                    <a:cubicBezTo>
                      <a:pt x="5966" y="4564"/>
                      <a:pt x="5893" y="4791"/>
                      <a:pt x="5545" y="4924"/>
                    </a:cubicBezTo>
                    <a:cubicBezTo>
                      <a:pt x="5454" y="4959"/>
                      <a:pt x="5364" y="4974"/>
                      <a:pt x="5278" y="4974"/>
                    </a:cubicBezTo>
                    <a:cubicBezTo>
                      <a:pt x="4962" y="4974"/>
                      <a:pt x="4697" y="4777"/>
                      <a:pt x="4631" y="4692"/>
                    </a:cubicBezTo>
                    <a:cubicBezTo>
                      <a:pt x="4574" y="4618"/>
                      <a:pt x="4412" y="4396"/>
                      <a:pt x="4112" y="4258"/>
                    </a:cubicBezTo>
                    <a:cubicBezTo>
                      <a:pt x="4467" y="3932"/>
                      <a:pt x="4725" y="3504"/>
                      <a:pt x="4840" y="3020"/>
                    </a:cubicBezTo>
                    <a:cubicBezTo>
                      <a:pt x="4882" y="2838"/>
                      <a:pt x="4908" y="2650"/>
                      <a:pt x="4908" y="2456"/>
                    </a:cubicBezTo>
                    <a:cubicBezTo>
                      <a:pt x="4908" y="2253"/>
                      <a:pt x="4880" y="2056"/>
                      <a:pt x="4833" y="1868"/>
                    </a:cubicBezTo>
                    <a:cubicBezTo>
                      <a:pt x="4777" y="1641"/>
                      <a:pt x="4692" y="1428"/>
                      <a:pt x="4579" y="1232"/>
                    </a:cubicBezTo>
                    <a:cubicBezTo>
                      <a:pt x="4422" y="962"/>
                      <a:pt x="4219" y="727"/>
                      <a:pt x="3979" y="535"/>
                    </a:cubicBezTo>
                    <a:cubicBezTo>
                      <a:pt x="3679" y="296"/>
                      <a:pt x="3323" y="125"/>
                      <a:pt x="2934" y="49"/>
                    </a:cubicBezTo>
                    <a:cubicBezTo>
                      <a:pt x="2777" y="18"/>
                      <a:pt x="2619" y="1"/>
                      <a:pt x="24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
              <p:cNvSpPr/>
              <p:nvPr/>
            </p:nvSpPr>
            <p:spPr>
              <a:xfrm>
                <a:off x="1340685" y="2977050"/>
                <a:ext cx="94045" cy="76208"/>
              </a:xfrm>
              <a:custGeom>
                <a:rect b="b" l="l" r="r" t="t"/>
                <a:pathLst>
                  <a:path extrusionOk="0" h="3200" w="3949">
                    <a:moveTo>
                      <a:pt x="2853" y="1"/>
                    </a:moveTo>
                    <a:cubicBezTo>
                      <a:pt x="2790" y="116"/>
                      <a:pt x="2704" y="240"/>
                      <a:pt x="2595" y="370"/>
                    </a:cubicBezTo>
                    <a:cubicBezTo>
                      <a:pt x="2879" y="419"/>
                      <a:pt x="3151" y="534"/>
                      <a:pt x="3380" y="710"/>
                    </a:cubicBezTo>
                    <a:cubicBezTo>
                      <a:pt x="3417" y="738"/>
                      <a:pt x="3422" y="788"/>
                      <a:pt x="3394" y="824"/>
                    </a:cubicBezTo>
                    <a:cubicBezTo>
                      <a:pt x="3378" y="843"/>
                      <a:pt x="3354" y="856"/>
                      <a:pt x="3329" y="856"/>
                    </a:cubicBezTo>
                    <a:cubicBezTo>
                      <a:pt x="3311" y="856"/>
                      <a:pt x="3295" y="850"/>
                      <a:pt x="3279" y="840"/>
                    </a:cubicBezTo>
                    <a:cubicBezTo>
                      <a:pt x="3054" y="668"/>
                      <a:pt x="2788" y="558"/>
                      <a:pt x="2509" y="519"/>
                    </a:cubicBezTo>
                    <a:cubicBezTo>
                      <a:pt x="2496" y="518"/>
                      <a:pt x="2487" y="514"/>
                      <a:pt x="2475" y="508"/>
                    </a:cubicBezTo>
                    <a:cubicBezTo>
                      <a:pt x="2383" y="613"/>
                      <a:pt x="2279" y="720"/>
                      <a:pt x="2171" y="826"/>
                    </a:cubicBezTo>
                    <a:cubicBezTo>
                      <a:pt x="2402" y="920"/>
                      <a:pt x="2629" y="1031"/>
                      <a:pt x="2840" y="1169"/>
                    </a:cubicBezTo>
                    <a:cubicBezTo>
                      <a:pt x="2879" y="1193"/>
                      <a:pt x="2889" y="1245"/>
                      <a:pt x="2864" y="1284"/>
                    </a:cubicBezTo>
                    <a:cubicBezTo>
                      <a:pt x="2853" y="1305"/>
                      <a:pt x="2827" y="1318"/>
                      <a:pt x="2798" y="1318"/>
                    </a:cubicBezTo>
                    <a:cubicBezTo>
                      <a:pt x="2782" y="1318"/>
                      <a:pt x="2769" y="1313"/>
                      <a:pt x="2754" y="1305"/>
                    </a:cubicBezTo>
                    <a:cubicBezTo>
                      <a:pt x="2538" y="1166"/>
                      <a:pt x="2310" y="1051"/>
                      <a:pt x="2072" y="960"/>
                    </a:cubicBezTo>
                    <a:cubicBezTo>
                      <a:pt x="2064" y="955"/>
                      <a:pt x="2055" y="952"/>
                      <a:pt x="2049" y="945"/>
                    </a:cubicBezTo>
                    <a:cubicBezTo>
                      <a:pt x="1555" y="1414"/>
                      <a:pt x="981" y="1861"/>
                      <a:pt x="671" y="2098"/>
                    </a:cubicBezTo>
                    <a:cubicBezTo>
                      <a:pt x="237" y="2428"/>
                      <a:pt x="1" y="2761"/>
                      <a:pt x="13" y="3200"/>
                    </a:cubicBezTo>
                    <a:lnTo>
                      <a:pt x="3948" y="1683"/>
                    </a:lnTo>
                    <a:lnTo>
                      <a:pt x="3242" y="93"/>
                    </a:lnTo>
                    <a:cubicBezTo>
                      <a:pt x="3120" y="52"/>
                      <a:pt x="2992" y="18"/>
                      <a:pt x="2866" y="5"/>
                    </a:cubicBezTo>
                    <a:cubicBezTo>
                      <a:pt x="2861" y="5"/>
                      <a:pt x="2858" y="2"/>
                      <a:pt x="28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
              <p:cNvSpPr/>
              <p:nvPr/>
            </p:nvSpPr>
            <p:spPr>
              <a:xfrm>
                <a:off x="1341447" y="3020632"/>
                <a:ext cx="98213" cy="45320"/>
              </a:xfrm>
              <a:custGeom>
                <a:rect b="b" l="l" r="r" t="t"/>
                <a:pathLst>
                  <a:path extrusionOk="0" h="1903" w="4124">
                    <a:moveTo>
                      <a:pt x="3988" y="0"/>
                    </a:moveTo>
                    <a:lnTo>
                      <a:pt x="16" y="1530"/>
                    </a:lnTo>
                    <a:cubicBezTo>
                      <a:pt x="11" y="1532"/>
                      <a:pt x="6" y="1532"/>
                      <a:pt x="1" y="1532"/>
                    </a:cubicBezTo>
                    <a:cubicBezTo>
                      <a:pt x="19" y="1647"/>
                      <a:pt x="48" y="1768"/>
                      <a:pt x="100" y="1903"/>
                    </a:cubicBezTo>
                    <a:lnTo>
                      <a:pt x="1388" y="1407"/>
                    </a:lnTo>
                    <a:cubicBezTo>
                      <a:pt x="1413" y="1383"/>
                      <a:pt x="1440" y="1362"/>
                      <a:pt x="1474" y="1350"/>
                    </a:cubicBezTo>
                    <a:lnTo>
                      <a:pt x="4124" y="307"/>
                    </a:lnTo>
                    <a:lnTo>
                      <a:pt x="398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3"/>
              <p:cNvSpPr/>
              <p:nvPr/>
            </p:nvSpPr>
            <p:spPr>
              <a:xfrm>
                <a:off x="1541970" y="2697772"/>
                <a:ext cx="118742" cy="193806"/>
              </a:xfrm>
              <a:custGeom>
                <a:rect b="b" l="l" r="r" t="t"/>
                <a:pathLst>
                  <a:path extrusionOk="0" h="8138" w="4986">
                    <a:moveTo>
                      <a:pt x="4750" y="1"/>
                    </a:moveTo>
                    <a:cubicBezTo>
                      <a:pt x="3710" y="665"/>
                      <a:pt x="2794" y="1513"/>
                      <a:pt x="2052" y="2495"/>
                    </a:cubicBezTo>
                    <a:cubicBezTo>
                      <a:pt x="1947" y="2634"/>
                      <a:pt x="1843" y="2778"/>
                      <a:pt x="1744" y="2924"/>
                    </a:cubicBezTo>
                    <a:cubicBezTo>
                      <a:pt x="1559" y="3198"/>
                      <a:pt x="1387" y="3482"/>
                      <a:pt x="1229" y="3772"/>
                    </a:cubicBezTo>
                    <a:cubicBezTo>
                      <a:pt x="1070" y="4064"/>
                      <a:pt x="924" y="4363"/>
                      <a:pt x="794" y="4671"/>
                    </a:cubicBezTo>
                    <a:cubicBezTo>
                      <a:pt x="729" y="4825"/>
                      <a:pt x="666" y="4983"/>
                      <a:pt x="610" y="5138"/>
                    </a:cubicBezTo>
                    <a:cubicBezTo>
                      <a:pt x="494" y="5453"/>
                      <a:pt x="394" y="5773"/>
                      <a:pt x="310" y="6102"/>
                    </a:cubicBezTo>
                    <a:cubicBezTo>
                      <a:pt x="141" y="6759"/>
                      <a:pt x="34" y="7439"/>
                      <a:pt x="0" y="8138"/>
                    </a:cubicBezTo>
                    <a:lnTo>
                      <a:pt x="488" y="8136"/>
                    </a:lnTo>
                    <a:cubicBezTo>
                      <a:pt x="665" y="4903"/>
                      <a:pt x="2415" y="2082"/>
                      <a:pt x="4985" y="429"/>
                    </a:cubicBezTo>
                    <a:lnTo>
                      <a:pt x="475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3"/>
              <p:cNvSpPr/>
              <p:nvPr/>
            </p:nvSpPr>
            <p:spPr>
              <a:xfrm>
                <a:off x="1749375" y="2864477"/>
                <a:ext cx="76994" cy="79518"/>
              </a:xfrm>
              <a:custGeom>
                <a:rect b="b" l="l" r="r" t="t"/>
                <a:pathLst>
                  <a:path extrusionOk="0" h="3339" w="3233">
                    <a:moveTo>
                      <a:pt x="1563" y="0"/>
                    </a:moveTo>
                    <a:cubicBezTo>
                      <a:pt x="1444" y="0"/>
                      <a:pt x="1331" y="12"/>
                      <a:pt x="1219" y="34"/>
                    </a:cubicBezTo>
                    <a:lnTo>
                      <a:pt x="1511" y="566"/>
                    </a:lnTo>
                    <a:cubicBezTo>
                      <a:pt x="1527" y="566"/>
                      <a:pt x="1543" y="561"/>
                      <a:pt x="1563" y="561"/>
                    </a:cubicBezTo>
                    <a:cubicBezTo>
                      <a:pt x="2174" y="561"/>
                      <a:pt x="2670" y="1057"/>
                      <a:pt x="2670" y="1669"/>
                    </a:cubicBezTo>
                    <a:cubicBezTo>
                      <a:pt x="2670" y="2280"/>
                      <a:pt x="2172" y="2778"/>
                      <a:pt x="1563" y="2778"/>
                    </a:cubicBezTo>
                    <a:cubicBezTo>
                      <a:pt x="1166" y="2778"/>
                      <a:pt x="819" y="2564"/>
                      <a:pt x="623" y="2251"/>
                    </a:cubicBezTo>
                    <a:lnTo>
                      <a:pt x="1" y="2253"/>
                    </a:lnTo>
                    <a:cubicBezTo>
                      <a:pt x="237" y="2887"/>
                      <a:pt x="846" y="3339"/>
                      <a:pt x="1563" y="3339"/>
                    </a:cubicBezTo>
                    <a:cubicBezTo>
                      <a:pt x="2482" y="3339"/>
                      <a:pt x="3232" y="2588"/>
                      <a:pt x="3232" y="1669"/>
                    </a:cubicBezTo>
                    <a:cubicBezTo>
                      <a:pt x="3232" y="749"/>
                      <a:pt x="2482" y="0"/>
                      <a:pt x="15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3"/>
              <p:cNvSpPr/>
              <p:nvPr/>
            </p:nvSpPr>
            <p:spPr>
              <a:xfrm>
                <a:off x="1815866" y="2721325"/>
                <a:ext cx="150701" cy="155202"/>
              </a:xfrm>
              <a:custGeom>
                <a:rect b="b" l="l" r="r" t="t"/>
                <a:pathLst>
                  <a:path extrusionOk="0" h="6517" w="6328">
                    <a:moveTo>
                      <a:pt x="1" y="0"/>
                    </a:moveTo>
                    <a:cubicBezTo>
                      <a:pt x="195" y="55"/>
                      <a:pt x="393" y="107"/>
                      <a:pt x="588" y="159"/>
                    </a:cubicBezTo>
                    <a:lnTo>
                      <a:pt x="1153" y="357"/>
                    </a:lnTo>
                    <a:lnTo>
                      <a:pt x="1707" y="590"/>
                    </a:lnTo>
                    <a:lnTo>
                      <a:pt x="2242" y="864"/>
                    </a:lnTo>
                    <a:cubicBezTo>
                      <a:pt x="2939" y="1256"/>
                      <a:pt x="3579" y="1742"/>
                      <a:pt x="4134" y="2316"/>
                    </a:cubicBezTo>
                    <a:cubicBezTo>
                      <a:pt x="4691" y="2885"/>
                      <a:pt x="5159" y="3541"/>
                      <a:pt x="5532" y="4248"/>
                    </a:cubicBezTo>
                    <a:cubicBezTo>
                      <a:pt x="5903" y="4958"/>
                      <a:pt x="6166" y="5723"/>
                      <a:pt x="6328" y="6517"/>
                    </a:cubicBezTo>
                    <a:cubicBezTo>
                      <a:pt x="6304" y="6318"/>
                      <a:pt x="6278" y="6117"/>
                      <a:pt x="6247" y="5914"/>
                    </a:cubicBezTo>
                    <a:lnTo>
                      <a:pt x="6114" y="5318"/>
                    </a:lnTo>
                    <a:cubicBezTo>
                      <a:pt x="6054" y="5123"/>
                      <a:pt x="5988" y="4932"/>
                      <a:pt x="5924" y="4737"/>
                    </a:cubicBezTo>
                    <a:cubicBezTo>
                      <a:pt x="5850" y="4546"/>
                      <a:pt x="5769" y="4360"/>
                      <a:pt x="5689" y="4172"/>
                    </a:cubicBezTo>
                    <a:cubicBezTo>
                      <a:pt x="5347" y="3428"/>
                      <a:pt x="4869" y="2747"/>
                      <a:pt x="4300" y="2156"/>
                    </a:cubicBezTo>
                    <a:cubicBezTo>
                      <a:pt x="3727" y="1569"/>
                      <a:pt x="3061" y="1072"/>
                      <a:pt x="2326" y="707"/>
                    </a:cubicBezTo>
                    <a:lnTo>
                      <a:pt x="1767" y="456"/>
                    </a:lnTo>
                    <a:lnTo>
                      <a:pt x="1192" y="250"/>
                    </a:lnTo>
                    <a:lnTo>
                      <a:pt x="601" y="99"/>
                    </a:lnTo>
                    <a:cubicBezTo>
                      <a:pt x="401" y="64"/>
                      <a:pt x="200" y="31"/>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
              <p:cNvSpPr/>
              <p:nvPr/>
            </p:nvSpPr>
            <p:spPr>
              <a:xfrm>
                <a:off x="638048" y="2659263"/>
                <a:ext cx="489803" cy="489827"/>
              </a:xfrm>
              <a:custGeom>
                <a:rect b="b" l="l" r="r" t="t"/>
                <a:pathLst>
                  <a:path extrusionOk="0" h="20568" w="20567">
                    <a:moveTo>
                      <a:pt x="10284" y="0"/>
                    </a:moveTo>
                    <a:cubicBezTo>
                      <a:pt x="7182" y="0"/>
                      <a:pt x="4399" y="1381"/>
                      <a:pt x="2511" y="3559"/>
                    </a:cubicBezTo>
                    <a:cubicBezTo>
                      <a:pt x="2242" y="3870"/>
                      <a:pt x="1991" y="4196"/>
                      <a:pt x="1759" y="4538"/>
                    </a:cubicBezTo>
                    <a:cubicBezTo>
                      <a:pt x="1574" y="4812"/>
                      <a:pt x="1403" y="5096"/>
                      <a:pt x="1242" y="5387"/>
                    </a:cubicBezTo>
                    <a:cubicBezTo>
                      <a:pt x="1085" y="5679"/>
                      <a:pt x="939" y="5979"/>
                      <a:pt x="809" y="6287"/>
                    </a:cubicBezTo>
                    <a:cubicBezTo>
                      <a:pt x="745" y="6441"/>
                      <a:pt x="681" y="6596"/>
                      <a:pt x="625" y="6754"/>
                    </a:cubicBezTo>
                    <a:cubicBezTo>
                      <a:pt x="510" y="7066"/>
                      <a:pt x="408" y="7389"/>
                      <a:pt x="325" y="7718"/>
                    </a:cubicBezTo>
                    <a:cubicBezTo>
                      <a:pt x="114" y="8538"/>
                      <a:pt x="1" y="9398"/>
                      <a:pt x="1" y="10283"/>
                    </a:cubicBezTo>
                    <a:cubicBezTo>
                      <a:pt x="1" y="15954"/>
                      <a:pt x="4613" y="20568"/>
                      <a:pt x="10284" y="20568"/>
                    </a:cubicBezTo>
                    <a:cubicBezTo>
                      <a:pt x="15954" y="20568"/>
                      <a:pt x="20567" y="15954"/>
                      <a:pt x="20567" y="10283"/>
                    </a:cubicBezTo>
                    <a:cubicBezTo>
                      <a:pt x="20567" y="9398"/>
                      <a:pt x="20453" y="8538"/>
                      <a:pt x="20243" y="7718"/>
                    </a:cubicBezTo>
                    <a:cubicBezTo>
                      <a:pt x="20160" y="7392"/>
                      <a:pt x="20058" y="7070"/>
                      <a:pt x="19943" y="6755"/>
                    </a:cubicBezTo>
                    <a:cubicBezTo>
                      <a:pt x="19884" y="6598"/>
                      <a:pt x="19823" y="6441"/>
                      <a:pt x="19758" y="6290"/>
                    </a:cubicBezTo>
                    <a:cubicBezTo>
                      <a:pt x="19628" y="5982"/>
                      <a:pt x="19482" y="5682"/>
                      <a:pt x="19325" y="5391"/>
                    </a:cubicBezTo>
                    <a:cubicBezTo>
                      <a:pt x="19166" y="5099"/>
                      <a:pt x="18995" y="4815"/>
                      <a:pt x="18808" y="4541"/>
                    </a:cubicBezTo>
                    <a:cubicBezTo>
                      <a:pt x="17568" y="2705"/>
                      <a:pt x="15750" y="1294"/>
                      <a:pt x="13619" y="561"/>
                    </a:cubicBezTo>
                    <a:lnTo>
                      <a:pt x="13484" y="1031"/>
                    </a:lnTo>
                    <a:cubicBezTo>
                      <a:pt x="17317" y="2362"/>
                      <a:pt x="20079" y="6006"/>
                      <a:pt x="20079" y="10286"/>
                    </a:cubicBezTo>
                    <a:cubicBezTo>
                      <a:pt x="20079" y="15686"/>
                      <a:pt x="15685" y="20083"/>
                      <a:pt x="10282" y="20083"/>
                    </a:cubicBezTo>
                    <a:cubicBezTo>
                      <a:pt x="4880" y="20083"/>
                      <a:pt x="485" y="15690"/>
                      <a:pt x="485" y="10286"/>
                    </a:cubicBezTo>
                    <a:cubicBezTo>
                      <a:pt x="485" y="4885"/>
                      <a:pt x="4879" y="490"/>
                      <a:pt x="10282" y="490"/>
                    </a:cubicBezTo>
                    <a:cubicBezTo>
                      <a:pt x="11002" y="490"/>
                      <a:pt x="11700" y="568"/>
                      <a:pt x="12374" y="717"/>
                    </a:cubicBezTo>
                    <a:lnTo>
                      <a:pt x="12509" y="247"/>
                    </a:lnTo>
                    <a:cubicBezTo>
                      <a:pt x="11791" y="88"/>
                      <a:pt x="11047" y="0"/>
                      <a:pt x="102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3"/>
              <p:cNvSpPr/>
              <p:nvPr/>
            </p:nvSpPr>
            <p:spPr>
              <a:xfrm>
                <a:off x="843238" y="2864667"/>
                <a:ext cx="79518" cy="79328"/>
              </a:xfrm>
              <a:custGeom>
                <a:rect b="b" l="l" r="r" t="t"/>
                <a:pathLst>
                  <a:path extrusionOk="0" h="3331" w="3339">
                    <a:moveTo>
                      <a:pt x="1527" y="0"/>
                    </a:moveTo>
                    <a:lnTo>
                      <a:pt x="1527" y="0"/>
                    </a:lnTo>
                    <a:cubicBezTo>
                      <a:pt x="673" y="73"/>
                      <a:pt x="0" y="790"/>
                      <a:pt x="0" y="1661"/>
                    </a:cubicBezTo>
                    <a:cubicBezTo>
                      <a:pt x="0" y="2580"/>
                      <a:pt x="750" y="3331"/>
                      <a:pt x="1669" y="3331"/>
                    </a:cubicBezTo>
                    <a:cubicBezTo>
                      <a:pt x="2590" y="3331"/>
                      <a:pt x="3339" y="2580"/>
                      <a:pt x="3339" y="1661"/>
                    </a:cubicBezTo>
                    <a:cubicBezTo>
                      <a:pt x="3339" y="1102"/>
                      <a:pt x="3061" y="608"/>
                      <a:pt x="2638" y="303"/>
                    </a:cubicBezTo>
                    <a:lnTo>
                      <a:pt x="2470" y="900"/>
                    </a:lnTo>
                    <a:cubicBezTo>
                      <a:pt x="2660" y="1098"/>
                      <a:pt x="2778" y="1365"/>
                      <a:pt x="2778" y="1661"/>
                    </a:cubicBezTo>
                    <a:cubicBezTo>
                      <a:pt x="2778" y="2272"/>
                      <a:pt x="2282" y="2770"/>
                      <a:pt x="1669" y="2770"/>
                    </a:cubicBezTo>
                    <a:cubicBezTo>
                      <a:pt x="1058" y="2770"/>
                      <a:pt x="561" y="2272"/>
                      <a:pt x="561" y="1661"/>
                    </a:cubicBezTo>
                    <a:cubicBezTo>
                      <a:pt x="562" y="1161"/>
                      <a:pt x="898" y="744"/>
                      <a:pt x="1353" y="606"/>
                    </a:cubicBezTo>
                    <a:lnTo>
                      <a:pt x="15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
              <p:cNvSpPr/>
              <p:nvPr/>
            </p:nvSpPr>
            <p:spPr>
              <a:xfrm>
                <a:off x="945618" y="2729350"/>
                <a:ext cx="117360" cy="147177"/>
              </a:xfrm>
              <a:custGeom>
                <a:rect b="b" l="l" r="r" t="t"/>
                <a:pathLst>
                  <a:path extrusionOk="0" h="6180" w="4928">
                    <a:moveTo>
                      <a:pt x="35" y="0"/>
                    </a:moveTo>
                    <a:lnTo>
                      <a:pt x="1" y="124"/>
                    </a:lnTo>
                    <a:lnTo>
                      <a:pt x="310" y="253"/>
                    </a:lnTo>
                    <a:lnTo>
                      <a:pt x="842" y="527"/>
                    </a:lnTo>
                    <a:cubicBezTo>
                      <a:pt x="1539" y="919"/>
                      <a:pt x="2179" y="1405"/>
                      <a:pt x="2733" y="1979"/>
                    </a:cubicBezTo>
                    <a:cubicBezTo>
                      <a:pt x="3291" y="2548"/>
                      <a:pt x="3759" y="3204"/>
                      <a:pt x="4132" y="3911"/>
                    </a:cubicBezTo>
                    <a:cubicBezTo>
                      <a:pt x="4501" y="4621"/>
                      <a:pt x="4765" y="5386"/>
                      <a:pt x="4927" y="6180"/>
                    </a:cubicBezTo>
                    <a:cubicBezTo>
                      <a:pt x="4903" y="5981"/>
                      <a:pt x="4877" y="5780"/>
                      <a:pt x="4846" y="5577"/>
                    </a:cubicBezTo>
                    <a:lnTo>
                      <a:pt x="4712" y="4981"/>
                    </a:lnTo>
                    <a:cubicBezTo>
                      <a:pt x="4653" y="4786"/>
                      <a:pt x="4587" y="4595"/>
                      <a:pt x="4524" y="4400"/>
                    </a:cubicBezTo>
                    <a:cubicBezTo>
                      <a:pt x="4449" y="4209"/>
                      <a:pt x="4368" y="4023"/>
                      <a:pt x="4289" y="3835"/>
                    </a:cubicBezTo>
                    <a:cubicBezTo>
                      <a:pt x="3947" y="3091"/>
                      <a:pt x="3469" y="2410"/>
                      <a:pt x="2898" y="1819"/>
                    </a:cubicBezTo>
                    <a:cubicBezTo>
                      <a:pt x="2326" y="1232"/>
                      <a:pt x="1659" y="735"/>
                      <a:pt x="926" y="370"/>
                    </a:cubicBezTo>
                    <a:lnTo>
                      <a:pt x="367" y="119"/>
                    </a:lnTo>
                    <a:lnTo>
                      <a:pt x="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
              <p:cNvSpPr/>
              <p:nvPr/>
            </p:nvSpPr>
            <p:spPr>
              <a:xfrm>
                <a:off x="912206" y="2721325"/>
                <a:ext cx="7502" cy="1977"/>
              </a:xfrm>
              <a:custGeom>
                <a:rect b="b" l="l" r="r" t="t"/>
                <a:pathLst>
                  <a:path extrusionOk="0" h="83" w="315">
                    <a:moveTo>
                      <a:pt x="0" y="0"/>
                    </a:moveTo>
                    <a:cubicBezTo>
                      <a:pt x="102" y="28"/>
                      <a:pt x="204" y="55"/>
                      <a:pt x="308" y="83"/>
                    </a:cubicBezTo>
                    <a:lnTo>
                      <a:pt x="315" y="54"/>
                    </a:lnTo>
                    <a:cubicBezTo>
                      <a:pt x="211" y="34"/>
                      <a:pt x="105" y="17"/>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3"/>
              <p:cNvSpPr/>
              <p:nvPr/>
            </p:nvSpPr>
            <p:spPr>
              <a:xfrm>
                <a:off x="702967" y="2952544"/>
                <a:ext cx="254106" cy="136722"/>
              </a:xfrm>
              <a:custGeom>
                <a:rect b="b" l="l" r="r" t="t"/>
                <a:pathLst>
                  <a:path extrusionOk="0" h="5741" w="10670">
                    <a:moveTo>
                      <a:pt x="1" y="1"/>
                    </a:moveTo>
                    <a:cubicBezTo>
                      <a:pt x="273" y="1078"/>
                      <a:pt x="769" y="2119"/>
                      <a:pt x="1498" y="2978"/>
                    </a:cubicBezTo>
                    <a:lnTo>
                      <a:pt x="1772" y="3299"/>
                    </a:lnTo>
                    <a:lnTo>
                      <a:pt x="2072" y="3597"/>
                    </a:lnTo>
                    <a:cubicBezTo>
                      <a:pt x="2169" y="3697"/>
                      <a:pt x="2276" y="3791"/>
                      <a:pt x="2386" y="3880"/>
                    </a:cubicBezTo>
                    <a:cubicBezTo>
                      <a:pt x="2495" y="3969"/>
                      <a:pt x="2599" y="4065"/>
                      <a:pt x="2710" y="4151"/>
                    </a:cubicBezTo>
                    <a:cubicBezTo>
                      <a:pt x="2940" y="4311"/>
                      <a:pt x="3161" y="4490"/>
                      <a:pt x="3409" y="4627"/>
                    </a:cubicBezTo>
                    <a:cubicBezTo>
                      <a:pt x="3530" y="4699"/>
                      <a:pt x="3647" y="4778"/>
                      <a:pt x="3774" y="4843"/>
                    </a:cubicBezTo>
                    <a:lnTo>
                      <a:pt x="4153" y="5031"/>
                    </a:lnTo>
                    <a:cubicBezTo>
                      <a:pt x="4278" y="5097"/>
                      <a:pt x="4409" y="5144"/>
                      <a:pt x="4542" y="5195"/>
                    </a:cubicBezTo>
                    <a:cubicBezTo>
                      <a:pt x="4673" y="5243"/>
                      <a:pt x="4803" y="5300"/>
                      <a:pt x="4939" y="5344"/>
                    </a:cubicBezTo>
                    <a:cubicBezTo>
                      <a:pt x="5209" y="5418"/>
                      <a:pt x="5477" y="5516"/>
                      <a:pt x="5754" y="5563"/>
                    </a:cubicBezTo>
                    <a:cubicBezTo>
                      <a:pt x="5893" y="5590"/>
                      <a:pt x="6031" y="5621"/>
                      <a:pt x="6170" y="5645"/>
                    </a:cubicBezTo>
                    <a:lnTo>
                      <a:pt x="6589" y="5695"/>
                    </a:lnTo>
                    <a:cubicBezTo>
                      <a:pt x="6869" y="5741"/>
                      <a:pt x="7153" y="5725"/>
                      <a:pt x="7433" y="5736"/>
                    </a:cubicBezTo>
                    <a:cubicBezTo>
                      <a:pt x="7995" y="5728"/>
                      <a:pt x="8556" y="5660"/>
                      <a:pt x="9101" y="5530"/>
                    </a:cubicBezTo>
                    <a:cubicBezTo>
                      <a:pt x="9643" y="5392"/>
                      <a:pt x="10175" y="5203"/>
                      <a:pt x="10669" y="4948"/>
                    </a:cubicBezTo>
                    <a:lnTo>
                      <a:pt x="10669" y="4948"/>
                    </a:lnTo>
                    <a:cubicBezTo>
                      <a:pt x="9692" y="5348"/>
                      <a:pt x="8646" y="5560"/>
                      <a:pt x="7601" y="5560"/>
                    </a:cubicBezTo>
                    <a:cubicBezTo>
                      <a:pt x="7545" y="5560"/>
                      <a:pt x="7488" y="5559"/>
                      <a:pt x="7431" y="5558"/>
                    </a:cubicBezTo>
                    <a:cubicBezTo>
                      <a:pt x="6334" y="5524"/>
                      <a:pt x="5235" y="5300"/>
                      <a:pt x="4247" y="4820"/>
                    </a:cubicBezTo>
                    <a:lnTo>
                      <a:pt x="3879" y="4647"/>
                    </a:lnTo>
                    <a:cubicBezTo>
                      <a:pt x="3757" y="4584"/>
                      <a:pt x="3642" y="4509"/>
                      <a:pt x="3522" y="4441"/>
                    </a:cubicBezTo>
                    <a:cubicBezTo>
                      <a:pt x="3279" y="4311"/>
                      <a:pt x="3064" y="4140"/>
                      <a:pt x="2837" y="3987"/>
                    </a:cubicBezTo>
                    <a:cubicBezTo>
                      <a:pt x="2409" y="3647"/>
                      <a:pt x="1992" y="3286"/>
                      <a:pt x="1634" y="2866"/>
                    </a:cubicBezTo>
                    <a:cubicBezTo>
                      <a:pt x="1441" y="2670"/>
                      <a:pt x="1291" y="2436"/>
                      <a:pt x="1116" y="2221"/>
                    </a:cubicBezTo>
                    <a:lnTo>
                      <a:pt x="890" y="1876"/>
                    </a:lnTo>
                    <a:lnTo>
                      <a:pt x="777" y="1701"/>
                    </a:lnTo>
                    <a:lnTo>
                      <a:pt x="678" y="1519"/>
                    </a:lnTo>
                    <a:cubicBezTo>
                      <a:pt x="388" y="1046"/>
                      <a:pt x="195" y="52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
              <p:cNvSpPr/>
              <p:nvPr/>
            </p:nvSpPr>
            <p:spPr>
              <a:xfrm>
                <a:off x="1044689" y="2059720"/>
                <a:ext cx="18623" cy="24839"/>
              </a:xfrm>
              <a:custGeom>
                <a:rect b="b" l="l" r="r" t="t"/>
                <a:pathLst>
                  <a:path extrusionOk="0" h="1043" w="782">
                    <a:moveTo>
                      <a:pt x="639" y="0"/>
                    </a:moveTo>
                    <a:lnTo>
                      <a:pt x="639" y="0"/>
                    </a:lnTo>
                    <a:cubicBezTo>
                      <a:pt x="388" y="320"/>
                      <a:pt x="106" y="585"/>
                      <a:pt x="1" y="662"/>
                    </a:cubicBezTo>
                    <a:cubicBezTo>
                      <a:pt x="69" y="726"/>
                      <a:pt x="139" y="790"/>
                      <a:pt x="210" y="851"/>
                    </a:cubicBezTo>
                    <a:cubicBezTo>
                      <a:pt x="216" y="856"/>
                      <a:pt x="223" y="863"/>
                      <a:pt x="231" y="867"/>
                    </a:cubicBezTo>
                    <a:cubicBezTo>
                      <a:pt x="306" y="929"/>
                      <a:pt x="380" y="989"/>
                      <a:pt x="459" y="1042"/>
                    </a:cubicBezTo>
                    <a:cubicBezTo>
                      <a:pt x="615" y="799"/>
                      <a:pt x="782" y="407"/>
                      <a:pt x="6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
              <p:cNvSpPr/>
              <p:nvPr/>
            </p:nvSpPr>
            <p:spPr>
              <a:xfrm>
                <a:off x="1066765" y="1864532"/>
                <a:ext cx="60347" cy="57656"/>
              </a:xfrm>
              <a:custGeom>
                <a:rect b="b" l="l" r="r" t="t"/>
                <a:pathLst>
                  <a:path extrusionOk="0" h="2421" w="2534">
                    <a:moveTo>
                      <a:pt x="1" y="1"/>
                    </a:moveTo>
                    <a:lnTo>
                      <a:pt x="1" y="1"/>
                    </a:lnTo>
                    <a:cubicBezTo>
                      <a:pt x="1" y="1"/>
                      <a:pt x="1" y="1"/>
                      <a:pt x="2" y="1"/>
                    </a:cubicBezTo>
                    <a:lnTo>
                      <a:pt x="2" y="1"/>
                    </a:lnTo>
                    <a:cubicBezTo>
                      <a:pt x="1" y="1"/>
                      <a:pt x="1" y="1"/>
                      <a:pt x="1" y="1"/>
                    </a:cubicBezTo>
                    <a:close/>
                    <a:moveTo>
                      <a:pt x="2" y="1"/>
                    </a:moveTo>
                    <a:cubicBezTo>
                      <a:pt x="3" y="2"/>
                      <a:pt x="4" y="4"/>
                      <a:pt x="6" y="6"/>
                    </a:cubicBezTo>
                    <a:cubicBezTo>
                      <a:pt x="41" y="25"/>
                      <a:pt x="77" y="48"/>
                      <a:pt x="116" y="71"/>
                    </a:cubicBezTo>
                    <a:cubicBezTo>
                      <a:pt x="118" y="71"/>
                      <a:pt x="118" y="72"/>
                      <a:pt x="119" y="72"/>
                    </a:cubicBezTo>
                    <a:cubicBezTo>
                      <a:pt x="751" y="463"/>
                      <a:pt x="1751" y="1320"/>
                      <a:pt x="2185" y="2254"/>
                    </a:cubicBezTo>
                    <a:lnTo>
                      <a:pt x="2189" y="2255"/>
                    </a:lnTo>
                    <a:cubicBezTo>
                      <a:pt x="2263" y="2294"/>
                      <a:pt x="2338" y="2328"/>
                      <a:pt x="2412" y="2364"/>
                    </a:cubicBezTo>
                    <a:cubicBezTo>
                      <a:pt x="2453" y="2382"/>
                      <a:pt x="2492" y="2404"/>
                      <a:pt x="2532" y="2420"/>
                    </a:cubicBezTo>
                    <a:lnTo>
                      <a:pt x="2534" y="2420"/>
                    </a:lnTo>
                    <a:cubicBezTo>
                      <a:pt x="2456" y="2132"/>
                      <a:pt x="2330" y="1860"/>
                      <a:pt x="2168" y="1605"/>
                    </a:cubicBezTo>
                    <a:cubicBezTo>
                      <a:pt x="1933" y="1237"/>
                      <a:pt x="1621" y="913"/>
                      <a:pt x="1267" y="644"/>
                    </a:cubicBezTo>
                    <a:cubicBezTo>
                      <a:pt x="970" y="421"/>
                      <a:pt x="646" y="239"/>
                      <a:pt x="309" y="106"/>
                    </a:cubicBezTo>
                    <a:cubicBezTo>
                      <a:pt x="301" y="106"/>
                      <a:pt x="296" y="105"/>
                      <a:pt x="289" y="103"/>
                    </a:cubicBezTo>
                    <a:cubicBezTo>
                      <a:pt x="196" y="66"/>
                      <a:pt x="99" y="30"/>
                      <a:pt x="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
              <p:cNvSpPr/>
              <p:nvPr/>
            </p:nvSpPr>
            <p:spPr>
              <a:xfrm>
                <a:off x="1029447" y="1890896"/>
                <a:ext cx="51250" cy="48940"/>
              </a:xfrm>
              <a:custGeom>
                <a:rect b="b" l="l" r="r" t="t"/>
                <a:pathLst>
                  <a:path extrusionOk="0" h="2055" w="2152">
                    <a:moveTo>
                      <a:pt x="1" y="1"/>
                    </a:moveTo>
                    <a:cubicBezTo>
                      <a:pt x="2" y="1"/>
                      <a:pt x="4" y="2"/>
                      <a:pt x="5" y="2"/>
                    </a:cubicBezTo>
                    <a:lnTo>
                      <a:pt x="5" y="2"/>
                    </a:lnTo>
                    <a:cubicBezTo>
                      <a:pt x="5" y="2"/>
                      <a:pt x="3" y="1"/>
                      <a:pt x="1" y="1"/>
                    </a:cubicBezTo>
                    <a:close/>
                    <a:moveTo>
                      <a:pt x="5" y="2"/>
                    </a:moveTo>
                    <a:cubicBezTo>
                      <a:pt x="5" y="2"/>
                      <a:pt x="6" y="2"/>
                      <a:pt x="6" y="2"/>
                    </a:cubicBezTo>
                    <a:cubicBezTo>
                      <a:pt x="531" y="302"/>
                      <a:pt x="1462" y="1070"/>
                      <a:pt x="1855" y="1913"/>
                    </a:cubicBezTo>
                    <a:cubicBezTo>
                      <a:pt x="1920" y="1949"/>
                      <a:pt x="1984" y="1978"/>
                      <a:pt x="2049" y="2005"/>
                    </a:cubicBezTo>
                    <a:cubicBezTo>
                      <a:pt x="2082" y="2022"/>
                      <a:pt x="2116" y="2038"/>
                      <a:pt x="2148" y="2054"/>
                    </a:cubicBezTo>
                    <a:lnTo>
                      <a:pt x="2151" y="2054"/>
                    </a:lnTo>
                    <a:cubicBezTo>
                      <a:pt x="2083" y="1809"/>
                      <a:pt x="1976" y="1576"/>
                      <a:pt x="1837" y="1362"/>
                    </a:cubicBezTo>
                    <a:cubicBezTo>
                      <a:pt x="1634" y="1046"/>
                      <a:pt x="1367" y="769"/>
                      <a:pt x="1061" y="539"/>
                    </a:cubicBezTo>
                    <a:cubicBezTo>
                      <a:pt x="739" y="300"/>
                      <a:pt x="380" y="116"/>
                      <a:pt x="5" y="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
              <p:cNvSpPr/>
              <p:nvPr/>
            </p:nvSpPr>
            <p:spPr>
              <a:xfrm>
                <a:off x="996368" y="1920307"/>
                <a:ext cx="40914" cy="39080"/>
              </a:xfrm>
              <a:custGeom>
                <a:rect b="b" l="l" r="r" t="t"/>
                <a:pathLst>
                  <a:path extrusionOk="0" h="1641" w="1718">
                    <a:moveTo>
                      <a:pt x="1" y="1"/>
                    </a:moveTo>
                    <a:lnTo>
                      <a:pt x="1" y="1"/>
                    </a:lnTo>
                    <a:cubicBezTo>
                      <a:pt x="1" y="1"/>
                      <a:pt x="1" y="1"/>
                      <a:pt x="1" y="1"/>
                    </a:cubicBezTo>
                    <a:lnTo>
                      <a:pt x="1" y="1"/>
                    </a:lnTo>
                    <a:cubicBezTo>
                      <a:pt x="1" y="1"/>
                      <a:pt x="1" y="1"/>
                      <a:pt x="1" y="1"/>
                    </a:cubicBezTo>
                    <a:close/>
                    <a:moveTo>
                      <a:pt x="1" y="1"/>
                    </a:moveTo>
                    <a:cubicBezTo>
                      <a:pt x="2" y="2"/>
                      <a:pt x="3" y="4"/>
                      <a:pt x="4" y="4"/>
                    </a:cubicBezTo>
                    <a:cubicBezTo>
                      <a:pt x="424" y="242"/>
                      <a:pt x="1168" y="856"/>
                      <a:pt x="1480" y="1527"/>
                    </a:cubicBezTo>
                    <a:lnTo>
                      <a:pt x="1480" y="1529"/>
                    </a:lnTo>
                    <a:cubicBezTo>
                      <a:pt x="1532" y="1555"/>
                      <a:pt x="1583" y="1579"/>
                      <a:pt x="1636" y="1602"/>
                    </a:cubicBezTo>
                    <a:cubicBezTo>
                      <a:pt x="1662" y="1613"/>
                      <a:pt x="1688" y="1628"/>
                      <a:pt x="1714" y="1641"/>
                    </a:cubicBezTo>
                    <a:lnTo>
                      <a:pt x="1717" y="1641"/>
                    </a:lnTo>
                    <a:cubicBezTo>
                      <a:pt x="1662" y="1443"/>
                      <a:pt x="1576" y="1260"/>
                      <a:pt x="1467" y="1086"/>
                    </a:cubicBezTo>
                    <a:cubicBezTo>
                      <a:pt x="1299" y="830"/>
                      <a:pt x="1080" y="604"/>
                      <a:pt x="831" y="419"/>
                    </a:cubicBezTo>
                    <a:cubicBezTo>
                      <a:pt x="578" y="233"/>
                      <a:pt x="293" y="88"/>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3"/>
              <p:cNvSpPr/>
              <p:nvPr/>
            </p:nvSpPr>
            <p:spPr>
              <a:xfrm>
                <a:off x="1001536" y="1877583"/>
                <a:ext cx="1858" cy="1953"/>
              </a:xfrm>
              <a:custGeom>
                <a:rect b="b" l="l" r="r" t="t"/>
                <a:pathLst>
                  <a:path extrusionOk="0" h="82" w="78">
                    <a:moveTo>
                      <a:pt x="77" y="1"/>
                    </a:moveTo>
                    <a:lnTo>
                      <a:pt x="77" y="1"/>
                    </a:lnTo>
                    <a:cubicBezTo>
                      <a:pt x="69" y="7"/>
                      <a:pt x="61" y="15"/>
                      <a:pt x="55" y="24"/>
                    </a:cubicBezTo>
                    <a:lnTo>
                      <a:pt x="55" y="24"/>
                    </a:lnTo>
                    <a:cubicBezTo>
                      <a:pt x="63" y="16"/>
                      <a:pt x="70" y="8"/>
                      <a:pt x="77" y="1"/>
                    </a:cubicBezTo>
                    <a:close/>
                    <a:moveTo>
                      <a:pt x="55" y="24"/>
                    </a:moveTo>
                    <a:cubicBezTo>
                      <a:pt x="52" y="27"/>
                      <a:pt x="48" y="30"/>
                      <a:pt x="45" y="33"/>
                    </a:cubicBezTo>
                    <a:cubicBezTo>
                      <a:pt x="28" y="49"/>
                      <a:pt x="14" y="65"/>
                      <a:pt x="1" y="82"/>
                    </a:cubicBezTo>
                    <a:cubicBezTo>
                      <a:pt x="19" y="64"/>
                      <a:pt x="37" y="43"/>
                      <a:pt x="54" y="25"/>
                    </a:cubicBezTo>
                    <a:cubicBezTo>
                      <a:pt x="55" y="25"/>
                      <a:pt x="55" y="24"/>
                      <a:pt x="55" y="2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3"/>
              <p:cNvSpPr/>
              <p:nvPr/>
            </p:nvSpPr>
            <p:spPr>
              <a:xfrm>
                <a:off x="1033424" y="1853030"/>
                <a:ext cx="1572" cy="1000"/>
              </a:xfrm>
              <a:custGeom>
                <a:rect b="b" l="l" r="r" t="t"/>
                <a:pathLst>
                  <a:path extrusionOk="0" h="42" w="66">
                    <a:moveTo>
                      <a:pt x="65" y="1"/>
                    </a:moveTo>
                    <a:cubicBezTo>
                      <a:pt x="64" y="2"/>
                      <a:pt x="62" y="2"/>
                      <a:pt x="60" y="3"/>
                    </a:cubicBezTo>
                    <a:lnTo>
                      <a:pt x="60" y="3"/>
                    </a:lnTo>
                    <a:cubicBezTo>
                      <a:pt x="62" y="2"/>
                      <a:pt x="64" y="2"/>
                      <a:pt x="65" y="1"/>
                    </a:cubicBezTo>
                    <a:close/>
                    <a:moveTo>
                      <a:pt x="60" y="3"/>
                    </a:moveTo>
                    <a:lnTo>
                      <a:pt x="60" y="3"/>
                    </a:lnTo>
                    <a:cubicBezTo>
                      <a:pt x="54" y="7"/>
                      <a:pt x="47" y="11"/>
                      <a:pt x="41" y="16"/>
                    </a:cubicBezTo>
                    <a:lnTo>
                      <a:pt x="41" y="16"/>
                    </a:lnTo>
                    <a:cubicBezTo>
                      <a:pt x="42" y="15"/>
                      <a:pt x="43" y="15"/>
                      <a:pt x="44" y="14"/>
                    </a:cubicBezTo>
                    <a:cubicBezTo>
                      <a:pt x="49" y="10"/>
                      <a:pt x="54" y="6"/>
                      <a:pt x="60" y="3"/>
                    </a:cubicBezTo>
                    <a:close/>
                    <a:moveTo>
                      <a:pt x="41" y="16"/>
                    </a:moveTo>
                    <a:lnTo>
                      <a:pt x="41" y="16"/>
                    </a:lnTo>
                    <a:cubicBezTo>
                      <a:pt x="39" y="18"/>
                      <a:pt x="37" y="19"/>
                      <a:pt x="35" y="20"/>
                    </a:cubicBezTo>
                    <a:lnTo>
                      <a:pt x="35" y="20"/>
                    </a:lnTo>
                    <a:cubicBezTo>
                      <a:pt x="36" y="19"/>
                      <a:pt x="38" y="18"/>
                      <a:pt x="39" y="17"/>
                    </a:cubicBezTo>
                    <a:cubicBezTo>
                      <a:pt x="40" y="17"/>
                      <a:pt x="40" y="17"/>
                      <a:pt x="41" y="16"/>
                    </a:cubicBezTo>
                    <a:close/>
                    <a:moveTo>
                      <a:pt x="35" y="20"/>
                    </a:moveTo>
                    <a:lnTo>
                      <a:pt x="35" y="20"/>
                    </a:lnTo>
                    <a:cubicBezTo>
                      <a:pt x="23" y="27"/>
                      <a:pt x="11" y="34"/>
                      <a:pt x="1" y="41"/>
                    </a:cubicBezTo>
                    <a:cubicBezTo>
                      <a:pt x="12" y="35"/>
                      <a:pt x="24" y="27"/>
                      <a:pt x="35" y="2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
              <p:cNvSpPr/>
              <p:nvPr/>
            </p:nvSpPr>
            <p:spPr>
              <a:xfrm>
                <a:off x="971719" y="1919997"/>
                <a:ext cx="143" cy="214"/>
              </a:xfrm>
              <a:custGeom>
                <a:rect b="b" l="l" r="r" t="t"/>
                <a:pathLst>
                  <a:path extrusionOk="0" h="9" w="6">
                    <a:moveTo>
                      <a:pt x="5" y="1"/>
                    </a:moveTo>
                    <a:cubicBezTo>
                      <a:pt x="2" y="2"/>
                      <a:pt x="2" y="4"/>
                      <a:pt x="0" y="9"/>
                    </a:cubicBezTo>
                    <a:cubicBezTo>
                      <a:pt x="2" y="6"/>
                      <a:pt x="5" y="4"/>
                      <a:pt x="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3"/>
              <p:cNvSpPr/>
              <p:nvPr/>
            </p:nvSpPr>
            <p:spPr>
              <a:xfrm>
                <a:off x="980698" y="1904208"/>
                <a:ext cx="714" cy="1024"/>
              </a:xfrm>
              <a:custGeom>
                <a:rect b="b" l="l" r="r" t="t"/>
                <a:pathLst>
                  <a:path extrusionOk="0" h="43" w="30">
                    <a:moveTo>
                      <a:pt x="30" y="1"/>
                    </a:moveTo>
                    <a:lnTo>
                      <a:pt x="30" y="1"/>
                    </a:lnTo>
                    <a:cubicBezTo>
                      <a:pt x="29" y="2"/>
                      <a:pt x="28" y="3"/>
                      <a:pt x="28" y="5"/>
                    </a:cubicBezTo>
                    <a:lnTo>
                      <a:pt x="28" y="5"/>
                    </a:lnTo>
                    <a:cubicBezTo>
                      <a:pt x="28" y="4"/>
                      <a:pt x="29" y="2"/>
                      <a:pt x="30" y="1"/>
                    </a:cubicBezTo>
                    <a:close/>
                    <a:moveTo>
                      <a:pt x="28" y="5"/>
                    </a:moveTo>
                    <a:lnTo>
                      <a:pt x="28" y="5"/>
                    </a:lnTo>
                    <a:cubicBezTo>
                      <a:pt x="25" y="9"/>
                      <a:pt x="22" y="11"/>
                      <a:pt x="20" y="12"/>
                    </a:cubicBezTo>
                    <a:cubicBezTo>
                      <a:pt x="14" y="24"/>
                      <a:pt x="6" y="33"/>
                      <a:pt x="1" y="43"/>
                    </a:cubicBezTo>
                    <a:cubicBezTo>
                      <a:pt x="7" y="32"/>
                      <a:pt x="17" y="20"/>
                      <a:pt x="25" y="9"/>
                    </a:cubicBezTo>
                    <a:cubicBezTo>
                      <a:pt x="26" y="8"/>
                      <a:pt x="27" y="6"/>
                      <a:pt x="28" y="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3"/>
              <p:cNvSpPr/>
              <p:nvPr/>
            </p:nvSpPr>
            <p:spPr>
              <a:xfrm>
                <a:off x="985342" y="1896373"/>
                <a:ext cx="1667" cy="2262"/>
              </a:xfrm>
              <a:custGeom>
                <a:rect b="b" l="l" r="r" t="t"/>
                <a:pathLst>
                  <a:path extrusionOk="0" h="95" w="70">
                    <a:moveTo>
                      <a:pt x="70" y="1"/>
                    </a:moveTo>
                    <a:lnTo>
                      <a:pt x="70" y="1"/>
                    </a:lnTo>
                    <a:cubicBezTo>
                      <a:pt x="67" y="5"/>
                      <a:pt x="64" y="10"/>
                      <a:pt x="60" y="15"/>
                    </a:cubicBezTo>
                    <a:lnTo>
                      <a:pt x="60" y="15"/>
                    </a:lnTo>
                    <a:cubicBezTo>
                      <a:pt x="64" y="10"/>
                      <a:pt x="67" y="6"/>
                      <a:pt x="70" y="1"/>
                    </a:cubicBezTo>
                    <a:close/>
                    <a:moveTo>
                      <a:pt x="60" y="15"/>
                    </a:moveTo>
                    <a:lnTo>
                      <a:pt x="60" y="15"/>
                    </a:lnTo>
                    <a:cubicBezTo>
                      <a:pt x="54" y="24"/>
                      <a:pt x="46" y="33"/>
                      <a:pt x="38" y="41"/>
                    </a:cubicBezTo>
                    <a:cubicBezTo>
                      <a:pt x="26" y="61"/>
                      <a:pt x="12" y="77"/>
                      <a:pt x="0" y="95"/>
                    </a:cubicBezTo>
                    <a:lnTo>
                      <a:pt x="4" y="90"/>
                    </a:lnTo>
                    <a:cubicBezTo>
                      <a:pt x="23" y="65"/>
                      <a:pt x="42" y="40"/>
                      <a:pt x="60" y="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3"/>
              <p:cNvSpPr/>
              <p:nvPr/>
            </p:nvSpPr>
            <p:spPr>
              <a:xfrm>
                <a:off x="1014467" y="1865128"/>
                <a:ext cx="2739" cy="2215"/>
              </a:xfrm>
              <a:custGeom>
                <a:rect b="b" l="l" r="r" t="t"/>
                <a:pathLst>
                  <a:path extrusionOk="0" h="93" w="115">
                    <a:moveTo>
                      <a:pt x="114" y="0"/>
                    </a:moveTo>
                    <a:lnTo>
                      <a:pt x="114" y="0"/>
                    </a:lnTo>
                    <a:cubicBezTo>
                      <a:pt x="106" y="7"/>
                      <a:pt x="95" y="15"/>
                      <a:pt x="87" y="21"/>
                    </a:cubicBezTo>
                    <a:cubicBezTo>
                      <a:pt x="72" y="34"/>
                      <a:pt x="57" y="46"/>
                      <a:pt x="41" y="59"/>
                    </a:cubicBezTo>
                    <a:lnTo>
                      <a:pt x="41" y="59"/>
                    </a:lnTo>
                    <a:cubicBezTo>
                      <a:pt x="65" y="41"/>
                      <a:pt x="90" y="21"/>
                      <a:pt x="114" y="0"/>
                    </a:cubicBezTo>
                    <a:close/>
                    <a:moveTo>
                      <a:pt x="41" y="59"/>
                    </a:moveTo>
                    <a:lnTo>
                      <a:pt x="41" y="59"/>
                    </a:lnTo>
                    <a:cubicBezTo>
                      <a:pt x="39" y="61"/>
                      <a:pt x="36" y="63"/>
                      <a:pt x="33" y="65"/>
                    </a:cubicBezTo>
                    <a:cubicBezTo>
                      <a:pt x="25" y="71"/>
                      <a:pt x="16" y="79"/>
                      <a:pt x="8" y="86"/>
                    </a:cubicBezTo>
                    <a:lnTo>
                      <a:pt x="8" y="86"/>
                    </a:lnTo>
                    <a:cubicBezTo>
                      <a:pt x="19" y="77"/>
                      <a:pt x="30" y="68"/>
                      <a:pt x="41" y="59"/>
                    </a:cubicBezTo>
                    <a:close/>
                    <a:moveTo>
                      <a:pt x="8" y="86"/>
                    </a:moveTo>
                    <a:cubicBezTo>
                      <a:pt x="6" y="88"/>
                      <a:pt x="3" y="90"/>
                      <a:pt x="1" y="93"/>
                    </a:cubicBezTo>
                    <a:cubicBezTo>
                      <a:pt x="3" y="91"/>
                      <a:pt x="6" y="88"/>
                      <a:pt x="8" y="8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3"/>
              <p:cNvSpPr/>
              <p:nvPr/>
            </p:nvSpPr>
            <p:spPr>
              <a:xfrm>
                <a:off x="1008728" y="1870224"/>
                <a:ext cx="2501" cy="2167"/>
              </a:xfrm>
              <a:custGeom>
                <a:rect b="b" l="l" r="r" t="t"/>
                <a:pathLst>
                  <a:path extrusionOk="0" h="91" w="105">
                    <a:moveTo>
                      <a:pt x="104" y="0"/>
                    </a:moveTo>
                    <a:lnTo>
                      <a:pt x="104" y="0"/>
                    </a:lnTo>
                    <a:cubicBezTo>
                      <a:pt x="102" y="2"/>
                      <a:pt x="99" y="4"/>
                      <a:pt x="97" y="6"/>
                    </a:cubicBezTo>
                    <a:lnTo>
                      <a:pt x="97" y="6"/>
                    </a:lnTo>
                    <a:cubicBezTo>
                      <a:pt x="100" y="4"/>
                      <a:pt x="102" y="2"/>
                      <a:pt x="104" y="0"/>
                    </a:cubicBezTo>
                    <a:close/>
                    <a:moveTo>
                      <a:pt x="97" y="6"/>
                    </a:moveTo>
                    <a:lnTo>
                      <a:pt x="97" y="6"/>
                    </a:lnTo>
                    <a:cubicBezTo>
                      <a:pt x="90" y="11"/>
                      <a:pt x="83" y="15"/>
                      <a:pt x="77" y="21"/>
                    </a:cubicBezTo>
                    <a:cubicBezTo>
                      <a:pt x="63" y="33"/>
                      <a:pt x="49" y="46"/>
                      <a:pt x="35" y="58"/>
                    </a:cubicBezTo>
                    <a:lnTo>
                      <a:pt x="35" y="58"/>
                    </a:lnTo>
                    <a:cubicBezTo>
                      <a:pt x="40" y="54"/>
                      <a:pt x="45" y="50"/>
                      <a:pt x="51" y="45"/>
                    </a:cubicBezTo>
                    <a:cubicBezTo>
                      <a:pt x="65" y="34"/>
                      <a:pt x="80" y="20"/>
                      <a:pt x="97" y="6"/>
                    </a:cubicBezTo>
                    <a:close/>
                    <a:moveTo>
                      <a:pt x="35" y="58"/>
                    </a:moveTo>
                    <a:lnTo>
                      <a:pt x="35" y="58"/>
                    </a:lnTo>
                    <a:cubicBezTo>
                      <a:pt x="23" y="69"/>
                      <a:pt x="12" y="79"/>
                      <a:pt x="0" y="91"/>
                    </a:cubicBezTo>
                    <a:cubicBezTo>
                      <a:pt x="12" y="80"/>
                      <a:pt x="23" y="69"/>
                      <a:pt x="35" y="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3"/>
              <p:cNvSpPr/>
              <p:nvPr/>
            </p:nvSpPr>
            <p:spPr>
              <a:xfrm>
                <a:off x="1020350" y="1860651"/>
                <a:ext cx="2715" cy="2072"/>
              </a:xfrm>
              <a:custGeom>
                <a:rect b="b" l="l" r="r" t="t"/>
                <a:pathLst>
                  <a:path extrusionOk="0" h="87" w="114">
                    <a:moveTo>
                      <a:pt x="114" y="0"/>
                    </a:moveTo>
                    <a:lnTo>
                      <a:pt x="114" y="0"/>
                    </a:lnTo>
                    <a:cubicBezTo>
                      <a:pt x="112" y="2"/>
                      <a:pt x="110" y="3"/>
                      <a:pt x="108" y="5"/>
                    </a:cubicBezTo>
                    <a:lnTo>
                      <a:pt x="108" y="5"/>
                    </a:lnTo>
                    <a:cubicBezTo>
                      <a:pt x="110" y="3"/>
                      <a:pt x="112" y="2"/>
                      <a:pt x="114" y="0"/>
                    </a:cubicBezTo>
                    <a:close/>
                    <a:moveTo>
                      <a:pt x="108" y="5"/>
                    </a:moveTo>
                    <a:lnTo>
                      <a:pt x="108" y="5"/>
                    </a:lnTo>
                    <a:cubicBezTo>
                      <a:pt x="102" y="8"/>
                      <a:pt x="97" y="11"/>
                      <a:pt x="91" y="16"/>
                    </a:cubicBezTo>
                    <a:cubicBezTo>
                      <a:pt x="85" y="21"/>
                      <a:pt x="78" y="26"/>
                      <a:pt x="72" y="31"/>
                    </a:cubicBezTo>
                    <a:lnTo>
                      <a:pt x="72" y="31"/>
                    </a:lnTo>
                    <a:cubicBezTo>
                      <a:pt x="84" y="22"/>
                      <a:pt x="96" y="13"/>
                      <a:pt x="108" y="5"/>
                    </a:cubicBezTo>
                    <a:close/>
                    <a:moveTo>
                      <a:pt x="72" y="31"/>
                    </a:moveTo>
                    <a:cubicBezTo>
                      <a:pt x="53" y="45"/>
                      <a:pt x="33" y="60"/>
                      <a:pt x="13" y="75"/>
                    </a:cubicBezTo>
                    <a:cubicBezTo>
                      <a:pt x="8" y="80"/>
                      <a:pt x="3" y="81"/>
                      <a:pt x="0" y="86"/>
                    </a:cubicBezTo>
                    <a:cubicBezTo>
                      <a:pt x="24" y="67"/>
                      <a:pt x="49" y="49"/>
                      <a:pt x="72"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3"/>
              <p:cNvSpPr/>
              <p:nvPr/>
            </p:nvSpPr>
            <p:spPr>
              <a:xfrm>
                <a:off x="995606" y="1883441"/>
                <a:ext cx="2143" cy="2477"/>
              </a:xfrm>
              <a:custGeom>
                <a:rect b="b" l="l" r="r" t="t"/>
                <a:pathLst>
                  <a:path extrusionOk="0" h="104" w="90">
                    <a:moveTo>
                      <a:pt x="89" y="1"/>
                    </a:moveTo>
                    <a:lnTo>
                      <a:pt x="89" y="1"/>
                    </a:lnTo>
                    <a:cubicBezTo>
                      <a:pt x="82" y="9"/>
                      <a:pt x="75" y="17"/>
                      <a:pt x="67" y="25"/>
                    </a:cubicBezTo>
                    <a:lnTo>
                      <a:pt x="67" y="25"/>
                    </a:lnTo>
                    <a:lnTo>
                      <a:pt x="80" y="14"/>
                    </a:lnTo>
                    <a:cubicBezTo>
                      <a:pt x="83" y="9"/>
                      <a:pt x="88" y="6"/>
                      <a:pt x="89" y="1"/>
                    </a:cubicBezTo>
                    <a:close/>
                    <a:moveTo>
                      <a:pt x="67" y="25"/>
                    </a:moveTo>
                    <a:lnTo>
                      <a:pt x="60" y="32"/>
                    </a:lnTo>
                    <a:cubicBezTo>
                      <a:pt x="41" y="54"/>
                      <a:pt x="20" y="79"/>
                      <a:pt x="0" y="103"/>
                    </a:cubicBezTo>
                    <a:cubicBezTo>
                      <a:pt x="24" y="77"/>
                      <a:pt x="45" y="51"/>
                      <a:pt x="67" y="2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3"/>
              <p:cNvSpPr/>
              <p:nvPr/>
            </p:nvSpPr>
            <p:spPr>
              <a:xfrm>
                <a:off x="990343" y="1889705"/>
                <a:ext cx="2048" cy="2453"/>
              </a:xfrm>
              <a:custGeom>
                <a:rect b="b" l="l" r="r" t="t"/>
                <a:pathLst>
                  <a:path extrusionOk="0" h="103" w="86">
                    <a:moveTo>
                      <a:pt x="85" y="0"/>
                    </a:moveTo>
                    <a:lnTo>
                      <a:pt x="50" y="43"/>
                    </a:lnTo>
                    <a:lnTo>
                      <a:pt x="30" y="67"/>
                    </a:lnTo>
                    <a:lnTo>
                      <a:pt x="30" y="67"/>
                    </a:lnTo>
                    <a:lnTo>
                      <a:pt x="85" y="0"/>
                    </a:lnTo>
                    <a:close/>
                    <a:moveTo>
                      <a:pt x="30" y="67"/>
                    </a:moveTo>
                    <a:lnTo>
                      <a:pt x="1" y="103"/>
                    </a:lnTo>
                    <a:lnTo>
                      <a:pt x="1" y="103"/>
                    </a:lnTo>
                    <a:lnTo>
                      <a:pt x="25" y="73"/>
                    </a:lnTo>
                    <a:lnTo>
                      <a:pt x="30" y="6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3"/>
              <p:cNvSpPr/>
              <p:nvPr/>
            </p:nvSpPr>
            <p:spPr>
              <a:xfrm>
                <a:off x="1026470" y="1856626"/>
                <a:ext cx="2501" cy="1691"/>
              </a:xfrm>
              <a:custGeom>
                <a:rect b="b" l="l" r="r" t="t"/>
                <a:pathLst>
                  <a:path extrusionOk="0" h="71" w="105">
                    <a:moveTo>
                      <a:pt x="105" y="1"/>
                    </a:moveTo>
                    <a:cubicBezTo>
                      <a:pt x="98" y="4"/>
                      <a:pt x="92" y="7"/>
                      <a:pt x="85" y="12"/>
                    </a:cubicBezTo>
                    <a:cubicBezTo>
                      <a:pt x="75" y="19"/>
                      <a:pt x="65" y="26"/>
                      <a:pt x="55" y="33"/>
                    </a:cubicBezTo>
                    <a:lnTo>
                      <a:pt x="55" y="33"/>
                    </a:lnTo>
                    <a:cubicBezTo>
                      <a:pt x="71" y="22"/>
                      <a:pt x="88" y="11"/>
                      <a:pt x="105" y="1"/>
                    </a:cubicBezTo>
                    <a:close/>
                    <a:moveTo>
                      <a:pt x="55" y="33"/>
                    </a:moveTo>
                    <a:lnTo>
                      <a:pt x="55" y="33"/>
                    </a:lnTo>
                    <a:cubicBezTo>
                      <a:pt x="40" y="43"/>
                      <a:pt x="26" y="53"/>
                      <a:pt x="11" y="63"/>
                    </a:cubicBezTo>
                    <a:lnTo>
                      <a:pt x="11" y="63"/>
                    </a:lnTo>
                    <a:cubicBezTo>
                      <a:pt x="13" y="62"/>
                      <a:pt x="14" y="61"/>
                      <a:pt x="15" y="61"/>
                    </a:cubicBezTo>
                    <a:cubicBezTo>
                      <a:pt x="29" y="51"/>
                      <a:pt x="42" y="42"/>
                      <a:pt x="55" y="33"/>
                    </a:cubicBezTo>
                    <a:close/>
                    <a:moveTo>
                      <a:pt x="11" y="63"/>
                    </a:moveTo>
                    <a:cubicBezTo>
                      <a:pt x="7" y="65"/>
                      <a:pt x="3" y="67"/>
                      <a:pt x="1" y="70"/>
                    </a:cubicBezTo>
                    <a:cubicBezTo>
                      <a:pt x="4" y="68"/>
                      <a:pt x="8" y="65"/>
                      <a:pt x="11" y="6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3"/>
              <p:cNvSpPr/>
              <p:nvPr/>
            </p:nvSpPr>
            <p:spPr>
              <a:xfrm>
                <a:off x="980483" y="1844290"/>
                <a:ext cx="113717" cy="78518"/>
              </a:xfrm>
              <a:custGeom>
                <a:rect b="b" l="l" r="r" t="t"/>
                <a:pathLst>
                  <a:path extrusionOk="0" h="3297" w="4775">
                    <a:moveTo>
                      <a:pt x="3536" y="0"/>
                    </a:moveTo>
                    <a:cubicBezTo>
                      <a:pt x="2420" y="478"/>
                      <a:pt x="1522" y="1219"/>
                      <a:pt x="840" y="2045"/>
                    </a:cubicBezTo>
                    <a:cubicBezTo>
                      <a:pt x="838" y="2047"/>
                      <a:pt x="835" y="2050"/>
                      <a:pt x="833" y="2053"/>
                    </a:cubicBezTo>
                    <a:cubicBezTo>
                      <a:pt x="506" y="2452"/>
                      <a:pt x="227" y="2872"/>
                      <a:pt x="0" y="3296"/>
                    </a:cubicBezTo>
                    <a:cubicBezTo>
                      <a:pt x="613" y="2671"/>
                      <a:pt x="1739" y="1502"/>
                      <a:pt x="3057" y="854"/>
                    </a:cubicBezTo>
                    <a:cubicBezTo>
                      <a:pt x="3604" y="583"/>
                      <a:pt x="4185" y="402"/>
                      <a:pt x="4774" y="389"/>
                    </a:cubicBezTo>
                    <a:cubicBezTo>
                      <a:pt x="4585" y="279"/>
                      <a:pt x="4390" y="186"/>
                      <a:pt x="4191" y="122"/>
                    </a:cubicBezTo>
                    <a:cubicBezTo>
                      <a:pt x="4180" y="118"/>
                      <a:pt x="4170" y="113"/>
                      <a:pt x="4159" y="112"/>
                    </a:cubicBezTo>
                    <a:cubicBezTo>
                      <a:pt x="4065" y="84"/>
                      <a:pt x="3972" y="60"/>
                      <a:pt x="3878" y="41"/>
                    </a:cubicBezTo>
                    <a:cubicBezTo>
                      <a:pt x="3862" y="37"/>
                      <a:pt x="3844" y="36"/>
                      <a:pt x="3828" y="32"/>
                    </a:cubicBezTo>
                    <a:cubicBezTo>
                      <a:pt x="3739" y="19"/>
                      <a:pt x="3650" y="6"/>
                      <a:pt x="3559" y="3"/>
                    </a:cubicBezTo>
                    <a:cubicBezTo>
                      <a:pt x="3553" y="3"/>
                      <a:pt x="3546" y="0"/>
                      <a:pt x="35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3"/>
              <p:cNvSpPr/>
              <p:nvPr/>
            </p:nvSpPr>
            <p:spPr>
              <a:xfrm>
                <a:off x="1392173" y="2697319"/>
                <a:ext cx="35341" cy="39271"/>
              </a:xfrm>
              <a:custGeom>
                <a:rect b="b" l="l" r="r" t="t"/>
                <a:pathLst>
                  <a:path extrusionOk="0" h="1649" w="1484">
                    <a:moveTo>
                      <a:pt x="1023" y="0"/>
                    </a:moveTo>
                    <a:cubicBezTo>
                      <a:pt x="1021" y="0"/>
                      <a:pt x="1021" y="2"/>
                      <a:pt x="1020" y="2"/>
                    </a:cubicBezTo>
                    <a:cubicBezTo>
                      <a:pt x="657" y="143"/>
                      <a:pt x="365" y="370"/>
                      <a:pt x="203" y="642"/>
                    </a:cubicBezTo>
                    <a:cubicBezTo>
                      <a:pt x="25" y="937"/>
                      <a:pt x="0" y="1277"/>
                      <a:pt x="124" y="1648"/>
                    </a:cubicBezTo>
                    <a:lnTo>
                      <a:pt x="1483" y="1123"/>
                    </a:lnTo>
                    <a:cubicBezTo>
                      <a:pt x="1344" y="757"/>
                      <a:pt x="1187" y="362"/>
                      <a:pt x="1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3"/>
              <p:cNvSpPr/>
              <p:nvPr/>
            </p:nvSpPr>
            <p:spPr>
              <a:xfrm>
                <a:off x="1260072" y="2667908"/>
                <a:ext cx="154893" cy="120790"/>
              </a:xfrm>
              <a:custGeom>
                <a:rect b="b" l="l" r="r" t="t"/>
                <a:pathLst>
                  <a:path extrusionOk="0" h="5072" w="6504">
                    <a:moveTo>
                      <a:pt x="5607" y="1"/>
                    </a:moveTo>
                    <a:cubicBezTo>
                      <a:pt x="5573" y="1"/>
                      <a:pt x="5539" y="7"/>
                      <a:pt x="5505" y="20"/>
                    </a:cubicBezTo>
                    <a:cubicBezTo>
                      <a:pt x="5445" y="41"/>
                      <a:pt x="5416" y="83"/>
                      <a:pt x="5402" y="135"/>
                    </a:cubicBezTo>
                    <a:cubicBezTo>
                      <a:pt x="5322" y="406"/>
                      <a:pt x="5701" y="1012"/>
                      <a:pt x="5141" y="1307"/>
                    </a:cubicBezTo>
                    <a:cubicBezTo>
                      <a:pt x="5141" y="1307"/>
                      <a:pt x="5137" y="1307"/>
                      <a:pt x="5137" y="1310"/>
                    </a:cubicBezTo>
                    <a:cubicBezTo>
                      <a:pt x="5108" y="1326"/>
                      <a:pt x="5077" y="1342"/>
                      <a:pt x="5039" y="1357"/>
                    </a:cubicBezTo>
                    <a:cubicBezTo>
                      <a:pt x="4949" y="1391"/>
                      <a:pt x="4860" y="1406"/>
                      <a:pt x="4774" y="1406"/>
                    </a:cubicBezTo>
                    <a:cubicBezTo>
                      <a:pt x="4457" y="1406"/>
                      <a:pt x="4191" y="1208"/>
                      <a:pt x="4125" y="1123"/>
                    </a:cubicBezTo>
                    <a:cubicBezTo>
                      <a:pt x="4043" y="1016"/>
                      <a:pt x="3741" y="582"/>
                      <a:pt x="3104" y="582"/>
                    </a:cubicBezTo>
                    <a:cubicBezTo>
                      <a:pt x="3095" y="582"/>
                      <a:pt x="3085" y="582"/>
                      <a:pt x="3076" y="582"/>
                    </a:cubicBezTo>
                    <a:lnTo>
                      <a:pt x="3065" y="582"/>
                    </a:lnTo>
                    <a:cubicBezTo>
                      <a:pt x="2400" y="598"/>
                      <a:pt x="2557" y="1213"/>
                      <a:pt x="2950" y="1619"/>
                    </a:cubicBezTo>
                    <a:cubicBezTo>
                      <a:pt x="2943" y="1650"/>
                      <a:pt x="2932" y="1684"/>
                      <a:pt x="2920" y="1717"/>
                    </a:cubicBezTo>
                    <a:cubicBezTo>
                      <a:pt x="3236" y="1759"/>
                      <a:pt x="3539" y="1875"/>
                      <a:pt x="3800" y="2057"/>
                    </a:cubicBezTo>
                    <a:cubicBezTo>
                      <a:pt x="3838" y="2083"/>
                      <a:pt x="3847" y="2135"/>
                      <a:pt x="3821" y="2170"/>
                    </a:cubicBezTo>
                    <a:cubicBezTo>
                      <a:pt x="3805" y="2193"/>
                      <a:pt x="3781" y="2204"/>
                      <a:pt x="3753" y="2204"/>
                    </a:cubicBezTo>
                    <a:cubicBezTo>
                      <a:pt x="3737" y="2204"/>
                      <a:pt x="3721" y="2201"/>
                      <a:pt x="3708" y="2191"/>
                    </a:cubicBezTo>
                    <a:cubicBezTo>
                      <a:pt x="3458" y="2016"/>
                      <a:pt x="3167" y="1905"/>
                      <a:pt x="2862" y="1872"/>
                    </a:cubicBezTo>
                    <a:cubicBezTo>
                      <a:pt x="2859" y="1872"/>
                      <a:pt x="2856" y="1871"/>
                      <a:pt x="2851" y="1869"/>
                    </a:cubicBezTo>
                    <a:cubicBezTo>
                      <a:pt x="2788" y="1984"/>
                      <a:pt x="2700" y="2107"/>
                      <a:pt x="2593" y="2237"/>
                    </a:cubicBezTo>
                    <a:cubicBezTo>
                      <a:pt x="2877" y="2285"/>
                      <a:pt x="3149" y="2402"/>
                      <a:pt x="3377" y="2577"/>
                    </a:cubicBezTo>
                    <a:cubicBezTo>
                      <a:pt x="3413" y="2606"/>
                      <a:pt x="3420" y="2657"/>
                      <a:pt x="3392" y="2691"/>
                    </a:cubicBezTo>
                    <a:cubicBezTo>
                      <a:pt x="3376" y="2712"/>
                      <a:pt x="3351" y="2723"/>
                      <a:pt x="3327" y="2723"/>
                    </a:cubicBezTo>
                    <a:cubicBezTo>
                      <a:pt x="3308" y="2723"/>
                      <a:pt x="3292" y="2718"/>
                      <a:pt x="3275" y="2707"/>
                    </a:cubicBezTo>
                    <a:cubicBezTo>
                      <a:pt x="3053" y="2535"/>
                      <a:pt x="2786" y="2426"/>
                      <a:pt x="2506" y="2388"/>
                    </a:cubicBezTo>
                    <a:cubicBezTo>
                      <a:pt x="2494" y="2386"/>
                      <a:pt x="2484" y="2381"/>
                      <a:pt x="2473" y="2375"/>
                    </a:cubicBezTo>
                    <a:cubicBezTo>
                      <a:pt x="2381" y="2480"/>
                      <a:pt x="2277" y="2588"/>
                      <a:pt x="2168" y="2694"/>
                    </a:cubicBezTo>
                    <a:cubicBezTo>
                      <a:pt x="2400" y="2786"/>
                      <a:pt x="2627" y="2900"/>
                      <a:pt x="2838" y="3037"/>
                    </a:cubicBezTo>
                    <a:cubicBezTo>
                      <a:pt x="2877" y="3062"/>
                      <a:pt x="2886" y="3112"/>
                      <a:pt x="2862" y="3151"/>
                    </a:cubicBezTo>
                    <a:cubicBezTo>
                      <a:pt x="2846" y="3175"/>
                      <a:pt x="2820" y="3188"/>
                      <a:pt x="2794" y="3188"/>
                    </a:cubicBezTo>
                    <a:cubicBezTo>
                      <a:pt x="2778" y="3188"/>
                      <a:pt x="2763" y="3183"/>
                      <a:pt x="2749" y="3175"/>
                    </a:cubicBezTo>
                    <a:cubicBezTo>
                      <a:pt x="2535" y="3036"/>
                      <a:pt x="2306" y="2921"/>
                      <a:pt x="2066" y="2828"/>
                    </a:cubicBezTo>
                    <a:cubicBezTo>
                      <a:pt x="2058" y="2825"/>
                      <a:pt x="2050" y="2820"/>
                      <a:pt x="2044" y="2815"/>
                    </a:cubicBezTo>
                    <a:cubicBezTo>
                      <a:pt x="1959" y="2896"/>
                      <a:pt x="1872" y="2974"/>
                      <a:pt x="1784" y="3054"/>
                    </a:cubicBezTo>
                    <a:cubicBezTo>
                      <a:pt x="1361" y="3431"/>
                      <a:pt x="924" y="3772"/>
                      <a:pt x="669" y="3968"/>
                    </a:cubicBezTo>
                    <a:cubicBezTo>
                      <a:pt x="556" y="4055"/>
                      <a:pt x="460" y="4141"/>
                      <a:pt x="373" y="4230"/>
                    </a:cubicBezTo>
                    <a:cubicBezTo>
                      <a:pt x="131" y="4480"/>
                      <a:pt x="0" y="4746"/>
                      <a:pt x="10" y="5071"/>
                    </a:cubicBezTo>
                    <a:lnTo>
                      <a:pt x="880" y="4737"/>
                    </a:lnTo>
                    <a:lnTo>
                      <a:pt x="2361" y="4161"/>
                    </a:lnTo>
                    <a:lnTo>
                      <a:pt x="5518" y="2942"/>
                    </a:lnTo>
                    <a:cubicBezTo>
                      <a:pt x="5434" y="2694"/>
                      <a:pt x="5410" y="2451"/>
                      <a:pt x="5450" y="2224"/>
                    </a:cubicBezTo>
                    <a:lnTo>
                      <a:pt x="5450" y="2219"/>
                    </a:lnTo>
                    <a:cubicBezTo>
                      <a:pt x="5476" y="2070"/>
                      <a:pt x="5530" y="1926"/>
                      <a:pt x="5611" y="1791"/>
                    </a:cubicBezTo>
                    <a:cubicBezTo>
                      <a:pt x="5791" y="1491"/>
                      <a:pt x="6107" y="1240"/>
                      <a:pt x="6504" y="1086"/>
                    </a:cubicBezTo>
                    <a:cubicBezTo>
                      <a:pt x="6214" y="477"/>
                      <a:pt x="5904" y="1"/>
                      <a:pt x="5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3"/>
              <p:cNvSpPr/>
              <p:nvPr/>
            </p:nvSpPr>
            <p:spPr>
              <a:xfrm>
                <a:off x="1260762" y="2727683"/>
                <a:ext cx="171373" cy="68111"/>
              </a:xfrm>
              <a:custGeom>
                <a:rect b="b" l="l" r="r" t="t"/>
                <a:pathLst>
                  <a:path extrusionOk="0" h="2860" w="7196">
                    <a:moveTo>
                      <a:pt x="7060" y="1"/>
                    </a:moveTo>
                    <a:lnTo>
                      <a:pt x="5681" y="534"/>
                    </a:lnTo>
                    <a:lnTo>
                      <a:pt x="5679" y="534"/>
                    </a:lnTo>
                    <a:lnTo>
                      <a:pt x="5622" y="557"/>
                    </a:lnTo>
                    <a:lnTo>
                      <a:pt x="2408" y="1796"/>
                    </a:lnTo>
                    <a:lnTo>
                      <a:pt x="976" y="2349"/>
                    </a:lnTo>
                    <a:lnTo>
                      <a:pt x="15" y="2720"/>
                    </a:lnTo>
                    <a:cubicBezTo>
                      <a:pt x="10" y="2722"/>
                      <a:pt x="3" y="2722"/>
                      <a:pt x="0" y="2722"/>
                    </a:cubicBezTo>
                    <a:cubicBezTo>
                      <a:pt x="8" y="2766"/>
                      <a:pt x="15" y="2813"/>
                      <a:pt x="26" y="2860"/>
                    </a:cubicBezTo>
                    <a:lnTo>
                      <a:pt x="1092" y="2462"/>
                    </a:lnTo>
                    <a:lnTo>
                      <a:pt x="2486" y="1942"/>
                    </a:lnTo>
                    <a:lnTo>
                      <a:pt x="3113" y="1707"/>
                    </a:lnTo>
                    <a:cubicBezTo>
                      <a:pt x="3141" y="1697"/>
                      <a:pt x="3169" y="1692"/>
                      <a:pt x="3196" y="1692"/>
                    </a:cubicBezTo>
                    <a:cubicBezTo>
                      <a:pt x="3281" y="1692"/>
                      <a:pt x="3363" y="1740"/>
                      <a:pt x="3407" y="1816"/>
                    </a:cubicBezTo>
                    <a:lnTo>
                      <a:pt x="5789" y="897"/>
                    </a:lnTo>
                    <a:lnTo>
                      <a:pt x="5792" y="897"/>
                    </a:lnTo>
                    <a:lnTo>
                      <a:pt x="7196" y="356"/>
                    </a:lnTo>
                    <a:cubicBezTo>
                      <a:pt x="7154" y="244"/>
                      <a:pt x="7107" y="124"/>
                      <a:pt x="70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3"/>
              <p:cNvSpPr/>
              <p:nvPr/>
            </p:nvSpPr>
            <p:spPr>
              <a:xfrm>
                <a:off x="1372216" y="2954593"/>
                <a:ext cx="80995" cy="109430"/>
              </a:xfrm>
              <a:custGeom>
                <a:rect b="b" l="l" r="r" t="t"/>
                <a:pathLst>
                  <a:path extrusionOk="0" h="4595" w="3401">
                    <a:moveTo>
                      <a:pt x="1991" y="0"/>
                    </a:moveTo>
                    <a:cubicBezTo>
                      <a:pt x="1986" y="2"/>
                      <a:pt x="1983" y="4"/>
                      <a:pt x="1978" y="9"/>
                    </a:cubicBezTo>
                    <a:cubicBezTo>
                      <a:pt x="1847" y="96"/>
                      <a:pt x="1707" y="171"/>
                      <a:pt x="1560" y="231"/>
                    </a:cubicBezTo>
                    <a:lnTo>
                      <a:pt x="1829" y="837"/>
                    </a:lnTo>
                    <a:lnTo>
                      <a:pt x="1916" y="1036"/>
                    </a:lnTo>
                    <a:lnTo>
                      <a:pt x="2623" y="2626"/>
                    </a:lnTo>
                    <a:lnTo>
                      <a:pt x="2689" y="2775"/>
                    </a:lnTo>
                    <a:lnTo>
                      <a:pt x="2825" y="3081"/>
                    </a:lnTo>
                    <a:lnTo>
                      <a:pt x="176" y="4125"/>
                    </a:lnTo>
                    <a:cubicBezTo>
                      <a:pt x="143" y="4136"/>
                      <a:pt x="114" y="4157"/>
                      <a:pt x="90" y="4182"/>
                    </a:cubicBezTo>
                    <a:cubicBezTo>
                      <a:pt x="25" y="4248"/>
                      <a:pt x="1" y="4347"/>
                      <a:pt x="38" y="4441"/>
                    </a:cubicBezTo>
                    <a:cubicBezTo>
                      <a:pt x="77" y="4537"/>
                      <a:pt x="168" y="4595"/>
                      <a:pt x="265" y="4595"/>
                    </a:cubicBezTo>
                    <a:cubicBezTo>
                      <a:pt x="296" y="4595"/>
                      <a:pt x="325" y="4588"/>
                      <a:pt x="354" y="4579"/>
                    </a:cubicBezTo>
                    <a:lnTo>
                      <a:pt x="3240" y="3443"/>
                    </a:lnTo>
                    <a:cubicBezTo>
                      <a:pt x="3302" y="3418"/>
                      <a:pt x="3352" y="3370"/>
                      <a:pt x="3376" y="3308"/>
                    </a:cubicBezTo>
                    <a:cubicBezTo>
                      <a:pt x="3401" y="3248"/>
                      <a:pt x="3401" y="3178"/>
                      <a:pt x="3375" y="3119"/>
                    </a:cubicBezTo>
                    <a:lnTo>
                      <a:pt x="3302" y="2943"/>
                    </a:lnTo>
                    <a:lnTo>
                      <a:pt x="3148" y="2597"/>
                    </a:lnTo>
                    <a:lnTo>
                      <a:pt x="3080" y="2448"/>
                    </a:lnTo>
                    <a:lnTo>
                      <a:pt x="2043" y="120"/>
                    </a:lnTo>
                    <a:lnTo>
                      <a:pt x="1991"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3"/>
              <p:cNvSpPr/>
              <p:nvPr/>
            </p:nvSpPr>
            <p:spPr>
              <a:xfrm>
                <a:off x="1512987" y="2672266"/>
                <a:ext cx="142128" cy="219431"/>
              </a:xfrm>
              <a:custGeom>
                <a:rect b="b" l="l" r="r" t="t"/>
                <a:pathLst>
                  <a:path extrusionOk="0" h="9214" w="5968">
                    <a:moveTo>
                      <a:pt x="5381" y="0"/>
                    </a:moveTo>
                    <a:cubicBezTo>
                      <a:pt x="2284" y="1948"/>
                      <a:pt x="173" y="5334"/>
                      <a:pt x="0" y="9214"/>
                    </a:cubicBezTo>
                    <a:lnTo>
                      <a:pt x="1217" y="9207"/>
                    </a:lnTo>
                    <a:cubicBezTo>
                      <a:pt x="1254" y="8510"/>
                      <a:pt x="1360" y="7830"/>
                      <a:pt x="1530" y="7173"/>
                    </a:cubicBezTo>
                    <a:cubicBezTo>
                      <a:pt x="1614" y="6846"/>
                      <a:pt x="1713" y="6524"/>
                      <a:pt x="1830" y="6209"/>
                    </a:cubicBezTo>
                    <a:cubicBezTo>
                      <a:pt x="1888" y="6050"/>
                      <a:pt x="1948" y="5895"/>
                      <a:pt x="2013" y="5742"/>
                    </a:cubicBezTo>
                    <a:cubicBezTo>
                      <a:pt x="2143" y="5434"/>
                      <a:pt x="2288" y="5135"/>
                      <a:pt x="2447" y="4843"/>
                    </a:cubicBezTo>
                    <a:cubicBezTo>
                      <a:pt x="2604" y="4553"/>
                      <a:pt x="2778" y="4269"/>
                      <a:pt x="2964" y="3995"/>
                    </a:cubicBezTo>
                    <a:cubicBezTo>
                      <a:pt x="3753" y="2827"/>
                      <a:pt x="4779" y="1832"/>
                      <a:pt x="5967" y="1070"/>
                    </a:cubicBezTo>
                    <a:lnTo>
                      <a:pt x="5381"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3"/>
              <p:cNvSpPr/>
              <p:nvPr/>
            </p:nvSpPr>
            <p:spPr>
              <a:xfrm>
                <a:off x="1764068" y="2877861"/>
                <a:ext cx="48821" cy="52822"/>
              </a:xfrm>
              <a:custGeom>
                <a:rect b="b" l="l" r="r" t="t"/>
                <a:pathLst>
                  <a:path extrusionOk="0" h="2218" w="2050">
                    <a:moveTo>
                      <a:pt x="941" y="1"/>
                    </a:moveTo>
                    <a:cubicBezTo>
                      <a:pt x="925" y="1"/>
                      <a:pt x="909" y="5"/>
                      <a:pt x="891" y="5"/>
                    </a:cubicBezTo>
                    <a:lnTo>
                      <a:pt x="1344" y="830"/>
                    </a:lnTo>
                    <a:cubicBezTo>
                      <a:pt x="1348" y="837"/>
                      <a:pt x="1349" y="847"/>
                      <a:pt x="1354" y="855"/>
                    </a:cubicBezTo>
                    <a:cubicBezTo>
                      <a:pt x="1364" y="872"/>
                      <a:pt x="1372" y="892"/>
                      <a:pt x="1379" y="913"/>
                    </a:cubicBezTo>
                    <a:cubicBezTo>
                      <a:pt x="1385" y="929"/>
                      <a:pt x="1390" y="947"/>
                      <a:pt x="1395" y="963"/>
                    </a:cubicBezTo>
                    <a:lnTo>
                      <a:pt x="1408" y="1018"/>
                    </a:lnTo>
                    <a:cubicBezTo>
                      <a:pt x="1411" y="1038"/>
                      <a:pt x="1413" y="1059"/>
                      <a:pt x="1413" y="1078"/>
                    </a:cubicBezTo>
                    <a:cubicBezTo>
                      <a:pt x="1413" y="1086"/>
                      <a:pt x="1416" y="1096"/>
                      <a:pt x="1416" y="1104"/>
                    </a:cubicBezTo>
                    <a:cubicBezTo>
                      <a:pt x="1416" y="1112"/>
                      <a:pt x="1413" y="1124"/>
                      <a:pt x="1413" y="1132"/>
                    </a:cubicBezTo>
                    <a:cubicBezTo>
                      <a:pt x="1416" y="1151"/>
                      <a:pt x="1413" y="1172"/>
                      <a:pt x="1411" y="1192"/>
                    </a:cubicBezTo>
                    <a:cubicBezTo>
                      <a:pt x="1409" y="1211"/>
                      <a:pt x="1404" y="1229"/>
                      <a:pt x="1401" y="1247"/>
                    </a:cubicBezTo>
                    <a:cubicBezTo>
                      <a:pt x="1396" y="1265"/>
                      <a:pt x="1391" y="1281"/>
                      <a:pt x="1385" y="1300"/>
                    </a:cubicBezTo>
                    <a:cubicBezTo>
                      <a:pt x="1379" y="1318"/>
                      <a:pt x="1372" y="1336"/>
                      <a:pt x="1364" y="1352"/>
                    </a:cubicBezTo>
                    <a:cubicBezTo>
                      <a:pt x="1356" y="1368"/>
                      <a:pt x="1348" y="1385"/>
                      <a:pt x="1338" y="1401"/>
                    </a:cubicBezTo>
                    <a:cubicBezTo>
                      <a:pt x="1328" y="1417"/>
                      <a:pt x="1320" y="1433"/>
                      <a:pt x="1307" y="1448"/>
                    </a:cubicBezTo>
                    <a:cubicBezTo>
                      <a:pt x="1297" y="1464"/>
                      <a:pt x="1286" y="1479"/>
                      <a:pt x="1272" y="1492"/>
                    </a:cubicBezTo>
                    <a:cubicBezTo>
                      <a:pt x="1259" y="1506"/>
                      <a:pt x="1247" y="1519"/>
                      <a:pt x="1233" y="1532"/>
                    </a:cubicBezTo>
                    <a:cubicBezTo>
                      <a:pt x="1218" y="1545"/>
                      <a:pt x="1205" y="1556"/>
                      <a:pt x="1191" y="1568"/>
                    </a:cubicBezTo>
                    <a:cubicBezTo>
                      <a:pt x="1174" y="1579"/>
                      <a:pt x="1158" y="1592"/>
                      <a:pt x="1140" y="1602"/>
                    </a:cubicBezTo>
                    <a:cubicBezTo>
                      <a:pt x="1132" y="1605"/>
                      <a:pt x="1126" y="1612"/>
                      <a:pt x="1118" y="1616"/>
                    </a:cubicBezTo>
                    <a:cubicBezTo>
                      <a:pt x="1111" y="1620"/>
                      <a:pt x="1105" y="1620"/>
                      <a:pt x="1097" y="1624"/>
                    </a:cubicBezTo>
                    <a:cubicBezTo>
                      <a:pt x="1066" y="1637"/>
                      <a:pt x="1037" y="1650"/>
                      <a:pt x="1004" y="1660"/>
                    </a:cubicBezTo>
                    <a:cubicBezTo>
                      <a:pt x="991" y="1665"/>
                      <a:pt x="981" y="1668"/>
                      <a:pt x="968" y="1670"/>
                    </a:cubicBezTo>
                    <a:cubicBezTo>
                      <a:pt x="926" y="1681"/>
                      <a:pt x="884" y="1686"/>
                      <a:pt x="840" y="1686"/>
                    </a:cubicBezTo>
                    <a:lnTo>
                      <a:pt x="1" y="1691"/>
                    </a:lnTo>
                    <a:cubicBezTo>
                      <a:pt x="195" y="2007"/>
                      <a:pt x="542" y="2218"/>
                      <a:pt x="941" y="2218"/>
                    </a:cubicBezTo>
                    <a:cubicBezTo>
                      <a:pt x="1552" y="2218"/>
                      <a:pt x="2049" y="1722"/>
                      <a:pt x="2049" y="1109"/>
                    </a:cubicBezTo>
                    <a:cubicBezTo>
                      <a:pt x="2049" y="498"/>
                      <a:pt x="1552" y="1"/>
                      <a:pt x="94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3"/>
              <p:cNvSpPr/>
              <p:nvPr/>
            </p:nvSpPr>
            <p:spPr>
              <a:xfrm>
                <a:off x="609112" y="2630399"/>
                <a:ext cx="547816" cy="547769"/>
              </a:xfrm>
              <a:custGeom>
                <a:rect b="b" l="l" r="r" t="t"/>
                <a:pathLst>
                  <a:path extrusionOk="0" h="23001" w="23003">
                    <a:moveTo>
                      <a:pt x="11500" y="0"/>
                    </a:moveTo>
                    <a:cubicBezTo>
                      <a:pt x="5157" y="0"/>
                      <a:pt x="0" y="5160"/>
                      <a:pt x="0" y="11500"/>
                    </a:cubicBezTo>
                    <a:cubicBezTo>
                      <a:pt x="0" y="17843"/>
                      <a:pt x="5160" y="23000"/>
                      <a:pt x="11500" y="23000"/>
                    </a:cubicBezTo>
                    <a:cubicBezTo>
                      <a:pt x="17844" y="23000"/>
                      <a:pt x="23002" y="17842"/>
                      <a:pt x="23002" y="11500"/>
                    </a:cubicBezTo>
                    <a:cubicBezTo>
                      <a:pt x="23002" y="6439"/>
                      <a:pt x="19715" y="2134"/>
                      <a:pt x="15168" y="601"/>
                    </a:cubicBezTo>
                    <a:lnTo>
                      <a:pt x="14836" y="1775"/>
                    </a:lnTo>
                    <a:cubicBezTo>
                      <a:pt x="16967" y="2507"/>
                      <a:pt x="18785" y="3919"/>
                      <a:pt x="20025" y="5755"/>
                    </a:cubicBezTo>
                    <a:cubicBezTo>
                      <a:pt x="20210" y="6029"/>
                      <a:pt x="20381" y="6312"/>
                      <a:pt x="20542" y="6604"/>
                    </a:cubicBezTo>
                    <a:cubicBezTo>
                      <a:pt x="20702" y="6896"/>
                      <a:pt x="20847" y="7196"/>
                      <a:pt x="20976" y="7504"/>
                    </a:cubicBezTo>
                    <a:cubicBezTo>
                      <a:pt x="21039" y="7658"/>
                      <a:pt x="21103" y="7813"/>
                      <a:pt x="21159" y="7969"/>
                    </a:cubicBezTo>
                    <a:cubicBezTo>
                      <a:pt x="21276" y="8283"/>
                      <a:pt x="21377" y="8606"/>
                      <a:pt x="21459" y="8933"/>
                    </a:cubicBezTo>
                    <a:cubicBezTo>
                      <a:pt x="21670" y="9753"/>
                      <a:pt x="21783" y="10615"/>
                      <a:pt x="21783" y="11500"/>
                    </a:cubicBezTo>
                    <a:cubicBezTo>
                      <a:pt x="21783" y="17171"/>
                      <a:pt x="17171" y="21783"/>
                      <a:pt x="11500" y="21783"/>
                    </a:cubicBezTo>
                    <a:cubicBezTo>
                      <a:pt x="5831" y="21783"/>
                      <a:pt x="1217" y="17171"/>
                      <a:pt x="1217" y="11500"/>
                    </a:cubicBezTo>
                    <a:cubicBezTo>
                      <a:pt x="1217" y="10615"/>
                      <a:pt x="1331" y="9753"/>
                      <a:pt x="1541" y="8933"/>
                    </a:cubicBezTo>
                    <a:cubicBezTo>
                      <a:pt x="1627" y="8606"/>
                      <a:pt x="1726" y="8283"/>
                      <a:pt x="1841" y="7969"/>
                    </a:cubicBezTo>
                    <a:cubicBezTo>
                      <a:pt x="1900" y="7812"/>
                      <a:pt x="1961" y="7654"/>
                      <a:pt x="2026" y="7504"/>
                    </a:cubicBezTo>
                    <a:cubicBezTo>
                      <a:pt x="2156" y="7196"/>
                      <a:pt x="2302" y="6896"/>
                      <a:pt x="2459" y="6604"/>
                    </a:cubicBezTo>
                    <a:cubicBezTo>
                      <a:pt x="2618" y="6312"/>
                      <a:pt x="2789" y="6029"/>
                      <a:pt x="2976" y="5755"/>
                    </a:cubicBezTo>
                    <a:cubicBezTo>
                      <a:pt x="4827" y="3018"/>
                      <a:pt x="7958" y="1217"/>
                      <a:pt x="11500" y="1217"/>
                    </a:cubicBezTo>
                    <a:cubicBezTo>
                      <a:pt x="12265" y="1217"/>
                      <a:pt x="13008" y="1305"/>
                      <a:pt x="13725" y="1462"/>
                    </a:cubicBezTo>
                    <a:lnTo>
                      <a:pt x="14058" y="290"/>
                    </a:lnTo>
                    <a:cubicBezTo>
                      <a:pt x="13234" y="101"/>
                      <a:pt x="12380" y="0"/>
                      <a:pt x="115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3"/>
              <p:cNvSpPr/>
              <p:nvPr/>
            </p:nvSpPr>
            <p:spPr>
              <a:xfrm>
                <a:off x="856622" y="2879099"/>
                <a:ext cx="52774" cy="51536"/>
              </a:xfrm>
              <a:custGeom>
                <a:rect b="b" l="l" r="r" t="t"/>
                <a:pathLst>
                  <a:path extrusionOk="0" h="2164" w="2216">
                    <a:moveTo>
                      <a:pt x="791" y="0"/>
                    </a:moveTo>
                    <a:lnTo>
                      <a:pt x="791" y="0"/>
                    </a:lnTo>
                    <a:cubicBezTo>
                      <a:pt x="336" y="138"/>
                      <a:pt x="0" y="555"/>
                      <a:pt x="0" y="1055"/>
                    </a:cubicBezTo>
                    <a:cubicBezTo>
                      <a:pt x="0" y="1666"/>
                      <a:pt x="496" y="2164"/>
                      <a:pt x="1107" y="2164"/>
                    </a:cubicBezTo>
                    <a:cubicBezTo>
                      <a:pt x="1720" y="2164"/>
                      <a:pt x="2216" y="1666"/>
                      <a:pt x="2216" y="1055"/>
                    </a:cubicBezTo>
                    <a:cubicBezTo>
                      <a:pt x="2216" y="759"/>
                      <a:pt x="2098" y="492"/>
                      <a:pt x="1908" y="294"/>
                    </a:cubicBezTo>
                    <a:lnTo>
                      <a:pt x="1663" y="1159"/>
                    </a:lnTo>
                    <a:cubicBezTo>
                      <a:pt x="1592" y="1412"/>
                      <a:pt x="1359" y="1577"/>
                      <a:pt x="1107" y="1577"/>
                    </a:cubicBezTo>
                    <a:cubicBezTo>
                      <a:pt x="1026" y="1577"/>
                      <a:pt x="944" y="1560"/>
                      <a:pt x="863" y="1524"/>
                    </a:cubicBezTo>
                    <a:cubicBezTo>
                      <a:pt x="602" y="1404"/>
                      <a:pt x="482" y="1096"/>
                      <a:pt x="561" y="819"/>
                    </a:cubicBezTo>
                    <a:lnTo>
                      <a:pt x="791"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3"/>
              <p:cNvSpPr/>
              <p:nvPr/>
            </p:nvSpPr>
            <p:spPr>
              <a:xfrm>
                <a:off x="1256856" y="2767931"/>
                <a:ext cx="169968" cy="177850"/>
              </a:xfrm>
              <a:custGeom>
                <a:rect b="b" l="l" r="r" t="t"/>
                <a:pathLst>
                  <a:path extrusionOk="0" h="7468" w="7137">
                    <a:moveTo>
                      <a:pt x="3359" y="0"/>
                    </a:moveTo>
                    <a:cubicBezTo>
                      <a:pt x="3332" y="0"/>
                      <a:pt x="3303" y="5"/>
                      <a:pt x="3276" y="16"/>
                    </a:cubicBezTo>
                    <a:lnTo>
                      <a:pt x="2647" y="252"/>
                    </a:lnTo>
                    <a:lnTo>
                      <a:pt x="1253" y="772"/>
                    </a:lnTo>
                    <a:lnTo>
                      <a:pt x="188" y="1170"/>
                    </a:lnTo>
                    <a:lnTo>
                      <a:pt x="176" y="1173"/>
                    </a:lnTo>
                    <a:cubicBezTo>
                      <a:pt x="140" y="1187"/>
                      <a:pt x="111" y="1210"/>
                      <a:pt x="86" y="1236"/>
                    </a:cubicBezTo>
                    <a:cubicBezTo>
                      <a:pt x="25" y="1301"/>
                      <a:pt x="0" y="1398"/>
                      <a:pt x="35" y="1487"/>
                    </a:cubicBezTo>
                    <a:cubicBezTo>
                      <a:pt x="71" y="1586"/>
                      <a:pt x="164" y="1646"/>
                      <a:pt x="264" y="1646"/>
                    </a:cubicBezTo>
                    <a:cubicBezTo>
                      <a:pt x="292" y="1646"/>
                      <a:pt x="321" y="1641"/>
                      <a:pt x="349" y="1631"/>
                    </a:cubicBezTo>
                    <a:lnTo>
                      <a:pt x="446" y="1594"/>
                    </a:lnTo>
                    <a:lnTo>
                      <a:pt x="1632" y="1152"/>
                    </a:lnTo>
                    <a:lnTo>
                      <a:pt x="2877" y="685"/>
                    </a:lnTo>
                    <a:lnTo>
                      <a:pt x="3235" y="552"/>
                    </a:lnTo>
                    <a:lnTo>
                      <a:pt x="4627" y="3495"/>
                    </a:lnTo>
                    <a:lnTo>
                      <a:pt x="4939" y="4155"/>
                    </a:lnTo>
                    <a:lnTo>
                      <a:pt x="4963" y="4208"/>
                    </a:lnTo>
                    <a:cubicBezTo>
                      <a:pt x="4909" y="4224"/>
                      <a:pt x="4858" y="4244"/>
                      <a:pt x="4804" y="4267"/>
                    </a:cubicBezTo>
                    <a:cubicBezTo>
                      <a:pt x="4428" y="4430"/>
                      <a:pt x="4123" y="4728"/>
                      <a:pt x="3952" y="5101"/>
                    </a:cubicBezTo>
                    <a:cubicBezTo>
                      <a:pt x="3853" y="5313"/>
                      <a:pt x="3798" y="5548"/>
                      <a:pt x="3798" y="5798"/>
                    </a:cubicBezTo>
                    <a:cubicBezTo>
                      <a:pt x="3798" y="6719"/>
                      <a:pt x="4548" y="7467"/>
                      <a:pt x="5467" y="7467"/>
                    </a:cubicBezTo>
                    <a:cubicBezTo>
                      <a:pt x="5686" y="7467"/>
                      <a:pt x="5893" y="7425"/>
                      <a:pt x="6083" y="7351"/>
                    </a:cubicBezTo>
                    <a:cubicBezTo>
                      <a:pt x="6204" y="7302"/>
                      <a:pt x="6321" y="7239"/>
                      <a:pt x="6428" y="7164"/>
                    </a:cubicBezTo>
                    <a:cubicBezTo>
                      <a:pt x="6454" y="7145"/>
                      <a:pt x="6483" y="7125"/>
                      <a:pt x="6507" y="7104"/>
                    </a:cubicBezTo>
                    <a:cubicBezTo>
                      <a:pt x="6746" y="6915"/>
                      <a:pt x="6930" y="6662"/>
                      <a:pt x="7036" y="6370"/>
                    </a:cubicBezTo>
                    <a:cubicBezTo>
                      <a:pt x="7101" y="6192"/>
                      <a:pt x="7136" y="6001"/>
                      <a:pt x="7136" y="5800"/>
                    </a:cubicBezTo>
                    <a:cubicBezTo>
                      <a:pt x="7136" y="5589"/>
                      <a:pt x="7096" y="5390"/>
                      <a:pt x="7026" y="5205"/>
                    </a:cubicBezTo>
                    <a:cubicBezTo>
                      <a:pt x="6979" y="5083"/>
                      <a:pt x="6921" y="4970"/>
                      <a:pt x="6849" y="4865"/>
                    </a:cubicBezTo>
                    <a:cubicBezTo>
                      <a:pt x="6793" y="4782"/>
                      <a:pt x="6728" y="4704"/>
                      <a:pt x="6658" y="4631"/>
                    </a:cubicBezTo>
                    <a:cubicBezTo>
                      <a:pt x="6355" y="4323"/>
                      <a:pt x="5935" y="4130"/>
                      <a:pt x="5470" y="4130"/>
                    </a:cubicBezTo>
                    <a:lnTo>
                      <a:pt x="5467" y="4130"/>
                    </a:lnTo>
                    <a:lnTo>
                      <a:pt x="5433" y="4057"/>
                    </a:lnTo>
                    <a:lnTo>
                      <a:pt x="5109" y="3374"/>
                    </a:lnTo>
                    <a:lnTo>
                      <a:pt x="3582" y="140"/>
                    </a:lnTo>
                    <a:cubicBezTo>
                      <a:pt x="3579" y="134"/>
                      <a:pt x="3574" y="132"/>
                      <a:pt x="3571" y="126"/>
                    </a:cubicBezTo>
                    <a:cubicBezTo>
                      <a:pt x="3527" y="47"/>
                      <a:pt x="3445" y="0"/>
                      <a:pt x="3359"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3"/>
              <p:cNvSpPr/>
              <p:nvPr/>
            </p:nvSpPr>
            <p:spPr>
              <a:xfrm>
                <a:off x="1529038" y="2342309"/>
                <a:ext cx="198712" cy="70659"/>
              </a:xfrm>
              <a:custGeom>
                <a:rect b="b" l="l" r="r" t="t"/>
                <a:pathLst>
                  <a:path extrusionOk="0" h="2967" w="8344">
                    <a:moveTo>
                      <a:pt x="7280" y="0"/>
                    </a:moveTo>
                    <a:cubicBezTo>
                      <a:pt x="7246" y="0"/>
                      <a:pt x="7211" y="3"/>
                      <a:pt x="7176" y="9"/>
                    </a:cubicBezTo>
                    <a:lnTo>
                      <a:pt x="4611" y="451"/>
                    </a:lnTo>
                    <a:cubicBezTo>
                      <a:pt x="4433" y="638"/>
                      <a:pt x="4245" y="811"/>
                      <a:pt x="4049" y="971"/>
                    </a:cubicBezTo>
                    <a:cubicBezTo>
                      <a:pt x="3995" y="1014"/>
                      <a:pt x="3940" y="1056"/>
                      <a:pt x="3887" y="1099"/>
                    </a:cubicBezTo>
                    <a:cubicBezTo>
                      <a:pt x="3770" y="1185"/>
                      <a:pt x="3655" y="1270"/>
                      <a:pt x="3535" y="1347"/>
                    </a:cubicBezTo>
                    <a:cubicBezTo>
                      <a:pt x="2705" y="1898"/>
                      <a:pt x="1807" y="2239"/>
                      <a:pt x="1107" y="2372"/>
                    </a:cubicBezTo>
                    <a:cubicBezTo>
                      <a:pt x="837" y="2422"/>
                      <a:pt x="459" y="2480"/>
                      <a:pt x="0" y="2543"/>
                    </a:cubicBezTo>
                    <a:cubicBezTo>
                      <a:pt x="574" y="2741"/>
                      <a:pt x="1255" y="2843"/>
                      <a:pt x="1914" y="2853"/>
                    </a:cubicBezTo>
                    <a:cubicBezTo>
                      <a:pt x="1961" y="2854"/>
                      <a:pt x="2008" y="2854"/>
                      <a:pt x="2054" y="2854"/>
                    </a:cubicBezTo>
                    <a:cubicBezTo>
                      <a:pt x="2415" y="2854"/>
                      <a:pt x="2764" y="2827"/>
                      <a:pt x="3079" y="2772"/>
                    </a:cubicBezTo>
                    <a:cubicBezTo>
                      <a:pt x="3379" y="2722"/>
                      <a:pt x="3652" y="2647"/>
                      <a:pt x="3872" y="2547"/>
                    </a:cubicBezTo>
                    <a:cubicBezTo>
                      <a:pt x="4016" y="2641"/>
                      <a:pt x="4175" y="2718"/>
                      <a:pt x="4345" y="2780"/>
                    </a:cubicBezTo>
                    <a:cubicBezTo>
                      <a:pt x="4685" y="2905"/>
                      <a:pt x="5068" y="2967"/>
                      <a:pt x="5454" y="2967"/>
                    </a:cubicBezTo>
                    <a:cubicBezTo>
                      <a:pt x="6876" y="2967"/>
                      <a:pt x="8343" y="2124"/>
                      <a:pt x="7883" y="453"/>
                    </a:cubicBezTo>
                    <a:cubicBezTo>
                      <a:pt x="7807" y="180"/>
                      <a:pt x="7555" y="0"/>
                      <a:pt x="72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3"/>
              <p:cNvSpPr/>
              <p:nvPr/>
            </p:nvSpPr>
            <p:spPr>
              <a:xfrm>
                <a:off x="831544" y="2281438"/>
                <a:ext cx="13146" cy="8788"/>
              </a:xfrm>
              <a:custGeom>
                <a:rect b="b" l="l" r="r" t="t"/>
                <a:pathLst>
                  <a:path extrusionOk="0" h="369" w="552">
                    <a:moveTo>
                      <a:pt x="0" y="1"/>
                    </a:moveTo>
                    <a:cubicBezTo>
                      <a:pt x="8" y="114"/>
                      <a:pt x="13" y="223"/>
                      <a:pt x="21" y="332"/>
                    </a:cubicBezTo>
                    <a:cubicBezTo>
                      <a:pt x="183" y="338"/>
                      <a:pt x="361" y="351"/>
                      <a:pt x="551" y="369"/>
                    </a:cubicBezTo>
                    <a:cubicBezTo>
                      <a:pt x="512" y="255"/>
                      <a:pt x="478" y="157"/>
                      <a:pt x="418" y="124"/>
                    </a:cubicBezTo>
                    <a:cubicBezTo>
                      <a:pt x="355" y="90"/>
                      <a:pt x="186" y="50"/>
                      <a:pt x="0"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3"/>
              <p:cNvSpPr/>
              <p:nvPr/>
            </p:nvSpPr>
            <p:spPr>
              <a:xfrm>
                <a:off x="830139" y="2255813"/>
                <a:ext cx="22839" cy="16671"/>
              </a:xfrm>
              <a:custGeom>
                <a:rect b="b" l="l" r="r" t="t"/>
                <a:pathLst>
                  <a:path extrusionOk="0" h="700" w="959">
                    <a:moveTo>
                      <a:pt x="477" y="0"/>
                    </a:moveTo>
                    <a:cubicBezTo>
                      <a:pt x="468" y="0"/>
                      <a:pt x="459" y="0"/>
                      <a:pt x="450" y="1"/>
                    </a:cubicBezTo>
                    <a:cubicBezTo>
                      <a:pt x="195" y="17"/>
                      <a:pt x="1" y="236"/>
                      <a:pt x="17" y="490"/>
                    </a:cubicBezTo>
                    <a:lnTo>
                      <a:pt x="23" y="571"/>
                    </a:lnTo>
                    <a:cubicBezTo>
                      <a:pt x="27" y="583"/>
                      <a:pt x="27" y="592"/>
                      <a:pt x="28" y="600"/>
                    </a:cubicBezTo>
                    <a:cubicBezTo>
                      <a:pt x="81" y="598"/>
                      <a:pt x="136" y="598"/>
                      <a:pt x="189" y="598"/>
                    </a:cubicBezTo>
                    <a:cubicBezTo>
                      <a:pt x="357" y="598"/>
                      <a:pt x="521" y="606"/>
                      <a:pt x="646" y="620"/>
                    </a:cubicBezTo>
                    <a:cubicBezTo>
                      <a:pt x="728" y="631"/>
                      <a:pt x="837" y="657"/>
                      <a:pt x="958" y="699"/>
                    </a:cubicBezTo>
                    <a:cubicBezTo>
                      <a:pt x="954" y="636"/>
                      <a:pt x="950" y="576"/>
                      <a:pt x="946" y="513"/>
                    </a:cubicBezTo>
                    <a:lnTo>
                      <a:pt x="939" y="432"/>
                    </a:lnTo>
                    <a:cubicBezTo>
                      <a:pt x="923" y="188"/>
                      <a:pt x="721" y="0"/>
                      <a:pt x="4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3"/>
              <p:cNvSpPr/>
              <p:nvPr/>
            </p:nvSpPr>
            <p:spPr>
              <a:xfrm>
                <a:off x="837641" y="2360075"/>
                <a:ext cx="118646" cy="98618"/>
              </a:xfrm>
              <a:custGeom>
                <a:rect b="b" l="l" r="r" t="t"/>
                <a:pathLst>
                  <a:path extrusionOk="0" h="4141" w="4982">
                    <a:moveTo>
                      <a:pt x="922" y="0"/>
                    </a:moveTo>
                    <a:cubicBezTo>
                      <a:pt x="628" y="61"/>
                      <a:pt x="364" y="90"/>
                      <a:pt x="189" y="90"/>
                    </a:cubicBezTo>
                    <a:cubicBezTo>
                      <a:pt x="160" y="90"/>
                      <a:pt x="133" y="89"/>
                      <a:pt x="109" y="88"/>
                    </a:cubicBezTo>
                    <a:cubicBezTo>
                      <a:pt x="68" y="83"/>
                      <a:pt x="31" y="80"/>
                      <a:pt x="8" y="71"/>
                    </a:cubicBezTo>
                    <a:cubicBezTo>
                      <a:pt x="7" y="71"/>
                      <a:pt x="5" y="68"/>
                      <a:pt x="0" y="67"/>
                    </a:cubicBezTo>
                    <a:lnTo>
                      <a:pt x="0" y="67"/>
                    </a:lnTo>
                    <a:cubicBezTo>
                      <a:pt x="114" y="1287"/>
                      <a:pt x="219" y="2042"/>
                      <a:pt x="323" y="2379"/>
                    </a:cubicBezTo>
                    <a:cubicBezTo>
                      <a:pt x="538" y="3081"/>
                      <a:pt x="1149" y="4141"/>
                      <a:pt x="2891" y="4141"/>
                    </a:cubicBezTo>
                    <a:cubicBezTo>
                      <a:pt x="3180" y="4141"/>
                      <a:pt x="3496" y="4113"/>
                      <a:pt x="3847" y="4049"/>
                    </a:cubicBezTo>
                    <a:cubicBezTo>
                      <a:pt x="4204" y="3984"/>
                      <a:pt x="4496" y="3794"/>
                      <a:pt x="4692" y="3501"/>
                    </a:cubicBezTo>
                    <a:cubicBezTo>
                      <a:pt x="4959" y="3104"/>
                      <a:pt x="4982" y="2616"/>
                      <a:pt x="4915" y="2293"/>
                    </a:cubicBezTo>
                    <a:cubicBezTo>
                      <a:pt x="4869" y="2076"/>
                      <a:pt x="4678" y="1927"/>
                      <a:pt x="4463" y="1927"/>
                    </a:cubicBezTo>
                    <a:cubicBezTo>
                      <a:pt x="4432" y="1927"/>
                      <a:pt x="4400" y="1930"/>
                      <a:pt x="4368" y="1937"/>
                    </a:cubicBezTo>
                    <a:cubicBezTo>
                      <a:pt x="4120" y="1989"/>
                      <a:pt x="3959" y="2235"/>
                      <a:pt x="4011" y="2483"/>
                    </a:cubicBezTo>
                    <a:cubicBezTo>
                      <a:pt x="4040" y="2621"/>
                      <a:pt x="4026" y="2838"/>
                      <a:pt x="3927" y="2985"/>
                    </a:cubicBezTo>
                    <a:cubicBezTo>
                      <a:pt x="3870" y="3071"/>
                      <a:pt x="3792" y="3120"/>
                      <a:pt x="3684" y="3141"/>
                    </a:cubicBezTo>
                    <a:cubicBezTo>
                      <a:pt x="3392" y="3194"/>
                      <a:pt x="3125" y="3220"/>
                      <a:pt x="2883" y="3220"/>
                    </a:cubicBezTo>
                    <a:cubicBezTo>
                      <a:pt x="1985" y="3220"/>
                      <a:pt x="1433" y="2853"/>
                      <a:pt x="1206" y="2107"/>
                    </a:cubicBezTo>
                    <a:cubicBezTo>
                      <a:pt x="1156" y="1943"/>
                      <a:pt x="1091" y="1579"/>
                      <a:pt x="1005" y="825"/>
                    </a:cubicBezTo>
                    <a:cubicBezTo>
                      <a:pt x="979" y="590"/>
                      <a:pt x="951" y="316"/>
                      <a:pt x="9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3"/>
              <p:cNvSpPr/>
              <p:nvPr/>
            </p:nvSpPr>
            <p:spPr>
              <a:xfrm>
                <a:off x="996368" y="1995777"/>
                <a:ext cx="26316" cy="15908"/>
              </a:xfrm>
              <a:custGeom>
                <a:rect b="b" l="l" r="r" t="t"/>
                <a:pathLst>
                  <a:path extrusionOk="0" h="668" w="1105">
                    <a:moveTo>
                      <a:pt x="625" y="1"/>
                    </a:moveTo>
                    <a:cubicBezTo>
                      <a:pt x="569" y="1"/>
                      <a:pt x="512" y="8"/>
                      <a:pt x="458" y="23"/>
                    </a:cubicBezTo>
                    <a:cubicBezTo>
                      <a:pt x="254" y="78"/>
                      <a:pt x="75" y="229"/>
                      <a:pt x="1" y="428"/>
                    </a:cubicBezTo>
                    <a:cubicBezTo>
                      <a:pt x="75" y="556"/>
                      <a:pt x="207" y="645"/>
                      <a:pt x="351" y="668"/>
                    </a:cubicBezTo>
                    <a:cubicBezTo>
                      <a:pt x="391" y="523"/>
                      <a:pt x="547" y="379"/>
                      <a:pt x="693" y="344"/>
                    </a:cubicBezTo>
                    <a:cubicBezTo>
                      <a:pt x="755" y="327"/>
                      <a:pt x="822" y="321"/>
                      <a:pt x="889" y="321"/>
                    </a:cubicBezTo>
                    <a:cubicBezTo>
                      <a:pt x="942" y="321"/>
                      <a:pt x="996" y="325"/>
                      <a:pt x="1046" y="332"/>
                    </a:cubicBezTo>
                    <a:cubicBezTo>
                      <a:pt x="1080" y="284"/>
                      <a:pt x="1104" y="191"/>
                      <a:pt x="1057" y="154"/>
                    </a:cubicBezTo>
                    <a:cubicBezTo>
                      <a:pt x="937" y="55"/>
                      <a:pt x="781" y="1"/>
                      <a:pt x="625"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3"/>
              <p:cNvSpPr/>
              <p:nvPr/>
            </p:nvSpPr>
            <p:spPr>
              <a:xfrm>
                <a:off x="1013729" y="2017377"/>
                <a:ext cx="14837" cy="11026"/>
              </a:xfrm>
              <a:custGeom>
                <a:rect b="b" l="l" r="r" t="t"/>
                <a:pathLst>
                  <a:path extrusionOk="0" h="463" w="623">
                    <a:moveTo>
                      <a:pt x="198" y="0"/>
                    </a:moveTo>
                    <a:cubicBezTo>
                      <a:pt x="166" y="0"/>
                      <a:pt x="136" y="10"/>
                      <a:pt x="113" y="33"/>
                    </a:cubicBezTo>
                    <a:cubicBezTo>
                      <a:pt x="1" y="143"/>
                      <a:pt x="185" y="462"/>
                      <a:pt x="370" y="462"/>
                    </a:cubicBezTo>
                    <a:cubicBezTo>
                      <a:pt x="409" y="462"/>
                      <a:pt x="449" y="448"/>
                      <a:pt x="486" y="414"/>
                    </a:cubicBezTo>
                    <a:cubicBezTo>
                      <a:pt x="622" y="288"/>
                      <a:pt x="370" y="0"/>
                      <a:pt x="198"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3"/>
              <p:cNvSpPr/>
              <p:nvPr/>
            </p:nvSpPr>
            <p:spPr>
              <a:xfrm>
                <a:off x="1081935" y="1956982"/>
                <a:ext cx="72398" cy="63181"/>
              </a:xfrm>
              <a:custGeom>
                <a:rect b="b" l="l" r="r" t="t"/>
                <a:pathLst>
                  <a:path extrusionOk="0" h="2653" w="3040">
                    <a:moveTo>
                      <a:pt x="2638" y="0"/>
                    </a:moveTo>
                    <a:lnTo>
                      <a:pt x="2552" y="23"/>
                    </a:lnTo>
                    <a:lnTo>
                      <a:pt x="1" y="692"/>
                    </a:lnTo>
                    <a:cubicBezTo>
                      <a:pt x="518" y="1081"/>
                      <a:pt x="722" y="1765"/>
                      <a:pt x="236" y="2191"/>
                    </a:cubicBezTo>
                    <a:cubicBezTo>
                      <a:pt x="239" y="2191"/>
                      <a:pt x="644" y="2618"/>
                      <a:pt x="933" y="2648"/>
                    </a:cubicBezTo>
                    <a:cubicBezTo>
                      <a:pt x="959" y="2651"/>
                      <a:pt x="987" y="2653"/>
                      <a:pt x="1014" y="2653"/>
                    </a:cubicBezTo>
                    <a:cubicBezTo>
                      <a:pt x="1199" y="2653"/>
                      <a:pt x="1403" y="2588"/>
                      <a:pt x="1612" y="2478"/>
                    </a:cubicBezTo>
                    <a:cubicBezTo>
                      <a:pt x="1748" y="2407"/>
                      <a:pt x="1886" y="2316"/>
                      <a:pt x="2017" y="2211"/>
                    </a:cubicBezTo>
                    <a:cubicBezTo>
                      <a:pt x="2017" y="2211"/>
                      <a:pt x="2018" y="2211"/>
                      <a:pt x="2018" y="2209"/>
                    </a:cubicBezTo>
                    <a:cubicBezTo>
                      <a:pt x="2057" y="2178"/>
                      <a:pt x="2096" y="2148"/>
                      <a:pt x="2135" y="2114"/>
                    </a:cubicBezTo>
                    <a:cubicBezTo>
                      <a:pt x="2642" y="1674"/>
                      <a:pt x="3039" y="1050"/>
                      <a:pt x="2975" y="587"/>
                    </a:cubicBezTo>
                    <a:cubicBezTo>
                      <a:pt x="2973" y="574"/>
                      <a:pt x="2975" y="559"/>
                      <a:pt x="2973" y="548"/>
                    </a:cubicBezTo>
                    <a:cubicBezTo>
                      <a:pt x="2963" y="491"/>
                      <a:pt x="2932" y="444"/>
                      <a:pt x="2894" y="409"/>
                    </a:cubicBezTo>
                    <a:cubicBezTo>
                      <a:pt x="2777" y="295"/>
                      <a:pt x="2691" y="153"/>
                      <a:pt x="2638"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3"/>
              <p:cNvSpPr/>
              <p:nvPr/>
            </p:nvSpPr>
            <p:spPr>
              <a:xfrm>
                <a:off x="1019611" y="1981631"/>
                <a:ext cx="82043" cy="105715"/>
              </a:xfrm>
              <a:custGeom>
                <a:rect b="b" l="l" r="r" t="t"/>
                <a:pathLst>
                  <a:path extrusionOk="0" h="4439" w="3445">
                    <a:moveTo>
                      <a:pt x="1321" y="1"/>
                    </a:moveTo>
                    <a:lnTo>
                      <a:pt x="992" y="88"/>
                    </a:lnTo>
                    <a:lnTo>
                      <a:pt x="803" y="139"/>
                    </a:lnTo>
                    <a:lnTo>
                      <a:pt x="0" y="349"/>
                    </a:lnTo>
                    <a:cubicBezTo>
                      <a:pt x="513" y="1055"/>
                      <a:pt x="899" y="1312"/>
                      <a:pt x="1184" y="1312"/>
                    </a:cubicBezTo>
                    <a:cubicBezTo>
                      <a:pt x="1308" y="1312"/>
                      <a:pt x="1414" y="1263"/>
                      <a:pt x="1503" y="1181"/>
                    </a:cubicBezTo>
                    <a:cubicBezTo>
                      <a:pt x="2221" y="2307"/>
                      <a:pt x="3026" y="3709"/>
                      <a:pt x="3256" y="4377"/>
                    </a:cubicBezTo>
                    <a:cubicBezTo>
                      <a:pt x="3261" y="4386"/>
                      <a:pt x="3269" y="4393"/>
                      <a:pt x="3274" y="4401"/>
                    </a:cubicBezTo>
                    <a:cubicBezTo>
                      <a:pt x="3294" y="4422"/>
                      <a:pt x="3315" y="4438"/>
                      <a:pt x="3342" y="4438"/>
                    </a:cubicBezTo>
                    <a:cubicBezTo>
                      <a:pt x="3352" y="4438"/>
                      <a:pt x="3362" y="4435"/>
                      <a:pt x="3371" y="4432"/>
                    </a:cubicBezTo>
                    <a:cubicBezTo>
                      <a:pt x="3420" y="4415"/>
                      <a:pt x="3444" y="4362"/>
                      <a:pt x="3428" y="4317"/>
                    </a:cubicBezTo>
                    <a:cubicBezTo>
                      <a:pt x="3425" y="4304"/>
                      <a:pt x="3418" y="4292"/>
                      <a:pt x="3415" y="4278"/>
                    </a:cubicBezTo>
                    <a:cubicBezTo>
                      <a:pt x="3156" y="3560"/>
                      <a:pt x="2342" y="2150"/>
                      <a:pt x="1624" y="1028"/>
                    </a:cubicBezTo>
                    <a:cubicBezTo>
                      <a:pt x="1650" y="986"/>
                      <a:pt x="1676" y="941"/>
                      <a:pt x="1699" y="894"/>
                    </a:cubicBezTo>
                    <a:cubicBezTo>
                      <a:pt x="1628" y="821"/>
                      <a:pt x="1563" y="748"/>
                      <a:pt x="1514" y="680"/>
                    </a:cubicBezTo>
                    <a:cubicBezTo>
                      <a:pt x="1383" y="497"/>
                      <a:pt x="1310" y="241"/>
                      <a:pt x="132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3"/>
              <p:cNvSpPr/>
              <p:nvPr/>
            </p:nvSpPr>
            <p:spPr>
              <a:xfrm>
                <a:off x="978316" y="1999968"/>
                <a:ext cx="3191" cy="6430"/>
              </a:xfrm>
              <a:custGeom>
                <a:rect b="b" l="l" r="r" t="t"/>
                <a:pathLst>
                  <a:path extrusionOk="0" h="270" w="134">
                    <a:moveTo>
                      <a:pt x="133" y="1"/>
                    </a:moveTo>
                    <a:lnTo>
                      <a:pt x="0" y="35"/>
                    </a:lnTo>
                    <a:cubicBezTo>
                      <a:pt x="7" y="48"/>
                      <a:pt x="13" y="59"/>
                      <a:pt x="20" y="74"/>
                    </a:cubicBezTo>
                    <a:cubicBezTo>
                      <a:pt x="41" y="122"/>
                      <a:pt x="65" y="169"/>
                      <a:pt x="88" y="216"/>
                    </a:cubicBezTo>
                    <a:lnTo>
                      <a:pt x="114" y="268"/>
                    </a:lnTo>
                    <a:lnTo>
                      <a:pt x="117" y="270"/>
                    </a:lnTo>
                    <a:cubicBezTo>
                      <a:pt x="101" y="187"/>
                      <a:pt x="109" y="96"/>
                      <a:pt x="133"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3"/>
              <p:cNvSpPr/>
              <p:nvPr/>
            </p:nvSpPr>
            <p:spPr>
              <a:xfrm>
                <a:off x="1066765" y="1864628"/>
                <a:ext cx="52060" cy="53584"/>
              </a:xfrm>
              <a:custGeom>
                <a:rect b="b" l="l" r="r" t="t"/>
                <a:pathLst>
                  <a:path extrusionOk="0" h="2250" w="2186">
                    <a:moveTo>
                      <a:pt x="28" y="49"/>
                    </a:moveTo>
                    <a:cubicBezTo>
                      <a:pt x="28" y="49"/>
                      <a:pt x="28" y="50"/>
                      <a:pt x="28" y="50"/>
                    </a:cubicBezTo>
                    <a:cubicBezTo>
                      <a:pt x="28" y="50"/>
                      <a:pt x="28" y="50"/>
                      <a:pt x="28" y="49"/>
                    </a:cubicBezTo>
                    <a:close/>
                    <a:moveTo>
                      <a:pt x="1" y="0"/>
                    </a:moveTo>
                    <a:cubicBezTo>
                      <a:pt x="9" y="16"/>
                      <a:pt x="18" y="32"/>
                      <a:pt x="28" y="49"/>
                    </a:cubicBezTo>
                    <a:lnTo>
                      <a:pt x="28" y="49"/>
                    </a:lnTo>
                    <a:cubicBezTo>
                      <a:pt x="28" y="49"/>
                      <a:pt x="28" y="49"/>
                      <a:pt x="28" y="49"/>
                    </a:cubicBezTo>
                    <a:lnTo>
                      <a:pt x="28" y="49"/>
                    </a:lnTo>
                    <a:cubicBezTo>
                      <a:pt x="28" y="49"/>
                      <a:pt x="28" y="50"/>
                      <a:pt x="28" y="50"/>
                    </a:cubicBezTo>
                    <a:cubicBezTo>
                      <a:pt x="498" y="982"/>
                      <a:pt x="1265" y="1760"/>
                      <a:pt x="2185" y="2250"/>
                    </a:cubicBezTo>
                    <a:cubicBezTo>
                      <a:pt x="1751" y="1316"/>
                      <a:pt x="754" y="459"/>
                      <a:pt x="119" y="68"/>
                    </a:cubicBezTo>
                    <a:cubicBezTo>
                      <a:pt x="118" y="68"/>
                      <a:pt x="118" y="67"/>
                      <a:pt x="116" y="67"/>
                    </a:cubicBezTo>
                    <a:cubicBezTo>
                      <a:pt x="77" y="44"/>
                      <a:pt x="41" y="21"/>
                      <a:pt x="6" y="2"/>
                    </a:cubicBezTo>
                    <a:cubicBezTo>
                      <a:pt x="4" y="2"/>
                      <a:pt x="2" y="0"/>
                      <a:pt x="1"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3"/>
              <p:cNvSpPr/>
              <p:nvPr/>
            </p:nvSpPr>
            <p:spPr>
              <a:xfrm>
                <a:off x="1124159" y="1920807"/>
                <a:ext cx="2882" cy="1381"/>
              </a:xfrm>
              <a:custGeom>
                <a:rect b="b" l="l" r="r" t="t"/>
                <a:pathLst>
                  <a:path extrusionOk="0" h="58" w="121">
                    <a:moveTo>
                      <a:pt x="1" y="1"/>
                    </a:moveTo>
                    <a:cubicBezTo>
                      <a:pt x="41" y="19"/>
                      <a:pt x="80" y="41"/>
                      <a:pt x="121" y="57"/>
                    </a:cubicBezTo>
                    <a:cubicBezTo>
                      <a:pt x="80" y="40"/>
                      <a:pt x="41" y="19"/>
                      <a:pt x="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3"/>
              <p:cNvSpPr/>
              <p:nvPr/>
            </p:nvSpPr>
            <p:spPr>
              <a:xfrm>
                <a:off x="1096796" y="1879893"/>
                <a:ext cx="21529" cy="22958"/>
              </a:xfrm>
              <a:custGeom>
                <a:rect b="b" l="l" r="r" t="t"/>
                <a:pathLst>
                  <a:path extrusionOk="0" h="964" w="904">
                    <a:moveTo>
                      <a:pt x="1" y="1"/>
                    </a:moveTo>
                    <a:cubicBezTo>
                      <a:pt x="357" y="270"/>
                      <a:pt x="668" y="594"/>
                      <a:pt x="903" y="964"/>
                    </a:cubicBezTo>
                    <a:cubicBezTo>
                      <a:pt x="668" y="594"/>
                      <a:pt x="357" y="268"/>
                      <a:pt x="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3"/>
              <p:cNvSpPr/>
              <p:nvPr/>
            </p:nvSpPr>
            <p:spPr>
              <a:xfrm>
                <a:off x="1078196" y="1938645"/>
                <a:ext cx="2382" cy="1191"/>
              </a:xfrm>
              <a:custGeom>
                <a:rect b="b" l="l" r="r" t="t"/>
                <a:pathLst>
                  <a:path extrusionOk="0" h="50" w="100">
                    <a:moveTo>
                      <a:pt x="1" y="1"/>
                    </a:moveTo>
                    <a:cubicBezTo>
                      <a:pt x="26" y="13"/>
                      <a:pt x="51" y="27"/>
                      <a:pt x="75" y="38"/>
                    </a:cubicBezTo>
                    <a:lnTo>
                      <a:pt x="75" y="38"/>
                    </a:lnTo>
                    <a:cubicBezTo>
                      <a:pt x="51" y="26"/>
                      <a:pt x="26" y="13"/>
                      <a:pt x="1" y="1"/>
                    </a:cubicBezTo>
                    <a:close/>
                    <a:moveTo>
                      <a:pt x="75" y="38"/>
                    </a:moveTo>
                    <a:lnTo>
                      <a:pt x="75" y="38"/>
                    </a:lnTo>
                    <a:cubicBezTo>
                      <a:pt x="83" y="42"/>
                      <a:pt x="91" y="45"/>
                      <a:pt x="99" y="49"/>
                    </a:cubicBezTo>
                    <a:lnTo>
                      <a:pt x="99" y="47"/>
                    </a:lnTo>
                    <a:cubicBezTo>
                      <a:pt x="91" y="45"/>
                      <a:pt x="83" y="41"/>
                      <a:pt x="75" y="38"/>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3"/>
              <p:cNvSpPr/>
              <p:nvPr/>
            </p:nvSpPr>
            <p:spPr>
              <a:xfrm>
                <a:off x="1054643" y="1903708"/>
                <a:ext cx="18528" cy="19647"/>
              </a:xfrm>
              <a:custGeom>
                <a:rect b="b" l="l" r="r" t="t"/>
                <a:pathLst>
                  <a:path extrusionOk="0" h="825" w="778">
                    <a:moveTo>
                      <a:pt x="1" y="1"/>
                    </a:moveTo>
                    <a:cubicBezTo>
                      <a:pt x="307" y="231"/>
                      <a:pt x="576" y="508"/>
                      <a:pt x="777" y="824"/>
                    </a:cubicBezTo>
                    <a:cubicBezTo>
                      <a:pt x="576" y="508"/>
                      <a:pt x="309" y="231"/>
                      <a:pt x="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3"/>
              <p:cNvSpPr/>
              <p:nvPr/>
            </p:nvSpPr>
            <p:spPr>
              <a:xfrm>
                <a:off x="1029423" y="1890943"/>
                <a:ext cx="44177" cy="45534"/>
              </a:xfrm>
              <a:custGeom>
                <a:rect b="b" l="l" r="r" t="t"/>
                <a:pathLst>
                  <a:path extrusionOk="0" h="1912" w="1855">
                    <a:moveTo>
                      <a:pt x="0" y="0"/>
                    </a:moveTo>
                    <a:lnTo>
                      <a:pt x="0" y="0"/>
                    </a:lnTo>
                    <a:cubicBezTo>
                      <a:pt x="397" y="811"/>
                      <a:pt x="1058" y="1488"/>
                      <a:pt x="1854" y="1911"/>
                    </a:cubicBezTo>
                    <a:cubicBezTo>
                      <a:pt x="1463" y="1070"/>
                      <a:pt x="532" y="300"/>
                      <a:pt x="5" y="2"/>
                    </a:cubicBezTo>
                    <a:cubicBezTo>
                      <a:pt x="2" y="2"/>
                      <a:pt x="0" y="0"/>
                      <a:pt x="0"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3"/>
              <p:cNvSpPr/>
              <p:nvPr/>
            </p:nvSpPr>
            <p:spPr>
              <a:xfrm>
                <a:off x="996344" y="1920307"/>
                <a:ext cx="35222" cy="36389"/>
              </a:xfrm>
              <a:custGeom>
                <a:rect b="b" l="l" r="r" t="t"/>
                <a:pathLst>
                  <a:path extrusionOk="0" h="1528" w="1479">
                    <a:moveTo>
                      <a:pt x="0" y="1"/>
                    </a:moveTo>
                    <a:lnTo>
                      <a:pt x="0" y="1"/>
                    </a:lnTo>
                    <a:cubicBezTo>
                      <a:pt x="316" y="647"/>
                      <a:pt x="845" y="1189"/>
                      <a:pt x="1478" y="1527"/>
                    </a:cubicBezTo>
                    <a:cubicBezTo>
                      <a:pt x="1167" y="855"/>
                      <a:pt x="425" y="242"/>
                      <a:pt x="3" y="4"/>
                    </a:cubicBezTo>
                    <a:cubicBezTo>
                      <a:pt x="2" y="4"/>
                      <a:pt x="2" y="1"/>
                      <a:pt x="0"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3"/>
              <p:cNvSpPr/>
              <p:nvPr/>
            </p:nvSpPr>
            <p:spPr>
              <a:xfrm>
                <a:off x="1035210" y="1958435"/>
                <a:ext cx="1953" cy="953"/>
              </a:xfrm>
              <a:custGeom>
                <a:rect b="b" l="l" r="r" t="t"/>
                <a:pathLst>
                  <a:path extrusionOk="0" h="40" w="82">
                    <a:moveTo>
                      <a:pt x="0" y="1"/>
                    </a:moveTo>
                    <a:cubicBezTo>
                      <a:pt x="14" y="7"/>
                      <a:pt x="28" y="13"/>
                      <a:pt x="42" y="20"/>
                    </a:cubicBezTo>
                    <a:lnTo>
                      <a:pt x="42" y="20"/>
                    </a:lnTo>
                    <a:cubicBezTo>
                      <a:pt x="29" y="13"/>
                      <a:pt x="15" y="7"/>
                      <a:pt x="0" y="1"/>
                    </a:cubicBezTo>
                    <a:close/>
                    <a:moveTo>
                      <a:pt x="42" y="20"/>
                    </a:moveTo>
                    <a:lnTo>
                      <a:pt x="42" y="20"/>
                    </a:lnTo>
                    <a:cubicBezTo>
                      <a:pt x="55" y="27"/>
                      <a:pt x="68" y="34"/>
                      <a:pt x="81" y="40"/>
                    </a:cubicBezTo>
                    <a:cubicBezTo>
                      <a:pt x="68" y="33"/>
                      <a:pt x="55" y="27"/>
                      <a:pt x="42" y="2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3"/>
              <p:cNvSpPr/>
              <p:nvPr/>
            </p:nvSpPr>
            <p:spPr>
              <a:xfrm>
                <a:off x="1016134" y="1930262"/>
                <a:ext cx="15146" cy="15932"/>
              </a:xfrm>
              <a:custGeom>
                <a:rect b="b" l="l" r="r" t="t"/>
                <a:pathLst>
                  <a:path extrusionOk="0" h="669" w="636">
                    <a:moveTo>
                      <a:pt x="1" y="1"/>
                    </a:moveTo>
                    <a:cubicBezTo>
                      <a:pt x="250" y="186"/>
                      <a:pt x="469" y="412"/>
                      <a:pt x="636" y="668"/>
                    </a:cubicBezTo>
                    <a:cubicBezTo>
                      <a:pt x="471" y="412"/>
                      <a:pt x="252" y="186"/>
                      <a:pt x="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
              <p:cNvSpPr/>
              <p:nvPr/>
            </p:nvSpPr>
            <p:spPr>
              <a:xfrm>
                <a:off x="957288" y="1844266"/>
                <a:ext cx="107501" cy="155417"/>
              </a:xfrm>
              <a:custGeom>
                <a:rect b="b" l="l" r="r" t="t"/>
                <a:pathLst>
                  <a:path extrusionOk="0" h="6526" w="4514">
                    <a:moveTo>
                      <a:pt x="4478" y="1"/>
                    </a:moveTo>
                    <a:cubicBezTo>
                      <a:pt x="4419" y="1"/>
                      <a:pt x="4358" y="4"/>
                      <a:pt x="4295" y="11"/>
                    </a:cubicBezTo>
                    <a:cubicBezTo>
                      <a:pt x="4270" y="14"/>
                      <a:pt x="4246" y="19"/>
                      <a:pt x="4222" y="22"/>
                    </a:cubicBezTo>
                    <a:cubicBezTo>
                      <a:pt x="4185" y="27"/>
                      <a:pt x="4147" y="32"/>
                      <a:pt x="4107" y="40"/>
                    </a:cubicBezTo>
                    <a:cubicBezTo>
                      <a:pt x="4100" y="42"/>
                      <a:pt x="4094" y="43"/>
                      <a:pt x="4087" y="43"/>
                    </a:cubicBezTo>
                    <a:cubicBezTo>
                      <a:pt x="4081" y="46"/>
                      <a:pt x="4073" y="48"/>
                      <a:pt x="4066" y="50"/>
                    </a:cubicBezTo>
                    <a:cubicBezTo>
                      <a:pt x="4039" y="56"/>
                      <a:pt x="4008" y="64"/>
                      <a:pt x="3979" y="72"/>
                    </a:cubicBezTo>
                    <a:cubicBezTo>
                      <a:pt x="3951" y="80"/>
                      <a:pt x="3925" y="87"/>
                      <a:pt x="3896" y="95"/>
                    </a:cubicBezTo>
                    <a:cubicBezTo>
                      <a:pt x="3875" y="100"/>
                      <a:pt x="3856" y="108"/>
                      <a:pt x="3835" y="114"/>
                    </a:cubicBezTo>
                    <a:cubicBezTo>
                      <a:pt x="3833" y="114"/>
                      <a:pt x="3831" y="116"/>
                      <a:pt x="3830" y="116"/>
                    </a:cubicBezTo>
                    <a:cubicBezTo>
                      <a:pt x="3799" y="127"/>
                      <a:pt x="3768" y="137"/>
                      <a:pt x="3737" y="148"/>
                    </a:cubicBezTo>
                    <a:cubicBezTo>
                      <a:pt x="3719" y="155"/>
                      <a:pt x="3700" y="163"/>
                      <a:pt x="3681" y="170"/>
                    </a:cubicBezTo>
                    <a:cubicBezTo>
                      <a:pt x="3653" y="179"/>
                      <a:pt x="3624" y="194"/>
                      <a:pt x="3596" y="205"/>
                    </a:cubicBezTo>
                    <a:cubicBezTo>
                      <a:pt x="3590" y="208"/>
                      <a:pt x="3583" y="212"/>
                      <a:pt x="3578" y="213"/>
                    </a:cubicBezTo>
                    <a:cubicBezTo>
                      <a:pt x="3549" y="226"/>
                      <a:pt x="3522" y="236"/>
                      <a:pt x="3493" y="251"/>
                    </a:cubicBezTo>
                    <a:cubicBezTo>
                      <a:pt x="3483" y="257"/>
                      <a:pt x="3470" y="260"/>
                      <a:pt x="3460" y="267"/>
                    </a:cubicBezTo>
                    <a:cubicBezTo>
                      <a:pt x="3426" y="283"/>
                      <a:pt x="3392" y="301"/>
                      <a:pt x="3360" y="319"/>
                    </a:cubicBezTo>
                    <a:cubicBezTo>
                      <a:pt x="3327" y="335"/>
                      <a:pt x="3295" y="351"/>
                      <a:pt x="3259" y="371"/>
                    </a:cubicBezTo>
                    <a:cubicBezTo>
                      <a:pt x="3253" y="374"/>
                      <a:pt x="3246" y="379"/>
                      <a:pt x="3238" y="382"/>
                    </a:cubicBezTo>
                    <a:cubicBezTo>
                      <a:pt x="3224" y="390"/>
                      <a:pt x="3207" y="400"/>
                      <a:pt x="3193" y="408"/>
                    </a:cubicBezTo>
                    <a:cubicBezTo>
                      <a:pt x="3170" y="422"/>
                      <a:pt x="3146" y="435"/>
                      <a:pt x="3125" y="448"/>
                    </a:cubicBezTo>
                    <a:cubicBezTo>
                      <a:pt x="3087" y="471"/>
                      <a:pt x="3052" y="492"/>
                      <a:pt x="3014" y="516"/>
                    </a:cubicBezTo>
                    <a:cubicBezTo>
                      <a:pt x="3013" y="518"/>
                      <a:pt x="3011" y="520"/>
                      <a:pt x="3010" y="520"/>
                    </a:cubicBezTo>
                    <a:cubicBezTo>
                      <a:pt x="2974" y="542"/>
                      <a:pt x="2940" y="567"/>
                      <a:pt x="2906" y="589"/>
                    </a:cubicBezTo>
                    <a:cubicBezTo>
                      <a:pt x="2901" y="591"/>
                      <a:pt x="2898" y="594"/>
                      <a:pt x="2893" y="597"/>
                    </a:cubicBezTo>
                    <a:cubicBezTo>
                      <a:pt x="2859" y="618"/>
                      <a:pt x="2826" y="641"/>
                      <a:pt x="2792" y="665"/>
                    </a:cubicBezTo>
                    <a:cubicBezTo>
                      <a:pt x="2781" y="672"/>
                      <a:pt x="2771" y="680"/>
                      <a:pt x="2762" y="688"/>
                    </a:cubicBezTo>
                    <a:cubicBezTo>
                      <a:pt x="2728" y="712"/>
                      <a:pt x="2695" y="737"/>
                      <a:pt x="2660" y="763"/>
                    </a:cubicBezTo>
                    <a:cubicBezTo>
                      <a:pt x="2656" y="768"/>
                      <a:pt x="2651" y="769"/>
                      <a:pt x="2648" y="772"/>
                    </a:cubicBezTo>
                    <a:cubicBezTo>
                      <a:pt x="2622" y="793"/>
                      <a:pt x="2593" y="813"/>
                      <a:pt x="2567" y="834"/>
                    </a:cubicBezTo>
                    <a:cubicBezTo>
                      <a:pt x="2549" y="849"/>
                      <a:pt x="2530" y="862"/>
                      <a:pt x="2514" y="878"/>
                    </a:cubicBezTo>
                    <a:cubicBezTo>
                      <a:pt x="2488" y="900"/>
                      <a:pt x="2460" y="923"/>
                      <a:pt x="2433" y="946"/>
                    </a:cubicBezTo>
                    <a:cubicBezTo>
                      <a:pt x="2423" y="954"/>
                      <a:pt x="2412" y="962"/>
                      <a:pt x="2400" y="972"/>
                    </a:cubicBezTo>
                    <a:cubicBezTo>
                      <a:pt x="2382" y="988"/>
                      <a:pt x="2365" y="1003"/>
                      <a:pt x="2347" y="1019"/>
                    </a:cubicBezTo>
                    <a:cubicBezTo>
                      <a:pt x="2318" y="1043"/>
                      <a:pt x="2292" y="1067"/>
                      <a:pt x="2262" y="1093"/>
                    </a:cubicBezTo>
                    <a:cubicBezTo>
                      <a:pt x="2245" y="1110"/>
                      <a:pt x="2227" y="1126"/>
                      <a:pt x="2211" y="1142"/>
                    </a:cubicBezTo>
                    <a:cubicBezTo>
                      <a:pt x="2194" y="1157"/>
                      <a:pt x="2178" y="1171"/>
                      <a:pt x="2160" y="1186"/>
                    </a:cubicBezTo>
                    <a:cubicBezTo>
                      <a:pt x="2149" y="1197"/>
                      <a:pt x="2138" y="1207"/>
                      <a:pt x="2128" y="1216"/>
                    </a:cubicBezTo>
                    <a:cubicBezTo>
                      <a:pt x="2081" y="1259"/>
                      <a:pt x="2036" y="1304"/>
                      <a:pt x="1990" y="1351"/>
                    </a:cubicBezTo>
                    <a:cubicBezTo>
                      <a:pt x="1971" y="1369"/>
                      <a:pt x="1953" y="1385"/>
                      <a:pt x="1935" y="1403"/>
                    </a:cubicBezTo>
                    <a:cubicBezTo>
                      <a:pt x="1927" y="1411"/>
                      <a:pt x="1921" y="1419"/>
                      <a:pt x="1912" y="1426"/>
                    </a:cubicBezTo>
                    <a:cubicBezTo>
                      <a:pt x="1895" y="1443"/>
                      <a:pt x="1877" y="1464"/>
                      <a:pt x="1857" y="1482"/>
                    </a:cubicBezTo>
                    <a:cubicBezTo>
                      <a:pt x="1831" y="1510"/>
                      <a:pt x="1804" y="1539"/>
                      <a:pt x="1776" y="1567"/>
                    </a:cubicBezTo>
                    <a:lnTo>
                      <a:pt x="1703" y="1646"/>
                    </a:lnTo>
                    <a:lnTo>
                      <a:pt x="1702" y="1648"/>
                    </a:lnTo>
                    <a:cubicBezTo>
                      <a:pt x="1671" y="1680"/>
                      <a:pt x="1642" y="1716"/>
                      <a:pt x="1613" y="1750"/>
                    </a:cubicBezTo>
                    <a:cubicBezTo>
                      <a:pt x="1598" y="1766"/>
                      <a:pt x="1587" y="1780"/>
                      <a:pt x="1572" y="1797"/>
                    </a:cubicBezTo>
                    <a:cubicBezTo>
                      <a:pt x="1548" y="1824"/>
                      <a:pt x="1525" y="1850"/>
                      <a:pt x="1501" y="1879"/>
                    </a:cubicBezTo>
                    <a:cubicBezTo>
                      <a:pt x="1493" y="1889"/>
                      <a:pt x="1483" y="1902"/>
                      <a:pt x="1475" y="1912"/>
                    </a:cubicBezTo>
                    <a:lnTo>
                      <a:pt x="1391" y="2015"/>
                    </a:lnTo>
                    <a:cubicBezTo>
                      <a:pt x="1384" y="2020"/>
                      <a:pt x="1379" y="2028"/>
                      <a:pt x="1374" y="2035"/>
                    </a:cubicBezTo>
                    <a:cubicBezTo>
                      <a:pt x="1352" y="2064"/>
                      <a:pt x="1327" y="2092"/>
                      <a:pt x="1305" y="2121"/>
                    </a:cubicBezTo>
                    <a:lnTo>
                      <a:pt x="1250" y="2194"/>
                    </a:lnTo>
                    <a:cubicBezTo>
                      <a:pt x="1229" y="2223"/>
                      <a:pt x="1206" y="2252"/>
                      <a:pt x="1183" y="2283"/>
                    </a:cubicBezTo>
                    <a:lnTo>
                      <a:pt x="1180" y="2286"/>
                    </a:lnTo>
                    <a:cubicBezTo>
                      <a:pt x="1159" y="2315"/>
                      <a:pt x="1136" y="2343"/>
                      <a:pt x="1117" y="2372"/>
                    </a:cubicBezTo>
                    <a:cubicBezTo>
                      <a:pt x="1079" y="2422"/>
                      <a:pt x="1045" y="2471"/>
                      <a:pt x="1013" y="2521"/>
                    </a:cubicBezTo>
                    <a:cubicBezTo>
                      <a:pt x="1010" y="2526"/>
                      <a:pt x="1006" y="2529"/>
                      <a:pt x="1003" y="2536"/>
                    </a:cubicBezTo>
                    <a:cubicBezTo>
                      <a:pt x="997" y="2545"/>
                      <a:pt x="989" y="2555"/>
                      <a:pt x="982" y="2566"/>
                    </a:cubicBezTo>
                    <a:cubicBezTo>
                      <a:pt x="969" y="2588"/>
                      <a:pt x="955" y="2609"/>
                      <a:pt x="940" y="2631"/>
                    </a:cubicBezTo>
                    <a:cubicBezTo>
                      <a:pt x="904" y="2685"/>
                      <a:pt x="869" y="2740"/>
                      <a:pt x="835" y="2797"/>
                    </a:cubicBezTo>
                    <a:cubicBezTo>
                      <a:pt x="823" y="2814"/>
                      <a:pt x="812" y="2834"/>
                      <a:pt x="801" y="2853"/>
                    </a:cubicBezTo>
                    <a:lnTo>
                      <a:pt x="783" y="2884"/>
                    </a:lnTo>
                    <a:cubicBezTo>
                      <a:pt x="780" y="2887"/>
                      <a:pt x="776" y="2892"/>
                      <a:pt x="775" y="2899"/>
                    </a:cubicBezTo>
                    <a:cubicBezTo>
                      <a:pt x="742" y="2952"/>
                      <a:pt x="710" y="3007"/>
                      <a:pt x="679" y="3062"/>
                    </a:cubicBezTo>
                    <a:cubicBezTo>
                      <a:pt x="658" y="3096"/>
                      <a:pt x="640" y="3134"/>
                      <a:pt x="621" y="3168"/>
                    </a:cubicBezTo>
                    <a:cubicBezTo>
                      <a:pt x="616" y="3174"/>
                      <a:pt x="614" y="3179"/>
                      <a:pt x="609" y="3186"/>
                    </a:cubicBezTo>
                    <a:cubicBezTo>
                      <a:pt x="608" y="3187"/>
                      <a:pt x="608" y="3190"/>
                      <a:pt x="606" y="3194"/>
                    </a:cubicBezTo>
                    <a:cubicBezTo>
                      <a:pt x="582" y="3239"/>
                      <a:pt x="558" y="3284"/>
                      <a:pt x="535" y="3330"/>
                    </a:cubicBezTo>
                    <a:cubicBezTo>
                      <a:pt x="517" y="3369"/>
                      <a:pt x="499" y="3404"/>
                      <a:pt x="480" y="3443"/>
                    </a:cubicBezTo>
                    <a:lnTo>
                      <a:pt x="407" y="3600"/>
                    </a:lnTo>
                    <a:cubicBezTo>
                      <a:pt x="389" y="3641"/>
                      <a:pt x="373" y="3680"/>
                      <a:pt x="357" y="3720"/>
                    </a:cubicBezTo>
                    <a:cubicBezTo>
                      <a:pt x="334" y="3771"/>
                      <a:pt x="314" y="3824"/>
                      <a:pt x="297" y="3874"/>
                    </a:cubicBezTo>
                    <a:cubicBezTo>
                      <a:pt x="280" y="3916"/>
                      <a:pt x="266" y="3957"/>
                      <a:pt x="250" y="4001"/>
                    </a:cubicBezTo>
                    <a:cubicBezTo>
                      <a:pt x="232" y="4051"/>
                      <a:pt x="216" y="4100"/>
                      <a:pt x="199" y="4150"/>
                    </a:cubicBezTo>
                    <a:cubicBezTo>
                      <a:pt x="185" y="4195"/>
                      <a:pt x="172" y="4237"/>
                      <a:pt x="159" y="4281"/>
                    </a:cubicBezTo>
                    <a:cubicBezTo>
                      <a:pt x="144" y="4330"/>
                      <a:pt x="131" y="4377"/>
                      <a:pt x="120" y="4425"/>
                    </a:cubicBezTo>
                    <a:cubicBezTo>
                      <a:pt x="107" y="4472"/>
                      <a:pt x="97" y="4516"/>
                      <a:pt x="88" y="4563"/>
                    </a:cubicBezTo>
                    <a:cubicBezTo>
                      <a:pt x="78" y="4608"/>
                      <a:pt x="67" y="4654"/>
                      <a:pt x="58" y="4699"/>
                    </a:cubicBezTo>
                    <a:cubicBezTo>
                      <a:pt x="50" y="4748"/>
                      <a:pt x="42" y="4795"/>
                      <a:pt x="37" y="4843"/>
                    </a:cubicBezTo>
                    <a:cubicBezTo>
                      <a:pt x="31" y="4886"/>
                      <a:pt x="24" y="4928"/>
                      <a:pt x="21" y="4970"/>
                    </a:cubicBezTo>
                    <a:cubicBezTo>
                      <a:pt x="15" y="5018"/>
                      <a:pt x="13" y="5070"/>
                      <a:pt x="8" y="5119"/>
                    </a:cubicBezTo>
                    <a:lnTo>
                      <a:pt x="2" y="5241"/>
                    </a:lnTo>
                    <a:cubicBezTo>
                      <a:pt x="0" y="5291"/>
                      <a:pt x="2" y="5341"/>
                      <a:pt x="2" y="5391"/>
                    </a:cubicBezTo>
                    <a:cubicBezTo>
                      <a:pt x="5" y="5425"/>
                      <a:pt x="7" y="5461"/>
                      <a:pt x="8" y="5500"/>
                    </a:cubicBezTo>
                    <a:cubicBezTo>
                      <a:pt x="13" y="5552"/>
                      <a:pt x="16" y="5604"/>
                      <a:pt x="23" y="5654"/>
                    </a:cubicBezTo>
                    <a:cubicBezTo>
                      <a:pt x="28" y="5688"/>
                      <a:pt x="31" y="5722"/>
                      <a:pt x="37" y="5757"/>
                    </a:cubicBezTo>
                    <a:cubicBezTo>
                      <a:pt x="45" y="5809"/>
                      <a:pt x="57" y="5861"/>
                      <a:pt x="70" y="5913"/>
                    </a:cubicBezTo>
                    <a:cubicBezTo>
                      <a:pt x="78" y="5945"/>
                      <a:pt x="84" y="5978"/>
                      <a:pt x="92" y="6007"/>
                    </a:cubicBezTo>
                    <a:cubicBezTo>
                      <a:pt x="105" y="6061"/>
                      <a:pt x="125" y="6112"/>
                      <a:pt x="141" y="6164"/>
                    </a:cubicBezTo>
                    <a:cubicBezTo>
                      <a:pt x="151" y="6192"/>
                      <a:pt x="161" y="6223"/>
                      <a:pt x="170" y="6250"/>
                    </a:cubicBezTo>
                    <a:cubicBezTo>
                      <a:pt x="191" y="6304"/>
                      <a:pt x="216" y="6354"/>
                      <a:pt x="240" y="6407"/>
                    </a:cubicBezTo>
                    <a:cubicBezTo>
                      <a:pt x="251" y="6433"/>
                      <a:pt x="264" y="6461"/>
                      <a:pt x="279" y="6488"/>
                    </a:cubicBezTo>
                    <a:cubicBezTo>
                      <a:pt x="284" y="6500"/>
                      <a:pt x="290" y="6514"/>
                      <a:pt x="297" y="6526"/>
                    </a:cubicBezTo>
                    <a:cubicBezTo>
                      <a:pt x="297" y="6522"/>
                      <a:pt x="297" y="6521"/>
                      <a:pt x="293" y="6516"/>
                    </a:cubicBezTo>
                    <a:cubicBezTo>
                      <a:pt x="170" y="5970"/>
                      <a:pt x="229" y="5253"/>
                      <a:pt x="468" y="4490"/>
                    </a:cubicBezTo>
                    <a:lnTo>
                      <a:pt x="468" y="4489"/>
                    </a:lnTo>
                    <a:cubicBezTo>
                      <a:pt x="590" y="4100"/>
                      <a:pt x="760" y="3696"/>
                      <a:pt x="974" y="3297"/>
                    </a:cubicBezTo>
                    <a:cubicBezTo>
                      <a:pt x="1201" y="2874"/>
                      <a:pt x="1476" y="2455"/>
                      <a:pt x="1807" y="2056"/>
                    </a:cubicBezTo>
                    <a:cubicBezTo>
                      <a:pt x="1810" y="2053"/>
                      <a:pt x="1812" y="2049"/>
                      <a:pt x="1815" y="2045"/>
                    </a:cubicBezTo>
                    <a:cubicBezTo>
                      <a:pt x="2497" y="1216"/>
                      <a:pt x="3395" y="479"/>
                      <a:pt x="4512" y="1"/>
                    </a:cubicBezTo>
                    <a:lnTo>
                      <a:pt x="4514" y="1"/>
                    </a:lnTo>
                    <a:cubicBezTo>
                      <a:pt x="4502" y="1"/>
                      <a:pt x="4490" y="1"/>
                      <a:pt x="4478"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
              <p:cNvSpPr/>
              <p:nvPr/>
            </p:nvSpPr>
            <p:spPr>
              <a:xfrm>
                <a:off x="1248283" y="2624588"/>
                <a:ext cx="84900" cy="116003"/>
              </a:xfrm>
              <a:custGeom>
                <a:rect b="b" l="l" r="r" t="t"/>
                <a:pathLst>
                  <a:path extrusionOk="0" h="4871" w="3565">
                    <a:moveTo>
                      <a:pt x="1" y="1"/>
                    </a:moveTo>
                    <a:lnTo>
                      <a:pt x="1" y="1"/>
                    </a:lnTo>
                    <a:cubicBezTo>
                      <a:pt x="320" y="941"/>
                      <a:pt x="1211" y="2792"/>
                      <a:pt x="2281" y="4871"/>
                    </a:cubicBezTo>
                    <a:cubicBezTo>
                      <a:pt x="2367" y="4792"/>
                      <a:pt x="2454" y="4712"/>
                      <a:pt x="2540" y="4631"/>
                    </a:cubicBezTo>
                    <a:cubicBezTo>
                      <a:pt x="2513" y="4608"/>
                      <a:pt x="2503" y="4574"/>
                      <a:pt x="2516" y="4540"/>
                    </a:cubicBezTo>
                    <a:cubicBezTo>
                      <a:pt x="2528" y="4508"/>
                      <a:pt x="2558" y="4488"/>
                      <a:pt x="2591" y="4488"/>
                    </a:cubicBezTo>
                    <a:cubicBezTo>
                      <a:pt x="2601" y="4488"/>
                      <a:pt x="2611" y="4490"/>
                      <a:pt x="2621" y="4493"/>
                    </a:cubicBezTo>
                    <a:cubicBezTo>
                      <a:pt x="2634" y="4500"/>
                      <a:pt x="2649" y="4508"/>
                      <a:pt x="2663" y="4511"/>
                    </a:cubicBezTo>
                    <a:cubicBezTo>
                      <a:pt x="2772" y="4404"/>
                      <a:pt x="2876" y="4297"/>
                      <a:pt x="2970" y="4194"/>
                    </a:cubicBezTo>
                    <a:cubicBezTo>
                      <a:pt x="2942" y="4177"/>
                      <a:pt x="2926" y="4147"/>
                      <a:pt x="2931" y="4114"/>
                    </a:cubicBezTo>
                    <a:cubicBezTo>
                      <a:pt x="2937" y="4073"/>
                      <a:pt x="2972" y="4044"/>
                      <a:pt x="3012" y="4044"/>
                    </a:cubicBezTo>
                    <a:cubicBezTo>
                      <a:pt x="3015" y="4044"/>
                      <a:pt x="3019" y="4044"/>
                      <a:pt x="3022" y="4044"/>
                    </a:cubicBezTo>
                    <a:cubicBezTo>
                      <a:pt x="3044" y="4046"/>
                      <a:pt x="3064" y="4053"/>
                      <a:pt x="3085" y="4056"/>
                    </a:cubicBezTo>
                    <a:cubicBezTo>
                      <a:pt x="3190" y="3926"/>
                      <a:pt x="3279" y="3803"/>
                      <a:pt x="3342" y="3688"/>
                    </a:cubicBezTo>
                    <a:cubicBezTo>
                      <a:pt x="3304" y="3678"/>
                      <a:pt x="3278" y="3641"/>
                      <a:pt x="3281" y="3600"/>
                    </a:cubicBezTo>
                    <a:cubicBezTo>
                      <a:pt x="3285" y="3560"/>
                      <a:pt x="3321" y="3527"/>
                      <a:pt x="3360" y="3527"/>
                    </a:cubicBezTo>
                    <a:cubicBezTo>
                      <a:pt x="3363" y="3527"/>
                      <a:pt x="3367" y="3527"/>
                      <a:pt x="3370" y="3527"/>
                    </a:cubicBezTo>
                    <a:cubicBezTo>
                      <a:pt x="3383" y="3529"/>
                      <a:pt x="3396" y="3531"/>
                      <a:pt x="3409" y="3534"/>
                    </a:cubicBezTo>
                    <a:cubicBezTo>
                      <a:pt x="3420" y="3500"/>
                      <a:pt x="3433" y="3466"/>
                      <a:pt x="3440" y="3437"/>
                    </a:cubicBezTo>
                    <a:cubicBezTo>
                      <a:pt x="3046" y="3028"/>
                      <a:pt x="2892" y="2416"/>
                      <a:pt x="3555" y="2400"/>
                    </a:cubicBezTo>
                    <a:lnTo>
                      <a:pt x="3564" y="2400"/>
                    </a:lnTo>
                    <a:cubicBezTo>
                      <a:pt x="3218" y="2035"/>
                      <a:pt x="2809" y="1601"/>
                      <a:pt x="2362" y="1121"/>
                    </a:cubicBezTo>
                    <a:cubicBezTo>
                      <a:pt x="2268" y="1022"/>
                      <a:pt x="2172" y="918"/>
                      <a:pt x="2078" y="815"/>
                    </a:cubicBezTo>
                    <a:cubicBezTo>
                      <a:pt x="1195" y="758"/>
                      <a:pt x="307" y="461"/>
                      <a:pt x="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3"/>
              <p:cNvSpPr/>
              <p:nvPr/>
            </p:nvSpPr>
            <p:spPr>
              <a:xfrm>
                <a:off x="1288816" y="2402942"/>
                <a:ext cx="285780" cy="96046"/>
              </a:xfrm>
              <a:custGeom>
                <a:rect b="b" l="l" r="r" t="t"/>
                <a:pathLst>
                  <a:path extrusionOk="0" h="4033" w="12000">
                    <a:moveTo>
                      <a:pt x="10086" y="1"/>
                    </a:moveTo>
                    <a:cubicBezTo>
                      <a:pt x="8193" y="260"/>
                      <a:pt x="4917" y="599"/>
                      <a:pt x="2122" y="824"/>
                    </a:cubicBezTo>
                    <a:cubicBezTo>
                      <a:pt x="1352" y="1863"/>
                      <a:pt x="621" y="2953"/>
                      <a:pt x="0" y="4033"/>
                    </a:cubicBezTo>
                    <a:lnTo>
                      <a:pt x="7297" y="4033"/>
                    </a:lnTo>
                    <a:cubicBezTo>
                      <a:pt x="7885" y="3556"/>
                      <a:pt x="8493" y="3086"/>
                      <a:pt x="9097" y="2618"/>
                    </a:cubicBezTo>
                    <a:cubicBezTo>
                      <a:pt x="10097" y="1845"/>
                      <a:pt x="11092" y="1078"/>
                      <a:pt x="12000" y="307"/>
                    </a:cubicBezTo>
                    <a:cubicBezTo>
                      <a:pt x="11342" y="297"/>
                      <a:pt x="10661" y="195"/>
                      <a:pt x="10086"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3"/>
              <p:cNvSpPr/>
              <p:nvPr/>
            </p:nvSpPr>
            <p:spPr>
              <a:xfrm>
                <a:off x="899274" y="2088346"/>
                <a:ext cx="348604" cy="257226"/>
              </a:xfrm>
              <a:custGeom>
                <a:rect b="b" l="l" r="r" t="t"/>
                <a:pathLst>
                  <a:path extrusionOk="0" h="10801" w="14638">
                    <a:moveTo>
                      <a:pt x="14544" y="1"/>
                    </a:moveTo>
                    <a:cubicBezTo>
                      <a:pt x="14515" y="1"/>
                      <a:pt x="14490" y="25"/>
                      <a:pt x="14487" y="54"/>
                    </a:cubicBezTo>
                    <a:cubicBezTo>
                      <a:pt x="14442" y="740"/>
                      <a:pt x="14111" y="2150"/>
                      <a:pt x="13591" y="3412"/>
                    </a:cubicBezTo>
                    <a:cubicBezTo>
                      <a:pt x="13584" y="3425"/>
                      <a:pt x="13586" y="3438"/>
                      <a:pt x="13591" y="3451"/>
                    </a:cubicBezTo>
                    <a:cubicBezTo>
                      <a:pt x="13594" y="3467"/>
                      <a:pt x="13604" y="3482"/>
                      <a:pt x="13620" y="3487"/>
                    </a:cubicBezTo>
                    <a:lnTo>
                      <a:pt x="13623" y="3487"/>
                    </a:lnTo>
                    <a:cubicBezTo>
                      <a:pt x="12716" y="5881"/>
                      <a:pt x="11348" y="8501"/>
                      <a:pt x="10474" y="9360"/>
                    </a:cubicBezTo>
                    <a:cubicBezTo>
                      <a:pt x="10332" y="9503"/>
                      <a:pt x="10199" y="9595"/>
                      <a:pt x="10089" y="9634"/>
                    </a:cubicBezTo>
                    <a:cubicBezTo>
                      <a:pt x="9979" y="9686"/>
                      <a:pt x="9729" y="9747"/>
                      <a:pt x="9381" y="9811"/>
                    </a:cubicBezTo>
                    <a:cubicBezTo>
                      <a:pt x="7202" y="10199"/>
                      <a:pt x="1073" y="10705"/>
                      <a:pt x="28" y="10705"/>
                    </a:cubicBezTo>
                    <a:cubicBezTo>
                      <a:pt x="19" y="10705"/>
                      <a:pt x="9" y="10705"/>
                      <a:pt x="0" y="10705"/>
                    </a:cubicBezTo>
                    <a:lnTo>
                      <a:pt x="0" y="10705"/>
                    </a:lnTo>
                    <a:cubicBezTo>
                      <a:pt x="54" y="10729"/>
                      <a:pt x="114" y="10751"/>
                      <a:pt x="175" y="10755"/>
                    </a:cubicBezTo>
                    <a:cubicBezTo>
                      <a:pt x="420" y="10785"/>
                      <a:pt x="1286" y="10801"/>
                      <a:pt x="2418" y="10801"/>
                    </a:cubicBezTo>
                    <a:cubicBezTo>
                      <a:pt x="5259" y="10801"/>
                      <a:pt x="9778" y="10700"/>
                      <a:pt x="10376" y="10460"/>
                    </a:cubicBezTo>
                    <a:cubicBezTo>
                      <a:pt x="11251" y="10243"/>
                      <a:pt x="13392" y="6840"/>
                      <a:pt x="14638" y="4001"/>
                    </a:cubicBezTo>
                    <a:cubicBezTo>
                      <a:pt x="14311" y="3852"/>
                      <a:pt x="13978" y="3685"/>
                      <a:pt x="13654" y="3490"/>
                    </a:cubicBezTo>
                    <a:cubicBezTo>
                      <a:pt x="13672" y="3485"/>
                      <a:pt x="13688" y="3476"/>
                      <a:pt x="13696" y="3458"/>
                    </a:cubicBezTo>
                    <a:cubicBezTo>
                      <a:pt x="14158" y="2341"/>
                      <a:pt x="14547" y="881"/>
                      <a:pt x="14602" y="62"/>
                    </a:cubicBezTo>
                    <a:cubicBezTo>
                      <a:pt x="14604" y="30"/>
                      <a:pt x="14580" y="3"/>
                      <a:pt x="14549" y="1"/>
                    </a:cubicBezTo>
                    <a:lnTo>
                      <a:pt x="14547" y="1"/>
                    </a:lnTo>
                    <a:cubicBezTo>
                      <a:pt x="14546" y="1"/>
                      <a:pt x="14545" y="1"/>
                      <a:pt x="14544"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3"/>
              <p:cNvSpPr/>
              <p:nvPr/>
            </p:nvSpPr>
            <p:spPr>
              <a:xfrm>
                <a:off x="1277766" y="2013257"/>
                <a:ext cx="194021" cy="208119"/>
              </a:xfrm>
              <a:custGeom>
                <a:rect b="b" l="l" r="r" t="t"/>
                <a:pathLst>
                  <a:path extrusionOk="0" h="8739" w="8147">
                    <a:moveTo>
                      <a:pt x="3649" y="0"/>
                    </a:moveTo>
                    <a:cubicBezTo>
                      <a:pt x="2957" y="2750"/>
                      <a:pt x="1704" y="5361"/>
                      <a:pt x="1" y="7628"/>
                    </a:cubicBezTo>
                    <a:cubicBezTo>
                      <a:pt x="32" y="7638"/>
                      <a:pt x="59" y="7646"/>
                      <a:pt x="90" y="7658"/>
                    </a:cubicBezTo>
                    <a:cubicBezTo>
                      <a:pt x="208" y="7697"/>
                      <a:pt x="327" y="7732"/>
                      <a:pt x="443" y="7765"/>
                    </a:cubicBezTo>
                    <a:cubicBezTo>
                      <a:pt x="451" y="7766"/>
                      <a:pt x="456" y="7769"/>
                      <a:pt x="464" y="7771"/>
                    </a:cubicBezTo>
                    <a:cubicBezTo>
                      <a:pt x="521" y="7787"/>
                      <a:pt x="578" y="7803"/>
                      <a:pt x="635" y="7818"/>
                    </a:cubicBezTo>
                    <a:cubicBezTo>
                      <a:pt x="662" y="7823"/>
                      <a:pt x="686" y="7831"/>
                      <a:pt x="712" y="7838"/>
                    </a:cubicBezTo>
                    <a:cubicBezTo>
                      <a:pt x="771" y="7854"/>
                      <a:pt x="827" y="7868"/>
                      <a:pt x="883" y="7883"/>
                    </a:cubicBezTo>
                    <a:cubicBezTo>
                      <a:pt x="899" y="7886"/>
                      <a:pt x="915" y="7891"/>
                      <a:pt x="933" y="7894"/>
                    </a:cubicBezTo>
                    <a:cubicBezTo>
                      <a:pt x="1587" y="8063"/>
                      <a:pt x="2114" y="8162"/>
                      <a:pt x="2406" y="8252"/>
                    </a:cubicBezTo>
                    <a:cubicBezTo>
                      <a:pt x="2408" y="8252"/>
                      <a:pt x="2412" y="8256"/>
                      <a:pt x="2414" y="8256"/>
                    </a:cubicBezTo>
                    <a:cubicBezTo>
                      <a:pt x="2448" y="8265"/>
                      <a:pt x="2479" y="8277"/>
                      <a:pt x="2506" y="8286"/>
                    </a:cubicBezTo>
                    <a:cubicBezTo>
                      <a:pt x="2510" y="8290"/>
                      <a:pt x="2513" y="8290"/>
                      <a:pt x="2514" y="8291"/>
                    </a:cubicBezTo>
                    <a:cubicBezTo>
                      <a:pt x="2544" y="8303"/>
                      <a:pt x="2570" y="8314"/>
                      <a:pt x="2589" y="8325"/>
                    </a:cubicBezTo>
                    <a:lnTo>
                      <a:pt x="2693" y="8387"/>
                    </a:lnTo>
                    <a:cubicBezTo>
                      <a:pt x="2903" y="8508"/>
                      <a:pt x="3109" y="8625"/>
                      <a:pt x="3305" y="8739"/>
                    </a:cubicBezTo>
                    <a:cubicBezTo>
                      <a:pt x="5531" y="6915"/>
                      <a:pt x="7213" y="4467"/>
                      <a:pt x="8146" y="1739"/>
                    </a:cubicBezTo>
                    <a:lnTo>
                      <a:pt x="8146" y="1737"/>
                    </a:lnTo>
                    <a:cubicBezTo>
                      <a:pt x="8120" y="1723"/>
                      <a:pt x="8093" y="1712"/>
                      <a:pt x="8065" y="1697"/>
                    </a:cubicBezTo>
                    <a:cubicBezTo>
                      <a:pt x="7947" y="1637"/>
                      <a:pt x="7825" y="1577"/>
                      <a:pt x="7704" y="1519"/>
                    </a:cubicBezTo>
                    <a:cubicBezTo>
                      <a:pt x="7647" y="1491"/>
                      <a:pt x="7589" y="1462"/>
                      <a:pt x="7530" y="1436"/>
                    </a:cubicBezTo>
                    <a:cubicBezTo>
                      <a:pt x="7380" y="1363"/>
                      <a:pt x="7222" y="1292"/>
                      <a:pt x="7068" y="1224"/>
                    </a:cubicBezTo>
                    <a:cubicBezTo>
                      <a:pt x="6987" y="1186"/>
                      <a:pt x="6906" y="1152"/>
                      <a:pt x="6825" y="1118"/>
                    </a:cubicBezTo>
                    <a:cubicBezTo>
                      <a:pt x="6736" y="1079"/>
                      <a:pt x="6647" y="1041"/>
                      <a:pt x="6558" y="1005"/>
                    </a:cubicBezTo>
                    <a:cubicBezTo>
                      <a:pt x="6472" y="968"/>
                      <a:pt x="6385" y="934"/>
                      <a:pt x="6297" y="896"/>
                    </a:cubicBezTo>
                    <a:cubicBezTo>
                      <a:pt x="6192" y="854"/>
                      <a:pt x="6086" y="814"/>
                      <a:pt x="5981" y="775"/>
                    </a:cubicBezTo>
                    <a:cubicBezTo>
                      <a:pt x="5923" y="754"/>
                      <a:pt x="5864" y="729"/>
                      <a:pt x="5804" y="707"/>
                    </a:cubicBezTo>
                    <a:cubicBezTo>
                      <a:pt x="5710" y="673"/>
                      <a:pt x="5615" y="637"/>
                      <a:pt x="5521" y="605"/>
                    </a:cubicBezTo>
                    <a:cubicBezTo>
                      <a:pt x="5461" y="584"/>
                      <a:pt x="5399" y="561"/>
                      <a:pt x="5341" y="540"/>
                    </a:cubicBezTo>
                    <a:cubicBezTo>
                      <a:pt x="5252" y="511"/>
                      <a:pt x="5164" y="480"/>
                      <a:pt x="5078" y="449"/>
                    </a:cubicBezTo>
                    <a:cubicBezTo>
                      <a:pt x="4999" y="423"/>
                      <a:pt x="4920" y="396"/>
                      <a:pt x="4840" y="368"/>
                    </a:cubicBezTo>
                    <a:cubicBezTo>
                      <a:pt x="4759" y="342"/>
                      <a:pt x="4681" y="316"/>
                      <a:pt x="4602" y="289"/>
                    </a:cubicBezTo>
                    <a:cubicBezTo>
                      <a:pt x="4506" y="259"/>
                      <a:pt x="4411" y="229"/>
                      <a:pt x="4318" y="199"/>
                    </a:cubicBezTo>
                    <a:cubicBezTo>
                      <a:pt x="4257" y="182"/>
                      <a:pt x="4195" y="162"/>
                      <a:pt x="4134" y="143"/>
                    </a:cubicBezTo>
                    <a:cubicBezTo>
                      <a:pt x="3973" y="94"/>
                      <a:pt x="3816" y="49"/>
                      <a:pt x="3660" y="3"/>
                    </a:cubicBezTo>
                    <a:cubicBezTo>
                      <a:pt x="3655" y="2"/>
                      <a:pt x="3652" y="2"/>
                      <a:pt x="3649"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3"/>
              <p:cNvSpPr/>
              <p:nvPr/>
            </p:nvSpPr>
            <p:spPr>
              <a:xfrm>
                <a:off x="964337" y="1924046"/>
                <a:ext cx="201832" cy="79780"/>
              </a:xfrm>
              <a:custGeom>
                <a:rect b="b" l="l" r="r" t="t"/>
                <a:pathLst>
                  <a:path extrusionOk="0" h="3350" w="8475">
                    <a:moveTo>
                      <a:pt x="7961" y="1"/>
                    </a:moveTo>
                    <a:lnTo>
                      <a:pt x="7375" y="236"/>
                    </a:lnTo>
                    <a:lnTo>
                      <a:pt x="7373" y="236"/>
                    </a:lnTo>
                    <a:lnTo>
                      <a:pt x="2934" y="2007"/>
                    </a:lnTo>
                    <a:lnTo>
                      <a:pt x="2754" y="2079"/>
                    </a:lnTo>
                    <a:lnTo>
                      <a:pt x="2044" y="2362"/>
                    </a:lnTo>
                    <a:lnTo>
                      <a:pt x="892" y="2822"/>
                    </a:lnTo>
                    <a:lnTo>
                      <a:pt x="480" y="2986"/>
                    </a:lnTo>
                    <a:lnTo>
                      <a:pt x="4" y="3177"/>
                    </a:lnTo>
                    <a:lnTo>
                      <a:pt x="1" y="3179"/>
                    </a:lnTo>
                    <a:cubicBezTo>
                      <a:pt x="33" y="3236"/>
                      <a:pt x="67" y="3294"/>
                      <a:pt x="106" y="3349"/>
                    </a:cubicBezTo>
                    <a:lnTo>
                      <a:pt x="587" y="3223"/>
                    </a:lnTo>
                    <a:lnTo>
                      <a:pt x="720" y="3189"/>
                    </a:lnTo>
                    <a:lnTo>
                      <a:pt x="2321" y="2767"/>
                    </a:lnTo>
                    <a:lnTo>
                      <a:pt x="3124" y="2557"/>
                    </a:lnTo>
                    <a:lnTo>
                      <a:pt x="3313" y="2506"/>
                    </a:lnTo>
                    <a:lnTo>
                      <a:pt x="3642" y="2419"/>
                    </a:lnTo>
                    <a:lnTo>
                      <a:pt x="4263" y="2257"/>
                    </a:lnTo>
                    <a:lnTo>
                      <a:pt x="4396" y="2223"/>
                    </a:lnTo>
                    <a:lnTo>
                      <a:pt x="4937" y="2080"/>
                    </a:lnTo>
                    <a:lnTo>
                      <a:pt x="7488" y="1412"/>
                    </a:lnTo>
                    <a:lnTo>
                      <a:pt x="7572" y="1390"/>
                    </a:lnTo>
                    <a:lnTo>
                      <a:pt x="8475" y="1153"/>
                    </a:lnTo>
                    <a:cubicBezTo>
                      <a:pt x="8467" y="1132"/>
                      <a:pt x="8459" y="1108"/>
                      <a:pt x="8451" y="1087"/>
                    </a:cubicBezTo>
                    <a:cubicBezTo>
                      <a:pt x="8434" y="1041"/>
                      <a:pt x="8418" y="994"/>
                      <a:pt x="8397" y="946"/>
                    </a:cubicBezTo>
                    <a:cubicBezTo>
                      <a:pt x="8389" y="926"/>
                      <a:pt x="8383" y="905"/>
                      <a:pt x="8373" y="886"/>
                    </a:cubicBezTo>
                    <a:cubicBezTo>
                      <a:pt x="8345" y="813"/>
                      <a:pt x="8313" y="735"/>
                      <a:pt x="8277" y="657"/>
                    </a:cubicBezTo>
                    <a:lnTo>
                      <a:pt x="8253" y="602"/>
                    </a:lnTo>
                    <a:cubicBezTo>
                      <a:pt x="8219" y="528"/>
                      <a:pt x="8183" y="448"/>
                      <a:pt x="8146" y="367"/>
                    </a:cubicBezTo>
                    <a:cubicBezTo>
                      <a:pt x="8131" y="336"/>
                      <a:pt x="8115" y="304"/>
                      <a:pt x="8102" y="272"/>
                    </a:cubicBezTo>
                    <a:cubicBezTo>
                      <a:pt x="8070" y="203"/>
                      <a:pt x="8033" y="134"/>
                      <a:pt x="7997" y="62"/>
                    </a:cubicBezTo>
                    <a:cubicBezTo>
                      <a:pt x="7986" y="41"/>
                      <a:pt x="7976" y="20"/>
                      <a:pt x="7964"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3"/>
              <p:cNvSpPr/>
              <p:nvPr/>
            </p:nvSpPr>
            <p:spPr>
              <a:xfrm>
                <a:off x="1152928" y="2053719"/>
                <a:ext cx="14789" cy="35056"/>
              </a:xfrm>
              <a:custGeom>
                <a:rect b="b" l="l" r="r" t="t"/>
                <a:pathLst>
                  <a:path extrusionOk="0" h="1472" w="621">
                    <a:moveTo>
                      <a:pt x="556" y="0"/>
                    </a:moveTo>
                    <a:cubicBezTo>
                      <a:pt x="534" y="0"/>
                      <a:pt x="513" y="12"/>
                      <a:pt x="503" y="35"/>
                    </a:cubicBezTo>
                    <a:cubicBezTo>
                      <a:pt x="387" y="290"/>
                      <a:pt x="227" y="735"/>
                      <a:pt x="10" y="1397"/>
                    </a:cubicBezTo>
                    <a:cubicBezTo>
                      <a:pt x="0" y="1427"/>
                      <a:pt x="16" y="1460"/>
                      <a:pt x="47" y="1469"/>
                    </a:cubicBezTo>
                    <a:cubicBezTo>
                      <a:pt x="54" y="1471"/>
                      <a:pt x="58" y="1471"/>
                      <a:pt x="65" y="1471"/>
                    </a:cubicBezTo>
                    <a:cubicBezTo>
                      <a:pt x="89" y="1471"/>
                      <a:pt x="112" y="1455"/>
                      <a:pt x="120" y="1431"/>
                    </a:cubicBezTo>
                    <a:cubicBezTo>
                      <a:pt x="334" y="774"/>
                      <a:pt x="494" y="333"/>
                      <a:pt x="608" y="79"/>
                    </a:cubicBezTo>
                    <a:cubicBezTo>
                      <a:pt x="621" y="51"/>
                      <a:pt x="608" y="21"/>
                      <a:pt x="582" y="6"/>
                    </a:cubicBezTo>
                    <a:cubicBezTo>
                      <a:pt x="579" y="6"/>
                      <a:pt x="579" y="4"/>
                      <a:pt x="579" y="4"/>
                    </a:cubicBezTo>
                    <a:cubicBezTo>
                      <a:pt x="571" y="2"/>
                      <a:pt x="564" y="0"/>
                      <a:pt x="55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3"/>
              <p:cNvSpPr/>
              <p:nvPr/>
            </p:nvSpPr>
            <p:spPr>
              <a:xfrm>
                <a:off x="1080697" y="2207040"/>
                <a:ext cx="596613" cy="444221"/>
              </a:xfrm>
              <a:custGeom>
                <a:rect b="b" l="l" r="r" t="t"/>
                <a:pathLst>
                  <a:path extrusionOk="0" h="18653" w="25052">
                    <a:moveTo>
                      <a:pt x="23568" y="1"/>
                    </a:moveTo>
                    <a:cubicBezTo>
                      <a:pt x="21690" y="1"/>
                      <a:pt x="18753" y="410"/>
                      <a:pt x="15601" y="1091"/>
                    </a:cubicBezTo>
                    <a:cubicBezTo>
                      <a:pt x="14880" y="1247"/>
                      <a:pt x="14149" y="1415"/>
                      <a:pt x="13417" y="1597"/>
                    </a:cubicBezTo>
                    <a:cubicBezTo>
                      <a:pt x="6759" y="3251"/>
                      <a:pt x="1" y="5940"/>
                      <a:pt x="693" y="8439"/>
                    </a:cubicBezTo>
                    <a:cubicBezTo>
                      <a:pt x="695" y="8445"/>
                      <a:pt x="699" y="8452"/>
                      <a:pt x="701" y="8458"/>
                    </a:cubicBezTo>
                    <a:cubicBezTo>
                      <a:pt x="716" y="8488"/>
                      <a:pt x="732" y="8520"/>
                      <a:pt x="750" y="8556"/>
                    </a:cubicBezTo>
                    <a:lnTo>
                      <a:pt x="774" y="8598"/>
                    </a:lnTo>
                    <a:cubicBezTo>
                      <a:pt x="795" y="8632"/>
                      <a:pt x="816" y="8671"/>
                      <a:pt x="839" y="8710"/>
                    </a:cubicBezTo>
                    <a:cubicBezTo>
                      <a:pt x="845" y="8719"/>
                      <a:pt x="848" y="8727"/>
                      <a:pt x="855" y="8737"/>
                    </a:cubicBezTo>
                    <a:cubicBezTo>
                      <a:pt x="886" y="8787"/>
                      <a:pt x="921" y="8841"/>
                      <a:pt x="959" y="8898"/>
                    </a:cubicBezTo>
                    <a:cubicBezTo>
                      <a:pt x="967" y="8907"/>
                      <a:pt x="975" y="8920"/>
                      <a:pt x="981" y="8932"/>
                    </a:cubicBezTo>
                    <a:cubicBezTo>
                      <a:pt x="1017" y="8987"/>
                      <a:pt x="1056" y="9042"/>
                      <a:pt x="1096" y="9100"/>
                    </a:cubicBezTo>
                    <a:cubicBezTo>
                      <a:pt x="1100" y="9107"/>
                      <a:pt x="1105" y="9110"/>
                      <a:pt x="1108" y="9116"/>
                    </a:cubicBezTo>
                    <a:cubicBezTo>
                      <a:pt x="1634" y="9864"/>
                      <a:pt x="2558" y="10988"/>
                      <a:pt x="3647" y="12256"/>
                    </a:cubicBezTo>
                    <a:cubicBezTo>
                      <a:pt x="3968" y="12632"/>
                      <a:pt x="4304" y="13016"/>
                      <a:pt x="4647" y="13409"/>
                    </a:cubicBezTo>
                    <a:cubicBezTo>
                      <a:pt x="5435" y="14309"/>
                      <a:pt x="6270" y="15241"/>
                      <a:pt x="7083" y="16135"/>
                    </a:cubicBezTo>
                    <a:cubicBezTo>
                      <a:pt x="7216" y="16283"/>
                      <a:pt x="7350" y="16429"/>
                      <a:pt x="7482" y="16575"/>
                    </a:cubicBezTo>
                    <a:cubicBezTo>
                      <a:pt x="7816" y="16944"/>
                      <a:pt x="8146" y="17302"/>
                      <a:pt x="8464" y="17647"/>
                    </a:cubicBezTo>
                    <a:cubicBezTo>
                      <a:pt x="8469" y="17652"/>
                      <a:pt x="8474" y="17657"/>
                      <a:pt x="8478" y="17664"/>
                    </a:cubicBezTo>
                    <a:cubicBezTo>
                      <a:pt x="8571" y="17763"/>
                      <a:pt x="8660" y="17861"/>
                      <a:pt x="8752" y="17959"/>
                    </a:cubicBezTo>
                    <a:cubicBezTo>
                      <a:pt x="8817" y="18030"/>
                      <a:pt x="8882" y="18098"/>
                      <a:pt x="8947" y="18168"/>
                    </a:cubicBezTo>
                    <a:cubicBezTo>
                      <a:pt x="8952" y="18174"/>
                      <a:pt x="8957" y="18179"/>
                      <a:pt x="8963" y="18185"/>
                    </a:cubicBezTo>
                    <a:cubicBezTo>
                      <a:pt x="9012" y="18239"/>
                      <a:pt x="9062" y="18292"/>
                      <a:pt x="9111" y="18346"/>
                    </a:cubicBezTo>
                    <a:cubicBezTo>
                      <a:pt x="9208" y="18450"/>
                      <a:pt x="9300" y="18552"/>
                      <a:pt x="9394" y="18652"/>
                    </a:cubicBezTo>
                    <a:cubicBezTo>
                      <a:pt x="9692" y="18547"/>
                      <a:pt x="9984" y="18417"/>
                      <a:pt x="10263" y="18267"/>
                    </a:cubicBezTo>
                    <a:cubicBezTo>
                      <a:pt x="10553" y="18111"/>
                      <a:pt x="10832" y="17933"/>
                      <a:pt x="11096" y="17733"/>
                    </a:cubicBezTo>
                    <a:cubicBezTo>
                      <a:pt x="11112" y="17722"/>
                      <a:pt x="11130" y="17707"/>
                      <a:pt x="11148" y="17696"/>
                    </a:cubicBezTo>
                    <a:cubicBezTo>
                      <a:pt x="11159" y="17688"/>
                      <a:pt x="11170" y="17680"/>
                      <a:pt x="11182" y="17672"/>
                    </a:cubicBezTo>
                    <a:cubicBezTo>
                      <a:pt x="11183" y="17669"/>
                      <a:pt x="11185" y="17667"/>
                      <a:pt x="11187" y="17667"/>
                    </a:cubicBezTo>
                    <a:cubicBezTo>
                      <a:pt x="11263" y="17609"/>
                      <a:pt x="11336" y="17549"/>
                      <a:pt x="11407" y="17485"/>
                    </a:cubicBezTo>
                    <a:cubicBezTo>
                      <a:pt x="11407" y="17485"/>
                      <a:pt x="11407" y="17482"/>
                      <a:pt x="11405" y="17482"/>
                    </a:cubicBezTo>
                    <a:cubicBezTo>
                      <a:pt x="11379" y="17445"/>
                      <a:pt x="11355" y="17406"/>
                      <a:pt x="11329" y="17367"/>
                    </a:cubicBezTo>
                    <a:cubicBezTo>
                      <a:pt x="11110" y="17049"/>
                      <a:pt x="10900" y="16729"/>
                      <a:pt x="10692" y="16408"/>
                    </a:cubicBezTo>
                    <a:cubicBezTo>
                      <a:pt x="10645" y="16333"/>
                      <a:pt x="10600" y="16259"/>
                      <a:pt x="10551" y="16184"/>
                    </a:cubicBezTo>
                    <a:cubicBezTo>
                      <a:pt x="10493" y="16092"/>
                      <a:pt x="10431" y="15996"/>
                      <a:pt x="10375" y="15904"/>
                    </a:cubicBezTo>
                    <a:cubicBezTo>
                      <a:pt x="10310" y="15800"/>
                      <a:pt x="10247" y="15696"/>
                      <a:pt x="10185" y="15592"/>
                    </a:cubicBezTo>
                    <a:cubicBezTo>
                      <a:pt x="10149" y="15536"/>
                      <a:pt x="10115" y="15482"/>
                      <a:pt x="10081" y="15424"/>
                    </a:cubicBezTo>
                    <a:lnTo>
                      <a:pt x="9838" y="15024"/>
                    </a:lnTo>
                    <a:cubicBezTo>
                      <a:pt x="9509" y="14476"/>
                      <a:pt x="9196" y="13938"/>
                      <a:pt x="8888" y="13409"/>
                    </a:cubicBezTo>
                    <a:cubicBezTo>
                      <a:pt x="8751" y="13174"/>
                      <a:pt x="8615" y="12941"/>
                      <a:pt x="8480" y="12713"/>
                    </a:cubicBezTo>
                    <a:cubicBezTo>
                      <a:pt x="8391" y="12559"/>
                      <a:pt x="8300" y="12406"/>
                      <a:pt x="8213" y="12257"/>
                    </a:cubicBezTo>
                    <a:cubicBezTo>
                      <a:pt x="7595" y="11214"/>
                      <a:pt x="6994" y="10257"/>
                      <a:pt x="6367" y="9455"/>
                    </a:cubicBezTo>
                    <a:cubicBezTo>
                      <a:pt x="6364" y="9458"/>
                      <a:pt x="6364" y="9466"/>
                      <a:pt x="6357" y="9468"/>
                    </a:cubicBezTo>
                    <a:cubicBezTo>
                      <a:pt x="6347" y="9475"/>
                      <a:pt x="6334" y="9479"/>
                      <a:pt x="6325" y="9479"/>
                    </a:cubicBezTo>
                    <a:cubicBezTo>
                      <a:pt x="6307" y="9479"/>
                      <a:pt x="6289" y="9471"/>
                      <a:pt x="6278" y="9455"/>
                    </a:cubicBezTo>
                    <a:cubicBezTo>
                      <a:pt x="6237" y="9398"/>
                      <a:pt x="6197" y="9343"/>
                      <a:pt x="6154" y="9287"/>
                    </a:cubicBezTo>
                    <a:cubicBezTo>
                      <a:pt x="5725" y="8713"/>
                      <a:pt x="5197" y="8210"/>
                      <a:pt x="4600" y="7813"/>
                    </a:cubicBezTo>
                    <a:lnTo>
                      <a:pt x="4600" y="7813"/>
                    </a:lnTo>
                    <a:cubicBezTo>
                      <a:pt x="4921" y="8253"/>
                      <a:pt x="5270" y="8745"/>
                      <a:pt x="5634" y="9272"/>
                    </a:cubicBezTo>
                    <a:cubicBezTo>
                      <a:pt x="6278" y="10202"/>
                      <a:pt x="6973" y="11233"/>
                      <a:pt x="7645" y="12254"/>
                    </a:cubicBezTo>
                    <a:cubicBezTo>
                      <a:pt x="7846" y="12560"/>
                      <a:pt x="8044" y="12865"/>
                      <a:pt x="8239" y="13163"/>
                    </a:cubicBezTo>
                    <a:lnTo>
                      <a:pt x="8397" y="13406"/>
                    </a:lnTo>
                    <a:cubicBezTo>
                      <a:pt x="9388" y="14938"/>
                      <a:pt x="10260" y="16340"/>
                      <a:pt x="10751" y="17205"/>
                    </a:cubicBezTo>
                    <a:cubicBezTo>
                      <a:pt x="10767" y="17234"/>
                      <a:pt x="10786" y="17267"/>
                      <a:pt x="10802" y="17293"/>
                    </a:cubicBezTo>
                    <a:cubicBezTo>
                      <a:pt x="10838" y="17359"/>
                      <a:pt x="10875" y="17422"/>
                      <a:pt x="10908" y="17481"/>
                    </a:cubicBezTo>
                    <a:cubicBezTo>
                      <a:pt x="10913" y="17493"/>
                      <a:pt x="10913" y="17505"/>
                      <a:pt x="10911" y="17519"/>
                    </a:cubicBezTo>
                    <a:cubicBezTo>
                      <a:pt x="10909" y="17536"/>
                      <a:pt x="10901" y="17552"/>
                      <a:pt x="10885" y="17560"/>
                    </a:cubicBezTo>
                    <a:cubicBezTo>
                      <a:pt x="10877" y="17563"/>
                      <a:pt x="10867" y="17568"/>
                      <a:pt x="10856" y="17568"/>
                    </a:cubicBezTo>
                    <a:cubicBezTo>
                      <a:pt x="10836" y="17568"/>
                      <a:pt x="10815" y="17558"/>
                      <a:pt x="10806" y="17537"/>
                    </a:cubicBezTo>
                    <a:cubicBezTo>
                      <a:pt x="10762" y="17456"/>
                      <a:pt x="10710" y="17367"/>
                      <a:pt x="10658" y="17275"/>
                    </a:cubicBezTo>
                    <a:cubicBezTo>
                      <a:pt x="10611" y="17194"/>
                      <a:pt x="10563" y="17109"/>
                      <a:pt x="10512" y="17019"/>
                    </a:cubicBezTo>
                    <a:cubicBezTo>
                      <a:pt x="10508" y="17011"/>
                      <a:pt x="10504" y="17002"/>
                      <a:pt x="10498" y="16994"/>
                    </a:cubicBezTo>
                    <a:cubicBezTo>
                      <a:pt x="9981" y="16111"/>
                      <a:pt x="9170" y="14811"/>
                      <a:pt x="8261" y="13406"/>
                    </a:cubicBezTo>
                    <a:cubicBezTo>
                      <a:pt x="8235" y="13366"/>
                      <a:pt x="8209" y="13324"/>
                      <a:pt x="8180" y="13283"/>
                    </a:cubicBezTo>
                    <a:cubicBezTo>
                      <a:pt x="7960" y="12944"/>
                      <a:pt x="7735" y="12601"/>
                      <a:pt x="7508" y="12254"/>
                    </a:cubicBezTo>
                    <a:cubicBezTo>
                      <a:pt x="6832" y="11230"/>
                      <a:pt x="6137" y="10196"/>
                      <a:pt x="5492" y="9269"/>
                    </a:cubicBezTo>
                    <a:cubicBezTo>
                      <a:pt x="5077" y="8669"/>
                      <a:pt x="4681" y="8113"/>
                      <a:pt x="4328" y="7635"/>
                    </a:cubicBezTo>
                    <a:cubicBezTo>
                      <a:pt x="4323" y="7632"/>
                      <a:pt x="4323" y="7625"/>
                      <a:pt x="4322" y="7621"/>
                    </a:cubicBezTo>
                    <a:cubicBezTo>
                      <a:pt x="4320" y="7617"/>
                      <a:pt x="4320" y="7616"/>
                      <a:pt x="4317" y="7611"/>
                    </a:cubicBezTo>
                    <a:cubicBezTo>
                      <a:pt x="4315" y="7600"/>
                      <a:pt x="4315" y="7585"/>
                      <a:pt x="4322" y="7575"/>
                    </a:cubicBezTo>
                    <a:lnTo>
                      <a:pt x="4323" y="7572"/>
                    </a:lnTo>
                    <a:lnTo>
                      <a:pt x="4323" y="7570"/>
                    </a:lnTo>
                    <a:cubicBezTo>
                      <a:pt x="4323" y="7569"/>
                      <a:pt x="4326" y="7569"/>
                      <a:pt x="4328" y="7569"/>
                    </a:cubicBezTo>
                    <a:cubicBezTo>
                      <a:pt x="4328" y="7567"/>
                      <a:pt x="4330" y="7567"/>
                      <a:pt x="4330" y="7567"/>
                    </a:cubicBezTo>
                    <a:cubicBezTo>
                      <a:pt x="4336" y="7559"/>
                      <a:pt x="4344" y="7553"/>
                      <a:pt x="4354" y="7548"/>
                    </a:cubicBezTo>
                    <a:cubicBezTo>
                      <a:pt x="4357" y="7546"/>
                      <a:pt x="4360" y="7546"/>
                      <a:pt x="4364" y="7546"/>
                    </a:cubicBezTo>
                    <a:cubicBezTo>
                      <a:pt x="4369" y="7546"/>
                      <a:pt x="4370" y="7544"/>
                      <a:pt x="4375" y="7544"/>
                    </a:cubicBezTo>
                    <a:cubicBezTo>
                      <a:pt x="4489" y="7548"/>
                      <a:pt x="4610" y="7550"/>
                      <a:pt x="4737" y="7550"/>
                    </a:cubicBezTo>
                    <a:cubicBezTo>
                      <a:pt x="6609" y="7550"/>
                      <a:pt x="9843" y="7123"/>
                      <a:pt x="12890" y="6501"/>
                    </a:cubicBezTo>
                    <a:cubicBezTo>
                      <a:pt x="16105" y="5844"/>
                      <a:pt x="19111" y="4971"/>
                      <a:pt x="20098" y="4157"/>
                    </a:cubicBezTo>
                    <a:cubicBezTo>
                      <a:pt x="19627" y="3866"/>
                      <a:pt x="19248" y="3415"/>
                      <a:pt x="19068" y="2892"/>
                    </a:cubicBezTo>
                    <a:cubicBezTo>
                      <a:pt x="18962" y="2587"/>
                      <a:pt x="18928" y="2261"/>
                      <a:pt x="18953" y="1939"/>
                    </a:cubicBezTo>
                    <a:cubicBezTo>
                      <a:pt x="18995" y="1397"/>
                      <a:pt x="19214" y="867"/>
                      <a:pt x="19585" y="470"/>
                    </a:cubicBezTo>
                    <a:cubicBezTo>
                      <a:pt x="19596" y="459"/>
                      <a:pt x="19611" y="452"/>
                      <a:pt x="19626" y="452"/>
                    </a:cubicBezTo>
                    <a:cubicBezTo>
                      <a:pt x="19640" y="452"/>
                      <a:pt x="19655" y="458"/>
                      <a:pt x="19666" y="469"/>
                    </a:cubicBezTo>
                    <a:cubicBezTo>
                      <a:pt x="19687" y="490"/>
                      <a:pt x="19690" y="527"/>
                      <a:pt x="19667" y="550"/>
                    </a:cubicBezTo>
                    <a:cubicBezTo>
                      <a:pt x="19329" y="911"/>
                      <a:pt x="19124" y="1394"/>
                      <a:pt x="19074" y="1890"/>
                    </a:cubicBezTo>
                    <a:cubicBezTo>
                      <a:pt x="19039" y="2214"/>
                      <a:pt x="19069" y="2545"/>
                      <a:pt x="19175" y="2853"/>
                    </a:cubicBezTo>
                    <a:cubicBezTo>
                      <a:pt x="19442" y="3631"/>
                      <a:pt x="20165" y="4240"/>
                      <a:pt x="20978" y="4370"/>
                    </a:cubicBezTo>
                    <a:cubicBezTo>
                      <a:pt x="21011" y="4376"/>
                      <a:pt x="21030" y="4404"/>
                      <a:pt x="21027" y="4436"/>
                    </a:cubicBezTo>
                    <a:cubicBezTo>
                      <a:pt x="21022" y="4465"/>
                      <a:pt x="20998" y="4485"/>
                      <a:pt x="20969" y="4485"/>
                    </a:cubicBezTo>
                    <a:lnTo>
                      <a:pt x="20962" y="4485"/>
                    </a:lnTo>
                    <a:cubicBezTo>
                      <a:pt x="20696" y="4443"/>
                      <a:pt x="20442" y="4347"/>
                      <a:pt x="20205" y="4216"/>
                    </a:cubicBezTo>
                    <a:cubicBezTo>
                      <a:pt x="19230" y="5058"/>
                      <a:pt x="16097" y="5966"/>
                      <a:pt x="12773" y="6638"/>
                    </a:cubicBezTo>
                    <a:cubicBezTo>
                      <a:pt x="9758" y="7249"/>
                      <a:pt x="6594" y="7665"/>
                      <a:pt x="4741" y="7665"/>
                    </a:cubicBezTo>
                    <a:cubicBezTo>
                      <a:pt x="4685" y="7665"/>
                      <a:pt x="4631" y="7665"/>
                      <a:pt x="4578" y="7664"/>
                    </a:cubicBezTo>
                    <a:lnTo>
                      <a:pt x="4578" y="7664"/>
                    </a:lnTo>
                    <a:cubicBezTo>
                      <a:pt x="5244" y="8091"/>
                      <a:pt x="5834" y="8648"/>
                      <a:pt x="6297" y="9288"/>
                    </a:cubicBezTo>
                    <a:cubicBezTo>
                      <a:pt x="6368" y="9290"/>
                      <a:pt x="6447" y="9291"/>
                      <a:pt x="6531" y="9291"/>
                    </a:cubicBezTo>
                    <a:cubicBezTo>
                      <a:pt x="7303" y="9291"/>
                      <a:pt x="8605" y="9219"/>
                      <a:pt x="10114" y="9103"/>
                    </a:cubicBezTo>
                    <a:cubicBezTo>
                      <a:pt x="10357" y="9086"/>
                      <a:pt x="10603" y="9066"/>
                      <a:pt x="10854" y="9045"/>
                    </a:cubicBezTo>
                    <a:cubicBezTo>
                      <a:pt x="13650" y="8818"/>
                      <a:pt x="16924" y="8483"/>
                      <a:pt x="18818" y="8223"/>
                    </a:cubicBezTo>
                    <a:cubicBezTo>
                      <a:pt x="19277" y="8160"/>
                      <a:pt x="19654" y="8102"/>
                      <a:pt x="19925" y="8050"/>
                    </a:cubicBezTo>
                    <a:cubicBezTo>
                      <a:pt x="20625" y="7919"/>
                      <a:pt x="21525" y="7578"/>
                      <a:pt x="22353" y="7027"/>
                    </a:cubicBezTo>
                    <a:cubicBezTo>
                      <a:pt x="22471" y="6948"/>
                      <a:pt x="22588" y="6865"/>
                      <a:pt x="22704" y="6778"/>
                    </a:cubicBezTo>
                    <a:cubicBezTo>
                      <a:pt x="22758" y="6737"/>
                      <a:pt x="22813" y="6695"/>
                      <a:pt x="22867" y="6651"/>
                    </a:cubicBezTo>
                    <a:cubicBezTo>
                      <a:pt x="23063" y="6491"/>
                      <a:pt x="23252" y="6316"/>
                      <a:pt x="23429" y="6130"/>
                    </a:cubicBezTo>
                    <a:cubicBezTo>
                      <a:pt x="23565" y="5987"/>
                      <a:pt x="23695" y="5836"/>
                      <a:pt x="23816" y="5676"/>
                    </a:cubicBezTo>
                    <a:cubicBezTo>
                      <a:pt x="24643" y="4601"/>
                      <a:pt x="25051" y="3157"/>
                      <a:pt x="24468" y="1336"/>
                    </a:cubicBezTo>
                    <a:cubicBezTo>
                      <a:pt x="24468" y="1334"/>
                      <a:pt x="24466" y="1329"/>
                      <a:pt x="24466" y="1328"/>
                    </a:cubicBezTo>
                    <a:cubicBezTo>
                      <a:pt x="24330" y="906"/>
                      <a:pt x="24142" y="467"/>
                      <a:pt x="23892" y="5"/>
                    </a:cubicBezTo>
                    <a:lnTo>
                      <a:pt x="23891" y="5"/>
                    </a:lnTo>
                    <a:cubicBezTo>
                      <a:pt x="23787" y="2"/>
                      <a:pt x="23680" y="1"/>
                      <a:pt x="23568"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3"/>
              <p:cNvSpPr/>
              <p:nvPr/>
            </p:nvSpPr>
            <p:spPr>
              <a:xfrm>
                <a:off x="1325396" y="2781076"/>
                <a:ext cx="41748" cy="72040"/>
              </a:xfrm>
              <a:custGeom>
                <a:rect b="b" l="l" r="r" t="t"/>
                <a:pathLst>
                  <a:path extrusionOk="0" h="3025" w="1753">
                    <a:moveTo>
                      <a:pt x="359" y="0"/>
                    </a:moveTo>
                    <a:lnTo>
                      <a:pt x="1" y="133"/>
                    </a:lnTo>
                    <a:cubicBezTo>
                      <a:pt x="518" y="1112"/>
                      <a:pt x="1048" y="2096"/>
                      <a:pt x="1555" y="3024"/>
                    </a:cubicBezTo>
                    <a:cubicBezTo>
                      <a:pt x="1620" y="2993"/>
                      <a:pt x="1685" y="2967"/>
                      <a:pt x="1753" y="2941"/>
                    </a:cubicBezTo>
                    <a:lnTo>
                      <a:pt x="359"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3"/>
              <p:cNvSpPr/>
              <p:nvPr/>
            </p:nvSpPr>
            <p:spPr>
              <a:xfrm>
                <a:off x="1423442" y="2848521"/>
                <a:ext cx="15146" cy="28364"/>
              </a:xfrm>
              <a:custGeom>
                <a:rect b="b" l="l" r="r" t="t"/>
                <a:pathLst>
                  <a:path extrusionOk="0" h="1191" w="636">
                    <a:moveTo>
                      <a:pt x="227" y="1"/>
                    </a:moveTo>
                    <a:lnTo>
                      <a:pt x="0" y="494"/>
                    </a:lnTo>
                    <a:cubicBezTo>
                      <a:pt x="242" y="686"/>
                      <a:pt x="446" y="921"/>
                      <a:pt x="600" y="1190"/>
                    </a:cubicBezTo>
                    <a:cubicBezTo>
                      <a:pt x="611" y="1184"/>
                      <a:pt x="624" y="1181"/>
                      <a:pt x="635" y="1176"/>
                    </a:cubicBezTo>
                    <a:cubicBezTo>
                      <a:pt x="493" y="784"/>
                      <a:pt x="357" y="393"/>
                      <a:pt x="22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3"/>
              <p:cNvSpPr/>
              <p:nvPr/>
            </p:nvSpPr>
            <p:spPr>
              <a:xfrm>
                <a:off x="1341876" y="2748998"/>
                <a:ext cx="74708" cy="99713"/>
              </a:xfrm>
              <a:custGeom>
                <a:rect b="b" l="l" r="r" t="t"/>
                <a:pathLst>
                  <a:path extrusionOk="0" h="4187" w="3137">
                    <a:moveTo>
                      <a:pt x="2383" y="0"/>
                    </a:moveTo>
                    <a:lnTo>
                      <a:pt x="1" y="921"/>
                    </a:lnTo>
                    <a:cubicBezTo>
                      <a:pt x="4" y="927"/>
                      <a:pt x="9" y="929"/>
                      <a:pt x="12" y="935"/>
                    </a:cubicBezTo>
                    <a:lnTo>
                      <a:pt x="1539" y="4169"/>
                    </a:lnTo>
                    <a:cubicBezTo>
                      <a:pt x="1657" y="4151"/>
                      <a:pt x="1775" y="4138"/>
                      <a:pt x="1900" y="4138"/>
                    </a:cubicBezTo>
                    <a:cubicBezTo>
                      <a:pt x="2064" y="4138"/>
                      <a:pt x="2224" y="4154"/>
                      <a:pt x="2378" y="4186"/>
                    </a:cubicBezTo>
                    <a:lnTo>
                      <a:pt x="3137" y="2546"/>
                    </a:lnTo>
                    <a:cubicBezTo>
                      <a:pt x="3112" y="2469"/>
                      <a:pt x="3091" y="2391"/>
                      <a:pt x="3069" y="2315"/>
                    </a:cubicBezTo>
                    <a:cubicBezTo>
                      <a:pt x="3056" y="2276"/>
                      <a:pt x="3046" y="2238"/>
                      <a:pt x="3035" y="2198"/>
                    </a:cubicBezTo>
                    <a:cubicBezTo>
                      <a:pt x="2991" y="2057"/>
                      <a:pt x="2950" y="1919"/>
                      <a:pt x="2910" y="1780"/>
                    </a:cubicBezTo>
                    <a:cubicBezTo>
                      <a:pt x="2730" y="1170"/>
                      <a:pt x="2558" y="577"/>
                      <a:pt x="2383"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3"/>
              <p:cNvSpPr/>
              <p:nvPr/>
            </p:nvSpPr>
            <p:spPr>
              <a:xfrm>
                <a:off x="1292436" y="2526518"/>
                <a:ext cx="137460" cy="94165"/>
              </a:xfrm>
              <a:custGeom>
                <a:rect b="b" l="l" r="r" t="t"/>
                <a:pathLst>
                  <a:path extrusionOk="0" h="3954" w="5772">
                    <a:moveTo>
                      <a:pt x="1" y="1"/>
                    </a:moveTo>
                    <a:cubicBezTo>
                      <a:pt x="309" y="524"/>
                      <a:pt x="623" y="1064"/>
                      <a:pt x="949" y="1610"/>
                    </a:cubicBezTo>
                    <a:lnTo>
                      <a:pt x="1192" y="2012"/>
                    </a:lnTo>
                    <a:cubicBezTo>
                      <a:pt x="1226" y="2069"/>
                      <a:pt x="1260" y="2124"/>
                      <a:pt x="1296" y="2181"/>
                    </a:cubicBezTo>
                    <a:cubicBezTo>
                      <a:pt x="1359" y="2283"/>
                      <a:pt x="1424" y="2387"/>
                      <a:pt x="1485" y="2490"/>
                    </a:cubicBezTo>
                    <a:cubicBezTo>
                      <a:pt x="1544" y="2583"/>
                      <a:pt x="1604" y="2678"/>
                      <a:pt x="1662" y="2772"/>
                    </a:cubicBezTo>
                    <a:cubicBezTo>
                      <a:pt x="1709" y="2847"/>
                      <a:pt x="1756" y="2920"/>
                      <a:pt x="1804" y="2994"/>
                    </a:cubicBezTo>
                    <a:cubicBezTo>
                      <a:pt x="2010" y="3315"/>
                      <a:pt x="2221" y="3634"/>
                      <a:pt x="2440" y="3954"/>
                    </a:cubicBezTo>
                    <a:cubicBezTo>
                      <a:pt x="3161" y="2539"/>
                      <a:pt x="4370" y="1239"/>
                      <a:pt x="5772"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3"/>
              <p:cNvSpPr/>
              <p:nvPr/>
            </p:nvSpPr>
            <p:spPr>
              <a:xfrm>
                <a:off x="1245711" y="2591366"/>
                <a:ext cx="13336" cy="23839"/>
              </a:xfrm>
              <a:custGeom>
                <a:rect b="b" l="l" r="r" t="t"/>
                <a:pathLst>
                  <a:path extrusionOk="0" h="1001" w="560">
                    <a:moveTo>
                      <a:pt x="161" y="1"/>
                    </a:moveTo>
                    <a:cubicBezTo>
                      <a:pt x="125" y="143"/>
                      <a:pt x="97" y="287"/>
                      <a:pt x="75" y="427"/>
                    </a:cubicBezTo>
                    <a:cubicBezTo>
                      <a:pt x="42" y="621"/>
                      <a:pt x="15" y="814"/>
                      <a:pt x="0" y="1000"/>
                    </a:cubicBezTo>
                    <a:lnTo>
                      <a:pt x="0" y="1000"/>
                    </a:lnTo>
                    <a:cubicBezTo>
                      <a:pt x="2" y="995"/>
                      <a:pt x="193" y="698"/>
                      <a:pt x="559" y="440"/>
                    </a:cubicBezTo>
                    <a:cubicBezTo>
                      <a:pt x="428" y="294"/>
                      <a:pt x="293" y="148"/>
                      <a:pt x="161" y="1"/>
                    </a:cubicBezTo>
                    <a:close/>
                    <a:moveTo>
                      <a:pt x="0" y="1000"/>
                    </a:moveTo>
                    <a:cubicBezTo>
                      <a:pt x="0" y="1001"/>
                      <a:pt x="0" y="1001"/>
                      <a:pt x="0" y="1001"/>
                    </a:cubicBezTo>
                    <a:cubicBezTo>
                      <a:pt x="0" y="1001"/>
                      <a:pt x="0" y="1001"/>
                      <a:pt x="0" y="100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3"/>
              <p:cNvSpPr/>
              <p:nvPr/>
            </p:nvSpPr>
            <p:spPr>
              <a:xfrm>
                <a:off x="1245592" y="2601821"/>
                <a:ext cx="52202" cy="42176"/>
              </a:xfrm>
              <a:custGeom>
                <a:rect b="b" l="l" r="r" t="t"/>
                <a:pathLst>
                  <a:path extrusionOk="0" h="1771" w="2192">
                    <a:moveTo>
                      <a:pt x="563" y="1"/>
                    </a:moveTo>
                    <a:cubicBezTo>
                      <a:pt x="193" y="260"/>
                      <a:pt x="0" y="562"/>
                      <a:pt x="0" y="562"/>
                    </a:cubicBezTo>
                    <a:cubicBezTo>
                      <a:pt x="20" y="664"/>
                      <a:pt x="57" y="795"/>
                      <a:pt x="110" y="949"/>
                    </a:cubicBezTo>
                    <a:cubicBezTo>
                      <a:pt x="110" y="949"/>
                      <a:pt x="110" y="951"/>
                      <a:pt x="112" y="951"/>
                    </a:cubicBezTo>
                    <a:lnTo>
                      <a:pt x="112" y="952"/>
                    </a:lnTo>
                    <a:cubicBezTo>
                      <a:pt x="420" y="1417"/>
                      <a:pt x="1308" y="1714"/>
                      <a:pt x="2191" y="1771"/>
                    </a:cubicBezTo>
                    <a:cubicBezTo>
                      <a:pt x="2143" y="1719"/>
                      <a:pt x="2091" y="1665"/>
                      <a:pt x="2042" y="1612"/>
                    </a:cubicBezTo>
                    <a:cubicBezTo>
                      <a:pt x="2037" y="1605"/>
                      <a:pt x="2033" y="1599"/>
                      <a:pt x="2026" y="1592"/>
                    </a:cubicBezTo>
                    <a:cubicBezTo>
                      <a:pt x="1961" y="1524"/>
                      <a:pt x="1900" y="1455"/>
                      <a:pt x="1832" y="1385"/>
                    </a:cubicBezTo>
                    <a:cubicBezTo>
                      <a:pt x="1742" y="1288"/>
                      <a:pt x="1650" y="1187"/>
                      <a:pt x="1559" y="1088"/>
                    </a:cubicBezTo>
                    <a:cubicBezTo>
                      <a:pt x="1554" y="1082"/>
                      <a:pt x="1548" y="1079"/>
                      <a:pt x="1545" y="1072"/>
                    </a:cubicBezTo>
                    <a:cubicBezTo>
                      <a:pt x="1227" y="728"/>
                      <a:pt x="898" y="369"/>
                      <a:pt x="563"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2" name="Google Shape;1502;p3"/>
            <p:cNvSpPr/>
            <p:nvPr/>
          </p:nvSpPr>
          <p:spPr>
            <a:xfrm>
              <a:off x="1288816" y="2402942"/>
              <a:ext cx="285780" cy="96046"/>
            </a:xfrm>
            <a:custGeom>
              <a:rect b="b" l="l" r="r" t="t"/>
              <a:pathLst>
                <a:path extrusionOk="0" h="4033" w="12000">
                  <a:moveTo>
                    <a:pt x="10086" y="1"/>
                  </a:moveTo>
                  <a:cubicBezTo>
                    <a:pt x="8193" y="260"/>
                    <a:pt x="4917" y="599"/>
                    <a:pt x="2122" y="824"/>
                  </a:cubicBezTo>
                  <a:cubicBezTo>
                    <a:pt x="1352" y="1863"/>
                    <a:pt x="621" y="2953"/>
                    <a:pt x="0" y="4033"/>
                  </a:cubicBezTo>
                  <a:lnTo>
                    <a:pt x="7297" y="4033"/>
                  </a:lnTo>
                  <a:cubicBezTo>
                    <a:pt x="7885" y="3556"/>
                    <a:pt x="8493" y="3086"/>
                    <a:pt x="9097" y="2618"/>
                  </a:cubicBezTo>
                  <a:cubicBezTo>
                    <a:pt x="10097" y="1845"/>
                    <a:pt x="11092" y="1078"/>
                    <a:pt x="12000" y="307"/>
                  </a:cubicBezTo>
                  <a:cubicBezTo>
                    <a:pt x="11342" y="297"/>
                    <a:pt x="10661" y="195"/>
                    <a:pt x="10086"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3"/>
            <p:cNvSpPr/>
            <p:nvPr/>
          </p:nvSpPr>
          <p:spPr>
            <a:xfrm>
              <a:off x="1292436" y="2526518"/>
              <a:ext cx="137460" cy="94165"/>
            </a:xfrm>
            <a:custGeom>
              <a:rect b="b" l="l" r="r" t="t"/>
              <a:pathLst>
                <a:path extrusionOk="0" h="3954" w="5772">
                  <a:moveTo>
                    <a:pt x="1" y="1"/>
                  </a:moveTo>
                  <a:cubicBezTo>
                    <a:pt x="309" y="524"/>
                    <a:pt x="623" y="1064"/>
                    <a:pt x="949" y="1610"/>
                  </a:cubicBezTo>
                  <a:lnTo>
                    <a:pt x="1192" y="2012"/>
                  </a:lnTo>
                  <a:cubicBezTo>
                    <a:pt x="1226" y="2069"/>
                    <a:pt x="1260" y="2124"/>
                    <a:pt x="1296" y="2181"/>
                  </a:cubicBezTo>
                  <a:cubicBezTo>
                    <a:pt x="1359" y="2283"/>
                    <a:pt x="1424" y="2387"/>
                    <a:pt x="1485" y="2490"/>
                  </a:cubicBezTo>
                  <a:cubicBezTo>
                    <a:pt x="1544" y="2583"/>
                    <a:pt x="1604" y="2678"/>
                    <a:pt x="1662" y="2772"/>
                  </a:cubicBezTo>
                  <a:cubicBezTo>
                    <a:pt x="1709" y="2847"/>
                    <a:pt x="1756" y="2920"/>
                    <a:pt x="1804" y="2994"/>
                  </a:cubicBezTo>
                  <a:cubicBezTo>
                    <a:pt x="2010" y="3315"/>
                    <a:pt x="2221" y="3634"/>
                    <a:pt x="2440" y="3954"/>
                  </a:cubicBezTo>
                  <a:cubicBezTo>
                    <a:pt x="3161" y="2539"/>
                    <a:pt x="4370" y="1239"/>
                    <a:pt x="5772"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4" name="Google Shape;1504;p3"/>
            <p:cNvGrpSpPr/>
            <p:nvPr/>
          </p:nvGrpSpPr>
          <p:grpSpPr>
            <a:xfrm>
              <a:off x="1245592" y="2591366"/>
              <a:ext cx="87592" cy="149225"/>
              <a:chOff x="1245592" y="2591366"/>
              <a:chExt cx="87592" cy="149225"/>
            </a:xfrm>
          </p:grpSpPr>
          <p:sp>
            <p:nvSpPr>
              <p:cNvPr id="1505" name="Google Shape;1505;p3"/>
              <p:cNvSpPr/>
              <p:nvPr/>
            </p:nvSpPr>
            <p:spPr>
              <a:xfrm>
                <a:off x="1248283" y="2624588"/>
                <a:ext cx="84900" cy="116003"/>
              </a:xfrm>
              <a:custGeom>
                <a:rect b="b" l="l" r="r" t="t"/>
                <a:pathLst>
                  <a:path extrusionOk="0" h="4871" w="3565">
                    <a:moveTo>
                      <a:pt x="1" y="1"/>
                    </a:moveTo>
                    <a:lnTo>
                      <a:pt x="1" y="1"/>
                    </a:lnTo>
                    <a:cubicBezTo>
                      <a:pt x="320" y="941"/>
                      <a:pt x="1211" y="2792"/>
                      <a:pt x="2281" y="4871"/>
                    </a:cubicBezTo>
                    <a:cubicBezTo>
                      <a:pt x="2367" y="4792"/>
                      <a:pt x="2454" y="4712"/>
                      <a:pt x="2540" y="4631"/>
                    </a:cubicBezTo>
                    <a:cubicBezTo>
                      <a:pt x="2513" y="4608"/>
                      <a:pt x="2503" y="4574"/>
                      <a:pt x="2516" y="4540"/>
                    </a:cubicBezTo>
                    <a:cubicBezTo>
                      <a:pt x="2528" y="4508"/>
                      <a:pt x="2558" y="4488"/>
                      <a:pt x="2591" y="4488"/>
                    </a:cubicBezTo>
                    <a:cubicBezTo>
                      <a:pt x="2601" y="4488"/>
                      <a:pt x="2611" y="4490"/>
                      <a:pt x="2621" y="4493"/>
                    </a:cubicBezTo>
                    <a:cubicBezTo>
                      <a:pt x="2634" y="4500"/>
                      <a:pt x="2649" y="4508"/>
                      <a:pt x="2663" y="4511"/>
                    </a:cubicBezTo>
                    <a:cubicBezTo>
                      <a:pt x="2772" y="4404"/>
                      <a:pt x="2876" y="4297"/>
                      <a:pt x="2970" y="4194"/>
                    </a:cubicBezTo>
                    <a:cubicBezTo>
                      <a:pt x="2942" y="4177"/>
                      <a:pt x="2926" y="4147"/>
                      <a:pt x="2931" y="4114"/>
                    </a:cubicBezTo>
                    <a:cubicBezTo>
                      <a:pt x="2937" y="4073"/>
                      <a:pt x="2972" y="4044"/>
                      <a:pt x="3012" y="4044"/>
                    </a:cubicBezTo>
                    <a:cubicBezTo>
                      <a:pt x="3015" y="4044"/>
                      <a:pt x="3019" y="4044"/>
                      <a:pt x="3022" y="4044"/>
                    </a:cubicBezTo>
                    <a:cubicBezTo>
                      <a:pt x="3044" y="4046"/>
                      <a:pt x="3064" y="4053"/>
                      <a:pt x="3085" y="4056"/>
                    </a:cubicBezTo>
                    <a:cubicBezTo>
                      <a:pt x="3190" y="3926"/>
                      <a:pt x="3279" y="3803"/>
                      <a:pt x="3342" y="3688"/>
                    </a:cubicBezTo>
                    <a:cubicBezTo>
                      <a:pt x="3304" y="3678"/>
                      <a:pt x="3278" y="3641"/>
                      <a:pt x="3281" y="3600"/>
                    </a:cubicBezTo>
                    <a:cubicBezTo>
                      <a:pt x="3285" y="3560"/>
                      <a:pt x="3321" y="3527"/>
                      <a:pt x="3360" y="3527"/>
                    </a:cubicBezTo>
                    <a:cubicBezTo>
                      <a:pt x="3363" y="3527"/>
                      <a:pt x="3367" y="3527"/>
                      <a:pt x="3370" y="3527"/>
                    </a:cubicBezTo>
                    <a:cubicBezTo>
                      <a:pt x="3383" y="3529"/>
                      <a:pt x="3396" y="3531"/>
                      <a:pt x="3409" y="3534"/>
                    </a:cubicBezTo>
                    <a:cubicBezTo>
                      <a:pt x="3420" y="3500"/>
                      <a:pt x="3433" y="3466"/>
                      <a:pt x="3440" y="3437"/>
                    </a:cubicBezTo>
                    <a:cubicBezTo>
                      <a:pt x="3046" y="3028"/>
                      <a:pt x="2892" y="2416"/>
                      <a:pt x="3555" y="2400"/>
                    </a:cubicBezTo>
                    <a:lnTo>
                      <a:pt x="3564" y="2400"/>
                    </a:lnTo>
                    <a:cubicBezTo>
                      <a:pt x="3218" y="2035"/>
                      <a:pt x="2809" y="1601"/>
                      <a:pt x="2362" y="1121"/>
                    </a:cubicBezTo>
                    <a:cubicBezTo>
                      <a:pt x="2268" y="1022"/>
                      <a:pt x="2172" y="918"/>
                      <a:pt x="2078" y="815"/>
                    </a:cubicBezTo>
                    <a:cubicBezTo>
                      <a:pt x="1195" y="758"/>
                      <a:pt x="307" y="461"/>
                      <a:pt x="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3"/>
              <p:cNvSpPr/>
              <p:nvPr/>
            </p:nvSpPr>
            <p:spPr>
              <a:xfrm>
                <a:off x="1245711" y="2591366"/>
                <a:ext cx="13336" cy="23839"/>
              </a:xfrm>
              <a:custGeom>
                <a:rect b="b" l="l" r="r" t="t"/>
                <a:pathLst>
                  <a:path extrusionOk="0" h="1001" w="560">
                    <a:moveTo>
                      <a:pt x="161" y="1"/>
                    </a:moveTo>
                    <a:cubicBezTo>
                      <a:pt x="125" y="143"/>
                      <a:pt x="97" y="287"/>
                      <a:pt x="75" y="427"/>
                    </a:cubicBezTo>
                    <a:cubicBezTo>
                      <a:pt x="42" y="621"/>
                      <a:pt x="15" y="814"/>
                      <a:pt x="0" y="1000"/>
                    </a:cubicBezTo>
                    <a:lnTo>
                      <a:pt x="0" y="1000"/>
                    </a:lnTo>
                    <a:cubicBezTo>
                      <a:pt x="2" y="995"/>
                      <a:pt x="193" y="698"/>
                      <a:pt x="559" y="440"/>
                    </a:cubicBezTo>
                    <a:cubicBezTo>
                      <a:pt x="428" y="294"/>
                      <a:pt x="293" y="148"/>
                      <a:pt x="161" y="1"/>
                    </a:cubicBezTo>
                    <a:close/>
                    <a:moveTo>
                      <a:pt x="0" y="1000"/>
                    </a:moveTo>
                    <a:cubicBezTo>
                      <a:pt x="0" y="1001"/>
                      <a:pt x="0" y="1001"/>
                      <a:pt x="0" y="1001"/>
                    </a:cubicBezTo>
                    <a:cubicBezTo>
                      <a:pt x="0" y="1001"/>
                      <a:pt x="0" y="1001"/>
                      <a:pt x="0" y="100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3"/>
              <p:cNvSpPr/>
              <p:nvPr/>
            </p:nvSpPr>
            <p:spPr>
              <a:xfrm>
                <a:off x="1245592" y="2601821"/>
                <a:ext cx="52202" cy="42176"/>
              </a:xfrm>
              <a:custGeom>
                <a:rect b="b" l="l" r="r" t="t"/>
                <a:pathLst>
                  <a:path extrusionOk="0" h="1771" w="2192">
                    <a:moveTo>
                      <a:pt x="563" y="1"/>
                    </a:moveTo>
                    <a:cubicBezTo>
                      <a:pt x="193" y="260"/>
                      <a:pt x="0" y="562"/>
                      <a:pt x="0" y="562"/>
                    </a:cubicBezTo>
                    <a:cubicBezTo>
                      <a:pt x="20" y="664"/>
                      <a:pt x="57" y="795"/>
                      <a:pt x="110" y="949"/>
                    </a:cubicBezTo>
                    <a:cubicBezTo>
                      <a:pt x="110" y="949"/>
                      <a:pt x="110" y="951"/>
                      <a:pt x="112" y="951"/>
                    </a:cubicBezTo>
                    <a:lnTo>
                      <a:pt x="112" y="952"/>
                    </a:lnTo>
                    <a:cubicBezTo>
                      <a:pt x="420" y="1417"/>
                      <a:pt x="1308" y="1714"/>
                      <a:pt x="2191" y="1771"/>
                    </a:cubicBezTo>
                    <a:cubicBezTo>
                      <a:pt x="2143" y="1719"/>
                      <a:pt x="2091" y="1665"/>
                      <a:pt x="2042" y="1612"/>
                    </a:cubicBezTo>
                    <a:cubicBezTo>
                      <a:pt x="2037" y="1605"/>
                      <a:pt x="2033" y="1599"/>
                      <a:pt x="2026" y="1592"/>
                    </a:cubicBezTo>
                    <a:cubicBezTo>
                      <a:pt x="1961" y="1524"/>
                      <a:pt x="1900" y="1455"/>
                      <a:pt x="1832" y="1385"/>
                    </a:cubicBezTo>
                    <a:cubicBezTo>
                      <a:pt x="1742" y="1288"/>
                      <a:pt x="1650" y="1187"/>
                      <a:pt x="1559" y="1088"/>
                    </a:cubicBezTo>
                    <a:cubicBezTo>
                      <a:pt x="1554" y="1082"/>
                      <a:pt x="1548" y="1079"/>
                      <a:pt x="1545" y="1072"/>
                    </a:cubicBezTo>
                    <a:cubicBezTo>
                      <a:pt x="1227" y="728"/>
                      <a:pt x="898" y="369"/>
                      <a:pt x="563"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 name="Google Shape;1508;p3"/>
            <p:cNvGrpSpPr/>
            <p:nvPr/>
          </p:nvGrpSpPr>
          <p:grpSpPr>
            <a:xfrm>
              <a:off x="1325396" y="2748998"/>
              <a:ext cx="113193" cy="127887"/>
              <a:chOff x="1325396" y="2748998"/>
              <a:chExt cx="113193" cy="127887"/>
            </a:xfrm>
          </p:grpSpPr>
          <p:sp>
            <p:nvSpPr>
              <p:cNvPr id="1509" name="Google Shape;1509;p3"/>
              <p:cNvSpPr/>
              <p:nvPr/>
            </p:nvSpPr>
            <p:spPr>
              <a:xfrm>
                <a:off x="1325396" y="2781076"/>
                <a:ext cx="41748" cy="72040"/>
              </a:xfrm>
              <a:custGeom>
                <a:rect b="b" l="l" r="r" t="t"/>
                <a:pathLst>
                  <a:path extrusionOk="0" h="3025" w="1753">
                    <a:moveTo>
                      <a:pt x="359" y="0"/>
                    </a:moveTo>
                    <a:lnTo>
                      <a:pt x="1" y="133"/>
                    </a:lnTo>
                    <a:cubicBezTo>
                      <a:pt x="518" y="1112"/>
                      <a:pt x="1048" y="2096"/>
                      <a:pt x="1555" y="3024"/>
                    </a:cubicBezTo>
                    <a:cubicBezTo>
                      <a:pt x="1620" y="2993"/>
                      <a:pt x="1685" y="2967"/>
                      <a:pt x="1753" y="2941"/>
                    </a:cubicBezTo>
                    <a:lnTo>
                      <a:pt x="359"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3"/>
              <p:cNvSpPr/>
              <p:nvPr/>
            </p:nvSpPr>
            <p:spPr>
              <a:xfrm>
                <a:off x="1423442" y="2848521"/>
                <a:ext cx="15146" cy="28364"/>
              </a:xfrm>
              <a:custGeom>
                <a:rect b="b" l="l" r="r" t="t"/>
                <a:pathLst>
                  <a:path extrusionOk="0" h="1191" w="636">
                    <a:moveTo>
                      <a:pt x="227" y="1"/>
                    </a:moveTo>
                    <a:lnTo>
                      <a:pt x="0" y="494"/>
                    </a:lnTo>
                    <a:cubicBezTo>
                      <a:pt x="242" y="686"/>
                      <a:pt x="446" y="921"/>
                      <a:pt x="600" y="1190"/>
                    </a:cubicBezTo>
                    <a:cubicBezTo>
                      <a:pt x="611" y="1184"/>
                      <a:pt x="624" y="1181"/>
                      <a:pt x="635" y="1176"/>
                    </a:cubicBezTo>
                    <a:cubicBezTo>
                      <a:pt x="493" y="784"/>
                      <a:pt x="357" y="393"/>
                      <a:pt x="22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3"/>
              <p:cNvSpPr/>
              <p:nvPr/>
            </p:nvSpPr>
            <p:spPr>
              <a:xfrm>
                <a:off x="1341876" y="2748998"/>
                <a:ext cx="74708" cy="99713"/>
              </a:xfrm>
              <a:custGeom>
                <a:rect b="b" l="l" r="r" t="t"/>
                <a:pathLst>
                  <a:path extrusionOk="0" h="4187" w="3137">
                    <a:moveTo>
                      <a:pt x="2383" y="0"/>
                    </a:moveTo>
                    <a:lnTo>
                      <a:pt x="1" y="921"/>
                    </a:lnTo>
                    <a:cubicBezTo>
                      <a:pt x="4" y="927"/>
                      <a:pt x="9" y="929"/>
                      <a:pt x="12" y="935"/>
                    </a:cubicBezTo>
                    <a:lnTo>
                      <a:pt x="1539" y="4169"/>
                    </a:lnTo>
                    <a:cubicBezTo>
                      <a:pt x="1657" y="4151"/>
                      <a:pt x="1775" y="4138"/>
                      <a:pt x="1900" y="4138"/>
                    </a:cubicBezTo>
                    <a:cubicBezTo>
                      <a:pt x="2064" y="4138"/>
                      <a:pt x="2224" y="4154"/>
                      <a:pt x="2378" y="4186"/>
                    </a:cubicBezTo>
                    <a:lnTo>
                      <a:pt x="3137" y="2546"/>
                    </a:lnTo>
                    <a:cubicBezTo>
                      <a:pt x="3112" y="2469"/>
                      <a:pt x="3091" y="2391"/>
                      <a:pt x="3069" y="2315"/>
                    </a:cubicBezTo>
                    <a:cubicBezTo>
                      <a:pt x="3056" y="2276"/>
                      <a:pt x="3046" y="2238"/>
                      <a:pt x="3035" y="2198"/>
                    </a:cubicBezTo>
                    <a:cubicBezTo>
                      <a:pt x="2991" y="2057"/>
                      <a:pt x="2950" y="1919"/>
                      <a:pt x="2910" y="1780"/>
                    </a:cubicBezTo>
                    <a:cubicBezTo>
                      <a:pt x="2730" y="1170"/>
                      <a:pt x="2558" y="577"/>
                      <a:pt x="2383"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2" name="Google Shape;1512;p3"/>
          <p:cNvGrpSpPr/>
          <p:nvPr/>
        </p:nvGrpSpPr>
        <p:grpSpPr>
          <a:xfrm>
            <a:off x="6340350" y="3551097"/>
            <a:ext cx="1438324" cy="1333878"/>
            <a:chOff x="2526575" y="2115209"/>
            <a:chExt cx="1438324" cy="1333878"/>
          </a:xfrm>
        </p:grpSpPr>
        <p:sp>
          <p:nvSpPr>
            <p:cNvPr id="1513" name="Google Shape;1513;p3"/>
            <p:cNvSpPr/>
            <p:nvPr/>
          </p:nvSpPr>
          <p:spPr>
            <a:xfrm>
              <a:off x="2526575" y="2916925"/>
              <a:ext cx="521700" cy="521700"/>
            </a:xfrm>
            <a:prstGeom prst="ellipse">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3"/>
            <p:cNvSpPr/>
            <p:nvPr/>
          </p:nvSpPr>
          <p:spPr>
            <a:xfrm>
              <a:off x="2984745" y="2512634"/>
              <a:ext cx="334101" cy="186852"/>
            </a:xfrm>
            <a:custGeom>
              <a:rect b="b" l="l" r="r" t="t"/>
              <a:pathLst>
                <a:path extrusionOk="0" h="7846" w="14029">
                  <a:moveTo>
                    <a:pt x="14029" y="1"/>
                  </a:moveTo>
                  <a:cubicBezTo>
                    <a:pt x="13971" y="14"/>
                    <a:pt x="13913" y="28"/>
                    <a:pt x="13855" y="42"/>
                  </a:cubicBezTo>
                  <a:lnTo>
                    <a:pt x="13855" y="42"/>
                  </a:lnTo>
                  <a:cubicBezTo>
                    <a:pt x="13913" y="28"/>
                    <a:pt x="13971" y="14"/>
                    <a:pt x="14029" y="1"/>
                  </a:cubicBezTo>
                  <a:close/>
                  <a:moveTo>
                    <a:pt x="13855" y="42"/>
                  </a:moveTo>
                  <a:lnTo>
                    <a:pt x="13855" y="42"/>
                  </a:lnTo>
                  <a:cubicBezTo>
                    <a:pt x="7061" y="1684"/>
                    <a:pt x="0" y="4434"/>
                    <a:pt x="709" y="6987"/>
                  </a:cubicBezTo>
                  <a:cubicBezTo>
                    <a:pt x="709" y="6987"/>
                    <a:pt x="1171" y="5616"/>
                    <a:pt x="2644" y="5616"/>
                  </a:cubicBezTo>
                  <a:cubicBezTo>
                    <a:pt x="2988" y="5616"/>
                    <a:pt x="3388" y="5691"/>
                    <a:pt x="3850" y="5875"/>
                  </a:cubicBezTo>
                  <a:cubicBezTo>
                    <a:pt x="4020" y="5943"/>
                    <a:pt x="4185" y="6026"/>
                    <a:pt x="4350" y="6120"/>
                  </a:cubicBezTo>
                  <a:cubicBezTo>
                    <a:pt x="4362" y="6106"/>
                    <a:pt x="4379" y="6097"/>
                    <a:pt x="4396" y="6097"/>
                  </a:cubicBezTo>
                  <a:cubicBezTo>
                    <a:pt x="4405" y="6097"/>
                    <a:pt x="4415" y="6100"/>
                    <a:pt x="4423" y="6105"/>
                  </a:cubicBezTo>
                  <a:cubicBezTo>
                    <a:pt x="5162" y="6548"/>
                    <a:pt x="5814" y="7148"/>
                    <a:pt x="6320" y="7841"/>
                  </a:cubicBezTo>
                  <a:cubicBezTo>
                    <a:pt x="6414" y="7844"/>
                    <a:pt x="6520" y="7845"/>
                    <a:pt x="6637" y="7845"/>
                  </a:cubicBezTo>
                  <a:cubicBezTo>
                    <a:pt x="7528" y="7845"/>
                    <a:pt x="9055" y="7770"/>
                    <a:pt x="10780" y="7634"/>
                  </a:cubicBezTo>
                  <a:lnTo>
                    <a:pt x="10780" y="7634"/>
                  </a:lnTo>
                  <a:cubicBezTo>
                    <a:pt x="9797" y="7710"/>
                    <a:pt x="8875" y="7768"/>
                    <a:pt x="8099" y="7804"/>
                  </a:cubicBezTo>
                  <a:cubicBezTo>
                    <a:pt x="7041" y="6193"/>
                    <a:pt x="6410" y="4307"/>
                    <a:pt x="6281" y="2386"/>
                  </a:cubicBezTo>
                  <a:cubicBezTo>
                    <a:pt x="8531" y="1489"/>
                    <a:pt x="11213" y="681"/>
                    <a:pt x="13855" y="42"/>
                  </a:cubicBezTo>
                  <a:close/>
                </a:path>
              </a:pathLst>
            </a:custGeom>
            <a:solidFill>
              <a:srgbClr val="CB7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3"/>
            <p:cNvSpPr/>
            <p:nvPr/>
          </p:nvSpPr>
          <p:spPr>
            <a:xfrm>
              <a:off x="3001606" y="2679029"/>
              <a:ext cx="179279" cy="90949"/>
            </a:xfrm>
            <a:custGeom>
              <a:rect b="b" l="l" r="r" t="t"/>
              <a:pathLst>
                <a:path extrusionOk="0" h="3819" w="7528">
                  <a:moveTo>
                    <a:pt x="1" y="0"/>
                  </a:moveTo>
                  <a:lnTo>
                    <a:pt x="1" y="0"/>
                  </a:lnTo>
                  <a:cubicBezTo>
                    <a:pt x="268" y="587"/>
                    <a:pt x="1455" y="2066"/>
                    <a:pt x="2959" y="3818"/>
                  </a:cubicBezTo>
                  <a:lnTo>
                    <a:pt x="7527" y="3818"/>
                  </a:lnTo>
                  <a:cubicBezTo>
                    <a:pt x="6906" y="2773"/>
                    <a:pt x="6305" y="1815"/>
                    <a:pt x="5680" y="1013"/>
                  </a:cubicBezTo>
                  <a:cubicBezTo>
                    <a:pt x="5676" y="1019"/>
                    <a:pt x="5673" y="1028"/>
                    <a:pt x="5668" y="1031"/>
                  </a:cubicBezTo>
                  <a:cubicBezTo>
                    <a:pt x="5657" y="1037"/>
                    <a:pt x="5646" y="1041"/>
                    <a:pt x="5636" y="1041"/>
                  </a:cubicBezTo>
                  <a:cubicBezTo>
                    <a:pt x="5616" y="1041"/>
                    <a:pt x="5599" y="1032"/>
                    <a:pt x="5589" y="1016"/>
                  </a:cubicBezTo>
                  <a:cubicBezTo>
                    <a:pt x="5548" y="960"/>
                    <a:pt x="5508" y="906"/>
                    <a:pt x="5466" y="849"/>
                  </a:cubicBezTo>
                  <a:cubicBezTo>
                    <a:pt x="3297" y="780"/>
                    <a:pt x="695" y="878"/>
                    <a:pt x="1" y="0"/>
                  </a:cubicBezTo>
                  <a:close/>
                </a:path>
              </a:pathLst>
            </a:custGeom>
            <a:solidFill>
              <a:srgbClr val="CB7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3"/>
            <p:cNvSpPr/>
            <p:nvPr/>
          </p:nvSpPr>
          <p:spPr>
            <a:xfrm>
              <a:off x="3095914" y="2797390"/>
              <a:ext cx="82614" cy="64991"/>
            </a:xfrm>
            <a:custGeom>
              <a:rect b="b" l="l" r="r" t="t"/>
              <a:pathLst>
                <a:path extrusionOk="0" h="2729" w="3469">
                  <a:moveTo>
                    <a:pt x="0" y="1"/>
                  </a:moveTo>
                  <a:cubicBezTo>
                    <a:pt x="789" y="900"/>
                    <a:pt x="1624" y="1832"/>
                    <a:pt x="2434" y="2728"/>
                  </a:cubicBezTo>
                  <a:cubicBezTo>
                    <a:pt x="2635" y="1871"/>
                    <a:pt x="2998" y="949"/>
                    <a:pt x="3468" y="1"/>
                  </a:cubicBezTo>
                  <a:close/>
                </a:path>
              </a:pathLst>
            </a:custGeom>
            <a:solidFill>
              <a:srgbClr val="CB7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3"/>
            <p:cNvSpPr/>
            <p:nvPr/>
          </p:nvSpPr>
          <p:spPr>
            <a:xfrm>
              <a:off x="3251592" y="2891649"/>
              <a:ext cx="48702" cy="78399"/>
            </a:xfrm>
            <a:custGeom>
              <a:rect b="b" l="l" r="r" t="t"/>
              <a:pathLst>
                <a:path extrusionOk="0" h="3292" w="2045">
                  <a:moveTo>
                    <a:pt x="143" y="0"/>
                  </a:moveTo>
                  <a:cubicBezTo>
                    <a:pt x="92" y="97"/>
                    <a:pt x="45" y="195"/>
                    <a:pt x="1" y="293"/>
                  </a:cubicBezTo>
                  <a:cubicBezTo>
                    <a:pt x="173" y="498"/>
                    <a:pt x="318" y="702"/>
                    <a:pt x="424" y="872"/>
                  </a:cubicBezTo>
                  <a:cubicBezTo>
                    <a:pt x="440" y="900"/>
                    <a:pt x="432" y="935"/>
                    <a:pt x="406" y="951"/>
                  </a:cubicBezTo>
                  <a:lnTo>
                    <a:pt x="403" y="951"/>
                  </a:lnTo>
                  <a:cubicBezTo>
                    <a:pt x="816" y="1621"/>
                    <a:pt x="1164" y="2410"/>
                    <a:pt x="1482" y="3292"/>
                  </a:cubicBezTo>
                  <a:cubicBezTo>
                    <a:pt x="2044" y="2995"/>
                    <a:pt x="1665" y="2391"/>
                    <a:pt x="1745" y="2118"/>
                  </a:cubicBezTo>
                  <a:cubicBezTo>
                    <a:pt x="1169" y="1434"/>
                    <a:pt x="638" y="721"/>
                    <a:pt x="143" y="0"/>
                  </a:cubicBezTo>
                  <a:close/>
                </a:path>
              </a:pathLst>
            </a:custGeom>
            <a:solidFill>
              <a:srgbClr val="CB7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3"/>
            <p:cNvSpPr/>
            <p:nvPr/>
          </p:nvSpPr>
          <p:spPr>
            <a:xfrm>
              <a:off x="3001582" y="2646379"/>
              <a:ext cx="130125" cy="53584"/>
            </a:xfrm>
            <a:custGeom>
              <a:rect b="b" l="l" r="r" t="t"/>
              <a:pathLst>
                <a:path extrusionOk="0" h="2250" w="5464">
                  <a:moveTo>
                    <a:pt x="1936" y="1"/>
                  </a:moveTo>
                  <a:cubicBezTo>
                    <a:pt x="463" y="1"/>
                    <a:pt x="0" y="1371"/>
                    <a:pt x="0" y="1371"/>
                  </a:cubicBezTo>
                  <a:cubicBezTo>
                    <a:pt x="691" y="2249"/>
                    <a:pt x="3297" y="2151"/>
                    <a:pt x="5463" y="2220"/>
                  </a:cubicBezTo>
                  <a:cubicBezTo>
                    <a:pt x="4977" y="1567"/>
                    <a:pt x="4355" y="1005"/>
                    <a:pt x="3655" y="587"/>
                  </a:cubicBezTo>
                  <a:cubicBezTo>
                    <a:pt x="3629" y="570"/>
                    <a:pt x="3619" y="536"/>
                    <a:pt x="3635" y="507"/>
                  </a:cubicBezTo>
                  <a:cubicBezTo>
                    <a:pt x="3637" y="506"/>
                    <a:pt x="3639" y="506"/>
                    <a:pt x="3640" y="504"/>
                  </a:cubicBezTo>
                  <a:cubicBezTo>
                    <a:pt x="3477" y="410"/>
                    <a:pt x="3313" y="327"/>
                    <a:pt x="3139" y="259"/>
                  </a:cubicBezTo>
                  <a:cubicBezTo>
                    <a:pt x="2679" y="75"/>
                    <a:pt x="2280" y="1"/>
                    <a:pt x="1936" y="1"/>
                  </a:cubicBezTo>
                  <a:close/>
                </a:path>
              </a:pathLst>
            </a:custGeom>
            <a:solidFill>
              <a:srgbClr val="CB7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3"/>
            <p:cNvSpPr/>
            <p:nvPr/>
          </p:nvSpPr>
          <p:spPr>
            <a:xfrm>
              <a:off x="3133732" y="2699272"/>
              <a:ext cx="3525" cy="3882"/>
            </a:xfrm>
            <a:custGeom>
              <a:rect b="b" l="l" r="r" t="t"/>
              <a:pathLst>
                <a:path extrusionOk="0" h="163" w="148">
                  <a:moveTo>
                    <a:pt x="0" y="1"/>
                  </a:moveTo>
                  <a:cubicBezTo>
                    <a:pt x="42" y="53"/>
                    <a:pt x="86" y="106"/>
                    <a:pt x="130" y="163"/>
                  </a:cubicBezTo>
                  <a:cubicBezTo>
                    <a:pt x="143" y="144"/>
                    <a:pt x="148" y="121"/>
                    <a:pt x="133" y="100"/>
                  </a:cubicBezTo>
                  <a:cubicBezTo>
                    <a:pt x="111" y="67"/>
                    <a:pt x="85" y="35"/>
                    <a:pt x="60" y="3"/>
                  </a:cubicBezTo>
                  <a:cubicBezTo>
                    <a:pt x="42" y="3"/>
                    <a:pt x="20" y="3"/>
                    <a:pt x="2" y="1"/>
                  </a:cubicBezTo>
                  <a:close/>
                </a:path>
              </a:pathLst>
            </a:custGeom>
            <a:solidFill>
              <a:srgbClr val="9A44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3"/>
            <p:cNvSpPr/>
            <p:nvPr/>
          </p:nvSpPr>
          <p:spPr>
            <a:xfrm>
              <a:off x="3088269" y="2657810"/>
              <a:ext cx="46916" cy="41533"/>
            </a:xfrm>
            <a:custGeom>
              <a:rect b="b" l="l" r="r" t="t"/>
              <a:pathLst>
                <a:path extrusionOk="0" h="1744" w="1970">
                  <a:moveTo>
                    <a:pt x="46" y="0"/>
                  </a:moveTo>
                  <a:cubicBezTo>
                    <a:pt x="29" y="0"/>
                    <a:pt x="12" y="9"/>
                    <a:pt x="0" y="22"/>
                  </a:cubicBezTo>
                  <a:cubicBezTo>
                    <a:pt x="692" y="411"/>
                    <a:pt x="1316" y="1005"/>
                    <a:pt x="1911" y="1742"/>
                  </a:cubicBezTo>
                  <a:cubicBezTo>
                    <a:pt x="1929" y="1742"/>
                    <a:pt x="1951" y="1742"/>
                    <a:pt x="1969" y="1744"/>
                  </a:cubicBezTo>
                  <a:cubicBezTo>
                    <a:pt x="1465" y="1047"/>
                    <a:pt x="812" y="447"/>
                    <a:pt x="73" y="8"/>
                  </a:cubicBezTo>
                  <a:cubicBezTo>
                    <a:pt x="65" y="3"/>
                    <a:pt x="56" y="0"/>
                    <a:pt x="46" y="0"/>
                  </a:cubicBezTo>
                  <a:close/>
                </a:path>
              </a:pathLst>
            </a:custGeom>
            <a:solidFill>
              <a:srgbClr val="9A44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3"/>
            <p:cNvSpPr/>
            <p:nvPr/>
          </p:nvSpPr>
          <p:spPr>
            <a:xfrm>
              <a:off x="3131755" y="2699248"/>
              <a:ext cx="5120" cy="4572"/>
            </a:xfrm>
            <a:custGeom>
              <a:rect b="b" l="l" r="r" t="t"/>
              <a:pathLst>
                <a:path extrusionOk="0" h="192" w="215">
                  <a:moveTo>
                    <a:pt x="1" y="0"/>
                  </a:moveTo>
                  <a:cubicBezTo>
                    <a:pt x="43" y="54"/>
                    <a:pt x="83" y="111"/>
                    <a:pt x="124" y="167"/>
                  </a:cubicBezTo>
                  <a:cubicBezTo>
                    <a:pt x="135" y="183"/>
                    <a:pt x="151" y="192"/>
                    <a:pt x="171" y="192"/>
                  </a:cubicBezTo>
                  <a:cubicBezTo>
                    <a:pt x="182" y="192"/>
                    <a:pt x="192" y="188"/>
                    <a:pt x="203" y="182"/>
                  </a:cubicBezTo>
                  <a:cubicBezTo>
                    <a:pt x="208" y="179"/>
                    <a:pt x="211" y="169"/>
                    <a:pt x="215" y="164"/>
                  </a:cubicBezTo>
                  <a:cubicBezTo>
                    <a:pt x="172" y="109"/>
                    <a:pt x="130" y="57"/>
                    <a:pt x="85" y="2"/>
                  </a:cubicBezTo>
                  <a:cubicBezTo>
                    <a:pt x="57" y="2"/>
                    <a:pt x="28" y="2"/>
                    <a:pt x="1" y="0"/>
                  </a:cubicBezTo>
                  <a:close/>
                </a:path>
              </a:pathLst>
            </a:custGeom>
            <a:solidFill>
              <a:srgbClr val="9A44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3"/>
            <p:cNvSpPr/>
            <p:nvPr/>
          </p:nvSpPr>
          <p:spPr>
            <a:xfrm>
              <a:off x="3087793" y="2658286"/>
              <a:ext cx="46034" cy="41009"/>
            </a:xfrm>
            <a:custGeom>
              <a:rect b="b" l="l" r="r" t="t"/>
              <a:pathLst>
                <a:path extrusionOk="0" h="1722" w="1933">
                  <a:moveTo>
                    <a:pt x="23" y="1"/>
                  </a:moveTo>
                  <a:cubicBezTo>
                    <a:pt x="20" y="4"/>
                    <a:pt x="17" y="4"/>
                    <a:pt x="17" y="6"/>
                  </a:cubicBezTo>
                  <a:cubicBezTo>
                    <a:pt x="1" y="33"/>
                    <a:pt x="9" y="69"/>
                    <a:pt x="36" y="85"/>
                  </a:cubicBezTo>
                  <a:cubicBezTo>
                    <a:pt x="738" y="502"/>
                    <a:pt x="1357" y="1066"/>
                    <a:pt x="1847" y="1719"/>
                  </a:cubicBezTo>
                  <a:cubicBezTo>
                    <a:pt x="1874" y="1719"/>
                    <a:pt x="1905" y="1722"/>
                    <a:pt x="1933" y="1722"/>
                  </a:cubicBezTo>
                  <a:cubicBezTo>
                    <a:pt x="1336" y="985"/>
                    <a:pt x="712" y="391"/>
                    <a:pt x="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3"/>
            <p:cNvSpPr/>
            <p:nvPr/>
          </p:nvSpPr>
          <p:spPr>
            <a:xfrm>
              <a:off x="2763861" y="2626184"/>
              <a:ext cx="497138" cy="561558"/>
            </a:xfrm>
            <a:custGeom>
              <a:rect b="b" l="l" r="r" t="t"/>
              <a:pathLst>
                <a:path extrusionOk="0" h="23580" w="20875">
                  <a:moveTo>
                    <a:pt x="749" y="0"/>
                  </a:moveTo>
                  <a:cubicBezTo>
                    <a:pt x="503" y="90"/>
                    <a:pt x="244" y="159"/>
                    <a:pt x="1" y="208"/>
                  </a:cubicBezTo>
                  <a:cubicBezTo>
                    <a:pt x="32" y="526"/>
                    <a:pt x="57" y="796"/>
                    <a:pt x="85" y="1031"/>
                  </a:cubicBezTo>
                  <a:lnTo>
                    <a:pt x="6205" y="2425"/>
                  </a:lnTo>
                  <a:lnTo>
                    <a:pt x="3540" y="11844"/>
                  </a:lnTo>
                  <a:lnTo>
                    <a:pt x="3208" y="13016"/>
                  </a:lnTo>
                  <a:lnTo>
                    <a:pt x="3075" y="13486"/>
                  </a:lnTo>
                  <a:lnTo>
                    <a:pt x="2526" y="15427"/>
                  </a:lnTo>
                  <a:lnTo>
                    <a:pt x="2518" y="15456"/>
                  </a:lnTo>
                  <a:lnTo>
                    <a:pt x="839" y="21393"/>
                  </a:lnTo>
                  <a:lnTo>
                    <a:pt x="665" y="21999"/>
                  </a:lnTo>
                  <a:lnTo>
                    <a:pt x="435" y="22819"/>
                  </a:lnTo>
                  <a:cubicBezTo>
                    <a:pt x="356" y="23096"/>
                    <a:pt x="476" y="23404"/>
                    <a:pt x="737" y="23524"/>
                  </a:cubicBezTo>
                  <a:cubicBezTo>
                    <a:pt x="818" y="23560"/>
                    <a:pt x="900" y="23579"/>
                    <a:pt x="981" y="23579"/>
                  </a:cubicBezTo>
                  <a:cubicBezTo>
                    <a:pt x="1232" y="23579"/>
                    <a:pt x="1464" y="23412"/>
                    <a:pt x="1537" y="23159"/>
                  </a:cubicBezTo>
                  <a:lnTo>
                    <a:pt x="1782" y="22294"/>
                  </a:lnTo>
                  <a:lnTo>
                    <a:pt x="1950" y="21699"/>
                  </a:lnTo>
                  <a:lnTo>
                    <a:pt x="3610" y="15834"/>
                  </a:lnTo>
                  <a:lnTo>
                    <a:pt x="3644" y="15711"/>
                  </a:lnTo>
                  <a:lnTo>
                    <a:pt x="4185" y="13800"/>
                  </a:lnTo>
                  <a:lnTo>
                    <a:pt x="4318" y="13330"/>
                  </a:lnTo>
                  <a:lnTo>
                    <a:pt x="4650" y="12157"/>
                  </a:lnTo>
                  <a:lnTo>
                    <a:pt x="5542" y="9008"/>
                  </a:lnTo>
                  <a:cubicBezTo>
                    <a:pt x="5645" y="8644"/>
                    <a:pt x="5970" y="8434"/>
                    <a:pt x="6302" y="8434"/>
                  </a:cubicBezTo>
                  <a:cubicBezTo>
                    <a:pt x="6498" y="8434"/>
                    <a:pt x="6697" y="8507"/>
                    <a:pt x="6854" y="8664"/>
                  </a:cubicBezTo>
                  <a:lnTo>
                    <a:pt x="16771" y="18570"/>
                  </a:lnTo>
                  <a:lnTo>
                    <a:pt x="17129" y="18928"/>
                  </a:lnTo>
                  <a:lnTo>
                    <a:pt x="20061" y="21855"/>
                  </a:lnTo>
                  <a:cubicBezTo>
                    <a:pt x="20264" y="21522"/>
                    <a:pt x="20542" y="21244"/>
                    <a:pt x="20875" y="21038"/>
                  </a:cubicBezTo>
                  <a:lnTo>
                    <a:pt x="18320" y="18481"/>
                  </a:lnTo>
                  <a:lnTo>
                    <a:pt x="18123" y="18281"/>
                  </a:lnTo>
                  <a:lnTo>
                    <a:pt x="17944" y="18103"/>
                  </a:lnTo>
                  <a:lnTo>
                    <a:pt x="17831" y="17989"/>
                  </a:lnTo>
                  <a:lnTo>
                    <a:pt x="17705" y="17865"/>
                  </a:lnTo>
                  <a:lnTo>
                    <a:pt x="17199" y="17359"/>
                  </a:lnTo>
                  <a:lnTo>
                    <a:pt x="8245" y="8416"/>
                  </a:lnTo>
                  <a:cubicBezTo>
                    <a:pt x="7791" y="7964"/>
                    <a:pt x="8112" y="7190"/>
                    <a:pt x="8752" y="7190"/>
                  </a:cubicBezTo>
                  <a:lnTo>
                    <a:pt x="17411" y="7190"/>
                  </a:lnTo>
                  <a:cubicBezTo>
                    <a:pt x="17526" y="6958"/>
                    <a:pt x="17646" y="6724"/>
                    <a:pt x="17776" y="6491"/>
                  </a:cubicBezTo>
                  <a:cubicBezTo>
                    <a:pt x="17794" y="6457"/>
                    <a:pt x="17812" y="6425"/>
                    <a:pt x="17831" y="6391"/>
                  </a:cubicBezTo>
                  <a:lnTo>
                    <a:pt x="17828" y="6391"/>
                  </a:lnTo>
                  <a:cubicBezTo>
                    <a:pt x="17893" y="6272"/>
                    <a:pt x="17961" y="6154"/>
                    <a:pt x="18027" y="6037"/>
                  </a:cubicBezTo>
                  <a:lnTo>
                    <a:pt x="6384" y="6037"/>
                  </a:lnTo>
                  <a:lnTo>
                    <a:pt x="7772" y="1133"/>
                  </a:lnTo>
                  <a:cubicBezTo>
                    <a:pt x="7856" y="843"/>
                    <a:pt x="7720" y="519"/>
                    <a:pt x="7438" y="410"/>
                  </a:cubicBezTo>
                  <a:cubicBezTo>
                    <a:pt x="7367" y="383"/>
                    <a:pt x="7295" y="370"/>
                    <a:pt x="7225" y="370"/>
                  </a:cubicBezTo>
                  <a:cubicBezTo>
                    <a:pt x="6974" y="370"/>
                    <a:pt x="6743" y="535"/>
                    <a:pt x="6670" y="788"/>
                  </a:cubicBezTo>
                  <a:lnTo>
                    <a:pt x="6521" y="1315"/>
                  </a:lnTo>
                  <a:lnTo>
                    <a:pt x="7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3"/>
            <p:cNvSpPr/>
            <p:nvPr/>
          </p:nvSpPr>
          <p:spPr>
            <a:xfrm>
              <a:off x="3320989" y="2673957"/>
              <a:ext cx="381421" cy="516476"/>
            </a:xfrm>
            <a:custGeom>
              <a:rect b="b" l="l" r="r" t="t"/>
              <a:pathLst>
                <a:path extrusionOk="0" h="21687" w="16016">
                  <a:moveTo>
                    <a:pt x="8593" y="1"/>
                  </a:moveTo>
                  <a:cubicBezTo>
                    <a:pt x="8371" y="100"/>
                    <a:pt x="8101" y="173"/>
                    <a:pt x="7801" y="224"/>
                  </a:cubicBezTo>
                  <a:lnTo>
                    <a:pt x="6741" y="2513"/>
                  </a:lnTo>
                  <a:cubicBezTo>
                    <a:pt x="6311" y="3438"/>
                    <a:pt x="5386" y="4031"/>
                    <a:pt x="4365" y="4031"/>
                  </a:cubicBezTo>
                  <a:lnTo>
                    <a:pt x="1933" y="4031"/>
                  </a:lnTo>
                  <a:cubicBezTo>
                    <a:pt x="1463" y="4411"/>
                    <a:pt x="1002" y="4795"/>
                    <a:pt x="560" y="5184"/>
                  </a:cubicBezTo>
                  <a:lnTo>
                    <a:pt x="4845" y="5184"/>
                  </a:lnTo>
                  <a:cubicBezTo>
                    <a:pt x="5153" y="5184"/>
                    <a:pt x="5355" y="5503"/>
                    <a:pt x="5227" y="5782"/>
                  </a:cubicBezTo>
                  <a:lnTo>
                    <a:pt x="1" y="17076"/>
                  </a:lnTo>
                  <a:cubicBezTo>
                    <a:pt x="163" y="17612"/>
                    <a:pt x="333" y="18160"/>
                    <a:pt x="516" y="18708"/>
                  </a:cubicBezTo>
                  <a:lnTo>
                    <a:pt x="6057" y="6738"/>
                  </a:lnTo>
                  <a:cubicBezTo>
                    <a:pt x="6142" y="6556"/>
                    <a:pt x="6315" y="6463"/>
                    <a:pt x="6489" y="6463"/>
                  </a:cubicBezTo>
                  <a:cubicBezTo>
                    <a:pt x="6651" y="6463"/>
                    <a:pt x="6813" y="6544"/>
                    <a:pt x="6903" y="6710"/>
                  </a:cubicBezTo>
                  <a:lnTo>
                    <a:pt x="9430" y="11310"/>
                  </a:lnTo>
                  <a:lnTo>
                    <a:pt x="10016" y="12379"/>
                  </a:lnTo>
                  <a:lnTo>
                    <a:pt x="10251" y="12807"/>
                  </a:lnTo>
                  <a:lnTo>
                    <a:pt x="14079" y="19777"/>
                  </a:lnTo>
                  <a:cubicBezTo>
                    <a:pt x="14253" y="20093"/>
                    <a:pt x="14024" y="20479"/>
                    <a:pt x="13666" y="20481"/>
                  </a:cubicBezTo>
                  <a:lnTo>
                    <a:pt x="5757" y="20515"/>
                  </a:lnTo>
                  <a:lnTo>
                    <a:pt x="5268" y="20518"/>
                  </a:lnTo>
                  <a:lnTo>
                    <a:pt x="4051" y="20523"/>
                  </a:lnTo>
                  <a:lnTo>
                    <a:pt x="1174" y="20536"/>
                  </a:lnTo>
                  <a:cubicBezTo>
                    <a:pt x="1325" y="20920"/>
                    <a:pt x="1484" y="21306"/>
                    <a:pt x="1652" y="21686"/>
                  </a:cubicBezTo>
                  <a:lnTo>
                    <a:pt x="4056" y="21677"/>
                  </a:lnTo>
                  <a:lnTo>
                    <a:pt x="5276" y="21670"/>
                  </a:lnTo>
                  <a:lnTo>
                    <a:pt x="5765" y="21669"/>
                  </a:lnTo>
                  <a:lnTo>
                    <a:pt x="13977" y="21631"/>
                  </a:lnTo>
                  <a:lnTo>
                    <a:pt x="14599" y="21630"/>
                  </a:lnTo>
                  <a:lnTo>
                    <a:pt x="15437" y="21625"/>
                  </a:lnTo>
                  <a:cubicBezTo>
                    <a:pt x="15483" y="21625"/>
                    <a:pt x="15525" y="21620"/>
                    <a:pt x="15567" y="21609"/>
                  </a:cubicBezTo>
                  <a:cubicBezTo>
                    <a:pt x="15580" y="21607"/>
                    <a:pt x="15590" y="21601"/>
                    <a:pt x="15603" y="21599"/>
                  </a:cubicBezTo>
                  <a:cubicBezTo>
                    <a:pt x="15635" y="21589"/>
                    <a:pt x="15664" y="21576"/>
                    <a:pt x="15695" y="21563"/>
                  </a:cubicBezTo>
                  <a:cubicBezTo>
                    <a:pt x="15701" y="21558"/>
                    <a:pt x="15708" y="21558"/>
                    <a:pt x="15713" y="21555"/>
                  </a:cubicBezTo>
                  <a:cubicBezTo>
                    <a:pt x="15721" y="21550"/>
                    <a:pt x="15727" y="21544"/>
                    <a:pt x="15736" y="21541"/>
                  </a:cubicBezTo>
                  <a:cubicBezTo>
                    <a:pt x="15753" y="21531"/>
                    <a:pt x="15770" y="21518"/>
                    <a:pt x="15786" y="21507"/>
                  </a:cubicBezTo>
                  <a:cubicBezTo>
                    <a:pt x="15800" y="21494"/>
                    <a:pt x="15815" y="21484"/>
                    <a:pt x="15830" y="21471"/>
                  </a:cubicBezTo>
                  <a:cubicBezTo>
                    <a:pt x="15842" y="21460"/>
                    <a:pt x="15855" y="21445"/>
                    <a:pt x="15867" y="21430"/>
                  </a:cubicBezTo>
                  <a:cubicBezTo>
                    <a:pt x="15880" y="21417"/>
                    <a:pt x="15891" y="21403"/>
                    <a:pt x="15904" y="21387"/>
                  </a:cubicBezTo>
                  <a:cubicBezTo>
                    <a:pt x="15914" y="21372"/>
                    <a:pt x="15924" y="21356"/>
                    <a:pt x="15935" y="21340"/>
                  </a:cubicBezTo>
                  <a:cubicBezTo>
                    <a:pt x="15945" y="21323"/>
                    <a:pt x="15953" y="21307"/>
                    <a:pt x="15961" y="21291"/>
                  </a:cubicBezTo>
                  <a:cubicBezTo>
                    <a:pt x="15969" y="21273"/>
                    <a:pt x="15975" y="21257"/>
                    <a:pt x="15980" y="21239"/>
                  </a:cubicBezTo>
                  <a:cubicBezTo>
                    <a:pt x="15987" y="21223"/>
                    <a:pt x="15993" y="21204"/>
                    <a:pt x="15996" y="21186"/>
                  </a:cubicBezTo>
                  <a:cubicBezTo>
                    <a:pt x="16001" y="21168"/>
                    <a:pt x="16005" y="21150"/>
                    <a:pt x="16008" y="21131"/>
                  </a:cubicBezTo>
                  <a:cubicBezTo>
                    <a:pt x="16009" y="21111"/>
                    <a:pt x="16011" y="21090"/>
                    <a:pt x="16013" y="21072"/>
                  </a:cubicBezTo>
                  <a:cubicBezTo>
                    <a:pt x="16013" y="21064"/>
                    <a:pt x="16016" y="21054"/>
                    <a:pt x="16016" y="21046"/>
                  </a:cubicBezTo>
                  <a:cubicBezTo>
                    <a:pt x="16011" y="21037"/>
                    <a:pt x="16009" y="21029"/>
                    <a:pt x="16009" y="21017"/>
                  </a:cubicBezTo>
                  <a:cubicBezTo>
                    <a:pt x="16009" y="20998"/>
                    <a:pt x="16005" y="20977"/>
                    <a:pt x="16003" y="20957"/>
                  </a:cubicBezTo>
                  <a:cubicBezTo>
                    <a:pt x="16001" y="20939"/>
                    <a:pt x="15996" y="20920"/>
                    <a:pt x="15992" y="20902"/>
                  </a:cubicBezTo>
                  <a:cubicBezTo>
                    <a:pt x="15987" y="20884"/>
                    <a:pt x="15980" y="20868"/>
                    <a:pt x="15975" y="20852"/>
                  </a:cubicBezTo>
                  <a:cubicBezTo>
                    <a:pt x="15967" y="20831"/>
                    <a:pt x="15959" y="20813"/>
                    <a:pt x="15951" y="20794"/>
                  </a:cubicBezTo>
                  <a:cubicBezTo>
                    <a:pt x="15946" y="20785"/>
                    <a:pt x="15945" y="20777"/>
                    <a:pt x="15940" y="20769"/>
                  </a:cubicBezTo>
                  <a:lnTo>
                    <a:pt x="15486" y="19944"/>
                  </a:lnTo>
                  <a:lnTo>
                    <a:pt x="15194" y="19413"/>
                  </a:lnTo>
                  <a:lnTo>
                    <a:pt x="11254" y="12238"/>
                  </a:lnTo>
                  <a:lnTo>
                    <a:pt x="11019" y="11810"/>
                  </a:lnTo>
                  <a:lnTo>
                    <a:pt x="10434" y="10742"/>
                  </a:lnTo>
                  <a:lnTo>
                    <a:pt x="7493" y="5385"/>
                  </a:lnTo>
                  <a:cubicBezTo>
                    <a:pt x="7217" y="4882"/>
                    <a:pt x="7195" y="4276"/>
                    <a:pt x="7436" y="3756"/>
                  </a:cubicBezTo>
                  <a:lnTo>
                    <a:pt x="9067" y="233"/>
                  </a:lnTo>
                  <a:cubicBezTo>
                    <a:pt x="8896" y="171"/>
                    <a:pt x="8736" y="93"/>
                    <a:pt x="8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3"/>
            <p:cNvSpPr/>
            <p:nvPr/>
          </p:nvSpPr>
          <p:spPr>
            <a:xfrm>
              <a:off x="3250902" y="2898675"/>
              <a:ext cx="11098" cy="15694"/>
            </a:xfrm>
            <a:custGeom>
              <a:rect b="b" l="l" r="r" t="t"/>
              <a:pathLst>
                <a:path extrusionOk="0" h="659" w="466">
                  <a:moveTo>
                    <a:pt x="27" y="0"/>
                  </a:moveTo>
                  <a:cubicBezTo>
                    <a:pt x="18" y="16"/>
                    <a:pt x="10" y="31"/>
                    <a:pt x="1" y="45"/>
                  </a:cubicBezTo>
                  <a:cubicBezTo>
                    <a:pt x="153" y="235"/>
                    <a:pt x="294" y="439"/>
                    <a:pt x="430" y="658"/>
                  </a:cubicBezTo>
                  <a:cubicBezTo>
                    <a:pt x="458" y="642"/>
                    <a:pt x="466" y="606"/>
                    <a:pt x="450" y="580"/>
                  </a:cubicBezTo>
                  <a:cubicBezTo>
                    <a:pt x="347" y="410"/>
                    <a:pt x="200" y="204"/>
                    <a:pt x="27"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3"/>
            <p:cNvSpPr/>
            <p:nvPr/>
          </p:nvSpPr>
          <p:spPr>
            <a:xfrm>
              <a:off x="3250140" y="2899699"/>
              <a:ext cx="10979" cy="14861"/>
            </a:xfrm>
            <a:custGeom>
              <a:rect b="b" l="l" r="r" t="t"/>
              <a:pathLst>
                <a:path extrusionOk="0" h="624" w="461">
                  <a:moveTo>
                    <a:pt x="33" y="1"/>
                  </a:moveTo>
                  <a:cubicBezTo>
                    <a:pt x="25" y="22"/>
                    <a:pt x="15" y="43"/>
                    <a:pt x="0" y="61"/>
                  </a:cubicBezTo>
                  <a:cubicBezTo>
                    <a:pt x="144" y="234"/>
                    <a:pt x="276" y="419"/>
                    <a:pt x="383" y="596"/>
                  </a:cubicBezTo>
                  <a:cubicBezTo>
                    <a:pt x="394" y="613"/>
                    <a:pt x="413" y="623"/>
                    <a:pt x="431" y="623"/>
                  </a:cubicBezTo>
                  <a:cubicBezTo>
                    <a:pt x="441" y="623"/>
                    <a:pt x="452" y="622"/>
                    <a:pt x="460" y="615"/>
                  </a:cubicBezTo>
                  <a:cubicBezTo>
                    <a:pt x="324" y="396"/>
                    <a:pt x="182" y="192"/>
                    <a:pt x="33"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3"/>
            <p:cNvSpPr/>
            <p:nvPr/>
          </p:nvSpPr>
          <p:spPr>
            <a:xfrm>
              <a:off x="3231993" y="2880647"/>
              <a:ext cx="19624" cy="19123"/>
            </a:xfrm>
            <a:custGeom>
              <a:rect b="b" l="l" r="r" t="t"/>
              <a:pathLst>
                <a:path extrusionOk="0" h="803" w="824">
                  <a:moveTo>
                    <a:pt x="1" y="0"/>
                  </a:moveTo>
                  <a:lnTo>
                    <a:pt x="1" y="0"/>
                  </a:lnTo>
                  <a:cubicBezTo>
                    <a:pt x="291" y="224"/>
                    <a:pt x="553" y="495"/>
                    <a:pt x="796" y="802"/>
                  </a:cubicBezTo>
                  <a:cubicBezTo>
                    <a:pt x="804" y="788"/>
                    <a:pt x="816" y="772"/>
                    <a:pt x="824" y="757"/>
                  </a:cubicBezTo>
                  <a:cubicBezTo>
                    <a:pt x="584" y="472"/>
                    <a:pt x="294" y="188"/>
                    <a:pt x="1"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3"/>
            <p:cNvSpPr/>
            <p:nvPr/>
          </p:nvSpPr>
          <p:spPr>
            <a:xfrm>
              <a:off x="3218442" y="2875574"/>
              <a:ext cx="32531" cy="25577"/>
            </a:xfrm>
            <a:custGeom>
              <a:rect b="b" l="l" r="r" t="t"/>
              <a:pathLst>
                <a:path extrusionOk="0" h="1074" w="1366">
                  <a:moveTo>
                    <a:pt x="67" y="1"/>
                  </a:moveTo>
                  <a:cubicBezTo>
                    <a:pt x="36" y="1"/>
                    <a:pt x="12" y="22"/>
                    <a:pt x="7" y="51"/>
                  </a:cubicBezTo>
                  <a:cubicBezTo>
                    <a:pt x="1" y="84"/>
                    <a:pt x="23" y="111"/>
                    <a:pt x="53" y="118"/>
                  </a:cubicBezTo>
                  <a:cubicBezTo>
                    <a:pt x="450" y="182"/>
                    <a:pt x="939" y="599"/>
                    <a:pt x="1331" y="1074"/>
                  </a:cubicBezTo>
                  <a:cubicBezTo>
                    <a:pt x="1344" y="1056"/>
                    <a:pt x="1354" y="1033"/>
                    <a:pt x="1365" y="1012"/>
                  </a:cubicBezTo>
                  <a:cubicBezTo>
                    <a:pt x="1122" y="704"/>
                    <a:pt x="860" y="437"/>
                    <a:pt x="568" y="210"/>
                  </a:cubicBezTo>
                  <a:cubicBezTo>
                    <a:pt x="401" y="103"/>
                    <a:pt x="234" y="29"/>
                    <a:pt x="74" y="1"/>
                  </a:cubicBezTo>
                  <a:cubicBezTo>
                    <a:pt x="71" y="1"/>
                    <a:pt x="69" y="1"/>
                    <a:pt x="67"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3"/>
            <p:cNvSpPr/>
            <p:nvPr/>
          </p:nvSpPr>
          <p:spPr>
            <a:xfrm>
              <a:off x="3239899" y="2694223"/>
              <a:ext cx="3358" cy="3548"/>
            </a:xfrm>
            <a:custGeom>
              <a:rect b="b" l="l" r="r" t="t"/>
              <a:pathLst>
                <a:path extrusionOk="0" h="149" w="141">
                  <a:moveTo>
                    <a:pt x="140" y="1"/>
                  </a:moveTo>
                  <a:lnTo>
                    <a:pt x="140" y="1"/>
                  </a:lnTo>
                  <a:cubicBezTo>
                    <a:pt x="114" y="2"/>
                    <a:pt x="90" y="4"/>
                    <a:pt x="64" y="5"/>
                  </a:cubicBezTo>
                  <a:cubicBezTo>
                    <a:pt x="48" y="27"/>
                    <a:pt x="33" y="46"/>
                    <a:pt x="17" y="69"/>
                  </a:cubicBezTo>
                  <a:cubicBezTo>
                    <a:pt x="1" y="93"/>
                    <a:pt x="6" y="130"/>
                    <a:pt x="32" y="148"/>
                  </a:cubicBezTo>
                  <a:cubicBezTo>
                    <a:pt x="67" y="98"/>
                    <a:pt x="104" y="49"/>
                    <a:pt x="140" y="1"/>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3"/>
            <p:cNvSpPr/>
            <p:nvPr/>
          </p:nvSpPr>
          <p:spPr>
            <a:xfrm>
              <a:off x="3241447" y="2694152"/>
              <a:ext cx="1834" cy="167"/>
            </a:xfrm>
            <a:custGeom>
              <a:rect b="b" l="l" r="r" t="t"/>
              <a:pathLst>
                <a:path extrusionOk="0" h="7" w="77">
                  <a:moveTo>
                    <a:pt x="77" y="0"/>
                  </a:moveTo>
                  <a:lnTo>
                    <a:pt x="77" y="0"/>
                  </a:lnTo>
                  <a:cubicBezTo>
                    <a:pt x="51" y="4"/>
                    <a:pt x="27" y="5"/>
                    <a:pt x="1" y="7"/>
                  </a:cubicBezTo>
                  <a:cubicBezTo>
                    <a:pt x="25" y="7"/>
                    <a:pt x="51" y="5"/>
                    <a:pt x="77"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3"/>
            <p:cNvSpPr/>
            <p:nvPr/>
          </p:nvSpPr>
          <p:spPr>
            <a:xfrm>
              <a:off x="3241447" y="2547070"/>
              <a:ext cx="134912" cy="147248"/>
            </a:xfrm>
            <a:custGeom>
              <a:rect b="b" l="l" r="r" t="t"/>
              <a:pathLst>
                <a:path extrusionOk="0" h="6183" w="5665">
                  <a:moveTo>
                    <a:pt x="5621" y="0"/>
                  </a:moveTo>
                  <a:cubicBezTo>
                    <a:pt x="4409" y="945"/>
                    <a:pt x="2041" y="3421"/>
                    <a:pt x="1" y="6183"/>
                  </a:cubicBezTo>
                  <a:cubicBezTo>
                    <a:pt x="27" y="6181"/>
                    <a:pt x="51" y="6180"/>
                    <a:pt x="78" y="6176"/>
                  </a:cubicBezTo>
                  <a:cubicBezTo>
                    <a:pt x="86" y="6165"/>
                    <a:pt x="96" y="6152"/>
                    <a:pt x="104" y="6141"/>
                  </a:cubicBezTo>
                  <a:cubicBezTo>
                    <a:pt x="143" y="6089"/>
                    <a:pt x="179" y="6039"/>
                    <a:pt x="218" y="5988"/>
                  </a:cubicBezTo>
                  <a:cubicBezTo>
                    <a:pt x="313" y="5860"/>
                    <a:pt x="411" y="5732"/>
                    <a:pt x="508" y="5606"/>
                  </a:cubicBezTo>
                  <a:cubicBezTo>
                    <a:pt x="558" y="5539"/>
                    <a:pt x="610" y="5475"/>
                    <a:pt x="662" y="5407"/>
                  </a:cubicBezTo>
                  <a:cubicBezTo>
                    <a:pt x="730" y="5317"/>
                    <a:pt x="800" y="5232"/>
                    <a:pt x="868" y="5144"/>
                  </a:cubicBezTo>
                  <a:cubicBezTo>
                    <a:pt x="926" y="5069"/>
                    <a:pt x="986" y="4995"/>
                    <a:pt x="1044" y="4924"/>
                  </a:cubicBezTo>
                  <a:cubicBezTo>
                    <a:pt x="1095" y="4860"/>
                    <a:pt x="1143" y="4799"/>
                    <a:pt x="1193" y="4737"/>
                  </a:cubicBezTo>
                  <a:cubicBezTo>
                    <a:pt x="1432" y="4442"/>
                    <a:pt x="1667" y="4157"/>
                    <a:pt x="1902" y="3880"/>
                  </a:cubicBezTo>
                  <a:cubicBezTo>
                    <a:pt x="1921" y="3856"/>
                    <a:pt x="1944" y="3831"/>
                    <a:pt x="1963" y="3805"/>
                  </a:cubicBezTo>
                  <a:cubicBezTo>
                    <a:pt x="3436" y="2073"/>
                    <a:pt x="4835" y="682"/>
                    <a:pt x="5665" y="37"/>
                  </a:cubicBezTo>
                  <a:cubicBezTo>
                    <a:pt x="5665" y="37"/>
                    <a:pt x="5647" y="23"/>
                    <a:pt x="5621"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3"/>
            <p:cNvSpPr/>
            <p:nvPr/>
          </p:nvSpPr>
          <p:spPr>
            <a:xfrm>
              <a:off x="3375287" y="2546570"/>
              <a:ext cx="2262" cy="1405"/>
            </a:xfrm>
            <a:custGeom>
              <a:rect b="b" l="l" r="r" t="t"/>
              <a:pathLst>
                <a:path extrusionOk="0" h="59" w="95">
                  <a:moveTo>
                    <a:pt x="46" y="1"/>
                  </a:moveTo>
                  <a:cubicBezTo>
                    <a:pt x="34" y="1"/>
                    <a:pt x="21" y="5"/>
                    <a:pt x="11" y="13"/>
                  </a:cubicBezTo>
                  <a:cubicBezTo>
                    <a:pt x="6" y="15"/>
                    <a:pt x="4" y="20"/>
                    <a:pt x="1" y="21"/>
                  </a:cubicBezTo>
                  <a:cubicBezTo>
                    <a:pt x="27" y="44"/>
                    <a:pt x="45" y="58"/>
                    <a:pt x="45" y="58"/>
                  </a:cubicBezTo>
                  <a:lnTo>
                    <a:pt x="95" y="37"/>
                  </a:lnTo>
                  <a:cubicBezTo>
                    <a:pt x="93" y="34"/>
                    <a:pt x="95" y="28"/>
                    <a:pt x="92" y="23"/>
                  </a:cubicBezTo>
                  <a:cubicBezTo>
                    <a:pt x="80" y="8"/>
                    <a:pt x="63" y="1"/>
                    <a:pt x="46" y="1"/>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3"/>
            <p:cNvSpPr/>
            <p:nvPr/>
          </p:nvSpPr>
          <p:spPr>
            <a:xfrm>
              <a:off x="3262095" y="2664240"/>
              <a:ext cx="4239" cy="5311"/>
            </a:xfrm>
            <a:custGeom>
              <a:rect b="b" l="l" r="r" t="t"/>
              <a:pathLst>
                <a:path extrusionOk="0" h="223" w="178">
                  <a:moveTo>
                    <a:pt x="177" y="0"/>
                  </a:moveTo>
                  <a:lnTo>
                    <a:pt x="177" y="0"/>
                  </a:lnTo>
                  <a:cubicBezTo>
                    <a:pt x="117" y="73"/>
                    <a:pt x="59" y="146"/>
                    <a:pt x="1" y="222"/>
                  </a:cubicBezTo>
                  <a:cubicBezTo>
                    <a:pt x="59" y="149"/>
                    <a:pt x="119" y="73"/>
                    <a:pt x="177"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3"/>
            <p:cNvSpPr/>
            <p:nvPr/>
          </p:nvSpPr>
          <p:spPr>
            <a:xfrm>
              <a:off x="3269811" y="2639425"/>
              <a:ext cx="16861" cy="20409"/>
            </a:xfrm>
            <a:custGeom>
              <a:rect b="b" l="l" r="r" t="t"/>
              <a:pathLst>
                <a:path extrusionOk="0" h="857" w="708">
                  <a:moveTo>
                    <a:pt x="707" y="0"/>
                  </a:moveTo>
                  <a:lnTo>
                    <a:pt x="707" y="0"/>
                  </a:lnTo>
                  <a:cubicBezTo>
                    <a:pt x="472" y="277"/>
                    <a:pt x="237" y="563"/>
                    <a:pt x="1" y="856"/>
                  </a:cubicBezTo>
                  <a:cubicBezTo>
                    <a:pt x="237" y="564"/>
                    <a:pt x="472" y="279"/>
                    <a:pt x="7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3"/>
            <p:cNvSpPr/>
            <p:nvPr/>
          </p:nvSpPr>
          <p:spPr>
            <a:xfrm>
              <a:off x="3253521" y="2675814"/>
              <a:ext cx="3691" cy="4763"/>
            </a:xfrm>
            <a:custGeom>
              <a:rect b="b" l="l" r="r" t="t"/>
              <a:pathLst>
                <a:path extrusionOk="0" h="200" w="155">
                  <a:moveTo>
                    <a:pt x="155" y="1"/>
                  </a:moveTo>
                  <a:cubicBezTo>
                    <a:pt x="123" y="40"/>
                    <a:pt x="92" y="81"/>
                    <a:pt x="61" y="121"/>
                  </a:cubicBezTo>
                  <a:lnTo>
                    <a:pt x="61" y="121"/>
                  </a:lnTo>
                  <a:cubicBezTo>
                    <a:pt x="92" y="82"/>
                    <a:pt x="123" y="42"/>
                    <a:pt x="155" y="1"/>
                  </a:cubicBezTo>
                  <a:close/>
                  <a:moveTo>
                    <a:pt x="61" y="121"/>
                  </a:moveTo>
                  <a:cubicBezTo>
                    <a:pt x="41" y="148"/>
                    <a:pt x="21" y="174"/>
                    <a:pt x="1" y="200"/>
                  </a:cubicBezTo>
                  <a:cubicBezTo>
                    <a:pt x="21" y="174"/>
                    <a:pt x="41" y="148"/>
                    <a:pt x="61" y="121"/>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3"/>
            <p:cNvSpPr/>
            <p:nvPr/>
          </p:nvSpPr>
          <p:spPr>
            <a:xfrm>
              <a:off x="3243924" y="2689674"/>
              <a:ext cx="2715" cy="3644"/>
            </a:xfrm>
            <a:custGeom>
              <a:rect b="b" l="l" r="r" t="t"/>
              <a:pathLst>
                <a:path extrusionOk="0" h="153" w="114">
                  <a:moveTo>
                    <a:pt x="114" y="0"/>
                  </a:moveTo>
                  <a:lnTo>
                    <a:pt x="114" y="0"/>
                  </a:lnTo>
                  <a:cubicBezTo>
                    <a:pt x="75" y="51"/>
                    <a:pt x="39" y="101"/>
                    <a:pt x="0" y="153"/>
                  </a:cubicBezTo>
                  <a:cubicBezTo>
                    <a:pt x="39" y="101"/>
                    <a:pt x="76" y="51"/>
                    <a:pt x="114"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3"/>
            <p:cNvSpPr/>
            <p:nvPr/>
          </p:nvSpPr>
          <p:spPr>
            <a:xfrm>
              <a:off x="3240685" y="2694223"/>
              <a:ext cx="2596" cy="3548"/>
            </a:xfrm>
            <a:custGeom>
              <a:rect b="b" l="l" r="r" t="t"/>
              <a:pathLst>
                <a:path extrusionOk="0" h="149" w="109">
                  <a:moveTo>
                    <a:pt x="109" y="1"/>
                  </a:moveTo>
                  <a:cubicBezTo>
                    <a:pt x="90" y="25"/>
                    <a:pt x="72" y="50"/>
                    <a:pt x="54" y="74"/>
                  </a:cubicBezTo>
                  <a:cubicBezTo>
                    <a:pt x="73" y="50"/>
                    <a:pt x="91" y="25"/>
                    <a:pt x="109" y="1"/>
                  </a:cubicBezTo>
                  <a:close/>
                  <a:moveTo>
                    <a:pt x="54" y="74"/>
                  </a:moveTo>
                  <a:lnTo>
                    <a:pt x="54" y="74"/>
                  </a:lnTo>
                  <a:cubicBezTo>
                    <a:pt x="36" y="99"/>
                    <a:pt x="18" y="124"/>
                    <a:pt x="0" y="148"/>
                  </a:cubicBezTo>
                  <a:cubicBezTo>
                    <a:pt x="19" y="124"/>
                    <a:pt x="37" y="99"/>
                    <a:pt x="54" y="74"/>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3"/>
            <p:cNvSpPr/>
            <p:nvPr/>
          </p:nvSpPr>
          <p:spPr>
            <a:xfrm>
              <a:off x="3243233" y="2694152"/>
              <a:ext cx="48" cy="95"/>
            </a:xfrm>
            <a:custGeom>
              <a:rect b="b" l="l" r="r" t="t"/>
              <a:pathLst>
                <a:path extrusionOk="0" h="4" w="2">
                  <a:moveTo>
                    <a:pt x="2" y="0"/>
                  </a:moveTo>
                  <a:lnTo>
                    <a:pt x="2" y="0"/>
                  </a:lnTo>
                  <a:cubicBezTo>
                    <a:pt x="2" y="0"/>
                    <a:pt x="0" y="4"/>
                    <a:pt x="2" y="0"/>
                  </a:cubicBezTo>
                  <a:cubicBezTo>
                    <a:pt x="0" y="4"/>
                    <a:pt x="0" y="4"/>
                    <a:pt x="2" y="0"/>
                  </a:cubicBezTo>
                  <a:cubicBezTo>
                    <a:pt x="2" y="4"/>
                    <a:pt x="2" y="0"/>
                    <a:pt x="2"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3"/>
            <p:cNvSpPr/>
            <p:nvPr/>
          </p:nvSpPr>
          <p:spPr>
            <a:xfrm>
              <a:off x="3246615" y="2680553"/>
              <a:ext cx="6930" cy="9145"/>
            </a:xfrm>
            <a:custGeom>
              <a:rect b="b" l="l" r="r" t="t"/>
              <a:pathLst>
                <a:path extrusionOk="0" h="384" w="291">
                  <a:moveTo>
                    <a:pt x="291" y="1"/>
                  </a:moveTo>
                  <a:lnTo>
                    <a:pt x="291" y="1"/>
                  </a:lnTo>
                  <a:cubicBezTo>
                    <a:pt x="194" y="127"/>
                    <a:pt x="96" y="255"/>
                    <a:pt x="1" y="383"/>
                  </a:cubicBezTo>
                  <a:cubicBezTo>
                    <a:pt x="98" y="254"/>
                    <a:pt x="195" y="126"/>
                    <a:pt x="2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3"/>
            <p:cNvSpPr/>
            <p:nvPr/>
          </p:nvSpPr>
          <p:spPr>
            <a:xfrm>
              <a:off x="3243233" y="2693294"/>
              <a:ext cx="714" cy="881"/>
            </a:xfrm>
            <a:custGeom>
              <a:rect b="b" l="l" r="r" t="t"/>
              <a:pathLst>
                <a:path extrusionOk="0" h="37" w="30">
                  <a:moveTo>
                    <a:pt x="29" y="1"/>
                  </a:moveTo>
                  <a:cubicBezTo>
                    <a:pt x="20" y="12"/>
                    <a:pt x="11" y="25"/>
                    <a:pt x="0" y="36"/>
                  </a:cubicBezTo>
                  <a:cubicBezTo>
                    <a:pt x="11" y="25"/>
                    <a:pt x="21" y="12"/>
                    <a:pt x="29" y="1"/>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3"/>
            <p:cNvSpPr/>
            <p:nvPr/>
          </p:nvSpPr>
          <p:spPr>
            <a:xfrm>
              <a:off x="3286648" y="2637615"/>
              <a:ext cx="1524" cy="1834"/>
            </a:xfrm>
            <a:custGeom>
              <a:rect b="b" l="l" r="r" t="t"/>
              <a:pathLst>
                <a:path extrusionOk="0" h="77" w="64">
                  <a:moveTo>
                    <a:pt x="64" y="0"/>
                  </a:moveTo>
                  <a:cubicBezTo>
                    <a:pt x="53" y="14"/>
                    <a:pt x="43" y="27"/>
                    <a:pt x="33" y="39"/>
                  </a:cubicBezTo>
                  <a:lnTo>
                    <a:pt x="33" y="39"/>
                  </a:lnTo>
                  <a:cubicBezTo>
                    <a:pt x="43" y="27"/>
                    <a:pt x="54" y="14"/>
                    <a:pt x="64" y="0"/>
                  </a:cubicBezTo>
                  <a:close/>
                  <a:moveTo>
                    <a:pt x="33" y="39"/>
                  </a:moveTo>
                  <a:lnTo>
                    <a:pt x="33" y="39"/>
                  </a:lnTo>
                  <a:cubicBezTo>
                    <a:pt x="22" y="52"/>
                    <a:pt x="11" y="64"/>
                    <a:pt x="0" y="76"/>
                  </a:cubicBezTo>
                  <a:cubicBezTo>
                    <a:pt x="12" y="64"/>
                    <a:pt x="22" y="52"/>
                    <a:pt x="33" y="39"/>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3"/>
            <p:cNvSpPr/>
            <p:nvPr/>
          </p:nvSpPr>
          <p:spPr>
            <a:xfrm>
              <a:off x="3266262" y="2659810"/>
              <a:ext cx="3572" cy="4453"/>
            </a:xfrm>
            <a:custGeom>
              <a:rect b="b" l="l" r="r" t="t"/>
              <a:pathLst>
                <a:path extrusionOk="0" h="187" w="150">
                  <a:moveTo>
                    <a:pt x="150" y="0"/>
                  </a:moveTo>
                  <a:lnTo>
                    <a:pt x="150" y="0"/>
                  </a:lnTo>
                  <a:cubicBezTo>
                    <a:pt x="100" y="63"/>
                    <a:pt x="51" y="123"/>
                    <a:pt x="1" y="186"/>
                  </a:cubicBezTo>
                  <a:cubicBezTo>
                    <a:pt x="51" y="125"/>
                    <a:pt x="101" y="63"/>
                    <a:pt x="150"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3"/>
            <p:cNvSpPr/>
            <p:nvPr/>
          </p:nvSpPr>
          <p:spPr>
            <a:xfrm>
              <a:off x="3257189" y="2669575"/>
              <a:ext cx="4930" cy="6263"/>
            </a:xfrm>
            <a:custGeom>
              <a:rect b="b" l="l" r="r" t="t"/>
              <a:pathLst>
                <a:path extrusionOk="0" h="263" w="207">
                  <a:moveTo>
                    <a:pt x="207" y="0"/>
                  </a:moveTo>
                  <a:cubicBezTo>
                    <a:pt x="139" y="84"/>
                    <a:pt x="69" y="173"/>
                    <a:pt x="1" y="263"/>
                  </a:cubicBezTo>
                  <a:cubicBezTo>
                    <a:pt x="69" y="173"/>
                    <a:pt x="139" y="88"/>
                    <a:pt x="2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3"/>
            <p:cNvSpPr/>
            <p:nvPr/>
          </p:nvSpPr>
          <p:spPr>
            <a:xfrm>
              <a:off x="3240685" y="2694080"/>
              <a:ext cx="4453" cy="3953"/>
            </a:xfrm>
            <a:custGeom>
              <a:rect b="b" l="l" r="r" t="t"/>
              <a:pathLst>
                <a:path extrusionOk="0" h="166" w="187">
                  <a:moveTo>
                    <a:pt x="187" y="0"/>
                  </a:moveTo>
                  <a:cubicBezTo>
                    <a:pt x="161" y="2"/>
                    <a:pt x="136" y="3"/>
                    <a:pt x="109" y="7"/>
                  </a:cubicBezTo>
                  <a:cubicBezTo>
                    <a:pt x="73" y="55"/>
                    <a:pt x="36" y="105"/>
                    <a:pt x="0" y="156"/>
                  </a:cubicBezTo>
                  <a:cubicBezTo>
                    <a:pt x="10" y="162"/>
                    <a:pt x="21" y="165"/>
                    <a:pt x="33" y="165"/>
                  </a:cubicBezTo>
                  <a:cubicBezTo>
                    <a:pt x="50" y="165"/>
                    <a:pt x="67" y="157"/>
                    <a:pt x="80" y="141"/>
                  </a:cubicBezTo>
                  <a:cubicBezTo>
                    <a:pt x="114" y="93"/>
                    <a:pt x="149" y="47"/>
                    <a:pt x="187"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3"/>
            <p:cNvSpPr/>
            <p:nvPr/>
          </p:nvSpPr>
          <p:spPr>
            <a:xfrm>
              <a:off x="3243257" y="2694080"/>
              <a:ext cx="1881" cy="167"/>
            </a:xfrm>
            <a:custGeom>
              <a:rect b="b" l="l" r="r" t="t"/>
              <a:pathLst>
                <a:path extrusionOk="0" h="7" w="79">
                  <a:moveTo>
                    <a:pt x="79" y="0"/>
                  </a:moveTo>
                  <a:cubicBezTo>
                    <a:pt x="53" y="0"/>
                    <a:pt x="27" y="2"/>
                    <a:pt x="1" y="7"/>
                  </a:cubicBezTo>
                  <a:cubicBezTo>
                    <a:pt x="28" y="3"/>
                    <a:pt x="53" y="2"/>
                    <a:pt x="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3"/>
            <p:cNvSpPr/>
            <p:nvPr/>
          </p:nvSpPr>
          <p:spPr>
            <a:xfrm>
              <a:off x="3167033" y="2547475"/>
              <a:ext cx="134531" cy="146700"/>
            </a:xfrm>
            <a:custGeom>
              <a:rect b="b" l="l" r="r" t="t"/>
              <a:pathLst>
                <a:path extrusionOk="0" h="6160" w="5649">
                  <a:moveTo>
                    <a:pt x="5638" y="1"/>
                  </a:moveTo>
                  <a:lnTo>
                    <a:pt x="5588" y="22"/>
                  </a:lnTo>
                  <a:cubicBezTo>
                    <a:pt x="4757" y="669"/>
                    <a:pt x="3360" y="2056"/>
                    <a:pt x="1887" y="3788"/>
                  </a:cubicBezTo>
                  <a:cubicBezTo>
                    <a:pt x="1865" y="3813"/>
                    <a:pt x="1844" y="3837"/>
                    <a:pt x="1823" y="3863"/>
                  </a:cubicBezTo>
                  <a:cubicBezTo>
                    <a:pt x="1588" y="4140"/>
                    <a:pt x="1352" y="4425"/>
                    <a:pt x="1117" y="4720"/>
                  </a:cubicBezTo>
                  <a:cubicBezTo>
                    <a:pt x="1067" y="4780"/>
                    <a:pt x="1018" y="4843"/>
                    <a:pt x="968" y="4907"/>
                  </a:cubicBezTo>
                  <a:cubicBezTo>
                    <a:pt x="908" y="4980"/>
                    <a:pt x="849" y="5054"/>
                    <a:pt x="791" y="5127"/>
                  </a:cubicBezTo>
                  <a:cubicBezTo>
                    <a:pt x="721" y="5215"/>
                    <a:pt x="653" y="5302"/>
                    <a:pt x="584" y="5390"/>
                  </a:cubicBezTo>
                  <a:cubicBezTo>
                    <a:pt x="533" y="5458"/>
                    <a:pt x="480" y="5522"/>
                    <a:pt x="430" y="5589"/>
                  </a:cubicBezTo>
                  <a:cubicBezTo>
                    <a:pt x="332" y="5717"/>
                    <a:pt x="235" y="5843"/>
                    <a:pt x="139" y="5971"/>
                  </a:cubicBezTo>
                  <a:cubicBezTo>
                    <a:pt x="102" y="6022"/>
                    <a:pt x="65" y="6072"/>
                    <a:pt x="26" y="6124"/>
                  </a:cubicBezTo>
                  <a:cubicBezTo>
                    <a:pt x="18" y="6135"/>
                    <a:pt x="8" y="6148"/>
                    <a:pt x="0" y="6159"/>
                  </a:cubicBezTo>
                  <a:cubicBezTo>
                    <a:pt x="26" y="6158"/>
                    <a:pt x="50" y="6156"/>
                    <a:pt x="78" y="6153"/>
                  </a:cubicBezTo>
                  <a:cubicBezTo>
                    <a:pt x="2100" y="3425"/>
                    <a:pt x="4433" y="991"/>
                    <a:pt x="5624" y="66"/>
                  </a:cubicBezTo>
                  <a:cubicBezTo>
                    <a:pt x="5645" y="50"/>
                    <a:pt x="5648" y="24"/>
                    <a:pt x="56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3"/>
            <p:cNvSpPr/>
            <p:nvPr/>
          </p:nvSpPr>
          <p:spPr>
            <a:xfrm>
              <a:off x="3435349" y="2526399"/>
              <a:ext cx="47035" cy="99237"/>
            </a:xfrm>
            <a:custGeom>
              <a:rect b="b" l="l" r="r" t="t"/>
              <a:pathLst>
                <a:path extrusionOk="0" h="4167" w="1975">
                  <a:moveTo>
                    <a:pt x="1180" y="3474"/>
                  </a:moveTo>
                  <a:cubicBezTo>
                    <a:pt x="1188" y="3482"/>
                    <a:pt x="1196" y="3490"/>
                    <a:pt x="1204" y="3498"/>
                  </a:cubicBezTo>
                  <a:lnTo>
                    <a:pt x="1204" y="3498"/>
                  </a:lnTo>
                  <a:cubicBezTo>
                    <a:pt x="1200" y="3490"/>
                    <a:pt x="1193" y="3483"/>
                    <a:pt x="1185" y="3477"/>
                  </a:cubicBezTo>
                  <a:cubicBezTo>
                    <a:pt x="1184" y="3476"/>
                    <a:pt x="1182" y="3475"/>
                    <a:pt x="1180" y="3474"/>
                  </a:cubicBezTo>
                  <a:close/>
                  <a:moveTo>
                    <a:pt x="285" y="1"/>
                  </a:moveTo>
                  <a:cubicBezTo>
                    <a:pt x="259" y="1"/>
                    <a:pt x="236" y="16"/>
                    <a:pt x="229" y="42"/>
                  </a:cubicBezTo>
                  <a:cubicBezTo>
                    <a:pt x="1" y="810"/>
                    <a:pt x="38" y="1644"/>
                    <a:pt x="338" y="2387"/>
                  </a:cubicBezTo>
                  <a:cubicBezTo>
                    <a:pt x="511" y="2815"/>
                    <a:pt x="766" y="3202"/>
                    <a:pt x="1082" y="3529"/>
                  </a:cubicBezTo>
                  <a:cubicBezTo>
                    <a:pt x="1090" y="3518"/>
                    <a:pt x="1099" y="3505"/>
                    <a:pt x="1108" y="3494"/>
                  </a:cubicBezTo>
                  <a:cubicBezTo>
                    <a:pt x="1119" y="3476"/>
                    <a:pt x="1136" y="3467"/>
                    <a:pt x="1154" y="3467"/>
                  </a:cubicBezTo>
                  <a:cubicBezTo>
                    <a:pt x="1163" y="3467"/>
                    <a:pt x="1172" y="3470"/>
                    <a:pt x="1180" y="3474"/>
                  </a:cubicBezTo>
                  <a:lnTo>
                    <a:pt x="1180" y="3474"/>
                  </a:lnTo>
                  <a:cubicBezTo>
                    <a:pt x="864" y="3151"/>
                    <a:pt x="612" y="2767"/>
                    <a:pt x="443" y="2345"/>
                  </a:cubicBezTo>
                  <a:cubicBezTo>
                    <a:pt x="155" y="1623"/>
                    <a:pt x="117" y="818"/>
                    <a:pt x="338" y="74"/>
                  </a:cubicBezTo>
                  <a:cubicBezTo>
                    <a:pt x="346" y="43"/>
                    <a:pt x="330" y="11"/>
                    <a:pt x="300" y="3"/>
                  </a:cubicBezTo>
                  <a:cubicBezTo>
                    <a:pt x="295" y="1"/>
                    <a:pt x="290" y="1"/>
                    <a:pt x="285" y="1"/>
                  </a:cubicBezTo>
                  <a:close/>
                  <a:moveTo>
                    <a:pt x="1204" y="3498"/>
                  </a:moveTo>
                  <a:lnTo>
                    <a:pt x="1204" y="3498"/>
                  </a:lnTo>
                  <a:cubicBezTo>
                    <a:pt x="1214" y="3516"/>
                    <a:pt x="1214" y="3539"/>
                    <a:pt x="1202" y="3558"/>
                  </a:cubicBezTo>
                  <a:cubicBezTo>
                    <a:pt x="1189" y="3576"/>
                    <a:pt x="1172" y="3597"/>
                    <a:pt x="1161" y="3617"/>
                  </a:cubicBezTo>
                  <a:cubicBezTo>
                    <a:pt x="1375" y="3826"/>
                    <a:pt x="1616" y="4009"/>
                    <a:pt x="1881" y="4158"/>
                  </a:cubicBezTo>
                  <a:cubicBezTo>
                    <a:pt x="1889" y="4161"/>
                    <a:pt x="1898" y="4166"/>
                    <a:pt x="1908" y="4166"/>
                  </a:cubicBezTo>
                  <a:cubicBezTo>
                    <a:pt x="1929" y="4166"/>
                    <a:pt x="1949" y="4156"/>
                    <a:pt x="1958" y="4139"/>
                  </a:cubicBezTo>
                  <a:cubicBezTo>
                    <a:pt x="1975" y="4109"/>
                    <a:pt x="1965" y="4075"/>
                    <a:pt x="1937" y="4059"/>
                  </a:cubicBezTo>
                  <a:cubicBezTo>
                    <a:pt x="1668" y="3905"/>
                    <a:pt x="1421" y="3716"/>
                    <a:pt x="1204" y="349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3"/>
            <p:cNvSpPr/>
            <p:nvPr/>
          </p:nvSpPr>
          <p:spPr>
            <a:xfrm>
              <a:off x="3264071" y="2797342"/>
              <a:ext cx="17575" cy="14360"/>
            </a:xfrm>
            <a:custGeom>
              <a:rect b="b" l="l" r="r" t="t"/>
              <a:pathLst>
                <a:path extrusionOk="0" h="603" w="738">
                  <a:moveTo>
                    <a:pt x="567" y="1"/>
                  </a:moveTo>
                  <a:cubicBezTo>
                    <a:pt x="412" y="147"/>
                    <a:pt x="261" y="285"/>
                    <a:pt x="122" y="414"/>
                  </a:cubicBezTo>
                  <a:lnTo>
                    <a:pt x="25" y="503"/>
                  </a:lnTo>
                  <a:cubicBezTo>
                    <a:pt x="0" y="526"/>
                    <a:pt x="0" y="562"/>
                    <a:pt x="21" y="584"/>
                  </a:cubicBezTo>
                  <a:cubicBezTo>
                    <a:pt x="33" y="597"/>
                    <a:pt x="47" y="602"/>
                    <a:pt x="63" y="602"/>
                  </a:cubicBezTo>
                  <a:cubicBezTo>
                    <a:pt x="78" y="602"/>
                    <a:pt x="93" y="596"/>
                    <a:pt x="102" y="586"/>
                  </a:cubicBezTo>
                  <a:lnTo>
                    <a:pt x="200" y="497"/>
                  </a:lnTo>
                  <a:cubicBezTo>
                    <a:pt x="365" y="343"/>
                    <a:pt x="548" y="178"/>
                    <a:pt x="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3"/>
            <p:cNvSpPr/>
            <p:nvPr/>
          </p:nvSpPr>
          <p:spPr>
            <a:xfrm>
              <a:off x="3307248" y="2673314"/>
              <a:ext cx="103309" cy="96665"/>
            </a:xfrm>
            <a:custGeom>
              <a:rect b="b" l="l" r="r" t="t"/>
              <a:pathLst>
                <a:path extrusionOk="0" h="4059" w="4338">
                  <a:moveTo>
                    <a:pt x="4338" y="0"/>
                  </a:moveTo>
                  <a:cubicBezTo>
                    <a:pt x="4313" y="5"/>
                    <a:pt x="4289" y="12"/>
                    <a:pt x="4265" y="15"/>
                  </a:cubicBezTo>
                  <a:cubicBezTo>
                    <a:pt x="4224" y="23"/>
                    <a:pt x="4184" y="31"/>
                    <a:pt x="4142" y="39"/>
                  </a:cubicBezTo>
                  <a:cubicBezTo>
                    <a:pt x="2853" y="1370"/>
                    <a:pt x="1313" y="2836"/>
                    <a:pt x="1" y="4058"/>
                  </a:cubicBezTo>
                  <a:lnTo>
                    <a:pt x="169" y="4058"/>
                  </a:lnTo>
                  <a:cubicBezTo>
                    <a:pt x="1501" y="2814"/>
                    <a:pt x="3054" y="1336"/>
                    <a:pt x="43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3"/>
            <p:cNvSpPr/>
            <p:nvPr/>
          </p:nvSpPr>
          <p:spPr>
            <a:xfrm>
              <a:off x="3405866" y="2673647"/>
              <a:ext cx="2953" cy="619"/>
            </a:xfrm>
            <a:custGeom>
              <a:rect b="b" l="l" r="r" t="t"/>
              <a:pathLst>
                <a:path extrusionOk="0" h="26" w="124">
                  <a:moveTo>
                    <a:pt x="124" y="1"/>
                  </a:moveTo>
                  <a:cubicBezTo>
                    <a:pt x="83" y="9"/>
                    <a:pt x="43" y="17"/>
                    <a:pt x="1" y="25"/>
                  </a:cubicBezTo>
                  <a:lnTo>
                    <a:pt x="1" y="25"/>
                  </a:lnTo>
                  <a:cubicBezTo>
                    <a:pt x="43" y="17"/>
                    <a:pt x="83" y="9"/>
                    <a:pt x="124" y="1"/>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3"/>
            <p:cNvSpPr/>
            <p:nvPr/>
          </p:nvSpPr>
          <p:spPr>
            <a:xfrm>
              <a:off x="3408795" y="2673266"/>
              <a:ext cx="1834" cy="381"/>
            </a:xfrm>
            <a:custGeom>
              <a:rect b="b" l="l" r="r" t="t"/>
              <a:pathLst>
                <a:path extrusionOk="0" h="16" w="77">
                  <a:moveTo>
                    <a:pt x="77" y="1"/>
                  </a:moveTo>
                  <a:lnTo>
                    <a:pt x="77" y="1"/>
                  </a:lnTo>
                  <a:cubicBezTo>
                    <a:pt x="56" y="3"/>
                    <a:pt x="36" y="8"/>
                    <a:pt x="13" y="13"/>
                  </a:cubicBezTo>
                  <a:lnTo>
                    <a:pt x="13" y="13"/>
                  </a:lnTo>
                  <a:cubicBezTo>
                    <a:pt x="34" y="9"/>
                    <a:pt x="57" y="6"/>
                    <a:pt x="77" y="1"/>
                  </a:cubicBezTo>
                  <a:close/>
                  <a:moveTo>
                    <a:pt x="13" y="13"/>
                  </a:moveTo>
                  <a:cubicBezTo>
                    <a:pt x="9" y="14"/>
                    <a:pt x="5" y="14"/>
                    <a:pt x="1" y="15"/>
                  </a:cubicBezTo>
                  <a:cubicBezTo>
                    <a:pt x="5" y="14"/>
                    <a:pt x="9" y="14"/>
                    <a:pt x="13" y="13"/>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3"/>
            <p:cNvSpPr/>
            <p:nvPr/>
          </p:nvSpPr>
          <p:spPr>
            <a:xfrm>
              <a:off x="3405914" y="2664931"/>
              <a:ext cx="11217" cy="9288"/>
            </a:xfrm>
            <a:custGeom>
              <a:rect b="b" l="l" r="r" t="t"/>
              <a:pathLst>
                <a:path extrusionOk="0" h="390" w="471">
                  <a:moveTo>
                    <a:pt x="373" y="1"/>
                  </a:moveTo>
                  <a:cubicBezTo>
                    <a:pt x="251" y="127"/>
                    <a:pt x="128" y="257"/>
                    <a:pt x="0" y="390"/>
                  </a:cubicBezTo>
                  <a:cubicBezTo>
                    <a:pt x="44" y="381"/>
                    <a:pt x="84" y="373"/>
                    <a:pt x="125" y="365"/>
                  </a:cubicBezTo>
                  <a:cubicBezTo>
                    <a:pt x="149" y="360"/>
                    <a:pt x="170" y="357"/>
                    <a:pt x="198" y="351"/>
                  </a:cubicBezTo>
                  <a:cubicBezTo>
                    <a:pt x="290" y="255"/>
                    <a:pt x="379" y="161"/>
                    <a:pt x="470" y="65"/>
                  </a:cubicBezTo>
                  <a:cubicBezTo>
                    <a:pt x="436" y="44"/>
                    <a:pt x="404" y="22"/>
                    <a:pt x="3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3"/>
            <p:cNvSpPr/>
            <p:nvPr/>
          </p:nvSpPr>
          <p:spPr>
            <a:xfrm>
              <a:off x="3435206" y="2610466"/>
              <a:ext cx="27816" cy="32293"/>
            </a:xfrm>
            <a:custGeom>
              <a:rect b="b" l="l" r="r" t="t"/>
              <a:pathLst>
                <a:path extrusionOk="0" h="1356" w="1168">
                  <a:moveTo>
                    <a:pt x="1086" y="1"/>
                  </a:moveTo>
                  <a:cubicBezTo>
                    <a:pt x="825" y="383"/>
                    <a:pt x="452" y="845"/>
                    <a:pt x="0" y="1356"/>
                  </a:cubicBezTo>
                  <a:lnTo>
                    <a:pt x="180" y="1325"/>
                  </a:lnTo>
                  <a:cubicBezTo>
                    <a:pt x="585" y="861"/>
                    <a:pt x="924" y="442"/>
                    <a:pt x="1167" y="85"/>
                  </a:cubicBezTo>
                  <a:cubicBezTo>
                    <a:pt x="1140" y="58"/>
                    <a:pt x="1112" y="28"/>
                    <a:pt x="10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3"/>
            <p:cNvSpPr/>
            <p:nvPr/>
          </p:nvSpPr>
          <p:spPr>
            <a:xfrm>
              <a:off x="3277646" y="2769955"/>
              <a:ext cx="33674" cy="27459"/>
            </a:xfrm>
            <a:custGeom>
              <a:rect b="b" l="l" r="r" t="t"/>
              <a:pathLst>
                <a:path extrusionOk="0" h="1153" w="1414">
                  <a:moveTo>
                    <a:pt x="1245" y="0"/>
                  </a:moveTo>
                  <a:cubicBezTo>
                    <a:pt x="798" y="418"/>
                    <a:pt x="377" y="809"/>
                    <a:pt x="1" y="1153"/>
                  </a:cubicBezTo>
                  <a:lnTo>
                    <a:pt x="171" y="1153"/>
                  </a:lnTo>
                  <a:cubicBezTo>
                    <a:pt x="547" y="804"/>
                    <a:pt x="968" y="415"/>
                    <a:pt x="14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3"/>
            <p:cNvSpPr/>
            <p:nvPr/>
          </p:nvSpPr>
          <p:spPr>
            <a:xfrm>
              <a:off x="3414749" y="2641973"/>
              <a:ext cx="24768" cy="24529"/>
            </a:xfrm>
            <a:custGeom>
              <a:rect b="b" l="l" r="r" t="t"/>
              <a:pathLst>
                <a:path extrusionOk="0" h="1030" w="1040">
                  <a:moveTo>
                    <a:pt x="1039" y="0"/>
                  </a:moveTo>
                  <a:lnTo>
                    <a:pt x="859" y="31"/>
                  </a:lnTo>
                  <a:cubicBezTo>
                    <a:pt x="597" y="328"/>
                    <a:pt x="308" y="640"/>
                    <a:pt x="0" y="965"/>
                  </a:cubicBezTo>
                  <a:cubicBezTo>
                    <a:pt x="33" y="987"/>
                    <a:pt x="65" y="1007"/>
                    <a:pt x="97" y="1029"/>
                  </a:cubicBezTo>
                  <a:cubicBezTo>
                    <a:pt x="438" y="671"/>
                    <a:pt x="755" y="326"/>
                    <a:pt x="10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3"/>
            <p:cNvSpPr/>
            <p:nvPr/>
          </p:nvSpPr>
          <p:spPr>
            <a:xfrm>
              <a:off x="3461021" y="2608942"/>
              <a:ext cx="3382" cy="3525"/>
            </a:xfrm>
            <a:custGeom>
              <a:rect b="b" l="l" r="r" t="t"/>
              <a:pathLst>
                <a:path extrusionOk="0" h="148" w="142">
                  <a:moveTo>
                    <a:pt x="76" y="0"/>
                  </a:moveTo>
                  <a:cubicBezTo>
                    <a:pt x="57" y="0"/>
                    <a:pt x="38" y="9"/>
                    <a:pt x="26" y="26"/>
                  </a:cubicBezTo>
                  <a:cubicBezTo>
                    <a:pt x="18" y="37"/>
                    <a:pt x="9" y="50"/>
                    <a:pt x="0" y="62"/>
                  </a:cubicBezTo>
                  <a:cubicBezTo>
                    <a:pt x="26" y="91"/>
                    <a:pt x="52" y="122"/>
                    <a:pt x="81" y="147"/>
                  </a:cubicBezTo>
                  <a:cubicBezTo>
                    <a:pt x="98" y="131"/>
                    <a:pt x="112" y="110"/>
                    <a:pt x="124" y="91"/>
                  </a:cubicBezTo>
                  <a:cubicBezTo>
                    <a:pt x="141" y="65"/>
                    <a:pt x="133" y="28"/>
                    <a:pt x="107" y="10"/>
                  </a:cubicBezTo>
                  <a:cubicBezTo>
                    <a:pt x="98" y="3"/>
                    <a:pt x="87" y="0"/>
                    <a:pt x="76"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3"/>
            <p:cNvSpPr/>
            <p:nvPr/>
          </p:nvSpPr>
          <p:spPr>
            <a:xfrm>
              <a:off x="3185363" y="3037921"/>
              <a:ext cx="37151" cy="16647"/>
            </a:xfrm>
            <a:custGeom>
              <a:rect b="b" l="l" r="r" t="t"/>
              <a:pathLst>
                <a:path extrusionOk="0" h="699" w="1560">
                  <a:moveTo>
                    <a:pt x="1482" y="0"/>
                  </a:moveTo>
                  <a:lnTo>
                    <a:pt x="1" y="572"/>
                  </a:lnTo>
                  <a:lnTo>
                    <a:pt x="127" y="699"/>
                  </a:lnTo>
                  <a:lnTo>
                    <a:pt x="1560" y="146"/>
                  </a:lnTo>
                  <a:cubicBezTo>
                    <a:pt x="1534" y="98"/>
                    <a:pt x="1510" y="49"/>
                    <a:pt x="1482"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3"/>
            <p:cNvSpPr/>
            <p:nvPr/>
          </p:nvSpPr>
          <p:spPr>
            <a:xfrm>
              <a:off x="3294197" y="2964619"/>
              <a:ext cx="40628" cy="46773"/>
            </a:xfrm>
            <a:custGeom>
              <a:rect b="b" l="l" r="r" t="t"/>
              <a:pathLst>
                <a:path extrusionOk="0" h="1964" w="1706">
                  <a:moveTo>
                    <a:pt x="1090" y="0"/>
                  </a:moveTo>
                  <a:cubicBezTo>
                    <a:pt x="1080" y="0"/>
                    <a:pt x="1071" y="2"/>
                    <a:pt x="1061" y="6"/>
                  </a:cubicBezTo>
                  <a:cubicBezTo>
                    <a:pt x="1059" y="6"/>
                    <a:pt x="1058" y="9"/>
                    <a:pt x="1054" y="9"/>
                  </a:cubicBezTo>
                  <a:cubicBezTo>
                    <a:pt x="661" y="163"/>
                    <a:pt x="341" y="411"/>
                    <a:pt x="161" y="714"/>
                  </a:cubicBezTo>
                  <a:cubicBezTo>
                    <a:pt x="80" y="847"/>
                    <a:pt x="29" y="991"/>
                    <a:pt x="1" y="1142"/>
                  </a:cubicBezTo>
                  <a:cubicBezTo>
                    <a:pt x="72" y="1360"/>
                    <a:pt x="144" y="1583"/>
                    <a:pt x="212" y="1809"/>
                  </a:cubicBezTo>
                  <a:cubicBezTo>
                    <a:pt x="229" y="1847"/>
                    <a:pt x="241" y="1887"/>
                    <a:pt x="252" y="1929"/>
                  </a:cubicBezTo>
                  <a:cubicBezTo>
                    <a:pt x="257" y="1941"/>
                    <a:pt x="259" y="1952"/>
                    <a:pt x="264" y="1963"/>
                  </a:cubicBezTo>
                  <a:lnTo>
                    <a:pt x="1643" y="1430"/>
                  </a:lnTo>
                  <a:cubicBezTo>
                    <a:pt x="1685" y="1414"/>
                    <a:pt x="1706" y="1367"/>
                    <a:pt x="1690" y="1325"/>
                  </a:cubicBezTo>
                  <a:cubicBezTo>
                    <a:pt x="1677" y="1293"/>
                    <a:pt x="1647" y="1274"/>
                    <a:pt x="1615" y="1274"/>
                  </a:cubicBezTo>
                  <a:cubicBezTo>
                    <a:pt x="1605" y="1274"/>
                    <a:pt x="1594" y="1276"/>
                    <a:pt x="1584" y="1279"/>
                  </a:cubicBezTo>
                  <a:lnTo>
                    <a:pt x="225" y="1803"/>
                  </a:lnTo>
                  <a:cubicBezTo>
                    <a:pt x="101" y="1432"/>
                    <a:pt x="126" y="1091"/>
                    <a:pt x="304" y="797"/>
                  </a:cubicBezTo>
                  <a:cubicBezTo>
                    <a:pt x="466" y="526"/>
                    <a:pt x="755" y="297"/>
                    <a:pt x="1119" y="158"/>
                  </a:cubicBezTo>
                  <a:cubicBezTo>
                    <a:pt x="1122" y="158"/>
                    <a:pt x="1122" y="156"/>
                    <a:pt x="1124" y="156"/>
                  </a:cubicBezTo>
                  <a:cubicBezTo>
                    <a:pt x="1163" y="139"/>
                    <a:pt x="1182" y="93"/>
                    <a:pt x="1166" y="53"/>
                  </a:cubicBezTo>
                  <a:cubicBezTo>
                    <a:pt x="1154" y="20"/>
                    <a:pt x="1123" y="0"/>
                    <a:pt x="1090"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3"/>
            <p:cNvSpPr/>
            <p:nvPr/>
          </p:nvSpPr>
          <p:spPr>
            <a:xfrm>
              <a:off x="3243257" y="3229251"/>
              <a:ext cx="172278" cy="98999"/>
            </a:xfrm>
            <a:custGeom>
              <a:rect b="b" l="l" r="r" t="t"/>
              <a:pathLst>
                <a:path extrusionOk="0" h="4157" w="7234">
                  <a:moveTo>
                    <a:pt x="6620" y="1"/>
                  </a:moveTo>
                  <a:cubicBezTo>
                    <a:pt x="6610" y="1"/>
                    <a:pt x="6599" y="2"/>
                    <a:pt x="6589" y="6"/>
                  </a:cubicBezTo>
                  <a:cubicBezTo>
                    <a:pt x="6587" y="6"/>
                    <a:pt x="6585" y="8"/>
                    <a:pt x="6584" y="8"/>
                  </a:cubicBezTo>
                  <a:cubicBezTo>
                    <a:pt x="6188" y="162"/>
                    <a:pt x="5871" y="411"/>
                    <a:pt x="5689" y="713"/>
                  </a:cubicBezTo>
                  <a:cubicBezTo>
                    <a:pt x="5490" y="1050"/>
                    <a:pt x="5459" y="1445"/>
                    <a:pt x="5600" y="1864"/>
                  </a:cubicBezTo>
                  <a:lnTo>
                    <a:pt x="4482" y="2295"/>
                  </a:lnTo>
                  <a:lnTo>
                    <a:pt x="4026" y="2471"/>
                  </a:lnTo>
                  <a:lnTo>
                    <a:pt x="90" y="3988"/>
                  </a:lnTo>
                  <a:lnTo>
                    <a:pt x="64" y="3998"/>
                  </a:lnTo>
                  <a:cubicBezTo>
                    <a:pt x="22" y="4014"/>
                    <a:pt x="1" y="4061"/>
                    <a:pt x="19" y="4103"/>
                  </a:cubicBezTo>
                  <a:cubicBezTo>
                    <a:pt x="30" y="4136"/>
                    <a:pt x="61" y="4157"/>
                    <a:pt x="95" y="4157"/>
                  </a:cubicBezTo>
                  <a:cubicBezTo>
                    <a:pt x="101" y="4157"/>
                    <a:pt x="104" y="4155"/>
                    <a:pt x="111" y="4155"/>
                  </a:cubicBezTo>
                  <a:cubicBezTo>
                    <a:pt x="116" y="4155"/>
                    <a:pt x="121" y="4155"/>
                    <a:pt x="126" y="4152"/>
                  </a:cubicBezTo>
                  <a:lnTo>
                    <a:pt x="4096" y="2620"/>
                  </a:lnTo>
                  <a:lnTo>
                    <a:pt x="4552" y="2445"/>
                  </a:lnTo>
                  <a:lnTo>
                    <a:pt x="5735" y="1988"/>
                  </a:lnTo>
                  <a:lnTo>
                    <a:pt x="7170" y="1434"/>
                  </a:lnTo>
                  <a:cubicBezTo>
                    <a:pt x="7213" y="1415"/>
                    <a:pt x="7234" y="1368"/>
                    <a:pt x="7217" y="1326"/>
                  </a:cubicBezTo>
                  <a:cubicBezTo>
                    <a:pt x="7205" y="1292"/>
                    <a:pt x="7175" y="1273"/>
                    <a:pt x="7142" y="1273"/>
                  </a:cubicBezTo>
                  <a:cubicBezTo>
                    <a:pt x="7132" y="1273"/>
                    <a:pt x="7122" y="1275"/>
                    <a:pt x="7112" y="1279"/>
                  </a:cubicBezTo>
                  <a:lnTo>
                    <a:pt x="5752" y="1802"/>
                  </a:lnTo>
                  <a:cubicBezTo>
                    <a:pt x="5629" y="1431"/>
                    <a:pt x="5654" y="1092"/>
                    <a:pt x="5832" y="796"/>
                  </a:cubicBezTo>
                  <a:cubicBezTo>
                    <a:pt x="5994" y="525"/>
                    <a:pt x="6284" y="298"/>
                    <a:pt x="6649" y="159"/>
                  </a:cubicBezTo>
                  <a:cubicBezTo>
                    <a:pt x="6650" y="159"/>
                    <a:pt x="6650" y="155"/>
                    <a:pt x="6652" y="155"/>
                  </a:cubicBezTo>
                  <a:cubicBezTo>
                    <a:pt x="6691" y="138"/>
                    <a:pt x="6710" y="92"/>
                    <a:pt x="6694" y="52"/>
                  </a:cubicBezTo>
                  <a:cubicBezTo>
                    <a:pt x="6683" y="20"/>
                    <a:pt x="6653" y="1"/>
                    <a:pt x="6620"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3"/>
            <p:cNvSpPr/>
            <p:nvPr/>
          </p:nvSpPr>
          <p:spPr>
            <a:xfrm>
              <a:off x="3311511" y="3244231"/>
              <a:ext cx="25244" cy="11860"/>
            </a:xfrm>
            <a:custGeom>
              <a:rect b="b" l="l" r="r" t="t"/>
              <a:pathLst>
                <a:path extrusionOk="0" h="498" w="1060">
                  <a:moveTo>
                    <a:pt x="84" y="0"/>
                  </a:moveTo>
                  <a:cubicBezTo>
                    <a:pt x="42" y="0"/>
                    <a:pt x="9" y="33"/>
                    <a:pt x="5" y="74"/>
                  </a:cubicBezTo>
                  <a:cubicBezTo>
                    <a:pt x="0" y="115"/>
                    <a:pt x="26" y="150"/>
                    <a:pt x="65" y="162"/>
                  </a:cubicBezTo>
                  <a:cubicBezTo>
                    <a:pt x="70" y="163"/>
                    <a:pt x="73" y="165"/>
                    <a:pt x="78" y="165"/>
                  </a:cubicBezTo>
                  <a:cubicBezTo>
                    <a:pt x="207" y="180"/>
                    <a:pt x="332" y="210"/>
                    <a:pt x="454" y="252"/>
                  </a:cubicBezTo>
                  <a:cubicBezTo>
                    <a:pt x="621" y="308"/>
                    <a:pt x="778" y="384"/>
                    <a:pt x="921" y="483"/>
                  </a:cubicBezTo>
                  <a:cubicBezTo>
                    <a:pt x="934" y="494"/>
                    <a:pt x="950" y="497"/>
                    <a:pt x="966" y="497"/>
                  </a:cubicBezTo>
                  <a:cubicBezTo>
                    <a:pt x="992" y="497"/>
                    <a:pt x="1018" y="484"/>
                    <a:pt x="1032" y="463"/>
                  </a:cubicBezTo>
                  <a:cubicBezTo>
                    <a:pt x="1060" y="426"/>
                    <a:pt x="1049" y="376"/>
                    <a:pt x="1013" y="350"/>
                  </a:cubicBezTo>
                  <a:cubicBezTo>
                    <a:pt x="817" y="212"/>
                    <a:pt x="595" y="113"/>
                    <a:pt x="365" y="53"/>
                  </a:cubicBezTo>
                  <a:cubicBezTo>
                    <a:pt x="290" y="32"/>
                    <a:pt x="211" y="17"/>
                    <a:pt x="133" y="8"/>
                  </a:cubicBezTo>
                  <a:cubicBezTo>
                    <a:pt x="122" y="5"/>
                    <a:pt x="107" y="1"/>
                    <a:pt x="96" y="1"/>
                  </a:cubicBezTo>
                  <a:cubicBezTo>
                    <a:pt x="92" y="1"/>
                    <a:pt x="88" y="0"/>
                    <a:pt x="84"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3"/>
            <p:cNvSpPr/>
            <p:nvPr/>
          </p:nvSpPr>
          <p:spPr>
            <a:xfrm>
              <a:off x="3303152" y="3256448"/>
              <a:ext cx="23577" cy="11908"/>
            </a:xfrm>
            <a:custGeom>
              <a:rect b="b" l="l" r="r" t="t"/>
              <a:pathLst>
                <a:path extrusionOk="0" h="500" w="990">
                  <a:moveTo>
                    <a:pt x="90" y="0"/>
                  </a:moveTo>
                  <a:cubicBezTo>
                    <a:pt x="49" y="0"/>
                    <a:pt x="10" y="29"/>
                    <a:pt x="4" y="72"/>
                  </a:cubicBezTo>
                  <a:cubicBezTo>
                    <a:pt x="1" y="104"/>
                    <a:pt x="17" y="135"/>
                    <a:pt x="43" y="151"/>
                  </a:cubicBezTo>
                  <a:cubicBezTo>
                    <a:pt x="53" y="156"/>
                    <a:pt x="64" y="161"/>
                    <a:pt x="76" y="162"/>
                  </a:cubicBezTo>
                  <a:cubicBezTo>
                    <a:pt x="356" y="201"/>
                    <a:pt x="620" y="310"/>
                    <a:pt x="845" y="483"/>
                  </a:cubicBezTo>
                  <a:cubicBezTo>
                    <a:pt x="860" y="495"/>
                    <a:pt x="878" y="500"/>
                    <a:pt x="896" y="500"/>
                  </a:cubicBezTo>
                  <a:cubicBezTo>
                    <a:pt x="920" y="500"/>
                    <a:pt x="944" y="488"/>
                    <a:pt x="960" y="467"/>
                  </a:cubicBezTo>
                  <a:cubicBezTo>
                    <a:pt x="990" y="430"/>
                    <a:pt x="981" y="380"/>
                    <a:pt x="947" y="354"/>
                  </a:cubicBezTo>
                  <a:cubicBezTo>
                    <a:pt x="717" y="177"/>
                    <a:pt x="447" y="62"/>
                    <a:pt x="163" y="12"/>
                  </a:cubicBezTo>
                  <a:cubicBezTo>
                    <a:pt x="139" y="10"/>
                    <a:pt x="118" y="5"/>
                    <a:pt x="97" y="0"/>
                  </a:cubicBezTo>
                  <a:cubicBezTo>
                    <a:pt x="94" y="0"/>
                    <a:pt x="92" y="0"/>
                    <a:pt x="90"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3"/>
            <p:cNvSpPr/>
            <p:nvPr/>
          </p:nvSpPr>
          <p:spPr>
            <a:xfrm>
              <a:off x="3293007" y="3267045"/>
              <a:ext cx="20981" cy="12360"/>
            </a:xfrm>
            <a:custGeom>
              <a:rect b="b" l="l" r="r" t="t"/>
              <a:pathLst>
                <a:path extrusionOk="0" h="519" w="881">
                  <a:moveTo>
                    <a:pt x="90" y="0"/>
                  </a:moveTo>
                  <a:cubicBezTo>
                    <a:pt x="58" y="0"/>
                    <a:pt x="26" y="20"/>
                    <a:pt x="14" y="51"/>
                  </a:cubicBezTo>
                  <a:cubicBezTo>
                    <a:pt x="1" y="84"/>
                    <a:pt x="10" y="121"/>
                    <a:pt x="38" y="144"/>
                  </a:cubicBezTo>
                  <a:cubicBezTo>
                    <a:pt x="45" y="149"/>
                    <a:pt x="53" y="155"/>
                    <a:pt x="59" y="160"/>
                  </a:cubicBezTo>
                  <a:cubicBezTo>
                    <a:pt x="299" y="251"/>
                    <a:pt x="531" y="367"/>
                    <a:pt x="743" y="505"/>
                  </a:cubicBezTo>
                  <a:cubicBezTo>
                    <a:pt x="758" y="513"/>
                    <a:pt x="771" y="518"/>
                    <a:pt x="787" y="518"/>
                  </a:cubicBezTo>
                  <a:cubicBezTo>
                    <a:pt x="814" y="518"/>
                    <a:pt x="840" y="505"/>
                    <a:pt x="856" y="481"/>
                  </a:cubicBezTo>
                  <a:cubicBezTo>
                    <a:pt x="881" y="444"/>
                    <a:pt x="871" y="392"/>
                    <a:pt x="832" y="367"/>
                  </a:cubicBezTo>
                  <a:cubicBezTo>
                    <a:pt x="621" y="233"/>
                    <a:pt x="396" y="116"/>
                    <a:pt x="161" y="24"/>
                  </a:cubicBezTo>
                  <a:cubicBezTo>
                    <a:pt x="147" y="17"/>
                    <a:pt x="134" y="9"/>
                    <a:pt x="119" y="6"/>
                  </a:cubicBezTo>
                  <a:cubicBezTo>
                    <a:pt x="110" y="2"/>
                    <a:pt x="100" y="0"/>
                    <a:pt x="90"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3"/>
            <p:cNvSpPr/>
            <p:nvPr/>
          </p:nvSpPr>
          <p:spPr>
            <a:xfrm>
              <a:off x="3027588" y="2324900"/>
              <a:ext cx="8169" cy="4882"/>
            </a:xfrm>
            <a:custGeom>
              <a:rect b="b" l="l" r="r" t="t"/>
              <a:pathLst>
                <a:path extrusionOk="0" h="205" w="343">
                  <a:moveTo>
                    <a:pt x="1" y="1"/>
                  </a:moveTo>
                  <a:lnTo>
                    <a:pt x="1" y="1"/>
                  </a:lnTo>
                  <a:cubicBezTo>
                    <a:pt x="48" y="28"/>
                    <a:pt x="96" y="55"/>
                    <a:pt x="143" y="83"/>
                  </a:cubicBezTo>
                  <a:lnTo>
                    <a:pt x="143" y="83"/>
                  </a:lnTo>
                  <a:cubicBezTo>
                    <a:pt x="95" y="55"/>
                    <a:pt x="48" y="28"/>
                    <a:pt x="1" y="1"/>
                  </a:cubicBezTo>
                  <a:close/>
                  <a:moveTo>
                    <a:pt x="143" y="83"/>
                  </a:moveTo>
                  <a:cubicBezTo>
                    <a:pt x="210" y="122"/>
                    <a:pt x="276" y="162"/>
                    <a:pt x="343" y="205"/>
                  </a:cubicBezTo>
                  <a:cubicBezTo>
                    <a:pt x="277" y="162"/>
                    <a:pt x="210" y="122"/>
                    <a:pt x="143" y="83"/>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3"/>
            <p:cNvSpPr/>
            <p:nvPr/>
          </p:nvSpPr>
          <p:spPr>
            <a:xfrm>
              <a:off x="3024707" y="2286201"/>
              <a:ext cx="17575" cy="43558"/>
            </a:xfrm>
            <a:custGeom>
              <a:rect b="b" l="l" r="r" t="t"/>
              <a:pathLst>
                <a:path extrusionOk="0" h="1829" w="738">
                  <a:moveTo>
                    <a:pt x="624" y="0"/>
                  </a:moveTo>
                  <a:lnTo>
                    <a:pt x="624" y="0"/>
                  </a:lnTo>
                  <a:cubicBezTo>
                    <a:pt x="543" y="33"/>
                    <a:pt x="462" y="63"/>
                    <a:pt x="379" y="89"/>
                  </a:cubicBezTo>
                  <a:cubicBezTo>
                    <a:pt x="323" y="516"/>
                    <a:pt x="196" y="1046"/>
                    <a:pt x="0" y="1553"/>
                  </a:cubicBezTo>
                  <a:cubicBezTo>
                    <a:pt x="41" y="1576"/>
                    <a:pt x="81" y="1601"/>
                    <a:pt x="122" y="1626"/>
                  </a:cubicBezTo>
                  <a:cubicBezTo>
                    <a:pt x="237" y="1691"/>
                    <a:pt x="352" y="1757"/>
                    <a:pt x="464" y="1828"/>
                  </a:cubicBezTo>
                  <a:cubicBezTo>
                    <a:pt x="618" y="1277"/>
                    <a:pt x="737" y="572"/>
                    <a:pt x="624"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3"/>
            <p:cNvSpPr/>
            <p:nvPr/>
          </p:nvSpPr>
          <p:spPr>
            <a:xfrm>
              <a:off x="2931709" y="2326019"/>
              <a:ext cx="8931" cy="5620"/>
            </a:xfrm>
            <a:custGeom>
              <a:rect b="b" l="l" r="r" t="t"/>
              <a:pathLst>
                <a:path extrusionOk="0" h="236" w="375">
                  <a:moveTo>
                    <a:pt x="313" y="1"/>
                  </a:moveTo>
                  <a:cubicBezTo>
                    <a:pt x="260" y="1"/>
                    <a:pt x="0" y="198"/>
                    <a:pt x="56" y="229"/>
                  </a:cubicBezTo>
                  <a:cubicBezTo>
                    <a:pt x="63" y="233"/>
                    <a:pt x="71" y="235"/>
                    <a:pt x="82" y="235"/>
                  </a:cubicBezTo>
                  <a:cubicBezTo>
                    <a:pt x="171" y="235"/>
                    <a:pt x="374" y="103"/>
                    <a:pt x="322" y="4"/>
                  </a:cubicBezTo>
                  <a:cubicBezTo>
                    <a:pt x="320" y="2"/>
                    <a:pt x="317" y="1"/>
                    <a:pt x="313"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3"/>
            <p:cNvSpPr/>
            <p:nvPr/>
          </p:nvSpPr>
          <p:spPr>
            <a:xfrm>
              <a:off x="2947308" y="2345524"/>
              <a:ext cx="2763" cy="2524"/>
            </a:xfrm>
            <a:custGeom>
              <a:rect b="b" l="l" r="r" t="t"/>
              <a:pathLst>
                <a:path extrusionOk="0" h="106" w="116">
                  <a:moveTo>
                    <a:pt x="33" y="0"/>
                  </a:moveTo>
                  <a:cubicBezTo>
                    <a:pt x="7" y="18"/>
                    <a:pt x="1" y="54"/>
                    <a:pt x="18" y="81"/>
                  </a:cubicBezTo>
                  <a:cubicBezTo>
                    <a:pt x="30" y="97"/>
                    <a:pt x="46" y="106"/>
                    <a:pt x="65" y="106"/>
                  </a:cubicBezTo>
                  <a:cubicBezTo>
                    <a:pt x="77" y="106"/>
                    <a:pt x="87" y="101"/>
                    <a:pt x="98" y="94"/>
                  </a:cubicBezTo>
                  <a:cubicBezTo>
                    <a:pt x="101" y="91"/>
                    <a:pt x="109" y="84"/>
                    <a:pt x="116" y="81"/>
                  </a:cubicBezTo>
                  <a:cubicBezTo>
                    <a:pt x="90" y="52"/>
                    <a:pt x="61" y="26"/>
                    <a:pt x="33"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3"/>
            <p:cNvSpPr/>
            <p:nvPr/>
          </p:nvSpPr>
          <p:spPr>
            <a:xfrm>
              <a:off x="2948118" y="2329377"/>
              <a:ext cx="17742" cy="18099"/>
            </a:xfrm>
            <a:custGeom>
              <a:rect b="b" l="l" r="r" t="t"/>
              <a:pathLst>
                <a:path extrusionOk="0" h="760" w="745">
                  <a:moveTo>
                    <a:pt x="678" y="0"/>
                  </a:moveTo>
                  <a:cubicBezTo>
                    <a:pt x="661" y="0"/>
                    <a:pt x="645" y="8"/>
                    <a:pt x="633" y="23"/>
                  </a:cubicBezTo>
                  <a:cubicBezTo>
                    <a:pt x="380" y="348"/>
                    <a:pt x="91" y="613"/>
                    <a:pt x="1" y="678"/>
                  </a:cubicBezTo>
                  <a:cubicBezTo>
                    <a:pt x="30" y="704"/>
                    <a:pt x="56" y="732"/>
                    <a:pt x="83" y="759"/>
                  </a:cubicBezTo>
                  <a:cubicBezTo>
                    <a:pt x="195" y="673"/>
                    <a:pt x="471" y="414"/>
                    <a:pt x="723" y="95"/>
                  </a:cubicBezTo>
                  <a:cubicBezTo>
                    <a:pt x="745" y="70"/>
                    <a:pt x="740" y="33"/>
                    <a:pt x="714" y="14"/>
                  </a:cubicBezTo>
                  <a:cubicBezTo>
                    <a:pt x="703" y="5"/>
                    <a:pt x="691" y="0"/>
                    <a:pt x="678"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3"/>
            <p:cNvSpPr/>
            <p:nvPr/>
          </p:nvSpPr>
          <p:spPr>
            <a:xfrm>
              <a:off x="2978506" y="2277056"/>
              <a:ext cx="3263" cy="1643"/>
            </a:xfrm>
            <a:custGeom>
              <a:rect b="b" l="l" r="r" t="t"/>
              <a:pathLst>
                <a:path extrusionOk="0" h="69" w="137">
                  <a:moveTo>
                    <a:pt x="0" y="0"/>
                  </a:moveTo>
                  <a:cubicBezTo>
                    <a:pt x="16" y="18"/>
                    <a:pt x="31" y="36"/>
                    <a:pt x="47" y="52"/>
                  </a:cubicBezTo>
                  <a:cubicBezTo>
                    <a:pt x="60" y="63"/>
                    <a:pt x="73" y="68"/>
                    <a:pt x="88" y="68"/>
                  </a:cubicBezTo>
                  <a:cubicBezTo>
                    <a:pt x="102" y="68"/>
                    <a:pt x="118" y="63"/>
                    <a:pt x="128" y="50"/>
                  </a:cubicBezTo>
                  <a:cubicBezTo>
                    <a:pt x="135" y="44"/>
                    <a:pt x="133" y="39"/>
                    <a:pt x="136" y="31"/>
                  </a:cubicBezTo>
                  <a:lnTo>
                    <a:pt x="0" y="0"/>
                  </a:ln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3"/>
            <p:cNvSpPr/>
            <p:nvPr/>
          </p:nvSpPr>
          <p:spPr>
            <a:xfrm>
              <a:off x="2975148" y="2271340"/>
              <a:ext cx="6883" cy="6501"/>
            </a:xfrm>
            <a:custGeom>
              <a:rect b="b" l="l" r="r" t="t"/>
              <a:pathLst>
                <a:path extrusionOk="0" h="273" w="289">
                  <a:moveTo>
                    <a:pt x="102" y="0"/>
                  </a:moveTo>
                  <a:cubicBezTo>
                    <a:pt x="102" y="8"/>
                    <a:pt x="99" y="15"/>
                    <a:pt x="97" y="23"/>
                  </a:cubicBezTo>
                  <a:cubicBezTo>
                    <a:pt x="96" y="52"/>
                    <a:pt x="70" y="76"/>
                    <a:pt x="41" y="76"/>
                  </a:cubicBezTo>
                  <a:lnTo>
                    <a:pt x="34" y="76"/>
                  </a:lnTo>
                  <a:cubicBezTo>
                    <a:pt x="21" y="73"/>
                    <a:pt x="8" y="68"/>
                    <a:pt x="0" y="57"/>
                  </a:cubicBezTo>
                  <a:lnTo>
                    <a:pt x="0" y="57"/>
                  </a:lnTo>
                  <a:cubicBezTo>
                    <a:pt x="42" y="122"/>
                    <a:pt x="89" y="185"/>
                    <a:pt x="144" y="242"/>
                  </a:cubicBezTo>
                  <a:lnTo>
                    <a:pt x="281" y="273"/>
                  </a:lnTo>
                  <a:cubicBezTo>
                    <a:pt x="289" y="252"/>
                    <a:pt x="289" y="227"/>
                    <a:pt x="269" y="209"/>
                  </a:cubicBezTo>
                  <a:cubicBezTo>
                    <a:pt x="204" y="146"/>
                    <a:pt x="151" y="76"/>
                    <a:pt x="102"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3"/>
            <p:cNvSpPr/>
            <p:nvPr/>
          </p:nvSpPr>
          <p:spPr>
            <a:xfrm>
              <a:off x="2968884" y="2247954"/>
              <a:ext cx="6668" cy="24529"/>
            </a:xfrm>
            <a:custGeom>
              <a:rect b="b" l="l" r="r" t="t"/>
              <a:pathLst>
                <a:path extrusionOk="0" h="1030" w="280">
                  <a:moveTo>
                    <a:pt x="192" y="0"/>
                  </a:moveTo>
                  <a:lnTo>
                    <a:pt x="67" y="33"/>
                  </a:lnTo>
                  <a:cubicBezTo>
                    <a:pt x="1" y="373"/>
                    <a:pt x="70" y="736"/>
                    <a:pt x="257" y="1029"/>
                  </a:cubicBezTo>
                  <a:cubicBezTo>
                    <a:pt x="252" y="1020"/>
                    <a:pt x="245" y="1007"/>
                    <a:pt x="247" y="995"/>
                  </a:cubicBezTo>
                  <a:cubicBezTo>
                    <a:pt x="252" y="939"/>
                    <a:pt x="263" y="882"/>
                    <a:pt x="279" y="827"/>
                  </a:cubicBezTo>
                  <a:cubicBezTo>
                    <a:pt x="159" y="569"/>
                    <a:pt x="125" y="276"/>
                    <a:pt x="192"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3"/>
            <p:cNvSpPr/>
            <p:nvPr/>
          </p:nvSpPr>
          <p:spPr>
            <a:xfrm>
              <a:off x="2975481" y="2256432"/>
              <a:ext cx="10098" cy="14932"/>
            </a:xfrm>
            <a:custGeom>
              <a:rect b="b" l="l" r="r" t="t"/>
              <a:pathLst>
                <a:path extrusionOk="0" h="627" w="424">
                  <a:moveTo>
                    <a:pt x="357" y="0"/>
                  </a:moveTo>
                  <a:cubicBezTo>
                    <a:pt x="348" y="0"/>
                    <a:pt x="338" y="2"/>
                    <a:pt x="328" y="7"/>
                  </a:cubicBezTo>
                  <a:cubicBezTo>
                    <a:pt x="179" y="92"/>
                    <a:pt x="57" y="268"/>
                    <a:pt x="1" y="471"/>
                  </a:cubicBezTo>
                  <a:cubicBezTo>
                    <a:pt x="25" y="526"/>
                    <a:pt x="56" y="576"/>
                    <a:pt x="88" y="626"/>
                  </a:cubicBezTo>
                  <a:cubicBezTo>
                    <a:pt x="113" y="404"/>
                    <a:pt x="234" y="194"/>
                    <a:pt x="385" y="108"/>
                  </a:cubicBezTo>
                  <a:cubicBezTo>
                    <a:pt x="414" y="92"/>
                    <a:pt x="424" y="57"/>
                    <a:pt x="408" y="30"/>
                  </a:cubicBezTo>
                  <a:cubicBezTo>
                    <a:pt x="397" y="10"/>
                    <a:pt x="378" y="0"/>
                    <a:pt x="357"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3"/>
            <p:cNvSpPr/>
            <p:nvPr/>
          </p:nvSpPr>
          <p:spPr>
            <a:xfrm>
              <a:off x="2974981" y="2272412"/>
              <a:ext cx="191" cy="262"/>
            </a:xfrm>
            <a:custGeom>
              <a:rect b="b" l="l" r="r" t="t"/>
              <a:pathLst>
                <a:path extrusionOk="0" h="11" w="8">
                  <a:moveTo>
                    <a:pt x="1" y="1"/>
                  </a:moveTo>
                  <a:cubicBezTo>
                    <a:pt x="2" y="4"/>
                    <a:pt x="2" y="9"/>
                    <a:pt x="7" y="10"/>
                  </a:cubicBezTo>
                  <a:cubicBezTo>
                    <a:pt x="6" y="7"/>
                    <a:pt x="2" y="4"/>
                    <a:pt x="1"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3"/>
            <p:cNvSpPr/>
            <p:nvPr/>
          </p:nvSpPr>
          <p:spPr>
            <a:xfrm>
              <a:off x="2974719" y="2267625"/>
              <a:ext cx="2882" cy="5549"/>
            </a:xfrm>
            <a:custGeom>
              <a:rect b="b" l="l" r="r" t="t"/>
              <a:pathLst>
                <a:path extrusionOk="0" h="233" w="121">
                  <a:moveTo>
                    <a:pt x="33" y="1"/>
                  </a:moveTo>
                  <a:cubicBezTo>
                    <a:pt x="18" y="56"/>
                    <a:pt x="7" y="111"/>
                    <a:pt x="0" y="169"/>
                  </a:cubicBezTo>
                  <a:cubicBezTo>
                    <a:pt x="0" y="181"/>
                    <a:pt x="4" y="194"/>
                    <a:pt x="12" y="203"/>
                  </a:cubicBezTo>
                  <a:cubicBezTo>
                    <a:pt x="15" y="208"/>
                    <a:pt x="17" y="210"/>
                    <a:pt x="18" y="213"/>
                  </a:cubicBezTo>
                  <a:cubicBezTo>
                    <a:pt x="28" y="224"/>
                    <a:pt x="39" y="229"/>
                    <a:pt x="52" y="232"/>
                  </a:cubicBezTo>
                  <a:lnTo>
                    <a:pt x="59" y="232"/>
                  </a:lnTo>
                  <a:cubicBezTo>
                    <a:pt x="89" y="232"/>
                    <a:pt x="114" y="210"/>
                    <a:pt x="115" y="179"/>
                  </a:cubicBezTo>
                  <a:cubicBezTo>
                    <a:pt x="115" y="171"/>
                    <a:pt x="117" y="164"/>
                    <a:pt x="120" y="156"/>
                  </a:cubicBezTo>
                  <a:cubicBezTo>
                    <a:pt x="88" y="106"/>
                    <a:pt x="59" y="56"/>
                    <a:pt x="33"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3"/>
            <p:cNvSpPr/>
            <p:nvPr/>
          </p:nvSpPr>
          <p:spPr>
            <a:xfrm>
              <a:off x="3296603" y="2968262"/>
              <a:ext cx="35341" cy="39271"/>
            </a:xfrm>
            <a:custGeom>
              <a:rect b="b" l="l" r="r" t="t"/>
              <a:pathLst>
                <a:path extrusionOk="0" h="1649" w="1484">
                  <a:moveTo>
                    <a:pt x="1023" y="0"/>
                  </a:moveTo>
                  <a:cubicBezTo>
                    <a:pt x="1021" y="0"/>
                    <a:pt x="1021" y="2"/>
                    <a:pt x="1018" y="2"/>
                  </a:cubicBezTo>
                  <a:cubicBezTo>
                    <a:pt x="655" y="143"/>
                    <a:pt x="365" y="370"/>
                    <a:pt x="203" y="642"/>
                  </a:cubicBezTo>
                  <a:cubicBezTo>
                    <a:pt x="25" y="937"/>
                    <a:pt x="0" y="1277"/>
                    <a:pt x="124" y="1648"/>
                  </a:cubicBezTo>
                  <a:lnTo>
                    <a:pt x="1483" y="1123"/>
                  </a:lnTo>
                  <a:cubicBezTo>
                    <a:pt x="1344" y="759"/>
                    <a:pt x="1187" y="362"/>
                    <a:pt x="1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3"/>
            <p:cNvSpPr/>
            <p:nvPr/>
          </p:nvSpPr>
          <p:spPr>
            <a:xfrm>
              <a:off x="3286910" y="2938898"/>
              <a:ext cx="32484" cy="52845"/>
            </a:xfrm>
            <a:custGeom>
              <a:rect b="b" l="l" r="r" t="t"/>
              <a:pathLst>
                <a:path extrusionOk="0" h="2219" w="1364">
                  <a:moveTo>
                    <a:pt x="467" y="0"/>
                  </a:moveTo>
                  <a:cubicBezTo>
                    <a:pt x="433" y="0"/>
                    <a:pt x="399" y="6"/>
                    <a:pt x="365" y="19"/>
                  </a:cubicBezTo>
                  <a:cubicBezTo>
                    <a:pt x="305" y="42"/>
                    <a:pt x="276" y="82"/>
                    <a:pt x="262" y="134"/>
                  </a:cubicBezTo>
                  <a:cubicBezTo>
                    <a:pt x="182" y="405"/>
                    <a:pt x="561" y="1011"/>
                    <a:pt x="1" y="1308"/>
                  </a:cubicBezTo>
                  <a:cubicBezTo>
                    <a:pt x="75" y="1515"/>
                    <a:pt x="150" y="1731"/>
                    <a:pt x="223" y="1949"/>
                  </a:cubicBezTo>
                  <a:cubicBezTo>
                    <a:pt x="252" y="2039"/>
                    <a:pt x="281" y="2128"/>
                    <a:pt x="310" y="2218"/>
                  </a:cubicBezTo>
                  <a:cubicBezTo>
                    <a:pt x="336" y="2069"/>
                    <a:pt x="390" y="1925"/>
                    <a:pt x="471" y="1792"/>
                  </a:cubicBezTo>
                  <a:cubicBezTo>
                    <a:pt x="651" y="1492"/>
                    <a:pt x="967" y="1241"/>
                    <a:pt x="1364" y="1087"/>
                  </a:cubicBezTo>
                  <a:cubicBezTo>
                    <a:pt x="1074" y="478"/>
                    <a:pt x="764" y="0"/>
                    <a:pt x="4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3"/>
            <p:cNvSpPr/>
            <p:nvPr/>
          </p:nvSpPr>
          <p:spPr>
            <a:xfrm>
              <a:off x="3300461" y="2998674"/>
              <a:ext cx="36104" cy="21362"/>
            </a:xfrm>
            <a:custGeom>
              <a:rect b="b" l="l" r="r" t="t"/>
              <a:pathLst>
                <a:path extrusionOk="0" h="897" w="1516">
                  <a:moveTo>
                    <a:pt x="1380" y="0"/>
                  </a:moveTo>
                  <a:lnTo>
                    <a:pt x="1" y="533"/>
                  </a:lnTo>
                  <a:cubicBezTo>
                    <a:pt x="39" y="653"/>
                    <a:pt x="75" y="775"/>
                    <a:pt x="111" y="896"/>
                  </a:cubicBezTo>
                  <a:lnTo>
                    <a:pt x="1516" y="355"/>
                  </a:lnTo>
                  <a:cubicBezTo>
                    <a:pt x="1472" y="243"/>
                    <a:pt x="1427" y="125"/>
                    <a:pt x="13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3"/>
            <p:cNvSpPr/>
            <p:nvPr/>
          </p:nvSpPr>
          <p:spPr>
            <a:xfrm>
              <a:off x="3188411" y="3041398"/>
              <a:ext cx="38366" cy="20124"/>
            </a:xfrm>
            <a:custGeom>
              <a:rect b="b" l="l" r="r" t="t"/>
              <a:pathLst>
                <a:path extrusionOk="0" h="845" w="1611">
                  <a:moveTo>
                    <a:pt x="1433" y="0"/>
                  </a:moveTo>
                  <a:lnTo>
                    <a:pt x="1" y="553"/>
                  </a:lnTo>
                  <a:lnTo>
                    <a:pt x="114" y="666"/>
                  </a:lnTo>
                  <a:lnTo>
                    <a:pt x="293" y="845"/>
                  </a:lnTo>
                  <a:lnTo>
                    <a:pt x="1610" y="336"/>
                  </a:lnTo>
                  <a:cubicBezTo>
                    <a:pt x="1574" y="271"/>
                    <a:pt x="1542" y="208"/>
                    <a:pt x="1508" y="143"/>
                  </a:cubicBezTo>
                  <a:cubicBezTo>
                    <a:pt x="1484" y="97"/>
                    <a:pt x="1458" y="49"/>
                    <a:pt x="14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3"/>
            <p:cNvSpPr/>
            <p:nvPr/>
          </p:nvSpPr>
          <p:spPr>
            <a:xfrm>
              <a:off x="3173336" y="3011510"/>
              <a:ext cx="47416" cy="40057"/>
            </a:xfrm>
            <a:custGeom>
              <a:rect b="b" l="l" r="r" t="t"/>
              <a:pathLst>
                <a:path extrusionOk="0" h="1682" w="1991">
                  <a:moveTo>
                    <a:pt x="1415" y="1"/>
                  </a:moveTo>
                  <a:cubicBezTo>
                    <a:pt x="990" y="377"/>
                    <a:pt x="553" y="717"/>
                    <a:pt x="297" y="915"/>
                  </a:cubicBezTo>
                  <a:cubicBezTo>
                    <a:pt x="182" y="1001"/>
                    <a:pt x="88" y="1088"/>
                    <a:pt x="0" y="1177"/>
                  </a:cubicBezTo>
                  <a:lnTo>
                    <a:pt x="506" y="1681"/>
                  </a:lnTo>
                  <a:lnTo>
                    <a:pt x="1990" y="1111"/>
                  </a:lnTo>
                  <a:cubicBezTo>
                    <a:pt x="1796" y="737"/>
                    <a:pt x="1603" y="366"/>
                    <a:pt x="14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3"/>
            <p:cNvSpPr/>
            <p:nvPr/>
          </p:nvSpPr>
          <p:spPr>
            <a:xfrm>
              <a:off x="3446518" y="2968715"/>
              <a:ext cx="118623" cy="193854"/>
            </a:xfrm>
            <a:custGeom>
              <a:rect b="b" l="l" r="r" t="t"/>
              <a:pathLst>
                <a:path extrusionOk="0" h="8140" w="4981">
                  <a:moveTo>
                    <a:pt x="4745" y="1"/>
                  </a:moveTo>
                  <a:cubicBezTo>
                    <a:pt x="4113" y="406"/>
                    <a:pt x="3527" y="874"/>
                    <a:pt x="2998" y="1402"/>
                  </a:cubicBezTo>
                  <a:cubicBezTo>
                    <a:pt x="2741" y="1660"/>
                    <a:pt x="2497" y="1932"/>
                    <a:pt x="2269" y="2216"/>
                  </a:cubicBezTo>
                  <a:cubicBezTo>
                    <a:pt x="2144" y="2370"/>
                    <a:pt x="2026" y="2529"/>
                    <a:pt x="1909" y="2691"/>
                  </a:cubicBezTo>
                  <a:cubicBezTo>
                    <a:pt x="1757" y="2903"/>
                    <a:pt x="1609" y="3120"/>
                    <a:pt x="1473" y="3342"/>
                  </a:cubicBezTo>
                  <a:cubicBezTo>
                    <a:pt x="1389" y="3485"/>
                    <a:pt x="1306" y="3629"/>
                    <a:pt x="1227" y="3775"/>
                  </a:cubicBezTo>
                  <a:cubicBezTo>
                    <a:pt x="1123" y="3965"/>
                    <a:pt x="1026" y="4161"/>
                    <a:pt x="935" y="4360"/>
                  </a:cubicBezTo>
                  <a:cubicBezTo>
                    <a:pt x="818" y="4615"/>
                    <a:pt x="707" y="4874"/>
                    <a:pt x="609" y="5140"/>
                  </a:cubicBezTo>
                  <a:cubicBezTo>
                    <a:pt x="493" y="5454"/>
                    <a:pt x="392" y="5777"/>
                    <a:pt x="310" y="6104"/>
                  </a:cubicBezTo>
                  <a:cubicBezTo>
                    <a:pt x="141" y="6760"/>
                    <a:pt x="34" y="7441"/>
                    <a:pt x="0" y="8139"/>
                  </a:cubicBezTo>
                  <a:lnTo>
                    <a:pt x="488" y="8138"/>
                  </a:lnTo>
                  <a:cubicBezTo>
                    <a:pt x="660" y="4903"/>
                    <a:pt x="2410" y="2083"/>
                    <a:pt x="4980" y="428"/>
                  </a:cubicBezTo>
                  <a:lnTo>
                    <a:pt x="474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3"/>
            <p:cNvSpPr/>
            <p:nvPr/>
          </p:nvSpPr>
          <p:spPr>
            <a:xfrm>
              <a:off x="3446590" y="2930325"/>
              <a:ext cx="489374" cy="489827"/>
            </a:xfrm>
            <a:custGeom>
              <a:rect b="b" l="l" r="r" t="t"/>
              <a:pathLst>
                <a:path extrusionOk="0" h="20568" w="20549">
                  <a:moveTo>
                    <a:pt x="10264" y="0"/>
                  </a:moveTo>
                  <a:cubicBezTo>
                    <a:pt x="8645" y="0"/>
                    <a:pt x="7112" y="378"/>
                    <a:pt x="5747" y="1047"/>
                  </a:cubicBezTo>
                  <a:lnTo>
                    <a:pt x="5982" y="1475"/>
                  </a:lnTo>
                  <a:cubicBezTo>
                    <a:pt x="7277" y="843"/>
                    <a:pt x="8729" y="488"/>
                    <a:pt x="10264" y="488"/>
                  </a:cubicBezTo>
                  <a:cubicBezTo>
                    <a:pt x="15664" y="488"/>
                    <a:pt x="20061" y="4883"/>
                    <a:pt x="20061" y="10285"/>
                  </a:cubicBezTo>
                  <a:cubicBezTo>
                    <a:pt x="20061" y="15686"/>
                    <a:pt x="15665" y="20081"/>
                    <a:pt x="10264" y="20081"/>
                  </a:cubicBezTo>
                  <a:cubicBezTo>
                    <a:pt x="5070" y="20081"/>
                    <a:pt x="809" y="16018"/>
                    <a:pt x="488" y="10905"/>
                  </a:cubicBezTo>
                  <a:lnTo>
                    <a:pt x="0" y="10907"/>
                  </a:lnTo>
                  <a:cubicBezTo>
                    <a:pt x="62" y="11925"/>
                    <a:pt x="268" y="12900"/>
                    <a:pt x="605" y="13818"/>
                  </a:cubicBezTo>
                  <a:cubicBezTo>
                    <a:pt x="720" y="14132"/>
                    <a:pt x="850" y="14440"/>
                    <a:pt x="995" y="14740"/>
                  </a:cubicBezTo>
                  <a:cubicBezTo>
                    <a:pt x="1140" y="15040"/>
                    <a:pt x="1298" y="15331"/>
                    <a:pt x="1470" y="15613"/>
                  </a:cubicBezTo>
                  <a:cubicBezTo>
                    <a:pt x="1644" y="15895"/>
                    <a:pt x="1828" y="16171"/>
                    <a:pt x="2026" y="16433"/>
                  </a:cubicBezTo>
                  <a:cubicBezTo>
                    <a:pt x="3310" y="18150"/>
                    <a:pt x="5117" y="19454"/>
                    <a:pt x="7211" y="20104"/>
                  </a:cubicBezTo>
                  <a:cubicBezTo>
                    <a:pt x="7369" y="20154"/>
                    <a:pt x="7535" y="20201"/>
                    <a:pt x="7698" y="20243"/>
                  </a:cubicBezTo>
                  <a:cubicBezTo>
                    <a:pt x="8027" y="20329"/>
                    <a:pt x="8361" y="20397"/>
                    <a:pt x="8702" y="20449"/>
                  </a:cubicBezTo>
                  <a:cubicBezTo>
                    <a:pt x="9212" y="20527"/>
                    <a:pt x="9734" y="20568"/>
                    <a:pt x="10265" y="20568"/>
                  </a:cubicBezTo>
                  <a:cubicBezTo>
                    <a:pt x="15934" y="20568"/>
                    <a:pt x="20548" y="15955"/>
                    <a:pt x="20548" y="10285"/>
                  </a:cubicBezTo>
                  <a:cubicBezTo>
                    <a:pt x="20547" y="9396"/>
                    <a:pt x="20432" y="8538"/>
                    <a:pt x="20223" y="7716"/>
                  </a:cubicBezTo>
                  <a:cubicBezTo>
                    <a:pt x="20137" y="7389"/>
                    <a:pt x="20038" y="7066"/>
                    <a:pt x="19923" y="6752"/>
                  </a:cubicBezTo>
                  <a:cubicBezTo>
                    <a:pt x="19863" y="6594"/>
                    <a:pt x="19803" y="6439"/>
                    <a:pt x="19738" y="6286"/>
                  </a:cubicBezTo>
                  <a:cubicBezTo>
                    <a:pt x="19608" y="5979"/>
                    <a:pt x="19463" y="5679"/>
                    <a:pt x="19304" y="5387"/>
                  </a:cubicBezTo>
                  <a:cubicBezTo>
                    <a:pt x="19147" y="5095"/>
                    <a:pt x="18975" y="4812"/>
                    <a:pt x="18788" y="4538"/>
                  </a:cubicBezTo>
                  <a:cubicBezTo>
                    <a:pt x="16938" y="1801"/>
                    <a:pt x="13807" y="0"/>
                    <a:pt x="102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3"/>
            <p:cNvSpPr/>
            <p:nvPr/>
          </p:nvSpPr>
          <p:spPr>
            <a:xfrm>
              <a:off x="3653804" y="3135444"/>
              <a:ext cx="76946" cy="79542"/>
            </a:xfrm>
            <a:custGeom>
              <a:rect b="b" l="l" r="r" t="t"/>
              <a:pathLst>
                <a:path extrusionOk="0" h="3340" w="3231">
                  <a:moveTo>
                    <a:pt x="1561" y="1"/>
                  </a:moveTo>
                  <a:cubicBezTo>
                    <a:pt x="1445" y="1"/>
                    <a:pt x="1331" y="14"/>
                    <a:pt x="1219" y="35"/>
                  </a:cubicBezTo>
                  <a:lnTo>
                    <a:pt x="1511" y="566"/>
                  </a:lnTo>
                  <a:cubicBezTo>
                    <a:pt x="1527" y="566"/>
                    <a:pt x="1543" y="561"/>
                    <a:pt x="1561" y="561"/>
                  </a:cubicBezTo>
                  <a:cubicBezTo>
                    <a:pt x="2174" y="561"/>
                    <a:pt x="2670" y="1059"/>
                    <a:pt x="2670" y="1670"/>
                  </a:cubicBezTo>
                  <a:cubicBezTo>
                    <a:pt x="2670" y="2279"/>
                    <a:pt x="2172" y="2778"/>
                    <a:pt x="1561" y="2778"/>
                  </a:cubicBezTo>
                  <a:cubicBezTo>
                    <a:pt x="1164" y="2778"/>
                    <a:pt x="819" y="2566"/>
                    <a:pt x="623" y="2252"/>
                  </a:cubicBezTo>
                  <a:lnTo>
                    <a:pt x="1" y="2253"/>
                  </a:lnTo>
                  <a:cubicBezTo>
                    <a:pt x="237" y="2887"/>
                    <a:pt x="846" y="3339"/>
                    <a:pt x="1561" y="3339"/>
                  </a:cubicBezTo>
                  <a:cubicBezTo>
                    <a:pt x="2482" y="3339"/>
                    <a:pt x="3230" y="2590"/>
                    <a:pt x="3230" y="1670"/>
                  </a:cubicBezTo>
                  <a:cubicBezTo>
                    <a:pt x="3230" y="751"/>
                    <a:pt x="2482" y="1"/>
                    <a:pt x="15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3"/>
            <p:cNvSpPr/>
            <p:nvPr/>
          </p:nvSpPr>
          <p:spPr>
            <a:xfrm>
              <a:off x="3720272" y="2992268"/>
              <a:ext cx="150701" cy="155202"/>
            </a:xfrm>
            <a:custGeom>
              <a:rect b="b" l="l" r="r" t="t"/>
              <a:pathLst>
                <a:path extrusionOk="0" h="6517" w="6328">
                  <a:moveTo>
                    <a:pt x="0" y="0"/>
                  </a:moveTo>
                  <a:lnTo>
                    <a:pt x="0" y="0"/>
                  </a:lnTo>
                  <a:cubicBezTo>
                    <a:pt x="195" y="55"/>
                    <a:pt x="391" y="107"/>
                    <a:pt x="585" y="159"/>
                  </a:cubicBezTo>
                  <a:lnTo>
                    <a:pt x="1151" y="357"/>
                  </a:lnTo>
                  <a:lnTo>
                    <a:pt x="1707" y="590"/>
                  </a:lnTo>
                  <a:lnTo>
                    <a:pt x="2242" y="864"/>
                  </a:lnTo>
                  <a:cubicBezTo>
                    <a:pt x="2938" y="1256"/>
                    <a:pt x="3579" y="1742"/>
                    <a:pt x="4133" y="2316"/>
                  </a:cubicBezTo>
                  <a:cubicBezTo>
                    <a:pt x="4690" y="2885"/>
                    <a:pt x="5159" y="3541"/>
                    <a:pt x="5532" y="4248"/>
                  </a:cubicBezTo>
                  <a:cubicBezTo>
                    <a:pt x="5901" y="4958"/>
                    <a:pt x="6165" y="5723"/>
                    <a:pt x="6327" y="6517"/>
                  </a:cubicBezTo>
                  <a:cubicBezTo>
                    <a:pt x="6303" y="6317"/>
                    <a:pt x="6277" y="6116"/>
                    <a:pt x="6246" y="5914"/>
                  </a:cubicBezTo>
                  <a:lnTo>
                    <a:pt x="6112" y="5317"/>
                  </a:lnTo>
                  <a:cubicBezTo>
                    <a:pt x="6053" y="5123"/>
                    <a:pt x="5987" y="4930"/>
                    <a:pt x="5924" y="4737"/>
                  </a:cubicBezTo>
                  <a:cubicBezTo>
                    <a:pt x="5849" y="4546"/>
                    <a:pt x="5768" y="4360"/>
                    <a:pt x="5689" y="4172"/>
                  </a:cubicBezTo>
                  <a:cubicBezTo>
                    <a:pt x="5347" y="3428"/>
                    <a:pt x="4869" y="2747"/>
                    <a:pt x="4300" y="2156"/>
                  </a:cubicBezTo>
                  <a:cubicBezTo>
                    <a:pt x="3726" y="1569"/>
                    <a:pt x="3060" y="1071"/>
                    <a:pt x="2326" y="707"/>
                  </a:cubicBezTo>
                  <a:lnTo>
                    <a:pt x="1767" y="456"/>
                  </a:lnTo>
                  <a:lnTo>
                    <a:pt x="1191" y="250"/>
                  </a:lnTo>
                  <a:lnTo>
                    <a:pt x="600" y="99"/>
                  </a:lnTo>
                  <a:cubicBezTo>
                    <a:pt x="399" y="63"/>
                    <a:pt x="200" y="31"/>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3"/>
            <p:cNvSpPr/>
            <p:nvPr/>
          </p:nvSpPr>
          <p:spPr>
            <a:xfrm>
              <a:off x="3511033" y="3223488"/>
              <a:ext cx="254106" cy="136722"/>
            </a:xfrm>
            <a:custGeom>
              <a:rect b="b" l="l" r="r" t="t"/>
              <a:pathLst>
                <a:path extrusionOk="0" h="5741" w="10670">
                  <a:moveTo>
                    <a:pt x="1" y="0"/>
                  </a:moveTo>
                  <a:lnTo>
                    <a:pt x="1" y="0"/>
                  </a:lnTo>
                  <a:cubicBezTo>
                    <a:pt x="273" y="1078"/>
                    <a:pt x="769" y="2119"/>
                    <a:pt x="1498" y="2976"/>
                  </a:cubicBezTo>
                  <a:lnTo>
                    <a:pt x="1772" y="3298"/>
                  </a:lnTo>
                  <a:lnTo>
                    <a:pt x="2072" y="3597"/>
                  </a:lnTo>
                  <a:cubicBezTo>
                    <a:pt x="2168" y="3697"/>
                    <a:pt x="2276" y="3791"/>
                    <a:pt x="2385" y="3880"/>
                  </a:cubicBezTo>
                  <a:cubicBezTo>
                    <a:pt x="2495" y="3969"/>
                    <a:pt x="2599" y="4065"/>
                    <a:pt x="2709" y="4151"/>
                  </a:cubicBezTo>
                  <a:cubicBezTo>
                    <a:pt x="2941" y="4311"/>
                    <a:pt x="3161" y="4490"/>
                    <a:pt x="3409" y="4627"/>
                  </a:cubicBezTo>
                  <a:cubicBezTo>
                    <a:pt x="3531" y="4699"/>
                    <a:pt x="3647" y="4778"/>
                    <a:pt x="3774" y="4843"/>
                  </a:cubicBezTo>
                  <a:lnTo>
                    <a:pt x="4151" y="5031"/>
                  </a:lnTo>
                  <a:cubicBezTo>
                    <a:pt x="4278" y="5097"/>
                    <a:pt x="4409" y="5144"/>
                    <a:pt x="4540" y="5195"/>
                  </a:cubicBezTo>
                  <a:cubicBezTo>
                    <a:pt x="4673" y="5243"/>
                    <a:pt x="4803" y="5300"/>
                    <a:pt x="4937" y="5344"/>
                  </a:cubicBezTo>
                  <a:cubicBezTo>
                    <a:pt x="5210" y="5418"/>
                    <a:pt x="5477" y="5515"/>
                    <a:pt x="5754" y="5562"/>
                  </a:cubicBezTo>
                  <a:cubicBezTo>
                    <a:pt x="5892" y="5590"/>
                    <a:pt x="6030" y="5621"/>
                    <a:pt x="6169" y="5645"/>
                  </a:cubicBezTo>
                  <a:lnTo>
                    <a:pt x="6589" y="5695"/>
                  </a:lnTo>
                  <a:cubicBezTo>
                    <a:pt x="6869" y="5741"/>
                    <a:pt x="7153" y="5724"/>
                    <a:pt x="7431" y="5736"/>
                  </a:cubicBezTo>
                  <a:cubicBezTo>
                    <a:pt x="7995" y="5728"/>
                    <a:pt x="8556" y="5660"/>
                    <a:pt x="9101" y="5530"/>
                  </a:cubicBezTo>
                  <a:cubicBezTo>
                    <a:pt x="9644" y="5392"/>
                    <a:pt x="10175" y="5203"/>
                    <a:pt x="10669" y="4948"/>
                  </a:cubicBezTo>
                  <a:lnTo>
                    <a:pt x="10669" y="4948"/>
                  </a:lnTo>
                  <a:cubicBezTo>
                    <a:pt x="9690" y="5348"/>
                    <a:pt x="8646" y="5559"/>
                    <a:pt x="7602" y="5559"/>
                  </a:cubicBezTo>
                  <a:cubicBezTo>
                    <a:pt x="7545" y="5559"/>
                    <a:pt x="7488" y="5559"/>
                    <a:pt x="7431" y="5558"/>
                  </a:cubicBezTo>
                  <a:cubicBezTo>
                    <a:pt x="6334" y="5524"/>
                    <a:pt x="5235" y="5300"/>
                    <a:pt x="4247" y="4820"/>
                  </a:cubicBezTo>
                  <a:lnTo>
                    <a:pt x="3879" y="4647"/>
                  </a:lnTo>
                  <a:cubicBezTo>
                    <a:pt x="3757" y="4584"/>
                    <a:pt x="3641" y="4509"/>
                    <a:pt x="3522" y="4441"/>
                  </a:cubicBezTo>
                  <a:cubicBezTo>
                    <a:pt x="3279" y="4311"/>
                    <a:pt x="3064" y="4139"/>
                    <a:pt x="2837" y="3987"/>
                  </a:cubicBezTo>
                  <a:cubicBezTo>
                    <a:pt x="2407" y="3647"/>
                    <a:pt x="1993" y="3285"/>
                    <a:pt x="1634" y="2866"/>
                  </a:cubicBezTo>
                  <a:cubicBezTo>
                    <a:pt x="1442" y="2670"/>
                    <a:pt x="1289" y="2436"/>
                    <a:pt x="1116" y="2221"/>
                  </a:cubicBezTo>
                  <a:lnTo>
                    <a:pt x="890" y="1875"/>
                  </a:lnTo>
                  <a:lnTo>
                    <a:pt x="777" y="1700"/>
                  </a:lnTo>
                  <a:lnTo>
                    <a:pt x="678" y="1517"/>
                  </a:lnTo>
                  <a:cubicBezTo>
                    <a:pt x="388" y="1046"/>
                    <a:pt x="195" y="524"/>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3"/>
            <p:cNvSpPr/>
            <p:nvPr/>
          </p:nvSpPr>
          <p:spPr>
            <a:xfrm>
              <a:off x="2747667" y="3135610"/>
              <a:ext cx="79518" cy="79328"/>
            </a:xfrm>
            <a:custGeom>
              <a:rect b="b" l="l" r="r" t="t"/>
              <a:pathLst>
                <a:path extrusionOk="0" h="3331" w="3339">
                  <a:moveTo>
                    <a:pt x="1527" y="0"/>
                  </a:moveTo>
                  <a:lnTo>
                    <a:pt x="1527" y="0"/>
                  </a:lnTo>
                  <a:cubicBezTo>
                    <a:pt x="673" y="73"/>
                    <a:pt x="0" y="789"/>
                    <a:pt x="0" y="1661"/>
                  </a:cubicBezTo>
                  <a:cubicBezTo>
                    <a:pt x="0" y="2580"/>
                    <a:pt x="750" y="3331"/>
                    <a:pt x="1669" y="3331"/>
                  </a:cubicBezTo>
                  <a:cubicBezTo>
                    <a:pt x="2590" y="3331"/>
                    <a:pt x="3339" y="2580"/>
                    <a:pt x="3339" y="1661"/>
                  </a:cubicBezTo>
                  <a:cubicBezTo>
                    <a:pt x="3339" y="1102"/>
                    <a:pt x="3061" y="608"/>
                    <a:pt x="2638" y="303"/>
                  </a:cubicBezTo>
                  <a:lnTo>
                    <a:pt x="2470" y="900"/>
                  </a:lnTo>
                  <a:cubicBezTo>
                    <a:pt x="2660" y="1097"/>
                    <a:pt x="2778" y="1365"/>
                    <a:pt x="2778" y="1661"/>
                  </a:cubicBezTo>
                  <a:cubicBezTo>
                    <a:pt x="2778" y="2272"/>
                    <a:pt x="2282" y="2770"/>
                    <a:pt x="1669" y="2770"/>
                  </a:cubicBezTo>
                  <a:cubicBezTo>
                    <a:pt x="1058" y="2770"/>
                    <a:pt x="561" y="2272"/>
                    <a:pt x="561" y="1661"/>
                  </a:cubicBezTo>
                  <a:cubicBezTo>
                    <a:pt x="562" y="1162"/>
                    <a:pt x="896" y="744"/>
                    <a:pt x="1353" y="606"/>
                  </a:cubicBezTo>
                  <a:lnTo>
                    <a:pt x="15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3"/>
            <p:cNvSpPr/>
            <p:nvPr/>
          </p:nvSpPr>
          <p:spPr>
            <a:xfrm>
              <a:off x="2850048" y="3000294"/>
              <a:ext cx="117360" cy="147177"/>
            </a:xfrm>
            <a:custGeom>
              <a:rect b="b" l="l" r="r" t="t"/>
              <a:pathLst>
                <a:path extrusionOk="0" h="6180" w="4928">
                  <a:moveTo>
                    <a:pt x="35" y="0"/>
                  </a:moveTo>
                  <a:lnTo>
                    <a:pt x="1" y="123"/>
                  </a:lnTo>
                  <a:lnTo>
                    <a:pt x="310" y="253"/>
                  </a:lnTo>
                  <a:lnTo>
                    <a:pt x="842" y="527"/>
                  </a:lnTo>
                  <a:cubicBezTo>
                    <a:pt x="1539" y="919"/>
                    <a:pt x="2179" y="1405"/>
                    <a:pt x="2733" y="1979"/>
                  </a:cubicBezTo>
                  <a:cubicBezTo>
                    <a:pt x="3291" y="2548"/>
                    <a:pt x="3759" y="3204"/>
                    <a:pt x="4132" y="3911"/>
                  </a:cubicBezTo>
                  <a:cubicBezTo>
                    <a:pt x="4501" y="4621"/>
                    <a:pt x="4765" y="5386"/>
                    <a:pt x="4927" y="6180"/>
                  </a:cubicBezTo>
                  <a:cubicBezTo>
                    <a:pt x="4903" y="5980"/>
                    <a:pt x="4877" y="5779"/>
                    <a:pt x="4846" y="5577"/>
                  </a:cubicBezTo>
                  <a:lnTo>
                    <a:pt x="4712" y="4980"/>
                  </a:lnTo>
                  <a:cubicBezTo>
                    <a:pt x="4654" y="4786"/>
                    <a:pt x="4587" y="4593"/>
                    <a:pt x="4524" y="4400"/>
                  </a:cubicBezTo>
                  <a:cubicBezTo>
                    <a:pt x="4449" y="4209"/>
                    <a:pt x="4368" y="4023"/>
                    <a:pt x="4289" y="3835"/>
                  </a:cubicBezTo>
                  <a:cubicBezTo>
                    <a:pt x="3947" y="3091"/>
                    <a:pt x="3469" y="2410"/>
                    <a:pt x="2898" y="1819"/>
                  </a:cubicBezTo>
                  <a:cubicBezTo>
                    <a:pt x="2326" y="1232"/>
                    <a:pt x="1659" y="734"/>
                    <a:pt x="926" y="370"/>
                  </a:cubicBezTo>
                  <a:lnTo>
                    <a:pt x="367" y="119"/>
                  </a:lnTo>
                  <a:lnTo>
                    <a:pt x="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3"/>
            <p:cNvSpPr/>
            <p:nvPr/>
          </p:nvSpPr>
          <p:spPr>
            <a:xfrm>
              <a:off x="2816635" y="2992268"/>
              <a:ext cx="7502" cy="1977"/>
            </a:xfrm>
            <a:custGeom>
              <a:rect b="b" l="l" r="r" t="t"/>
              <a:pathLst>
                <a:path extrusionOk="0" h="83" w="315">
                  <a:moveTo>
                    <a:pt x="0" y="0"/>
                  </a:moveTo>
                  <a:cubicBezTo>
                    <a:pt x="102" y="29"/>
                    <a:pt x="204" y="55"/>
                    <a:pt x="308" y="83"/>
                  </a:cubicBezTo>
                  <a:lnTo>
                    <a:pt x="315" y="54"/>
                  </a:lnTo>
                  <a:cubicBezTo>
                    <a:pt x="211" y="37"/>
                    <a:pt x="106" y="1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3"/>
            <p:cNvSpPr/>
            <p:nvPr/>
          </p:nvSpPr>
          <p:spPr>
            <a:xfrm>
              <a:off x="2607397" y="3223488"/>
              <a:ext cx="254106" cy="136722"/>
            </a:xfrm>
            <a:custGeom>
              <a:rect b="b" l="l" r="r" t="t"/>
              <a:pathLst>
                <a:path extrusionOk="0" h="5741" w="10670">
                  <a:moveTo>
                    <a:pt x="1" y="0"/>
                  </a:moveTo>
                  <a:lnTo>
                    <a:pt x="1" y="0"/>
                  </a:lnTo>
                  <a:cubicBezTo>
                    <a:pt x="273" y="1078"/>
                    <a:pt x="769" y="2119"/>
                    <a:pt x="1498" y="2976"/>
                  </a:cubicBezTo>
                  <a:lnTo>
                    <a:pt x="1772" y="3298"/>
                  </a:lnTo>
                  <a:lnTo>
                    <a:pt x="2072" y="3597"/>
                  </a:lnTo>
                  <a:cubicBezTo>
                    <a:pt x="2169" y="3697"/>
                    <a:pt x="2276" y="3791"/>
                    <a:pt x="2386" y="3880"/>
                  </a:cubicBezTo>
                  <a:cubicBezTo>
                    <a:pt x="2495" y="3969"/>
                    <a:pt x="2599" y="4065"/>
                    <a:pt x="2710" y="4151"/>
                  </a:cubicBezTo>
                  <a:cubicBezTo>
                    <a:pt x="2941" y="4311"/>
                    <a:pt x="3161" y="4490"/>
                    <a:pt x="3409" y="4627"/>
                  </a:cubicBezTo>
                  <a:cubicBezTo>
                    <a:pt x="3530" y="4699"/>
                    <a:pt x="3647" y="4778"/>
                    <a:pt x="3774" y="4843"/>
                  </a:cubicBezTo>
                  <a:lnTo>
                    <a:pt x="4153" y="5031"/>
                  </a:lnTo>
                  <a:cubicBezTo>
                    <a:pt x="4278" y="5097"/>
                    <a:pt x="4409" y="5144"/>
                    <a:pt x="4542" y="5195"/>
                  </a:cubicBezTo>
                  <a:cubicBezTo>
                    <a:pt x="4673" y="5243"/>
                    <a:pt x="4803" y="5300"/>
                    <a:pt x="4939" y="5344"/>
                  </a:cubicBezTo>
                  <a:cubicBezTo>
                    <a:pt x="5209" y="5418"/>
                    <a:pt x="5477" y="5515"/>
                    <a:pt x="5754" y="5562"/>
                  </a:cubicBezTo>
                  <a:cubicBezTo>
                    <a:pt x="5893" y="5590"/>
                    <a:pt x="6031" y="5621"/>
                    <a:pt x="6170" y="5645"/>
                  </a:cubicBezTo>
                  <a:lnTo>
                    <a:pt x="6589" y="5695"/>
                  </a:lnTo>
                  <a:cubicBezTo>
                    <a:pt x="6869" y="5741"/>
                    <a:pt x="7153" y="5724"/>
                    <a:pt x="7433" y="5736"/>
                  </a:cubicBezTo>
                  <a:cubicBezTo>
                    <a:pt x="7995" y="5728"/>
                    <a:pt x="8556" y="5660"/>
                    <a:pt x="9101" y="5530"/>
                  </a:cubicBezTo>
                  <a:cubicBezTo>
                    <a:pt x="9643" y="5392"/>
                    <a:pt x="10175" y="5203"/>
                    <a:pt x="10669" y="4948"/>
                  </a:cubicBezTo>
                  <a:lnTo>
                    <a:pt x="10669" y="4948"/>
                  </a:lnTo>
                  <a:cubicBezTo>
                    <a:pt x="9692" y="5348"/>
                    <a:pt x="8646" y="5559"/>
                    <a:pt x="7601" y="5559"/>
                  </a:cubicBezTo>
                  <a:cubicBezTo>
                    <a:pt x="7545" y="5559"/>
                    <a:pt x="7488" y="5559"/>
                    <a:pt x="7431" y="5558"/>
                  </a:cubicBezTo>
                  <a:cubicBezTo>
                    <a:pt x="6334" y="5524"/>
                    <a:pt x="5235" y="5300"/>
                    <a:pt x="4247" y="4820"/>
                  </a:cubicBezTo>
                  <a:lnTo>
                    <a:pt x="3879" y="4647"/>
                  </a:lnTo>
                  <a:cubicBezTo>
                    <a:pt x="3757" y="4584"/>
                    <a:pt x="3642" y="4509"/>
                    <a:pt x="3522" y="4441"/>
                  </a:cubicBezTo>
                  <a:cubicBezTo>
                    <a:pt x="3279" y="4311"/>
                    <a:pt x="3064" y="4139"/>
                    <a:pt x="2837" y="3987"/>
                  </a:cubicBezTo>
                  <a:cubicBezTo>
                    <a:pt x="2409" y="3647"/>
                    <a:pt x="1992" y="3285"/>
                    <a:pt x="1634" y="2866"/>
                  </a:cubicBezTo>
                  <a:cubicBezTo>
                    <a:pt x="1441" y="2670"/>
                    <a:pt x="1291" y="2436"/>
                    <a:pt x="1116" y="2221"/>
                  </a:cubicBezTo>
                  <a:lnTo>
                    <a:pt x="890" y="1875"/>
                  </a:lnTo>
                  <a:lnTo>
                    <a:pt x="777" y="1700"/>
                  </a:lnTo>
                  <a:lnTo>
                    <a:pt x="678" y="1517"/>
                  </a:lnTo>
                  <a:cubicBezTo>
                    <a:pt x="388" y="1046"/>
                    <a:pt x="195" y="524"/>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3"/>
            <p:cNvSpPr/>
            <p:nvPr/>
          </p:nvSpPr>
          <p:spPr>
            <a:xfrm>
              <a:off x="3245853" y="3263354"/>
              <a:ext cx="171420" cy="73588"/>
            </a:xfrm>
            <a:custGeom>
              <a:rect b="b" l="l" r="r" t="t"/>
              <a:pathLst>
                <a:path extrusionOk="0" h="3090" w="7198">
                  <a:moveTo>
                    <a:pt x="7061" y="0"/>
                  </a:moveTo>
                  <a:lnTo>
                    <a:pt x="5626" y="553"/>
                  </a:lnTo>
                  <a:lnTo>
                    <a:pt x="4441" y="1009"/>
                  </a:lnTo>
                  <a:lnTo>
                    <a:pt x="3984" y="1185"/>
                  </a:lnTo>
                  <a:lnTo>
                    <a:pt x="13" y="2717"/>
                  </a:lnTo>
                  <a:cubicBezTo>
                    <a:pt x="10" y="2718"/>
                    <a:pt x="4" y="2718"/>
                    <a:pt x="0" y="2718"/>
                  </a:cubicBezTo>
                  <a:cubicBezTo>
                    <a:pt x="18" y="2835"/>
                    <a:pt x="46" y="2957"/>
                    <a:pt x="99" y="3089"/>
                  </a:cubicBezTo>
                  <a:lnTo>
                    <a:pt x="1388" y="2594"/>
                  </a:lnTo>
                  <a:lnTo>
                    <a:pt x="4595" y="1357"/>
                  </a:lnTo>
                  <a:lnTo>
                    <a:pt x="7198" y="355"/>
                  </a:lnTo>
                  <a:cubicBezTo>
                    <a:pt x="7155" y="244"/>
                    <a:pt x="7108" y="124"/>
                    <a:pt x="70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3"/>
            <p:cNvSpPr/>
            <p:nvPr/>
          </p:nvSpPr>
          <p:spPr>
            <a:xfrm>
              <a:off x="3232993" y="3124132"/>
              <a:ext cx="167062" cy="200117"/>
            </a:xfrm>
            <a:custGeom>
              <a:rect b="b" l="l" r="r" t="t"/>
              <a:pathLst>
                <a:path extrusionOk="0" h="8403" w="7015">
                  <a:moveTo>
                    <a:pt x="1417" y="1"/>
                  </a:moveTo>
                  <a:cubicBezTo>
                    <a:pt x="1334" y="40"/>
                    <a:pt x="1255" y="82"/>
                    <a:pt x="1179" y="131"/>
                  </a:cubicBezTo>
                  <a:cubicBezTo>
                    <a:pt x="847" y="336"/>
                    <a:pt x="566" y="615"/>
                    <a:pt x="364" y="947"/>
                  </a:cubicBezTo>
                  <a:cubicBezTo>
                    <a:pt x="135" y="1320"/>
                    <a:pt x="1" y="1756"/>
                    <a:pt x="1" y="2224"/>
                  </a:cubicBezTo>
                  <a:cubicBezTo>
                    <a:pt x="1" y="3578"/>
                    <a:pt x="1103" y="4680"/>
                    <a:pt x="2456" y="4680"/>
                  </a:cubicBezTo>
                  <a:cubicBezTo>
                    <a:pt x="2712" y="4680"/>
                    <a:pt x="2957" y="4641"/>
                    <a:pt x="3188" y="4568"/>
                  </a:cubicBezTo>
                  <a:cubicBezTo>
                    <a:pt x="3247" y="4701"/>
                    <a:pt x="3342" y="4838"/>
                    <a:pt x="3456" y="4957"/>
                  </a:cubicBezTo>
                  <a:cubicBezTo>
                    <a:pt x="3449" y="4988"/>
                    <a:pt x="3436" y="5022"/>
                    <a:pt x="3425" y="5054"/>
                  </a:cubicBezTo>
                  <a:cubicBezTo>
                    <a:pt x="3504" y="5064"/>
                    <a:pt x="3581" y="5078"/>
                    <a:pt x="3658" y="5098"/>
                  </a:cubicBezTo>
                  <a:cubicBezTo>
                    <a:pt x="3889" y="5158"/>
                    <a:pt x="4109" y="5257"/>
                    <a:pt x="4307" y="5394"/>
                  </a:cubicBezTo>
                  <a:cubicBezTo>
                    <a:pt x="4342" y="5420"/>
                    <a:pt x="4352" y="5471"/>
                    <a:pt x="4326" y="5508"/>
                  </a:cubicBezTo>
                  <a:cubicBezTo>
                    <a:pt x="4310" y="5530"/>
                    <a:pt x="4286" y="5542"/>
                    <a:pt x="4260" y="5542"/>
                  </a:cubicBezTo>
                  <a:cubicBezTo>
                    <a:pt x="4243" y="5542"/>
                    <a:pt x="4227" y="5539"/>
                    <a:pt x="4213" y="5527"/>
                  </a:cubicBezTo>
                  <a:cubicBezTo>
                    <a:pt x="4068" y="5428"/>
                    <a:pt x="3911" y="5352"/>
                    <a:pt x="3748" y="5297"/>
                  </a:cubicBezTo>
                  <a:cubicBezTo>
                    <a:pt x="3626" y="5257"/>
                    <a:pt x="3498" y="5224"/>
                    <a:pt x="3370" y="5210"/>
                  </a:cubicBezTo>
                  <a:cubicBezTo>
                    <a:pt x="3367" y="5210"/>
                    <a:pt x="3362" y="5208"/>
                    <a:pt x="3359" y="5206"/>
                  </a:cubicBezTo>
                  <a:cubicBezTo>
                    <a:pt x="3295" y="5321"/>
                    <a:pt x="3208" y="5445"/>
                    <a:pt x="3101" y="5574"/>
                  </a:cubicBezTo>
                  <a:cubicBezTo>
                    <a:pt x="3385" y="5623"/>
                    <a:pt x="3655" y="5740"/>
                    <a:pt x="3885" y="5915"/>
                  </a:cubicBezTo>
                  <a:cubicBezTo>
                    <a:pt x="3921" y="5944"/>
                    <a:pt x="3927" y="5994"/>
                    <a:pt x="3898" y="6028"/>
                  </a:cubicBezTo>
                  <a:cubicBezTo>
                    <a:pt x="3882" y="6049"/>
                    <a:pt x="3858" y="6060"/>
                    <a:pt x="3833" y="6060"/>
                  </a:cubicBezTo>
                  <a:cubicBezTo>
                    <a:pt x="3816" y="6060"/>
                    <a:pt x="3799" y="6056"/>
                    <a:pt x="3783" y="6044"/>
                  </a:cubicBezTo>
                  <a:cubicBezTo>
                    <a:pt x="3558" y="5872"/>
                    <a:pt x="3294" y="5764"/>
                    <a:pt x="3013" y="5725"/>
                  </a:cubicBezTo>
                  <a:cubicBezTo>
                    <a:pt x="3002" y="5723"/>
                    <a:pt x="2991" y="5718"/>
                    <a:pt x="2981" y="5712"/>
                  </a:cubicBezTo>
                  <a:cubicBezTo>
                    <a:pt x="2889" y="5817"/>
                    <a:pt x="2785" y="5926"/>
                    <a:pt x="2675" y="6031"/>
                  </a:cubicBezTo>
                  <a:cubicBezTo>
                    <a:pt x="2910" y="6124"/>
                    <a:pt x="3135" y="6237"/>
                    <a:pt x="3346" y="6375"/>
                  </a:cubicBezTo>
                  <a:cubicBezTo>
                    <a:pt x="3385" y="6399"/>
                    <a:pt x="3394" y="6449"/>
                    <a:pt x="3370" y="6488"/>
                  </a:cubicBezTo>
                  <a:cubicBezTo>
                    <a:pt x="3360" y="6506"/>
                    <a:pt x="3336" y="6521"/>
                    <a:pt x="3307" y="6521"/>
                  </a:cubicBezTo>
                  <a:cubicBezTo>
                    <a:pt x="3291" y="6521"/>
                    <a:pt x="3278" y="6517"/>
                    <a:pt x="3263" y="6509"/>
                  </a:cubicBezTo>
                  <a:cubicBezTo>
                    <a:pt x="3051" y="6372"/>
                    <a:pt x="2819" y="6253"/>
                    <a:pt x="2579" y="6163"/>
                  </a:cubicBezTo>
                  <a:cubicBezTo>
                    <a:pt x="2573" y="6158"/>
                    <a:pt x="2565" y="6154"/>
                    <a:pt x="2558" y="6148"/>
                  </a:cubicBezTo>
                  <a:cubicBezTo>
                    <a:pt x="2064" y="6616"/>
                    <a:pt x="1490" y="7064"/>
                    <a:pt x="1180" y="7300"/>
                  </a:cubicBezTo>
                  <a:cubicBezTo>
                    <a:pt x="746" y="7631"/>
                    <a:pt x="510" y="7963"/>
                    <a:pt x="521" y="8402"/>
                  </a:cubicBezTo>
                  <a:lnTo>
                    <a:pt x="4457" y="6885"/>
                  </a:lnTo>
                  <a:lnTo>
                    <a:pt x="4913" y="6709"/>
                  </a:lnTo>
                  <a:lnTo>
                    <a:pt x="6031" y="6278"/>
                  </a:lnTo>
                  <a:cubicBezTo>
                    <a:pt x="5892" y="5859"/>
                    <a:pt x="5921" y="5466"/>
                    <a:pt x="6120" y="5127"/>
                  </a:cubicBezTo>
                  <a:cubicBezTo>
                    <a:pt x="6302" y="4825"/>
                    <a:pt x="6618" y="4576"/>
                    <a:pt x="7015" y="4422"/>
                  </a:cubicBezTo>
                  <a:cubicBezTo>
                    <a:pt x="6725" y="3812"/>
                    <a:pt x="6414" y="3335"/>
                    <a:pt x="6117" y="3335"/>
                  </a:cubicBezTo>
                  <a:cubicBezTo>
                    <a:pt x="6083" y="3335"/>
                    <a:pt x="6050" y="3341"/>
                    <a:pt x="6016" y="3354"/>
                  </a:cubicBezTo>
                  <a:cubicBezTo>
                    <a:pt x="5791" y="3441"/>
                    <a:pt x="5955" y="3774"/>
                    <a:pt x="5963" y="4101"/>
                  </a:cubicBezTo>
                  <a:cubicBezTo>
                    <a:pt x="5969" y="4333"/>
                    <a:pt x="5897" y="4560"/>
                    <a:pt x="5550" y="4693"/>
                  </a:cubicBezTo>
                  <a:cubicBezTo>
                    <a:pt x="5459" y="4728"/>
                    <a:pt x="5369" y="4742"/>
                    <a:pt x="5283" y="4742"/>
                  </a:cubicBezTo>
                  <a:cubicBezTo>
                    <a:pt x="4967" y="4742"/>
                    <a:pt x="4702" y="4545"/>
                    <a:pt x="4636" y="4461"/>
                  </a:cubicBezTo>
                  <a:cubicBezTo>
                    <a:pt x="4579" y="4388"/>
                    <a:pt x="4417" y="4164"/>
                    <a:pt x="4117" y="4027"/>
                  </a:cubicBezTo>
                  <a:cubicBezTo>
                    <a:pt x="3994" y="3970"/>
                    <a:pt x="3846" y="3931"/>
                    <a:pt x="3671" y="3923"/>
                  </a:cubicBezTo>
                  <a:cubicBezTo>
                    <a:pt x="3649" y="3921"/>
                    <a:pt x="3629" y="3920"/>
                    <a:pt x="3607" y="3920"/>
                  </a:cubicBezTo>
                  <a:cubicBezTo>
                    <a:pt x="3595" y="3920"/>
                    <a:pt x="3587" y="3918"/>
                    <a:pt x="3574" y="3918"/>
                  </a:cubicBezTo>
                  <a:cubicBezTo>
                    <a:pt x="3388" y="3921"/>
                    <a:pt x="3268" y="3976"/>
                    <a:pt x="3198" y="4057"/>
                  </a:cubicBezTo>
                  <a:lnTo>
                    <a:pt x="3072" y="3774"/>
                  </a:lnTo>
                  <a:cubicBezTo>
                    <a:pt x="2882" y="3848"/>
                    <a:pt x="2675" y="3890"/>
                    <a:pt x="2458" y="3890"/>
                  </a:cubicBezTo>
                  <a:cubicBezTo>
                    <a:pt x="1539" y="3890"/>
                    <a:pt x="788" y="3142"/>
                    <a:pt x="788" y="2221"/>
                  </a:cubicBezTo>
                  <a:cubicBezTo>
                    <a:pt x="788" y="1973"/>
                    <a:pt x="845" y="1735"/>
                    <a:pt x="942" y="1524"/>
                  </a:cubicBezTo>
                  <a:cubicBezTo>
                    <a:pt x="1116" y="1152"/>
                    <a:pt x="1419" y="855"/>
                    <a:pt x="1796" y="690"/>
                  </a:cubicBezTo>
                  <a:cubicBezTo>
                    <a:pt x="1767" y="638"/>
                    <a:pt x="1740" y="584"/>
                    <a:pt x="1709" y="532"/>
                  </a:cubicBezTo>
                  <a:cubicBezTo>
                    <a:pt x="1613" y="357"/>
                    <a:pt x="1516" y="179"/>
                    <a:pt x="14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3"/>
            <p:cNvSpPr/>
            <p:nvPr/>
          </p:nvSpPr>
          <p:spPr>
            <a:xfrm>
              <a:off x="3377312" y="3232871"/>
              <a:ext cx="35341" cy="39271"/>
            </a:xfrm>
            <a:custGeom>
              <a:rect b="b" l="l" r="r" t="t"/>
              <a:pathLst>
                <a:path extrusionOk="0" h="1649" w="1484">
                  <a:moveTo>
                    <a:pt x="1023" y="0"/>
                  </a:moveTo>
                  <a:cubicBezTo>
                    <a:pt x="1021" y="0"/>
                    <a:pt x="1021" y="2"/>
                    <a:pt x="1020" y="2"/>
                  </a:cubicBezTo>
                  <a:cubicBezTo>
                    <a:pt x="655" y="146"/>
                    <a:pt x="365" y="371"/>
                    <a:pt x="203" y="642"/>
                  </a:cubicBezTo>
                  <a:cubicBezTo>
                    <a:pt x="25" y="939"/>
                    <a:pt x="0" y="1279"/>
                    <a:pt x="123" y="1648"/>
                  </a:cubicBezTo>
                  <a:lnTo>
                    <a:pt x="1483" y="1125"/>
                  </a:lnTo>
                  <a:cubicBezTo>
                    <a:pt x="1344" y="757"/>
                    <a:pt x="1188" y="363"/>
                    <a:pt x="1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3"/>
            <p:cNvSpPr/>
            <p:nvPr/>
          </p:nvSpPr>
          <p:spPr>
            <a:xfrm>
              <a:off x="2971171" y="2135476"/>
              <a:ext cx="60371" cy="57656"/>
            </a:xfrm>
            <a:custGeom>
              <a:rect b="b" l="l" r="r" t="t"/>
              <a:pathLst>
                <a:path extrusionOk="0" h="2421" w="2535">
                  <a:moveTo>
                    <a:pt x="0" y="1"/>
                  </a:moveTo>
                  <a:cubicBezTo>
                    <a:pt x="1" y="1"/>
                    <a:pt x="2" y="1"/>
                    <a:pt x="3" y="1"/>
                  </a:cubicBezTo>
                  <a:lnTo>
                    <a:pt x="3" y="1"/>
                  </a:lnTo>
                  <a:cubicBezTo>
                    <a:pt x="2" y="1"/>
                    <a:pt x="1" y="1"/>
                    <a:pt x="0" y="1"/>
                  </a:cubicBezTo>
                  <a:close/>
                  <a:moveTo>
                    <a:pt x="3" y="1"/>
                  </a:moveTo>
                  <a:lnTo>
                    <a:pt x="3" y="1"/>
                  </a:lnTo>
                  <a:cubicBezTo>
                    <a:pt x="4" y="3"/>
                    <a:pt x="6" y="4"/>
                    <a:pt x="7" y="6"/>
                  </a:cubicBezTo>
                  <a:cubicBezTo>
                    <a:pt x="44" y="25"/>
                    <a:pt x="80" y="48"/>
                    <a:pt x="120" y="72"/>
                  </a:cubicBezTo>
                  <a:cubicBezTo>
                    <a:pt x="752" y="463"/>
                    <a:pt x="1751" y="1320"/>
                    <a:pt x="2186" y="2253"/>
                  </a:cubicBezTo>
                  <a:lnTo>
                    <a:pt x="2188" y="2255"/>
                  </a:lnTo>
                  <a:cubicBezTo>
                    <a:pt x="2264" y="2294"/>
                    <a:pt x="2339" y="2328"/>
                    <a:pt x="2413" y="2364"/>
                  </a:cubicBezTo>
                  <a:cubicBezTo>
                    <a:pt x="2454" y="2381"/>
                    <a:pt x="2493" y="2404"/>
                    <a:pt x="2533" y="2420"/>
                  </a:cubicBezTo>
                  <a:lnTo>
                    <a:pt x="2535" y="2420"/>
                  </a:lnTo>
                  <a:cubicBezTo>
                    <a:pt x="2457" y="2132"/>
                    <a:pt x="2331" y="1860"/>
                    <a:pt x="2169" y="1605"/>
                  </a:cubicBezTo>
                  <a:cubicBezTo>
                    <a:pt x="1934" y="1237"/>
                    <a:pt x="1624" y="913"/>
                    <a:pt x="1268" y="646"/>
                  </a:cubicBezTo>
                  <a:cubicBezTo>
                    <a:pt x="969" y="422"/>
                    <a:pt x="644" y="242"/>
                    <a:pt x="305" y="109"/>
                  </a:cubicBezTo>
                  <a:cubicBezTo>
                    <a:pt x="204" y="69"/>
                    <a:pt x="106" y="32"/>
                    <a:pt x="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3"/>
            <p:cNvSpPr/>
            <p:nvPr/>
          </p:nvSpPr>
          <p:spPr>
            <a:xfrm>
              <a:off x="2933853" y="2161839"/>
              <a:ext cx="51202" cy="48916"/>
            </a:xfrm>
            <a:custGeom>
              <a:rect b="b" l="l" r="r" t="t"/>
              <a:pathLst>
                <a:path extrusionOk="0" h="2054" w="2150">
                  <a:moveTo>
                    <a:pt x="0" y="1"/>
                  </a:moveTo>
                  <a:lnTo>
                    <a:pt x="0" y="1"/>
                  </a:lnTo>
                  <a:cubicBezTo>
                    <a:pt x="1" y="1"/>
                    <a:pt x="3" y="1"/>
                    <a:pt x="4" y="2"/>
                  </a:cubicBezTo>
                  <a:lnTo>
                    <a:pt x="4" y="2"/>
                  </a:lnTo>
                  <a:cubicBezTo>
                    <a:pt x="3" y="1"/>
                    <a:pt x="1" y="1"/>
                    <a:pt x="0" y="1"/>
                  </a:cubicBezTo>
                  <a:close/>
                  <a:moveTo>
                    <a:pt x="4" y="2"/>
                  </a:moveTo>
                  <a:lnTo>
                    <a:pt x="4" y="2"/>
                  </a:lnTo>
                  <a:cubicBezTo>
                    <a:pt x="4" y="2"/>
                    <a:pt x="5" y="2"/>
                    <a:pt x="5" y="2"/>
                  </a:cubicBezTo>
                  <a:cubicBezTo>
                    <a:pt x="532" y="302"/>
                    <a:pt x="1463" y="1072"/>
                    <a:pt x="1854" y="1913"/>
                  </a:cubicBezTo>
                  <a:lnTo>
                    <a:pt x="1856" y="1915"/>
                  </a:lnTo>
                  <a:cubicBezTo>
                    <a:pt x="1919" y="1947"/>
                    <a:pt x="1984" y="1978"/>
                    <a:pt x="2047" y="2005"/>
                  </a:cubicBezTo>
                  <a:cubicBezTo>
                    <a:pt x="2081" y="2022"/>
                    <a:pt x="2113" y="2039"/>
                    <a:pt x="2147" y="2054"/>
                  </a:cubicBezTo>
                  <a:lnTo>
                    <a:pt x="2149" y="2054"/>
                  </a:lnTo>
                  <a:cubicBezTo>
                    <a:pt x="2083" y="1809"/>
                    <a:pt x="1976" y="1576"/>
                    <a:pt x="1836" y="1362"/>
                  </a:cubicBezTo>
                  <a:cubicBezTo>
                    <a:pt x="1639" y="1054"/>
                    <a:pt x="1378" y="780"/>
                    <a:pt x="1079" y="553"/>
                  </a:cubicBezTo>
                  <a:cubicBezTo>
                    <a:pt x="755" y="308"/>
                    <a:pt x="385" y="115"/>
                    <a:pt x="4" y="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3"/>
            <p:cNvSpPr/>
            <p:nvPr/>
          </p:nvSpPr>
          <p:spPr>
            <a:xfrm>
              <a:off x="2900726" y="2191203"/>
              <a:ext cx="40867" cy="39057"/>
            </a:xfrm>
            <a:custGeom>
              <a:rect b="b" l="l" r="r" t="t"/>
              <a:pathLst>
                <a:path extrusionOk="0" h="1640" w="1716">
                  <a:moveTo>
                    <a:pt x="1" y="1"/>
                  </a:moveTo>
                  <a:lnTo>
                    <a:pt x="1" y="1"/>
                  </a:lnTo>
                  <a:cubicBezTo>
                    <a:pt x="2" y="1"/>
                    <a:pt x="3" y="2"/>
                    <a:pt x="4" y="2"/>
                  </a:cubicBezTo>
                  <a:lnTo>
                    <a:pt x="4" y="2"/>
                  </a:lnTo>
                  <a:cubicBezTo>
                    <a:pt x="3" y="1"/>
                    <a:pt x="2" y="1"/>
                    <a:pt x="1" y="1"/>
                  </a:cubicBezTo>
                  <a:close/>
                  <a:moveTo>
                    <a:pt x="4" y="2"/>
                  </a:moveTo>
                  <a:cubicBezTo>
                    <a:pt x="4" y="2"/>
                    <a:pt x="5" y="3"/>
                    <a:pt x="5" y="3"/>
                  </a:cubicBezTo>
                  <a:cubicBezTo>
                    <a:pt x="425" y="242"/>
                    <a:pt x="1169" y="857"/>
                    <a:pt x="1480" y="1526"/>
                  </a:cubicBezTo>
                  <a:lnTo>
                    <a:pt x="1480" y="1529"/>
                  </a:lnTo>
                  <a:cubicBezTo>
                    <a:pt x="1530" y="1555"/>
                    <a:pt x="1581" y="1578"/>
                    <a:pt x="1633" y="1602"/>
                  </a:cubicBezTo>
                  <a:cubicBezTo>
                    <a:pt x="1658" y="1613"/>
                    <a:pt x="1684" y="1628"/>
                    <a:pt x="1714" y="1639"/>
                  </a:cubicBezTo>
                  <a:lnTo>
                    <a:pt x="1715" y="1639"/>
                  </a:lnTo>
                  <a:cubicBezTo>
                    <a:pt x="1660" y="1443"/>
                    <a:pt x="1576" y="1259"/>
                    <a:pt x="1466" y="1087"/>
                  </a:cubicBezTo>
                  <a:cubicBezTo>
                    <a:pt x="1307" y="837"/>
                    <a:pt x="1091" y="615"/>
                    <a:pt x="847" y="430"/>
                  </a:cubicBezTo>
                  <a:cubicBezTo>
                    <a:pt x="591" y="241"/>
                    <a:pt x="304" y="93"/>
                    <a:pt x="4" y="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3"/>
            <p:cNvSpPr/>
            <p:nvPr/>
          </p:nvSpPr>
          <p:spPr>
            <a:xfrm>
              <a:off x="2905941" y="2148574"/>
              <a:ext cx="1834" cy="1905"/>
            </a:xfrm>
            <a:custGeom>
              <a:rect b="b" l="l" r="r" t="t"/>
              <a:pathLst>
                <a:path extrusionOk="0" h="80" w="77">
                  <a:moveTo>
                    <a:pt x="76" y="0"/>
                  </a:moveTo>
                  <a:cubicBezTo>
                    <a:pt x="71" y="4"/>
                    <a:pt x="67" y="9"/>
                    <a:pt x="63" y="14"/>
                  </a:cubicBezTo>
                  <a:lnTo>
                    <a:pt x="63" y="14"/>
                  </a:lnTo>
                  <a:lnTo>
                    <a:pt x="76" y="0"/>
                  </a:lnTo>
                  <a:close/>
                  <a:moveTo>
                    <a:pt x="63" y="14"/>
                  </a:moveTo>
                  <a:lnTo>
                    <a:pt x="46" y="31"/>
                  </a:lnTo>
                  <a:cubicBezTo>
                    <a:pt x="30" y="47"/>
                    <a:pt x="15" y="63"/>
                    <a:pt x="0" y="79"/>
                  </a:cubicBezTo>
                  <a:cubicBezTo>
                    <a:pt x="20" y="62"/>
                    <a:pt x="38" y="41"/>
                    <a:pt x="55" y="23"/>
                  </a:cubicBezTo>
                  <a:cubicBezTo>
                    <a:pt x="58" y="20"/>
                    <a:pt x="60" y="17"/>
                    <a:pt x="63" y="1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3"/>
            <p:cNvSpPr/>
            <p:nvPr/>
          </p:nvSpPr>
          <p:spPr>
            <a:xfrm>
              <a:off x="2937806" y="2123973"/>
              <a:ext cx="1548" cy="929"/>
            </a:xfrm>
            <a:custGeom>
              <a:rect b="b" l="l" r="r" t="t"/>
              <a:pathLst>
                <a:path extrusionOk="0" h="39" w="65">
                  <a:moveTo>
                    <a:pt x="64" y="1"/>
                  </a:moveTo>
                  <a:cubicBezTo>
                    <a:pt x="58" y="4"/>
                    <a:pt x="50" y="10"/>
                    <a:pt x="38" y="14"/>
                  </a:cubicBezTo>
                  <a:cubicBezTo>
                    <a:pt x="27" y="22"/>
                    <a:pt x="12" y="30"/>
                    <a:pt x="1" y="38"/>
                  </a:cubicBezTo>
                  <a:cubicBezTo>
                    <a:pt x="14" y="30"/>
                    <a:pt x="30" y="20"/>
                    <a:pt x="45" y="12"/>
                  </a:cubicBezTo>
                  <a:cubicBezTo>
                    <a:pt x="51" y="9"/>
                    <a:pt x="59" y="4"/>
                    <a:pt x="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3"/>
            <p:cNvSpPr/>
            <p:nvPr/>
          </p:nvSpPr>
          <p:spPr>
            <a:xfrm>
              <a:off x="2913110" y="2141191"/>
              <a:ext cx="2453" cy="2191"/>
            </a:xfrm>
            <a:custGeom>
              <a:rect b="b" l="l" r="r" t="t"/>
              <a:pathLst>
                <a:path extrusionOk="0" h="92" w="103">
                  <a:moveTo>
                    <a:pt x="103" y="1"/>
                  </a:moveTo>
                  <a:cubicBezTo>
                    <a:pt x="95" y="8"/>
                    <a:pt x="87" y="15"/>
                    <a:pt x="79" y="22"/>
                  </a:cubicBezTo>
                  <a:lnTo>
                    <a:pt x="79" y="22"/>
                  </a:lnTo>
                  <a:cubicBezTo>
                    <a:pt x="86" y="16"/>
                    <a:pt x="95" y="8"/>
                    <a:pt x="103" y="1"/>
                  </a:cubicBezTo>
                  <a:close/>
                  <a:moveTo>
                    <a:pt x="79" y="22"/>
                  </a:moveTo>
                  <a:lnTo>
                    <a:pt x="79" y="22"/>
                  </a:lnTo>
                  <a:cubicBezTo>
                    <a:pt x="78" y="22"/>
                    <a:pt x="78" y="23"/>
                    <a:pt x="77" y="23"/>
                  </a:cubicBezTo>
                  <a:cubicBezTo>
                    <a:pt x="51" y="44"/>
                    <a:pt x="27" y="67"/>
                    <a:pt x="1" y="91"/>
                  </a:cubicBezTo>
                  <a:cubicBezTo>
                    <a:pt x="17" y="77"/>
                    <a:pt x="33" y="64"/>
                    <a:pt x="49" y="48"/>
                  </a:cubicBezTo>
                  <a:cubicBezTo>
                    <a:pt x="59" y="39"/>
                    <a:pt x="69" y="30"/>
                    <a:pt x="79" y="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3"/>
            <p:cNvSpPr/>
            <p:nvPr/>
          </p:nvSpPr>
          <p:spPr>
            <a:xfrm>
              <a:off x="2876149" y="2190988"/>
              <a:ext cx="143" cy="214"/>
            </a:xfrm>
            <a:custGeom>
              <a:rect b="b" l="l" r="r" t="t"/>
              <a:pathLst>
                <a:path extrusionOk="0" h="9" w="6">
                  <a:moveTo>
                    <a:pt x="5" y="0"/>
                  </a:moveTo>
                  <a:cubicBezTo>
                    <a:pt x="2" y="2"/>
                    <a:pt x="2" y="3"/>
                    <a:pt x="0" y="8"/>
                  </a:cubicBezTo>
                  <a:cubicBezTo>
                    <a:pt x="2" y="3"/>
                    <a:pt x="5" y="2"/>
                    <a:pt x="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3"/>
            <p:cNvSpPr/>
            <p:nvPr/>
          </p:nvSpPr>
          <p:spPr>
            <a:xfrm>
              <a:off x="2889771" y="2167316"/>
              <a:ext cx="1667" cy="2262"/>
            </a:xfrm>
            <a:custGeom>
              <a:rect b="b" l="l" r="r" t="t"/>
              <a:pathLst>
                <a:path extrusionOk="0" h="95" w="70">
                  <a:moveTo>
                    <a:pt x="70" y="1"/>
                  </a:moveTo>
                  <a:lnTo>
                    <a:pt x="70" y="1"/>
                  </a:lnTo>
                  <a:cubicBezTo>
                    <a:pt x="69" y="2"/>
                    <a:pt x="68" y="4"/>
                    <a:pt x="67" y="6"/>
                  </a:cubicBezTo>
                  <a:lnTo>
                    <a:pt x="67" y="6"/>
                  </a:lnTo>
                  <a:cubicBezTo>
                    <a:pt x="68" y="4"/>
                    <a:pt x="69" y="2"/>
                    <a:pt x="70" y="1"/>
                  </a:cubicBezTo>
                  <a:close/>
                  <a:moveTo>
                    <a:pt x="67" y="6"/>
                  </a:moveTo>
                  <a:cubicBezTo>
                    <a:pt x="58" y="18"/>
                    <a:pt x="48" y="30"/>
                    <a:pt x="38" y="41"/>
                  </a:cubicBezTo>
                  <a:cubicBezTo>
                    <a:pt x="29" y="57"/>
                    <a:pt x="17" y="69"/>
                    <a:pt x="8" y="83"/>
                  </a:cubicBezTo>
                  <a:lnTo>
                    <a:pt x="8" y="83"/>
                  </a:lnTo>
                  <a:cubicBezTo>
                    <a:pt x="28" y="59"/>
                    <a:pt x="48" y="32"/>
                    <a:pt x="67" y="6"/>
                  </a:cubicBezTo>
                  <a:close/>
                  <a:moveTo>
                    <a:pt x="8" y="83"/>
                  </a:moveTo>
                  <a:cubicBezTo>
                    <a:pt x="6" y="86"/>
                    <a:pt x="4" y="88"/>
                    <a:pt x="2" y="90"/>
                  </a:cubicBezTo>
                  <a:cubicBezTo>
                    <a:pt x="2" y="93"/>
                    <a:pt x="0" y="93"/>
                    <a:pt x="0" y="95"/>
                  </a:cubicBezTo>
                  <a:cubicBezTo>
                    <a:pt x="3" y="91"/>
                    <a:pt x="5" y="87"/>
                    <a:pt x="8" y="8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3"/>
            <p:cNvSpPr/>
            <p:nvPr/>
          </p:nvSpPr>
          <p:spPr>
            <a:xfrm>
              <a:off x="2924803" y="2131594"/>
              <a:ext cx="2691" cy="1977"/>
            </a:xfrm>
            <a:custGeom>
              <a:rect b="b" l="l" r="r" t="t"/>
              <a:pathLst>
                <a:path extrusionOk="0" h="83" w="113">
                  <a:moveTo>
                    <a:pt x="113" y="0"/>
                  </a:moveTo>
                  <a:cubicBezTo>
                    <a:pt x="110" y="2"/>
                    <a:pt x="108" y="3"/>
                    <a:pt x="106" y="5"/>
                  </a:cubicBezTo>
                  <a:lnTo>
                    <a:pt x="106" y="5"/>
                  </a:lnTo>
                  <a:cubicBezTo>
                    <a:pt x="108" y="3"/>
                    <a:pt x="110" y="2"/>
                    <a:pt x="113" y="0"/>
                  </a:cubicBezTo>
                  <a:close/>
                  <a:moveTo>
                    <a:pt x="106" y="5"/>
                  </a:moveTo>
                  <a:cubicBezTo>
                    <a:pt x="100" y="8"/>
                    <a:pt x="95" y="11"/>
                    <a:pt x="90" y="16"/>
                  </a:cubicBezTo>
                  <a:cubicBezTo>
                    <a:pt x="89" y="17"/>
                    <a:pt x="89" y="17"/>
                    <a:pt x="88" y="17"/>
                  </a:cubicBezTo>
                  <a:lnTo>
                    <a:pt x="88" y="17"/>
                  </a:lnTo>
                  <a:cubicBezTo>
                    <a:pt x="94" y="13"/>
                    <a:pt x="100" y="9"/>
                    <a:pt x="106" y="5"/>
                  </a:cubicBezTo>
                  <a:close/>
                  <a:moveTo>
                    <a:pt x="88" y="17"/>
                  </a:moveTo>
                  <a:cubicBezTo>
                    <a:pt x="62" y="36"/>
                    <a:pt x="36" y="56"/>
                    <a:pt x="12" y="75"/>
                  </a:cubicBezTo>
                  <a:cubicBezTo>
                    <a:pt x="11" y="75"/>
                    <a:pt x="10" y="76"/>
                    <a:pt x="9" y="77"/>
                  </a:cubicBezTo>
                  <a:lnTo>
                    <a:pt x="9" y="77"/>
                  </a:lnTo>
                  <a:cubicBezTo>
                    <a:pt x="36" y="58"/>
                    <a:pt x="62" y="38"/>
                    <a:pt x="88" y="17"/>
                  </a:cubicBezTo>
                  <a:close/>
                  <a:moveTo>
                    <a:pt x="9" y="77"/>
                  </a:moveTo>
                  <a:cubicBezTo>
                    <a:pt x="6" y="79"/>
                    <a:pt x="4" y="81"/>
                    <a:pt x="1" y="83"/>
                  </a:cubicBezTo>
                  <a:cubicBezTo>
                    <a:pt x="4" y="81"/>
                    <a:pt x="6" y="79"/>
                    <a:pt x="9" y="7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3"/>
            <p:cNvSpPr/>
            <p:nvPr/>
          </p:nvSpPr>
          <p:spPr>
            <a:xfrm>
              <a:off x="2894772" y="2160648"/>
              <a:ext cx="2048" cy="2453"/>
            </a:xfrm>
            <a:custGeom>
              <a:rect b="b" l="l" r="r" t="t"/>
              <a:pathLst>
                <a:path extrusionOk="0" h="103" w="86">
                  <a:moveTo>
                    <a:pt x="85" y="0"/>
                  </a:moveTo>
                  <a:cubicBezTo>
                    <a:pt x="74" y="13"/>
                    <a:pt x="59" y="28"/>
                    <a:pt x="48" y="42"/>
                  </a:cubicBezTo>
                  <a:cubicBezTo>
                    <a:pt x="41" y="52"/>
                    <a:pt x="35" y="60"/>
                    <a:pt x="27" y="70"/>
                  </a:cubicBezTo>
                  <a:cubicBezTo>
                    <a:pt x="25" y="73"/>
                    <a:pt x="23" y="75"/>
                    <a:pt x="21" y="78"/>
                  </a:cubicBezTo>
                  <a:lnTo>
                    <a:pt x="21" y="78"/>
                  </a:lnTo>
                  <a:lnTo>
                    <a:pt x="85" y="0"/>
                  </a:lnTo>
                  <a:close/>
                  <a:moveTo>
                    <a:pt x="21" y="78"/>
                  </a:moveTo>
                  <a:lnTo>
                    <a:pt x="1" y="102"/>
                  </a:lnTo>
                  <a:cubicBezTo>
                    <a:pt x="8" y="95"/>
                    <a:pt x="15" y="86"/>
                    <a:pt x="21" y="7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3"/>
            <p:cNvSpPr/>
            <p:nvPr/>
          </p:nvSpPr>
          <p:spPr>
            <a:xfrm>
              <a:off x="2885056" y="2175199"/>
              <a:ext cx="762" cy="1024"/>
            </a:xfrm>
            <a:custGeom>
              <a:rect b="b" l="l" r="r" t="t"/>
              <a:pathLst>
                <a:path extrusionOk="0" h="43" w="32">
                  <a:moveTo>
                    <a:pt x="31" y="0"/>
                  </a:moveTo>
                  <a:cubicBezTo>
                    <a:pt x="30" y="2"/>
                    <a:pt x="26" y="7"/>
                    <a:pt x="25" y="8"/>
                  </a:cubicBezTo>
                  <a:cubicBezTo>
                    <a:pt x="21" y="15"/>
                    <a:pt x="17" y="20"/>
                    <a:pt x="13" y="26"/>
                  </a:cubicBezTo>
                  <a:lnTo>
                    <a:pt x="13" y="26"/>
                  </a:lnTo>
                  <a:cubicBezTo>
                    <a:pt x="16" y="22"/>
                    <a:pt x="19" y="18"/>
                    <a:pt x="22" y="15"/>
                  </a:cubicBezTo>
                  <a:cubicBezTo>
                    <a:pt x="25" y="8"/>
                    <a:pt x="30" y="5"/>
                    <a:pt x="31" y="0"/>
                  </a:cubicBezTo>
                  <a:close/>
                  <a:moveTo>
                    <a:pt x="13" y="26"/>
                  </a:moveTo>
                  <a:lnTo>
                    <a:pt x="13" y="26"/>
                  </a:lnTo>
                  <a:cubicBezTo>
                    <a:pt x="9" y="31"/>
                    <a:pt x="4" y="37"/>
                    <a:pt x="1" y="42"/>
                  </a:cubicBezTo>
                  <a:cubicBezTo>
                    <a:pt x="5" y="37"/>
                    <a:pt x="9" y="31"/>
                    <a:pt x="13" y="2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3"/>
            <p:cNvSpPr/>
            <p:nvPr/>
          </p:nvSpPr>
          <p:spPr>
            <a:xfrm>
              <a:off x="2900059" y="2154385"/>
              <a:ext cx="2191" cy="2501"/>
            </a:xfrm>
            <a:custGeom>
              <a:rect b="b" l="l" r="r" t="t"/>
              <a:pathLst>
                <a:path extrusionOk="0" h="105" w="92">
                  <a:moveTo>
                    <a:pt x="92" y="1"/>
                  </a:moveTo>
                  <a:lnTo>
                    <a:pt x="92" y="1"/>
                  </a:lnTo>
                  <a:cubicBezTo>
                    <a:pt x="87" y="6"/>
                    <a:pt x="82" y="9"/>
                    <a:pt x="79" y="15"/>
                  </a:cubicBezTo>
                  <a:cubicBezTo>
                    <a:pt x="72" y="22"/>
                    <a:pt x="66" y="28"/>
                    <a:pt x="63" y="33"/>
                  </a:cubicBezTo>
                  <a:cubicBezTo>
                    <a:pt x="42" y="56"/>
                    <a:pt x="22" y="80"/>
                    <a:pt x="1" y="105"/>
                  </a:cubicBezTo>
                  <a:lnTo>
                    <a:pt x="9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3"/>
            <p:cNvSpPr/>
            <p:nvPr/>
          </p:nvSpPr>
          <p:spPr>
            <a:xfrm>
              <a:off x="2918944" y="2136071"/>
              <a:ext cx="2691" cy="2215"/>
            </a:xfrm>
            <a:custGeom>
              <a:rect b="b" l="l" r="r" t="t"/>
              <a:pathLst>
                <a:path extrusionOk="0" h="93" w="113">
                  <a:moveTo>
                    <a:pt x="112" y="0"/>
                  </a:moveTo>
                  <a:cubicBezTo>
                    <a:pt x="111" y="1"/>
                    <a:pt x="109" y="2"/>
                    <a:pt x="108" y="4"/>
                  </a:cubicBezTo>
                  <a:lnTo>
                    <a:pt x="108" y="4"/>
                  </a:lnTo>
                  <a:cubicBezTo>
                    <a:pt x="109" y="2"/>
                    <a:pt x="111" y="1"/>
                    <a:pt x="112" y="0"/>
                  </a:cubicBezTo>
                  <a:close/>
                  <a:moveTo>
                    <a:pt x="108" y="4"/>
                  </a:moveTo>
                  <a:lnTo>
                    <a:pt x="108" y="4"/>
                  </a:lnTo>
                  <a:cubicBezTo>
                    <a:pt x="100" y="9"/>
                    <a:pt x="91" y="16"/>
                    <a:pt x="85" y="21"/>
                  </a:cubicBezTo>
                  <a:cubicBezTo>
                    <a:pt x="57" y="45"/>
                    <a:pt x="28" y="68"/>
                    <a:pt x="0" y="92"/>
                  </a:cubicBezTo>
                  <a:lnTo>
                    <a:pt x="31" y="68"/>
                  </a:lnTo>
                  <a:cubicBezTo>
                    <a:pt x="56" y="47"/>
                    <a:pt x="80" y="25"/>
                    <a:pt x="108" y="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3"/>
            <p:cNvSpPr/>
            <p:nvPr/>
          </p:nvSpPr>
          <p:spPr>
            <a:xfrm>
              <a:off x="2930900" y="2127569"/>
              <a:ext cx="2501" cy="1691"/>
            </a:xfrm>
            <a:custGeom>
              <a:rect b="b" l="l" r="r" t="t"/>
              <a:pathLst>
                <a:path extrusionOk="0" h="71" w="105">
                  <a:moveTo>
                    <a:pt x="105" y="0"/>
                  </a:moveTo>
                  <a:lnTo>
                    <a:pt x="105" y="0"/>
                  </a:lnTo>
                  <a:cubicBezTo>
                    <a:pt x="103" y="2"/>
                    <a:pt x="101" y="3"/>
                    <a:pt x="99" y="4"/>
                  </a:cubicBezTo>
                  <a:lnTo>
                    <a:pt x="99" y="4"/>
                  </a:lnTo>
                  <a:cubicBezTo>
                    <a:pt x="101" y="3"/>
                    <a:pt x="103" y="2"/>
                    <a:pt x="105" y="0"/>
                  </a:cubicBezTo>
                  <a:close/>
                  <a:moveTo>
                    <a:pt x="99" y="4"/>
                  </a:moveTo>
                  <a:lnTo>
                    <a:pt x="99" y="4"/>
                  </a:lnTo>
                  <a:cubicBezTo>
                    <a:pt x="95" y="6"/>
                    <a:pt x="90" y="8"/>
                    <a:pt x="85" y="12"/>
                  </a:cubicBezTo>
                  <a:cubicBezTo>
                    <a:pt x="64" y="25"/>
                    <a:pt x="41" y="41"/>
                    <a:pt x="17" y="57"/>
                  </a:cubicBezTo>
                  <a:cubicBezTo>
                    <a:pt x="11" y="62"/>
                    <a:pt x="7" y="65"/>
                    <a:pt x="1" y="70"/>
                  </a:cubicBezTo>
                  <a:cubicBezTo>
                    <a:pt x="33" y="49"/>
                    <a:pt x="66" y="26"/>
                    <a:pt x="99" y="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3"/>
            <p:cNvSpPr/>
            <p:nvPr/>
          </p:nvSpPr>
          <p:spPr>
            <a:xfrm>
              <a:off x="2884984" y="2115209"/>
              <a:ext cx="113598" cy="78542"/>
            </a:xfrm>
            <a:custGeom>
              <a:rect b="b" l="l" r="r" t="t"/>
              <a:pathLst>
                <a:path extrusionOk="0" h="3298" w="4770">
                  <a:moveTo>
                    <a:pt x="3535" y="1"/>
                  </a:moveTo>
                  <a:cubicBezTo>
                    <a:pt x="2418" y="479"/>
                    <a:pt x="1522" y="1220"/>
                    <a:pt x="838" y="2046"/>
                  </a:cubicBezTo>
                  <a:cubicBezTo>
                    <a:pt x="837" y="2048"/>
                    <a:pt x="835" y="2051"/>
                    <a:pt x="833" y="2054"/>
                  </a:cubicBezTo>
                  <a:cubicBezTo>
                    <a:pt x="504" y="2453"/>
                    <a:pt x="227" y="2873"/>
                    <a:pt x="0" y="3297"/>
                  </a:cubicBezTo>
                  <a:cubicBezTo>
                    <a:pt x="610" y="2672"/>
                    <a:pt x="1736" y="1503"/>
                    <a:pt x="3052" y="855"/>
                  </a:cubicBezTo>
                  <a:cubicBezTo>
                    <a:pt x="3601" y="584"/>
                    <a:pt x="4182" y="403"/>
                    <a:pt x="4770" y="390"/>
                  </a:cubicBezTo>
                  <a:cubicBezTo>
                    <a:pt x="4582" y="280"/>
                    <a:pt x="4387" y="187"/>
                    <a:pt x="4186" y="122"/>
                  </a:cubicBezTo>
                  <a:cubicBezTo>
                    <a:pt x="4177" y="119"/>
                    <a:pt x="4167" y="114"/>
                    <a:pt x="4157" y="113"/>
                  </a:cubicBezTo>
                  <a:cubicBezTo>
                    <a:pt x="4063" y="82"/>
                    <a:pt x="3971" y="61"/>
                    <a:pt x="3877" y="41"/>
                  </a:cubicBezTo>
                  <a:cubicBezTo>
                    <a:pt x="3861" y="38"/>
                    <a:pt x="3843" y="37"/>
                    <a:pt x="3827" y="33"/>
                  </a:cubicBezTo>
                  <a:cubicBezTo>
                    <a:pt x="3738" y="20"/>
                    <a:pt x="3647" y="7"/>
                    <a:pt x="3556" y="4"/>
                  </a:cubicBezTo>
                  <a:cubicBezTo>
                    <a:pt x="3550" y="4"/>
                    <a:pt x="3543" y="1"/>
                    <a:pt x="35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3"/>
            <p:cNvSpPr/>
            <p:nvPr/>
          </p:nvSpPr>
          <p:spPr>
            <a:xfrm>
              <a:off x="3161238" y="3068333"/>
              <a:ext cx="10645" cy="9812"/>
            </a:xfrm>
            <a:custGeom>
              <a:rect b="b" l="l" r="r" t="t"/>
              <a:pathLst>
                <a:path extrusionOk="0" h="412" w="447">
                  <a:moveTo>
                    <a:pt x="88" y="0"/>
                  </a:moveTo>
                  <a:cubicBezTo>
                    <a:pt x="28" y="65"/>
                    <a:pt x="1" y="161"/>
                    <a:pt x="37" y="252"/>
                  </a:cubicBezTo>
                  <a:cubicBezTo>
                    <a:pt x="72" y="350"/>
                    <a:pt x="166" y="411"/>
                    <a:pt x="266" y="411"/>
                  </a:cubicBezTo>
                  <a:cubicBezTo>
                    <a:pt x="294" y="411"/>
                    <a:pt x="323" y="406"/>
                    <a:pt x="351" y="396"/>
                  </a:cubicBezTo>
                  <a:lnTo>
                    <a:pt x="447" y="360"/>
                  </a:lnTo>
                  <a:lnTo>
                    <a:pt x="88"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3"/>
            <p:cNvSpPr/>
            <p:nvPr/>
          </p:nvSpPr>
          <p:spPr>
            <a:xfrm>
              <a:off x="3195437" y="3049424"/>
              <a:ext cx="34413" cy="16932"/>
            </a:xfrm>
            <a:custGeom>
              <a:rect b="b" l="l" r="r" t="t"/>
              <a:pathLst>
                <a:path extrusionOk="0" h="711" w="1445">
                  <a:moveTo>
                    <a:pt x="1317" y="0"/>
                  </a:moveTo>
                  <a:lnTo>
                    <a:pt x="1" y="509"/>
                  </a:lnTo>
                  <a:lnTo>
                    <a:pt x="200" y="710"/>
                  </a:lnTo>
                  <a:lnTo>
                    <a:pt x="1445" y="243"/>
                  </a:lnTo>
                  <a:lnTo>
                    <a:pt x="1317"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3"/>
            <p:cNvSpPr/>
            <p:nvPr/>
          </p:nvSpPr>
          <p:spPr>
            <a:xfrm>
              <a:off x="3417369" y="2943233"/>
              <a:ext cx="142128" cy="219455"/>
            </a:xfrm>
            <a:custGeom>
              <a:rect b="b" l="l" r="r" t="t"/>
              <a:pathLst>
                <a:path extrusionOk="0" h="9215" w="5968">
                  <a:moveTo>
                    <a:pt x="5381" y="1"/>
                  </a:moveTo>
                  <a:cubicBezTo>
                    <a:pt x="2282" y="1951"/>
                    <a:pt x="174" y="5334"/>
                    <a:pt x="0" y="9214"/>
                  </a:cubicBezTo>
                  <a:lnTo>
                    <a:pt x="1218" y="9208"/>
                  </a:lnTo>
                  <a:cubicBezTo>
                    <a:pt x="1256" y="8511"/>
                    <a:pt x="1360" y="7829"/>
                    <a:pt x="1532" y="7174"/>
                  </a:cubicBezTo>
                  <a:cubicBezTo>
                    <a:pt x="1616" y="6847"/>
                    <a:pt x="1715" y="6524"/>
                    <a:pt x="1832" y="6210"/>
                  </a:cubicBezTo>
                  <a:cubicBezTo>
                    <a:pt x="1927" y="5945"/>
                    <a:pt x="2039" y="5686"/>
                    <a:pt x="2158" y="5430"/>
                  </a:cubicBezTo>
                  <a:cubicBezTo>
                    <a:pt x="2248" y="5232"/>
                    <a:pt x="2346" y="5035"/>
                    <a:pt x="2449" y="4845"/>
                  </a:cubicBezTo>
                  <a:cubicBezTo>
                    <a:pt x="2529" y="4699"/>
                    <a:pt x="2611" y="4555"/>
                    <a:pt x="2696" y="4414"/>
                  </a:cubicBezTo>
                  <a:cubicBezTo>
                    <a:pt x="2832" y="4189"/>
                    <a:pt x="2979" y="3973"/>
                    <a:pt x="3132" y="3761"/>
                  </a:cubicBezTo>
                  <a:cubicBezTo>
                    <a:pt x="3247" y="3599"/>
                    <a:pt x="3367" y="3442"/>
                    <a:pt x="3490" y="3288"/>
                  </a:cubicBezTo>
                  <a:cubicBezTo>
                    <a:pt x="3720" y="3004"/>
                    <a:pt x="3963" y="2732"/>
                    <a:pt x="4219" y="2472"/>
                  </a:cubicBezTo>
                  <a:cubicBezTo>
                    <a:pt x="4749" y="1944"/>
                    <a:pt x="5336" y="1476"/>
                    <a:pt x="5968" y="1071"/>
                  </a:cubicBezTo>
                  <a:lnTo>
                    <a:pt x="5381" y="1"/>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3"/>
            <p:cNvSpPr/>
            <p:nvPr/>
          </p:nvSpPr>
          <p:spPr>
            <a:xfrm>
              <a:off x="3417440" y="2901295"/>
              <a:ext cx="547459" cy="547793"/>
            </a:xfrm>
            <a:custGeom>
              <a:rect b="b" l="l" r="r" t="t"/>
              <a:pathLst>
                <a:path extrusionOk="0" h="23002" w="22988">
                  <a:moveTo>
                    <a:pt x="11486" y="0"/>
                  </a:moveTo>
                  <a:cubicBezTo>
                    <a:pt x="9656" y="0"/>
                    <a:pt x="7924" y="431"/>
                    <a:pt x="6386" y="1196"/>
                  </a:cubicBezTo>
                  <a:lnTo>
                    <a:pt x="6971" y="2264"/>
                  </a:lnTo>
                  <a:cubicBezTo>
                    <a:pt x="8334" y="1597"/>
                    <a:pt x="9869" y="1217"/>
                    <a:pt x="11486" y="1217"/>
                  </a:cubicBezTo>
                  <a:cubicBezTo>
                    <a:pt x="15031" y="1217"/>
                    <a:pt x="18162" y="3020"/>
                    <a:pt x="20011" y="5755"/>
                  </a:cubicBezTo>
                  <a:cubicBezTo>
                    <a:pt x="20196" y="6029"/>
                    <a:pt x="20367" y="6313"/>
                    <a:pt x="20528" y="6604"/>
                  </a:cubicBezTo>
                  <a:cubicBezTo>
                    <a:pt x="20687" y="6896"/>
                    <a:pt x="20832" y="7196"/>
                    <a:pt x="20962" y="7504"/>
                  </a:cubicBezTo>
                  <a:cubicBezTo>
                    <a:pt x="21027" y="7658"/>
                    <a:pt x="21088" y="7813"/>
                    <a:pt x="21145" y="7969"/>
                  </a:cubicBezTo>
                  <a:cubicBezTo>
                    <a:pt x="21262" y="8283"/>
                    <a:pt x="21362" y="8604"/>
                    <a:pt x="21445" y="8933"/>
                  </a:cubicBezTo>
                  <a:cubicBezTo>
                    <a:pt x="21659" y="9753"/>
                    <a:pt x="21769" y="10615"/>
                    <a:pt x="21769" y="11500"/>
                  </a:cubicBezTo>
                  <a:cubicBezTo>
                    <a:pt x="21769" y="17171"/>
                    <a:pt x="17157" y="21783"/>
                    <a:pt x="11486" y="21783"/>
                  </a:cubicBezTo>
                  <a:cubicBezTo>
                    <a:pt x="10956" y="21783"/>
                    <a:pt x="10433" y="21743"/>
                    <a:pt x="9922" y="21663"/>
                  </a:cubicBezTo>
                  <a:cubicBezTo>
                    <a:pt x="9582" y="21611"/>
                    <a:pt x="9248" y="21542"/>
                    <a:pt x="8921" y="21459"/>
                  </a:cubicBezTo>
                  <a:cubicBezTo>
                    <a:pt x="8755" y="21417"/>
                    <a:pt x="8593" y="21370"/>
                    <a:pt x="8431" y="21320"/>
                  </a:cubicBezTo>
                  <a:cubicBezTo>
                    <a:pt x="6339" y="20667"/>
                    <a:pt x="4532" y="19364"/>
                    <a:pt x="3248" y="17649"/>
                  </a:cubicBezTo>
                  <a:cubicBezTo>
                    <a:pt x="3049" y="17385"/>
                    <a:pt x="2864" y="17111"/>
                    <a:pt x="2693" y="16827"/>
                  </a:cubicBezTo>
                  <a:cubicBezTo>
                    <a:pt x="2521" y="16544"/>
                    <a:pt x="2362" y="16252"/>
                    <a:pt x="2216" y="15955"/>
                  </a:cubicBezTo>
                  <a:cubicBezTo>
                    <a:pt x="2074" y="15656"/>
                    <a:pt x="1941" y="15348"/>
                    <a:pt x="1826" y="15033"/>
                  </a:cubicBezTo>
                  <a:cubicBezTo>
                    <a:pt x="1490" y="14118"/>
                    <a:pt x="1283" y="13139"/>
                    <a:pt x="1223" y="12123"/>
                  </a:cubicBezTo>
                  <a:lnTo>
                    <a:pt x="1" y="12128"/>
                  </a:lnTo>
                  <a:cubicBezTo>
                    <a:pt x="326" y="18179"/>
                    <a:pt x="5354" y="23002"/>
                    <a:pt x="11485" y="23002"/>
                  </a:cubicBezTo>
                  <a:cubicBezTo>
                    <a:pt x="17828" y="23002"/>
                    <a:pt x="22986" y="17844"/>
                    <a:pt x="22986" y="11502"/>
                  </a:cubicBezTo>
                  <a:cubicBezTo>
                    <a:pt x="22988" y="5159"/>
                    <a:pt x="17828" y="0"/>
                    <a:pt x="11486"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3"/>
            <p:cNvSpPr/>
            <p:nvPr/>
          </p:nvSpPr>
          <p:spPr>
            <a:xfrm>
              <a:off x="3668545" y="3148804"/>
              <a:ext cx="48821" cy="52822"/>
            </a:xfrm>
            <a:custGeom>
              <a:rect b="b" l="l" r="r" t="t"/>
              <a:pathLst>
                <a:path extrusionOk="0" h="2218" w="2050">
                  <a:moveTo>
                    <a:pt x="941" y="0"/>
                  </a:moveTo>
                  <a:cubicBezTo>
                    <a:pt x="924" y="0"/>
                    <a:pt x="908" y="5"/>
                    <a:pt x="890" y="5"/>
                  </a:cubicBezTo>
                  <a:lnTo>
                    <a:pt x="1344" y="829"/>
                  </a:lnTo>
                  <a:cubicBezTo>
                    <a:pt x="1349" y="837"/>
                    <a:pt x="1351" y="845"/>
                    <a:pt x="1354" y="853"/>
                  </a:cubicBezTo>
                  <a:cubicBezTo>
                    <a:pt x="1365" y="872"/>
                    <a:pt x="1373" y="892"/>
                    <a:pt x="1378" y="913"/>
                  </a:cubicBezTo>
                  <a:cubicBezTo>
                    <a:pt x="1385" y="929"/>
                    <a:pt x="1391" y="947"/>
                    <a:pt x="1394" y="963"/>
                  </a:cubicBezTo>
                  <a:lnTo>
                    <a:pt x="1407" y="1018"/>
                  </a:lnTo>
                  <a:cubicBezTo>
                    <a:pt x="1411" y="1038"/>
                    <a:pt x="1414" y="1059"/>
                    <a:pt x="1414" y="1078"/>
                  </a:cubicBezTo>
                  <a:cubicBezTo>
                    <a:pt x="1414" y="1086"/>
                    <a:pt x="1415" y="1096"/>
                    <a:pt x="1415" y="1104"/>
                  </a:cubicBezTo>
                  <a:cubicBezTo>
                    <a:pt x="1415" y="1112"/>
                    <a:pt x="1414" y="1124"/>
                    <a:pt x="1414" y="1132"/>
                  </a:cubicBezTo>
                  <a:cubicBezTo>
                    <a:pt x="1414" y="1154"/>
                    <a:pt x="1411" y="1172"/>
                    <a:pt x="1409" y="1192"/>
                  </a:cubicBezTo>
                  <a:cubicBezTo>
                    <a:pt x="1407" y="1209"/>
                    <a:pt x="1402" y="1229"/>
                    <a:pt x="1399" y="1247"/>
                  </a:cubicBezTo>
                  <a:cubicBezTo>
                    <a:pt x="1394" y="1265"/>
                    <a:pt x="1388" y="1281"/>
                    <a:pt x="1383" y="1300"/>
                  </a:cubicBezTo>
                  <a:cubicBezTo>
                    <a:pt x="1377" y="1318"/>
                    <a:pt x="1370" y="1336"/>
                    <a:pt x="1362" y="1352"/>
                  </a:cubicBezTo>
                  <a:cubicBezTo>
                    <a:pt x="1354" y="1368"/>
                    <a:pt x="1346" y="1384"/>
                    <a:pt x="1336" y="1401"/>
                  </a:cubicBezTo>
                  <a:cubicBezTo>
                    <a:pt x="1326" y="1417"/>
                    <a:pt x="1318" y="1433"/>
                    <a:pt x="1305" y="1448"/>
                  </a:cubicBezTo>
                  <a:cubicBezTo>
                    <a:pt x="1295" y="1464"/>
                    <a:pt x="1284" y="1478"/>
                    <a:pt x="1270" y="1491"/>
                  </a:cubicBezTo>
                  <a:cubicBezTo>
                    <a:pt x="1257" y="1506"/>
                    <a:pt x="1245" y="1519"/>
                    <a:pt x="1231" y="1532"/>
                  </a:cubicBezTo>
                  <a:cubicBezTo>
                    <a:pt x="1216" y="1545"/>
                    <a:pt x="1203" y="1556"/>
                    <a:pt x="1189" y="1568"/>
                  </a:cubicBezTo>
                  <a:cubicBezTo>
                    <a:pt x="1172" y="1579"/>
                    <a:pt x="1156" y="1592"/>
                    <a:pt x="1138" y="1602"/>
                  </a:cubicBezTo>
                  <a:cubicBezTo>
                    <a:pt x="1130" y="1605"/>
                    <a:pt x="1124" y="1611"/>
                    <a:pt x="1116" y="1615"/>
                  </a:cubicBezTo>
                  <a:cubicBezTo>
                    <a:pt x="1109" y="1619"/>
                    <a:pt x="1103" y="1619"/>
                    <a:pt x="1098" y="1623"/>
                  </a:cubicBezTo>
                  <a:cubicBezTo>
                    <a:pt x="1067" y="1637"/>
                    <a:pt x="1036" y="1650"/>
                    <a:pt x="1004" y="1660"/>
                  </a:cubicBezTo>
                  <a:cubicBezTo>
                    <a:pt x="992" y="1663"/>
                    <a:pt x="981" y="1668"/>
                    <a:pt x="970" y="1670"/>
                  </a:cubicBezTo>
                  <a:cubicBezTo>
                    <a:pt x="929" y="1679"/>
                    <a:pt x="884" y="1686"/>
                    <a:pt x="840" y="1686"/>
                  </a:cubicBezTo>
                  <a:lnTo>
                    <a:pt x="1" y="1691"/>
                  </a:lnTo>
                  <a:cubicBezTo>
                    <a:pt x="198" y="2007"/>
                    <a:pt x="544" y="2217"/>
                    <a:pt x="941" y="2217"/>
                  </a:cubicBezTo>
                  <a:cubicBezTo>
                    <a:pt x="1553" y="2217"/>
                    <a:pt x="2049" y="1720"/>
                    <a:pt x="2049" y="1109"/>
                  </a:cubicBezTo>
                  <a:cubicBezTo>
                    <a:pt x="2049" y="498"/>
                    <a:pt x="1553" y="0"/>
                    <a:pt x="941"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3"/>
            <p:cNvSpPr/>
            <p:nvPr/>
          </p:nvSpPr>
          <p:spPr>
            <a:xfrm>
              <a:off x="2761051" y="3150042"/>
              <a:ext cx="52774" cy="51536"/>
            </a:xfrm>
            <a:custGeom>
              <a:rect b="b" l="l" r="r" t="t"/>
              <a:pathLst>
                <a:path extrusionOk="0" h="2164" w="2216">
                  <a:moveTo>
                    <a:pt x="791" y="0"/>
                  </a:moveTo>
                  <a:cubicBezTo>
                    <a:pt x="336" y="138"/>
                    <a:pt x="0" y="555"/>
                    <a:pt x="0" y="1055"/>
                  </a:cubicBezTo>
                  <a:cubicBezTo>
                    <a:pt x="0" y="1666"/>
                    <a:pt x="496" y="2164"/>
                    <a:pt x="1107" y="2164"/>
                  </a:cubicBezTo>
                  <a:cubicBezTo>
                    <a:pt x="1720" y="2164"/>
                    <a:pt x="2216" y="1666"/>
                    <a:pt x="2216" y="1055"/>
                  </a:cubicBezTo>
                  <a:cubicBezTo>
                    <a:pt x="2216" y="759"/>
                    <a:pt x="2098" y="491"/>
                    <a:pt x="1908" y="294"/>
                  </a:cubicBezTo>
                  <a:lnTo>
                    <a:pt x="1663" y="1159"/>
                  </a:lnTo>
                  <a:cubicBezTo>
                    <a:pt x="1592" y="1412"/>
                    <a:pt x="1359" y="1577"/>
                    <a:pt x="1107" y="1577"/>
                  </a:cubicBezTo>
                  <a:cubicBezTo>
                    <a:pt x="1026" y="1577"/>
                    <a:pt x="944" y="1559"/>
                    <a:pt x="863" y="1524"/>
                  </a:cubicBezTo>
                  <a:cubicBezTo>
                    <a:pt x="602" y="1404"/>
                    <a:pt x="482" y="1096"/>
                    <a:pt x="561" y="819"/>
                  </a:cubicBezTo>
                  <a:lnTo>
                    <a:pt x="791"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3"/>
            <p:cNvSpPr/>
            <p:nvPr/>
          </p:nvSpPr>
          <p:spPr>
            <a:xfrm>
              <a:off x="3251783" y="3140469"/>
              <a:ext cx="67111" cy="80233"/>
            </a:xfrm>
            <a:custGeom>
              <a:rect b="b" l="l" r="r" t="t"/>
              <a:pathLst>
                <a:path extrusionOk="0" h="3369" w="2818">
                  <a:moveTo>
                    <a:pt x="1007" y="0"/>
                  </a:moveTo>
                  <a:cubicBezTo>
                    <a:pt x="630" y="164"/>
                    <a:pt x="327" y="462"/>
                    <a:pt x="155" y="835"/>
                  </a:cubicBezTo>
                  <a:cubicBezTo>
                    <a:pt x="54" y="1047"/>
                    <a:pt x="1" y="1282"/>
                    <a:pt x="1" y="1532"/>
                  </a:cubicBezTo>
                  <a:cubicBezTo>
                    <a:pt x="1" y="2452"/>
                    <a:pt x="750" y="3201"/>
                    <a:pt x="1669" y="3201"/>
                  </a:cubicBezTo>
                  <a:cubicBezTo>
                    <a:pt x="1673" y="3201"/>
                    <a:pt x="1677" y="3201"/>
                    <a:pt x="1681" y="3201"/>
                  </a:cubicBezTo>
                  <a:cubicBezTo>
                    <a:pt x="1893" y="3201"/>
                    <a:pt x="2097" y="3159"/>
                    <a:pt x="2283" y="3084"/>
                  </a:cubicBezTo>
                  <a:lnTo>
                    <a:pt x="2409" y="3368"/>
                  </a:lnTo>
                  <a:cubicBezTo>
                    <a:pt x="2480" y="3287"/>
                    <a:pt x="2599" y="3234"/>
                    <a:pt x="2785" y="3227"/>
                  </a:cubicBezTo>
                  <a:cubicBezTo>
                    <a:pt x="2798" y="3227"/>
                    <a:pt x="2806" y="3230"/>
                    <a:pt x="2818" y="3230"/>
                  </a:cubicBezTo>
                  <a:cubicBezTo>
                    <a:pt x="2758" y="3125"/>
                    <a:pt x="2694" y="3015"/>
                    <a:pt x="2628" y="2898"/>
                  </a:cubicBezTo>
                  <a:cubicBezTo>
                    <a:pt x="2490" y="2657"/>
                    <a:pt x="2339" y="2391"/>
                    <a:pt x="2177" y="2107"/>
                  </a:cubicBezTo>
                  <a:cubicBezTo>
                    <a:pt x="2027" y="1840"/>
                    <a:pt x="1868" y="1555"/>
                    <a:pt x="1699" y="1255"/>
                  </a:cubicBezTo>
                  <a:cubicBezTo>
                    <a:pt x="1479" y="859"/>
                    <a:pt x="1249" y="438"/>
                    <a:pt x="1007"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3"/>
            <p:cNvSpPr/>
            <p:nvPr/>
          </p:nvSpPr>
          <p:spPr>
            <a:xfrm>
              <a:off x="3479049" y="2613276"/>
              <a:ext cx="153130" cy="70683"/>
            </a:xfrm>
            <a:custGeom>
              <a:rect b="b" l="l" r="r" t="t"/>
              <a:pathLst>
                <a:path extrusionOk="0" h="2968" w="6430">
                  <a:moveTo>
                    <a:pt x="5366" y="1"/>
                  </a:moveTo>
                  <a:cubicBezTo>
                    <a:pt x="5332" y="1"/>
                    <a:pt x="5297" y="4"/>
                    <a:pt x="5262" y="9"/>
                  </a:cubicBezTo>
                  <a:lnTo>
                    <a:pt x="2371" y="508"/>
                  </a:lnTo>
                  <a:cubicBezTo>
                    <a:pt x="2315" y="576"/>
                    <a:pt x="2258" y="646"/>
                    <a:pt x="2199" y="714"/>
                  </a:cubicBezTo>
                  <a:cubicBezTo>
                    <a:pt x="2191" y="722"/>
                    <a:pt x="2185" y="730"/>
                    <a:pt x="2177" y="739"/>
                  </a:cubicBezTo>
                  <a:cubicBezTo>
                    <a:pt x="2110" y="818"/>
                    <a:pt x="2041" y="896"/>
                    <a:pt x="1969" y="974"/>
                  </a:cubicBezTo>
                  <a:cubicBezTo>
                    <a:pt x="1964" y="982"/>
                    <a:pt x="1955" y="990"/>
                    <a:pt x="1950" y="996"/>
                  </a:cubicBezTo>
                  <a:cubicBezTo>
                    <a:pt x="1383" y="1625"/>
                    <a:pt x="720" y="2238"/>
                    <a:pt x="0" y="2850"/>
                  </a:cubicBezTo>
                  <a:cubicBezTo>
                    <a:pt x="39" y="2851"/>
                    <a:pt x="78" y="2851"/>
                    <a:pt x="117" y="2851"/>
                  </a:cubicBezTo>
                  <a:cubicBezTo>
                    <a:pt x="486" y="2851"/>
                    <a:pt x="841" y="2823"/>
                    <a:pt x="1164" y="2769"/>
                  </a:cubicBezTo>
                  <a:cubicBezTo>
                    <a:pt x="1465" y="2721"/>
                    <a:pt x="1738" y="2648"/>
                    <a:pt x="1958" y="2549"/>
                  </a:cubicBezTo>
                  <a:cubicBezTo>
                    <a:pt x="2102" y="2641"/>
                    <a:pt x="2261" y="2721"/>
                    <a:pt x="2431" y="2781"/>
                  </a:cubicBezTo>
                  <a:cubicBezTo>
                    <a:pt x="2771" y="2905"/>
                    <a:pt x="3154" y="2967"/>
                    <a:pt x="3540" y="2967"/>
                  </a:cubicBezTo>
                  <a:cubicBezTo>
                    <a:pt x="4962" y="2967"/>
                    <a:pt x="6429" y="2124"/>
                    <a:pt x="5969" y="453"/>
                  </a:cubicBezTo>
                  <a:cubicBezTo>
                    <a:pt x="5893" y="181"/>
                    <a:pt x="5641" y="1"/>
                    <a:pt x="5366"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3"/>
            <p:cNvSpPr/>
            <p:nvPr/>
          </p:nvSpPr>
          <p:spPr>
            <a:xfrm>
              <a:off x="2735974" y="2552429"/>
              <a:ext cx="13146" cy="8788"/>
            </a:xfrm>
            <a:custGeom>
              <a:rect b="b" l="l" r="r" t="t"/>
              <a:pathLst>
                <a:path extrusionOk="0" h="369" w="552">
                  <a:moveTo>
                    <a:pt x="0" y="0"/>
                  </a:moveTo>
                  <a:lnTo>
                    <a:pt x="0" y="0"/>
                  </a:lnTo>
                  <a:cubicBezTo>
                    <a:pt x="8" y="114"/>
                    <a:pt x="13" y="222"/>
                    <a:pt x="21" y="333"/>
                  </a:cubicBezTo>
                  <a:cubicBezTo>
                    <a:pt x="183" y="337"/>
                    <a:pt x="361" y="350"/>
                    <a:pt x="551" y="368"/>
                  </a:cubicBezTo>
                  <a:cubicBezTo>
                    <a:pt x="512" y="253"/>
                    <a:pt x="478" y="156"/>
                    <a:pt x="418" y="124"/>
                  </a:cubicBezTo>
                  <a:cubicBezTo>
                    <a:pt x="355" y="90"/>
                    <a:pt x="186" y="49"/>
                    <a:pt x="0"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3"/>
            <p:cNvSpPr/>
            <p:nvPr/>
          </p:nvSpPr>
          <p:spPr>
            <a:xfrm>
              <a:off x="2734545" y="2526780"/>
              <a:ext cx="22791" cy="16671"/>
            </a:xfrm>
            <a:custGeom>
              <a:rect b="b" l="l" r="r" t="t"/>
              <a:pathLst>
                <a:path extrusionOk="0" h="700" w="957">
                  <a:moveTo>
                    <a:pt x="479" y="0"/>
                  </a:moveTo>
                  <a:cubicBezTo>
                    <a:pt x="469" y="0"/>
                    <a:pt x="459" y="1"/>
                    <a:pt x="449" y="1"/>
                  </a:cubicBezTo>
                  <a:cubicBezTo>
                    <a:pt x="193" y="18"/>
                    <a:pt x="0" y="236"/>
                    <a:pt x="16" y="491"/>
                  </a:cubicBezTo>
                  <a:lnTo>
                    <a:pt x="23" y="575"/>
                  </a:lnTo>
                  <a:cubicBezTo>
                    <a:pt x="28" y="583"/>
                    <a:pt x="28" y="591"/>
                    <a:pt x="28" y="601"/>
                  </a:cubicBezTo>
                  <a:cubicBezTo>
                    <a:pt x="81" y="599"/>
                    <a:pt x="135" y="598"/>
                    <a:pt x="189" y="598"/>
                  </a:cubicBezTo>
                  <a:cubicBezTo>
                    <a:pt x="355" y="598"/>
                    <a:pt x="519" y="607"/>
                    <a:pt x="645" y="620"/>
                  </a:cubicBezTo>
                  <a:cubicBezTo>
                    <a:pt x="728" y="632"/>
                    <a:pt x="835" y="658"/>
                    <a:pt x="956" y="700"/>
                  </a:cubicBezTo>
                  <a:cubicBezTo>
                    <a:pt x="953" y="640"/>
                    <a:pt x="948" y="578"/>
                    <a:pt x="945" y="515"/>
                  </a:cubicBezTo>
                  <a:lnTo>
                    <a:pt x="938" y="432"/>
                  </a:lnTo>
                  <a:cubicBezTo>
                    <a:pt x="923" y="189"/>
                    <a:pt x="722" y="0"/>
                    <a:pt x="479"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3"/>
            <p:cNvSpPr/>
            <p:nvPr/>
          </p:nvSpPr>
          <p:spPr>
            <a:xfrm>
              <a:off x="2742070" y="2631113"/>
              <a:ext cx="118694" cy="98523"/>
            </a:xfrm>
            <a:custGeom>
              <a:rect b="b" l="l" r="r" t="t"/>
              <a:pathLst>
                <a:path extrusionOk="0" h="4137" w="4984">
                  <a:moveTo>
                    <a:pt x="924" y="1"/>
                  </a:moveTo>
                  <a:cubicBezTo>
                    <a:pt x="635" y="56"/>
                    <a:pt x="376" y="87"/>
                    <a:pt x="201" y="87"/>
                  </a:cubicBezTo>
                  <a:cubicBezTo>
                    <a:pt x="167" y="87"/>
                    <a:pt x="136" y="86"/>
                    <a:pt x="109" y="84"/>
                  </a:cubicBezTo>
                  <a:cubicBezTo>
                    <a:pt x="68" y="79"/>
                    <a:pt x="31" y="75"/>
                    <a:pt x="8" y="67"/>
                  </a:cubicBezTo>
                  <a:cubicBezTo>
                    <a:pt x="7" y="67"/>
                    <a:pt x="5" y="66"/>
                    <a:pt x="0" y="62"/>
                  </a:cubicBezTo>
                  <a:lnTo>
                    <a:pt x="0" y="62"/>
                  </a:lnTo>
                  <a:cubicBezTo>
                    <a:pt x="114" y="1283"/>
                    <a:pt x="219" y="2038"/>
                    <a:pt x="323" y="2375"/>
                  </a:cubicBezTo>
                  <a:cubicBezTo>
                    <a:pt x="538" y="3077"/>
                    <a:pt x="1149" y="4137"/>
                    <a:pt x="2891" y="4137"/>
                  </a:cubicBezTo>
                  <a:cubicBezTo>
                    <a:pt x="3180" y="4137"/>
                    <a:pt x="3497" y="4109"/>
                    <a:pt x="3849" y="4044"/>
                  </a:cubicBezTo>
                  <a:cubicBezTo>
                    <a:pt x="4206" y="3980"/>
                    <a:pt x="4497" y="3790"/>
                    <a:pt x="4695" y="3497"/>
                  </a:cubicBezTo>
                  <a:cubicBezTo>
                    <a:pt x="4962" y="3100"/>
                    <a:pt x="4984" y="2612"/>
                    <a:pt x="4917" y="2289"/>
                  </a:cubicBezTo>
                  <a:cubicBezTo>
                    <a:pt x="4872" y="2072"/>
                    <a:pt x="4679" y="1923"/>
                    <a:pt x="4465" y="1923"/>
                  </a:cubicBezTo>
                  <a:cubicBezTo>
                    <a:pt x="4434" y="1923"/>
                    <a:pt x="4403" y="1926"/>
                    <a:pt x="4371" y="1933"/>
                  </a:cubicBezTo>
                  <a:cubicBezTo>
                    <a:pt x="4121" y="1986"/>
                    <a:pt x="3961" y="2231"/>
                    <a:pt x="4014" y="2479"/>
                  </a:cubicBezTo>
                  <a:cubicBezTo>
                    <a:pt x="4042" y="2618"/>
                    <a:pt x="4027" y="2834"/>
                    <a:pt x="3929" y="2984"/>
                  </a:cubicBezTo>
                  <a:cubicBezTo>
                    <a:pt x="3872" y="3069"/>
                    <a:pt x="3796" y="3117"/>
                    <a:pt x="3685" y="3138"/>
                  </a:cubicBezTo>
                  <a:cubicBezTo>
                    <a:pt x="3393" y="3192"/>
                    <a:pt x="3125" y="3219"/>
                    <a:pt x="2883" y="3219"/>
                  </a:cubicBezTo>
                  <a:cubicBezTo>
                    <a:pt x="1986" y="3219"/>
                    <a:pt x="1435" y="2851"/>
                    <a:pt x="1207" y="2108"/>
                  </a:cubicBezTo>
                  <a:cubicBezTo>
                    <a:pt x="1157" y="1942"/>
                    <a:pt x="1092" y="1578"/>
                    <a:pt x="1008" y="824"/>
                  </a:cubicBezTo>
                  <a:cubicBezTo>
                    <a:pt x="981" y="589"/>
                    <a:pt x="953" y="315"/>
                    <a:pt x="924"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3"/>
            <p:cNvSpPr/>
            <p:nvPr/>
          </p:nvSpPr>
          <p:spPr>
            <a:xfrm>
              <a:off x="3276765" y="3295623"/>
              <a:ext cx="80995" cy="39319"/>
            </a:xfrm>
            <a:custGeom>
              <a:rect b="b" l="l" r="r" t="t"/>
              <a:pathLst>
                <a:path extrusionOk="0" h="1651" w="3401">
                  <a:moveTo>
                    <a:pt x="3297" y="0"/>
                  </a:moveTo>
                  <a:lnTo>
                    <a:pt x="90" y="1237"/>
                  </a:lnTo>
                  <a:cubicBezTo>
                    <a:pt x="25" y="1303"/>
                    <a:pt x="0" y="1402"/>
                    <a:pt x="38" y="1496"/>
                  </a:cubicBezTo>
                  <a:cubicBezTo>
                    <a:pt x="75" y="1590"/>
                    <a:pt x="167" y="1650"/>
                    <a:pt x="265" y="1650"/>
                  </a:cubicBezTo>
                  <a:cubicBezTo>
                    <a:pt x="294" y="1650"/>
                    <a:pt x="325" y="1644"/>
                    <a:pt x="354" y="1634"/>
                  </a:cubicBezTo>
                  <a:lnTo>
                    <a:pt x="3240" y="495"/>
                  </a:lnTo>
                  <a:cubicBezTo>
                    <a:pt x="3300" y="470"/>
                    <a:pt x="3352" y="422"/>
                    <a:pt x="3376" y="362"/>
                  </a:cubicBezTo>
                  <a:cubicBezTo>
                    <a:pt x="3401" y="300"/>
                    <a:pt x="3401" y="232"/>
                    <a:pt x="3373" y="171"/>
                  </a:cubicBezTo>
                  <a:lnTo>
                    <a:pt x="3297"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3"/>
            <p:cNvSpPr/>
            <p:nvPr/>
          </p:nvSpPr>
          <p:spPr>
            <a:xfrm>
              <a:off x="2900797" y="2266792"/>
              <a:ext cx="26316" cy="15885"/>
            </a:xfrm>
            <a:custGeom>
              <a:rect b="b" l="l" r="r" t="t"/>
              <a:pathLst>
                <a:path extrusionOk="0" h="667" w="1105">
                  <a:moveTo>
                    <a:pt x="624" y="0"/>
                  </a:moveTo>
                  <a:cubicBezTo>
                    <a:pt x="568" y="0"/>
                    <a:pt x="512" y="7"/>
                    <a:pt x="458" y="21"/>
                  </a:cubicBezTo>
                  <a:cubicBezTo>
                    <a:pt x="254" y="76"/>
                    <a:pt x="75" y="229"/>
                    <a:pt x="1" y="426"/>
                  </a:cubicBezTo>
                  <a:cubicBezTo>
                    <a:pt x="75" y="553"/>
                    <a:pt x="207" y="642"/>
                    <a:pt x="351" y="666"/>
                  </a:cubicBezTo>
                  <a:cubicBezTo>
                    <a:pt x="391" y="522"/>
                    <a:pt x="547" y="378"/>
                    <a:pt x="693" y="342"/>
                  </a:cubicBezTo>
                  <a:cubicBezTo>
                    <a:pt x="754" y="326"/>
                    <a:pt x="819" y="319"/>
                    <a:pt x="885" y="319"/>
                  </a:cubicBezTo>
                  <a:cubicBezTo>
                    <a:pt x="940" y="319"/>
                    <a:pt x="994" y="324"/>
                    <a:pt x="1046" y="332"/>
                  </a:cubicBezTo>
                  <a:cubicBezTo>
                    <a:pt x="1080" y="284"/>
                    <a:pt x="1104" y="190"/>
                    <a:pt x="1057" y="152"/>
                  </a:cubicBezTo>
                  <a:cubicBezTo>
                    <a:pt x="937" y="53"/>
                    <a:pt x="781" y="0"/>
                    <a:pt x="624"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3"/>
            <p:cNvSpPr/>
            <p:nvPr/>
          </p:nvSpPr>
          <p:spPr>
            <a:xfrm>
              <a:off x="2918159" y="2288296"/>
              <a:ext cx="14789" cy="11050"/>
            </a:xfrm>
            <a:custGeom>
              <a:rect b="b" l="l" r="r" t="t"/>
              <a:pathLst>
                <a:path extrusionOk="0" h="464" w="621">
                  <a:moveTo>
                    <a:pt x="197" y="1"/>
                  </a:moveTo>
                  <a:cubicBezTo>
                    <a:pt x="166" y="1"/>
                    <a:pt x="136" y="11"/>
                    <a:pt x="113" y="34"/>
                  </a:cubicBezTo>
                  <a:cubicBezTo>
                    <a:pt x="1" y="145"/>
                    <a:pt x="185" y="463"/>
                    <a:pt x="369" y="463"/>
                  </a:cubicBezTo>
                  <a:cubicBezTo>
                    <a:pt x="408" y="463"/>
                    <a:pt x="448" y="449"/>
                    <a:pt x="484" y="415"/>
                  </a:cubicBezTo>
                  <a:cubicBezTo>
                    <a:pt x="621" y="289"/>
                    <a:pt x="369" y="1"/>
                    <a:pt x="197"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3"/>
            <p:cNvSpPr/>
            <p:nvPr/>
          </p:nvSpPr>
          <p:spPr>
            <a:xfrm>
              <a:off x="2923993" y="2252645"/>
              <a:ext cx="82090" cy="105667"/>
            </a:xfrm>
            <a:custGeom>
              <a:rect b="b" l="l" r="r" t="t"/>
              <a:pathLst>
                <a:path extrusionOk="0" h="4437" w="3447">
                  <a:moveTo>
                    <a:pt x="1326" y="1"/>
                  </a:moveTo>
                  <a:lnTo>
                    <a:pt x="996" y="88"/>
                  </a:lnTo>
                  <a:lnTo>
                    <a:pt x="808" y="139"/>
                  </a:lnTo>
                  <a:lnTo>
                    <a:pt x="1" y="351"/>
                  </a:lnTo>
                  <a:cubicBezTo>
                    <a:pt x="489" y="1039"/>
                    <a:pt x="827" y="1289"/>
                    <a:pt x="1075" y="1289"/>
                  </a:cubicBezTo>
                  <a:cubicBezTo>
                    <a:pt x="1221" y="1289"/>
                    <a:pt x="1336" y="1201"/>
                    <a:pt x="1432" y="1066"/>
                  </a:cubicBezTo>
                  <a:cubicBezTo>
                    <a:pt x="2166" y="2208"/>
                    <a:pt x="3020" y="3685"/>
                    <a:pt x="3258" y="4375"/>
                  </a:cubicBezTo>
                  <a:cubicBezTo>
                    <a:pt x="3263" y="4386"/>
                    <a:pt x="3271" y="4391"/>
                    <a:pt x="3276" y="4399"/>
                  </a:cubicBezTo>
                  <a:cubicBezTo>
                    <a:pt x="3296" y="4420"/>
                    <a:pt x="3317" y="4437"/>
                    <a:pt x="3344" y="4437"/>
                  </a:cubicBezTo>
                  <a:cubicBezTo>
                    <a:pt x="3354" y="4437"/>
                    <a:pt x="3364" y="4433"/>
                    <a:pt x="3373" y="4430"/>
                  </a:cubicBezTo>
                  <a:cubicBezTo>
                    <a:pt x="3420" y="4414"/>
                    <a:pt x="3446" y="4362"/>
                    <a:pt x="3430" y="4315"/>
                  </a:cubicBezTo>
                  <a:cubicBezTo>
                    <a:pt x="3427" y="4302"/>
                    <a:pt x="3420" y="4291"/>
                    <a:pt x="3415" y="4278"/>
                  </a:cubicBezTo>
                  <a:cubicBezTo>
                    <a:pt x="3146" y="3531"/>
                    <a:pt x="2276" y="2030"/>
                    <a:pt x="1534" y="887"/>
                  </a:cubicBezTo>
                  <a:cubicBezTo>
                    <a:pt x="1539" y="878"/>
                    <a:pt x="1544" y="868"/>
                    <a:pt x="1549" y="860"/>
                  </a:cubicBezTo>
                  <a:lnTo>
                    <a:pt x="1702" y="896"/>
                  </a:lnTo>
                  <a:cubicBezTo>
                    <a:pt x="1631" y="823"/>
                    <a:pt x="1566" y="750"/>
                    <a:pt x="1518" y="680"/>
                  </a:cubicBezTo>
                  <a:cubicBezTo>
                    <a:pt x="1386" y="498"/>
                    <a:pt x="1314" y="241"/>
                    <a:pt x="1326"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3"/>
            <p:cNvSpPr/>
            <p:nvPr/>
          </p:nvSpPr>
          <p:spPr>
            <a:xfrm>
              <a:off x="2882746" y="2270864"/>
              <a:ext cx="3144" cy="6430"/>
            </a:xfrm>
            <a:custGeom>
              <a:rect b="b" l="l" r="r" t="t"/>
              <a:pathLst>
                <a:path extrusionOk="0" h="270" w="132">
                  <a:moveTo>
                    <a:pt x="132" y="1"/>
                  </a:moveTo>
                  <a:lnTo>
                    <a:pt x="0" y="37"/>
                  </a:lnTo>
                  <a:cubicBezTo>
                    <a:pt x="7" y="49"/>
                    <a:pt x="13" y="64"/>
                    <a:pt x="20" y="75"/>
                  </a:cubicBezTo>
                  <a:cubicBezTo>
                    <a:pt x="41" y="124"/>
                    <a:pt x="65" y="171"/>
                    <a:pt x="88" y="215"/>
                  </a:cubicBezTo>
                  <a:cubicBezTo>
                    <a:pt x="96" y="234"/>
                    <a:pt x="106" y="252"/>
                    <a:pt x="114" y="268"/>
                  </a:cubicBezTo>
                  <a:lnTo>
                    <a:pt x="115" y="270"/>
                  </a:lnTo>
                  <a:cubicBezTo>
                    <a:pt x="101" y="187"/>
                    <a:pt x="107" y="96"/>
                    <a:pt x="132"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3"/>
            <p:cNvSpPr/>
            <p:nvPr/>
          </p:nvSpPr>
          <p:spPr>
            <a:xfrm>
              <a:off x="2986365" y="2156671"/>
              <a:ext cx="302046" cy="134293"/>
            </a:xfrm>
            <a:custGeom>
              <a:rect b="b" l="l" r="r" t="t"/>
              <a:pathLst>
                <a:path extrusionOk="0" h="5639" w="12683">
                  <a:moveTo>
                    <a:pt x="8402" y="0"/>
                  </a:moveTo>
                  <a:cubicBezTo>
                    <a:pt x="8261" y="0"/>
                    <a:pt x="8123" y="8"/>
                    <a:pt x="7992" y="25"/>
                  </a:cubicBezTo>
                  <a:cubicBezTo>
                    <a:pt x="5414" y="346"/>
                    <a:pt x="5034" y="3256"/>
                    <a:pt x="3565" y="3576"/>
                  </a:cubicBezTo>
                  <a:cubicBezTo>
                    <a:pt x="3549" y="3576"/>
                    <a:pt x="3533" y="3576"/>
                    <a:pt x="3517" y="3576"/>
                  </a:cubicBezTo>
                  <a:cubicBezTo>
                    <a:pt x="3218" y="3576"/>
                    <a:pt x="2941" y="3474"/>
                    <a:pt x="2521" y="3263"/>
                  </a:cubicBezTo>
                  <a:cubicBezTo>
                    <a:pt x="2519" y="3260"/>
                    <a:pt x="2518" y="3260"/>
                    <a:pt x="2516" y="3258"/>
                  </a:cubicBezTo>
                  <a:cubicBezTo>
                    <a:pt x="2531" y="3183"/>
                    <a:pt x="2542" y="3104"/>
                    <a:pt x="2550" y="3023"/>
                  </a:cubicBezTo>
                  <a:lnTo>
                    <a:pt x="2550" y="3023"/>
                  </a:lnTo>
                  <a:lnTo>
                    <a:pt x="1" y="3692"/>
                  </a:lnTo>
                  <a:cubicBezTo>
                    <a:pt x="516" y="4075"/>
                    <a:pt x="722" y="4759"/>
                    <a:pt x="234" y="5185"/>
                  </a:cubicBezTo>
                  <a:lnTo>
                    <a:pt x="236" y="5185"/>
                  </a:lnTo>
                  <a:cubicBezTo>
                    <a:pt x="552" y="5515"/>
                    <a:pt x="928" y="5639"/>
                    <a:pt x="1313" y="5639"/>
                  </a:cubicBezTo>
                  <a:cubicBezTo>
                    <a:pt x="1391" y="5639"/>
                    <a:pt x="1470" y="5634"/>
                    <a:pt x="1548" y="5624"/>
                  </a:cubicBezTo>
                  <a:cubicBezTo>
                    <a:pt x="1698" y="5606"/>
                    <a:pt x="1843" y="5574"/>
                    <a:pt x="1986" y="5528"/>
                  </a:cubicBezTo>
                  <a:cubicBezTo>
                    <a:pt x="2070" y="5502"/>
                    <a:pt x="2151" y="5472"/>
                    <a:pt x="2232" y="5439"/>
                  </a:cubicBezTo>
                  <a:cubicBezTo>
                    <a:pt x="2710" y="5245"/>
                    <a:pt x="3133" y="4945"/>
                    <a:pt x="3388" y="4715"/>
                  </a:cubicBezTo>
                  <a:cubicBezTo>
                    <a:pt x="3720" y="4824"/>
                    <a:pt x="4056" y="4869"/>
                    <a:pt x="4394" y="4869"/>
                  </a:cubicBezTo>
                  <a:cubicBezTo>
                    <a:pt x="4406" y="4869"/>
                    <a:pt x="4418" y="4869"/>
                    <a:pt x="4430" y="4869"/>
                  </a:cubicBezTo>
                  <a:lnTo>
                    <a:pt x="4432" y="4869"/>
                  </a:lnTo>
                  <a:cubicBezTo>
                    <a:pt x="5038" y="4861"/>
                    <a:pt x="5654" y="4702"/>
                    <a:pt x="6277" y="4467"/>
                  </a:cubicBezTo>
                  <a:cubicBezTo>
                    <a:pt x="8081" y="3792"/>
                    <a:pt x="9948" y="2505"/>
                    <a:pt x="11823" y="2505"/>
                  </a:cubicBezTo>
                  <a:cubicBezTo>
                    <a:pt x="12109" y="2505"/>
                    <a:pt x="12396" y="2535"/>
                    <a:pt x="12682" y="2602"/>
                  </a:cubicBezTo>
                  <a:cubicBezTo>
                    <a:pt x="12161" y="1022"/>
                    <a:pt x="10002" y="0"/>
                    <a:pt x="8402"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3"/>
            <p:cNvSpPr/>
            <p:nvPr/>
          </p:nvSpPr>
          <p:spPr>
            <a:xfrm>
              <a:off x="2971195" y="2135547"/>
              <a:ext cx="52060" cy="53608"/>
            </a:xfrm>
            <a:custGeom>
              <a:rect b="b" l="l" r="r" t="t"/>
              <a:pathLst>
                <a:path extrusionOk="0" h="2251" w="2186">
                  <a:moveTo>
                    <a:pt x="1" y="1"/>
                  </a:moveTo>
                  <a:lnTo>
                    <a:pt x="1" y="1"/>
                  </a:lnTo>
                  <a:cubicBezTo>
                    <a:pt x="9" y="17"/>
                    <a:pt x="19" y="33"/>
                    <a:pt x="28" y="51"/>
                  </a:cubicBezTo>
                  <a:cubicBezTo>
                    <a:pt x="498" y="983"/>
                    <a:pt x="1265" y="1761"/>
                    <a:pt x="2185" y="2250"/>
                  </a:cubicBezTo>
                  <a:cubicBezTo>
                    <a:pt x="1751" y="1317"/>
                    <a:pt x="754" y="460"/>
                    <a:pt x="119" y="69"/>
                  </a:cubicBezTo>
                  <a:cubicBezTo>
                    <a:pt x="82" y="45"/>
                    <a:pt x="43" y="22"/>
                    <a:pt x="6" y="3"/>
                  </a:cubicBezTo>
                  <a:cubicBezTo>
                    <a:pt x="4" y="3"/>
                    <a:pt x="2" y="1"/>
                    <a:pt x="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3"/>
            <p:cNvSpPr/>
            <p:nvPr/>
          </p:nvSpPr>
          <p:spPr>
            <a:xfrm>
              <a:off x="3001225" y="2150884"/>
              <a:ext cx="21529" cy="22910"/>
            </a:xfrm>
            <a:custGeom>
              <a:rect b="b" l="l" r="r" t="t"/>
              <a:pathLst>
                <a:path extrusionOk="0" h="962" w="904">
                  <a:moveTo>
                    <a:pt x="903" y="961"/>
                  </a:moveTo>
                  <a:cubicBezTo>
                    <a:pt x="668" y="592"/>
                    <a:pt x="357" y="268"/>
                    <a:pt x="1" y="0"/>
                  </a:cubicBezTo>
                  <a:cubicBezTo>
                    <a:pt x="357" y="268"/>
                    <a:pt x="668" y="592"/>
                    <a:pt x="903" y="96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3"/>
            <p:cNvSpPr/>
            <p:nvPr/>
          </p:nvSpPr>
          <p:spPr>
            <a:xfrm>
              <a:off x="3028589" y="2191798"/>
              <a:ext cx="2882" cy="1357"/>
            </a:xfrm>
            <a:custGeom>
              <a:rect b="b" l="l" r="r" t="t"/>
              <a:pathLst>
                <a:path extrusionOk="0" h="57" w="121">
                  <a:moveTo>
                    <a:pt x="1" y="0"/>
                  </a:moveTo>
                  <a:cubicBezTo>
                    <a:pt x="41" y="18"/>
                    <a:pt x="80" y="41"/>
                    <a:pt x="121" y="57"/>
                  </a:cubicBezTo>
                  <a:cubicBezTo>
                    <a:pt x="80" y="39"/>
                    <a:pt x="41" y="18"/>
                    <a:pt x="1"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3"/>
            <p:cNvSpPr/>
            <p:nvPr/>
          </p:nvSpPr>
          <p:spPr>
            <a:xfrm>
              <a:off x="2933853" y="2161886"/>
              <a:ext cx="44177" cy="45510"/>
            </a:xfrm>
            <a:custGeom>
              <a:rect b="b" l="l" r="r" t="t"/>
              <a:pathLst>
                <a:path extrusionOk="0" h="1911" w="1855">
                  <a:moveTo>
                    <a:pt x="0" y="0"/>
                  </a:moveTo>
                  <a:lnTo>
                    <a:pt x="0" y="0"/>
                  </a:lnTo>
                  <a:cubicBezTo>
                    <a:pt x="397" y="811"/>
                    <a:pt x="1058" y="1488"/>
                    <a:pt x="1854" y="1911"/>
                  </a:cubicBezTo>
                  <a:cubicBezTo>
                    <a:pt x="1463" y="1070"/>
                    <a:pt x="532" y="302"/>
                    <a:pt x="5" y="2"/>
                  </a:cubicBezTo>
                  <a:cubicBezTo>
                    <a:pt x="2" y="2"/>
                    <a:pt x="0" y="0"/>
                    <a:pt x="0"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3"/>
            <p:cNvSpPr/>
            <p:nvPr/>
          </p:nvSpPr>
          <p:spPr>
            <a:xfrm>
              <a:off x="2959573" y="2175032"/>
              <a:ext cx="18028" cy="19243"/>
            </a:xfrm>
            <a:custGeom>
              <a:rect b="b" l="l" r="r" t="t"/>
              <a:pathLst>
                <a:path extrusionOk="0" h="808" w="757">
                  <a:moveTo>
                    <a:pt x="1" y="0"/>
                  </a:moveTo>
                  <a:cubicBezTo>
                    <a:pt x="298" y="227"/>
                    <a:pt x="559" y="501"/>
                    <a:pt x="756" y="808"/>
                  </a:cubicBezTo>
                  <a:cubicBezTo>
                    <a:pt x="559" y="499"/>
                    <a:pt x="298" y="227"/>
                    <a:pt x="1"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3"/>
            <p:cNvSpPr/>
            <p:nvPr/>
          </p:nvSpPr>
          <p:spPr>
            <a:xfrm>
              <a:off x="2982626" y="2209612"/>
              <a:ext cx="2381" cy="1143"/>
            </a:xfrm>
            <a:custGeom>
              <a:rect b="b" l="l" r="r" t="t"/>
              <a:pathLst>
                <a:path extrusionOk="0" h="48" w="100">
                  <a:moveTo>
                    <a:pt x="1" y="0"/>
                  </a:moveTo>
                  <a:lnTo>
                    <a:pt x="1" y="0"/>
                  </a:lnTo>
                  <a:cubicBezTo>
                    <a:pt x="34" y="16"/>
                    <a:pt x="66" y="35"/>
                    <a:pt x="99" y="48"/>
                  </a:cubicBezTo>
                  <a:lnTo>
                    <a:pt x="99" y="46"/>
                  </a:lnTo>
                  <a:cubicBezTo>
                    <a:pt x="66" y="35"/>
                    <a:pt x="34" y="16"/>
                    <a:pt x="1"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3"/>
            <p:cNvSpPr/>
            <p:nvPr/>
          </p:nvSpPr>
          <p:spPr>
            <a:xfrm>
              <a:off x="2920873" y="2201443"/>
              <a:ext cx="14837" cy="15694"/>
            </a:xfrm>
            <a:custGeom>
              <a:rect b="b" l="l" r="r" t="t"/>
              <a:pathLst>
                <a:path extrusionOk="0" h="659" w="623">
                  <a:moveTo>
                    <a:pt x="1" y="0"/>
                  </a:moveTo>
                  <a:lnTo>
                    <a:pt x="1" y="0"/>
                  </a:lnTo>
                  <a:cubicBezTo>
                    <a:pt x="245" y="185"/>
                    <a:pt x="461" y="406"/>
                    <a:pt x="623" y="658"/>
                  </a:cubicBezTo>
                  <a:cubicBezTo>
                    <a:pt x="461" y="406"/>
                    <a:pt x="245" y="183"/>
                    <a:pt x="1"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3"/>
            <p:cNvSpPr/>
            <p:nvPr/>
          </p:nvSpPr>
          <p:spPr>
            <a:xfrm>
              <a:off x="2900726" y="2191250"/>
              <a:ext cx="35270" cy="36389"/>
            </a:xfrm>
            <a:custGeom>
              <a:rect b="b" l="l" r="r" t="t"/>
              <a:pathLst>
                <a:path extrusionOk="0" h="1528" w="1481">
                  <a:moveTo>
                    <a:pt x="1" y="1"/>
                  </a:moveTo>
                  <a:cubicBezTo>
                    <a:pt x="318" y="647"/>
                    <a:pt x="847" y="1188"/>
                    <a:pt x="1480" y="1527"/>
                  </a:cubicBezTo>
                  <a:cubicBezTo>
                    <a:pt x="1169" y="856"/>
                    <a:pt x="427" y="242"/>
                    <a:pt x="5" y="4"/>
                  </a:cubicBezTo>
                  <a:cubicBezTo>
                    <a:pt x="4" y="4"/>
                    <a:pt x="4" y="1"/>
                    <a:pt x="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3"/>
            <p:cNvSpPr/>
            <p:nvPr/>
          </p:nvSpPr>
          <p:spPr>
            <a:xfrm>
              <a:off x="2939640" y="2229378"/>
              <a:ext cx="1953" cy="1000"/>
            </a:xfrm>
            <a:custGeom>
              <a:rect b="b" l="l" r="r" t="t"/>
              <a:pathLst>
                <a:path extrusionOk="0" h="42" w="82">
                  <a:moveTo>
                    <a:pt x="0" y="1"/>
                  </a:moveTo>
                  <a:cubicBezTo>
                    <a:pt x="26" y="15"/>
                    <a:pt x="54" y="28"/>
                    <a:pt x="81" y="41"/>
                  </a:cubicBezTo>
                  <a:cubicBezTo>
                    <a:pt x="55" y="28"/>
                    <a:pt x="28" y="12"/>
                    <a:pt x="0"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3"/>
            <p:cNvSpPr/>
            <p:nvPr/>
          </p:nvSpPr>
          <p:spPr>
            <a:xfrm>
              <a:off x="2861622" y="2115376"/>
              <a:ext cx="107549" cy="155369"/>
            </a:xfrm>
            <a:custGeom>
              <a:rect b="b" l="l" r="r" t="t"/>
              <a:pathLst>
                <a:path extrusionOk="0" h="6524" w="4516">
                  <a:moveTo>
                    <a:pt x="4514" y="0"/>
                  </a:moveTo>
                  <a:cubicBezTo>
                    <a:pt x="4514" y="0"/>
                    <a:pt x="4514" y="0"/>
                    <a:pt x="4514" y="0"/>
                  </a:cubicBezTo>
                  <a:lnTo>
                    <a:pt x="4514" y="0"/>
                  </a:lnTo>
                  <a:cubicBezTo>
                    <a:pt x="4515" y="0"/>
                    <a:pt x="4515" y="0"/>
                    <a:pt x="4516" y="0"/>
                  </a:cubicBezTo>
                  <a:close/>
                  <a:moveTo>
                    <a:pt x="4514" y="0"/>
                  </a:moveTo>
                  <a:cubicBezTo>
                    <a:pt x="4499" y="0"/>
                    <a:pt x="4481" y="2"/>
                    <a:pt x="4466" y="2"/>
                  </a:cubicBezTo>
                  <a:cubicBezTo>
                    <a:pt x="4425" y="2"/>
                    <a:pt x="4383" y="4"/>
                    <a:pt x="4339" y="8"/>
                  </a:cubicBezTo>
                  <a:cubicBezTo>
                    <a:pt x="4332" y="9"/>
                    <a:pt x="4325" y="9"/>
                    <a:pt x="4318" y="9"/>
                  </a:cubicBezTo>
                  <a:cubicBezTo>
                    <a:pt x="4311" y="9"/>
                    <a:pt x="4304" y="9"/>
                    <a:pt x="4297" y="10"/>
                  </a:cubicBezTo>
                  <a:cubicBezTo>
                    <a:pt x="4273" y="12"/>
                    <a:pt x="4249" y="18"/>
                    <a:pt x="4224" y="20"/>
                  </a:cubicBezTo>
                  <a:cubicBezTo>
                    <a:pt x="4185" y="26"/>
                    <a:pt x="4150" y="31"/>
                    <a:pt x="4109" y="39"/>
                  </a:cubicBezTo>
                  <a:cubicBezTo>
                    <a:pt x="4101" y="41"/>
                    <a:pt x="4095" y="42"/>
                    <a:pt x="4086" y="44"/>
                  </a:cubicBezTo>
                  <a:cubicBezTo>
                    <a:pt x="4080" y="47"/>
                    <a:pt x="4074" y="49"/>
                    <a:pt x="4069" y="49"/>
                  </a:cubicBezTo>
                  <a:cubicBezTo>
                    <a:pt x="4039" y="55"/>
                    <a:pt x="4009" y="64"/>
                    <a:pt x="3981" y="72"/>
                  </a:cubicBezTo>
                  <a:cubicBezTo>
                    <a:pt x="3952" y="80"/>
                    <a:pt x="3926" y="85"/>
                    <a:pt x="3898" y="93"/>
                  </a:cubicBezTo>
                  <a:cubicBezTo>
                    <a:pt x="3877" y="99"/>
                    <a:pt x="3855" y="107"/>
                    <a:pt x="3834" y="115"/>
                  </a:cubicBezTo>
                  <a:cubicBezTo>
                    <a:pt x="3830" y="115"/>
                    <a:pt x="3830" y="115"/>
                    <a:pt x="3829" y="117"/>
                  </a:cubicBezTo>
                  <a:cubicBezTo>
                    <a:pt x="3798" y="128"/>
                    <a:pt x="3769" y="138"/>
                    <a:pt x="3738" y="149"/>
                  </a:cubicBezTo>
                  <a:cubicBezTo>
                    <a:pt x="3720" y="156"/>
                    <a:pt x="3699" y="162"/>
                    <a:pt x="3681" y="171"/>
                  </a:cubicBezTo>
                  <a:cubicBezTo>
                    <a:pt x="3652" y="182"/>
                    <a:pt x="3623" y="196"/>
                    <a:pt x="3594" y="209"/>
                  </a:cubicBezTo>
                  <a:cubicBezTo>
                    <a:pt x="3587" y="211"/>
                    <a:pt x="3584" y="213"/>
                    <a:pt x="3578" y="214"/>
                  </a:cubicBezTo>
                  <a:cubicBezTo>
                    <a:pt x="3550" y="227"/>
                    <a:pt x="3521" y="237"/>
                    <a:pt x="3493" y="252"/>
                  </a:cubicBezTo>
                  <a:cubicBezTo>
                    <a:pt x="3482" y="255"/>
                    <a:pt x="3471" y="261"/>
                    <a:pt x="3461" y="266"/>
                  </a:cubicBezTo>
                  <a:cubicBezTo>
                    <a:pt x="3425" y="282"/>
                    <a:pt x="3391" y="302"/>
                    <a:pt x="3357" y="320"/>
                  </a:cubicBezTo>
                  <a:cubicBezTo>
                    <a:pt x="3325" y="336"/>
                    <a:pt x="3292" y="352"/>
                    <a:pt x="3260" y="371"/>
                  </a:cubicBezTo>
                  <a:cubicBezTo>
                    <a:pt x="3253" y="375"/>
                    <a:pt x="3245" y="380"/>
                    <a:pt x="3239" y="383"/>
                  </a:cubicBezTo>
                  <a:cubicBezTo>
                    <a:pt x="3226" y="391"/>
                    <a:pt x="3210" y="401"/>
                    <a:pt x="3195" y="409"/>
                  </a:cubicBezTo>
                  <a:cubicBezTo>
                    <a:pt x="3171" y="423"/>
                    <a:pt x="3146" y="438"/>
                    <a:pt x="3124" y="452"/>
                  </a:cubicBezTo>
                  <a:cubicBezTo>
                    <a:pt x="3088" y="474"/>
                    <a:pt x="3051" y="495"/>
                    <a:pt x="3017" y="517"/>
                  </a:cubicBezTo>
                  <a:cubicBezTo>
                    <a:pt x="3015" y="519"/>
                    <a:pt x="3012" y="521"/>
                    <a:pt x="3009" y="521"/>
                  </a:cubicBezTo>
                  <a:cubicBezTo>
                    <a:pt x="2975" y="543"/>
                    <a:pt x="2939" y="568"/>
                    <a:pt x="2905" y="590"/>
                  </a:cubicBezTo>
                  <a:cubicBezTo>
                    <a:pt x="2902" y="593"/>
                    <a:pt x="2895" y="595"/>
                    <a:pt x="2890" y="600"/>
                  </a:cubicBezTo>
                  <a:cubicBezTo>
                    <a:pt x="2858" y="623"/>
                    <a:pt x="2824" y="644"/>
                    <a:pt x="2792" y="666"/>
                  </a:cubicBezTo>
                  <a:cubicBezTo>
                    <a:pt x="2782" y="675"/>
                    <a:pt x="2772" y="681"/>
                    <a:pt x="2761" y="689"/>
                  </a:cubicBezTo>
                  <a:cubicBezTo>
                    <a:pt x="2727" y="713"/>
                    <a:pt x="2693" y="739"/>
                    <a:pt x="2660" y="764"/>
                  </a:cubicBezTo>
                  <a:cubicBezTo>
                    <a:pt x="2655" y="765"/>
                    <a:pt x="2654" y="770"/>
                    <a:pt x="2651" y="772"/>
                  </a:cubicBezTo>
                  <a:cubicBezTo>
                    <a:pt x="2623" y="793"/>
                    <a:pt x="2595" y="812"/>
                    <a:pt x="2570" y="833"/>
                  </a:cubicBezTo>
                  <a:cubicBezTo>
                    <a:pt x="2550" y="846"/>
                    <a:pt x="2532" y="863"/>
                    <a:pt x="2514" y="877"/>
                  </a:cubicBezTo>
                  <a:cubicBezTo>
                    <a:pt x="2489" y="900"/>
                    <a:pt x="2459" y="922"/>
                    <a:pt x="2433" y="944"/>
                  </a:cubicBezTo>
                  <a:lnTo>
                    <a:pt x="2403" y="968"/>
                  </a:lnTo>
                  <a:cubicBezTo>
                    <a:pt x="2385" y="984"/>
                    <a:pt x="2367" y="999"/>
                    <a:pt x="2348" y="1015"/>
                  </a:cubicBezTo>
                  <a:cubicBezTo>
                    <a:pt x="2320" y="1039"/>
                    <a:pt x="2291" y="1065"/>
                    <a:pt x="2265" y="1089"/>
                  </a:cubicBezTo>
                  <a:lnTo>
                    <a:pt x="2210" y="1138"/>
                  </a:lnTo>
                  <a:cubicBezTo>
                    <a:pt x="2194" y="1153"/>
                    <a:pt x="2177" y="1167"/>
                    <a:pt x="2161" y="1183"/>
                  </a:cubicBezTo>
                  <a:cubicBezTo>
                    <a:pt x="2151" y="1193"/>
                    <a:pt x="2142" y="1203"/>
                    <a:pt x="2129" y="1214"/>
                  </a:cubicBezTo>
                  <a:cubicBezTo>
                    <a:pt x="2083" y="1258"/>
                    <a:pt x="2036" y="1303"/>
                    <a:pt x="1991" y="1347"/>
                  </a:cubicBezTo>
                  <a:cubicBezTo>
                    <a:pt x="1973" y="1365"/>
                    <a:pt x="1954" y="1384"/>
                    <a:pt x="1934" y="1402"/>
                  </a:cubicBezTo>
                  <a:lnTo>
                    <a:pt x="1915" y="1422"/>
                  </a:lnTo>
                  <a:cubicBezTo>
                    <a:pt x="1897" y="1441"/>
                    <a:pt x="1878" y="1461"/>
                    <a:pt x="1860" y="1478"/>
                  </a:cubicBezTo>
                  <a:cubicBezTo>
                    <a:pt x="1832" y="1508"/>
                    <a:pt x="1805" y="1535"/>
                    <a:pt x="1777" y="1566"/>
                  </a:cubicBezTo>
                  <a:cubicBezTo>
                    <a:pt x="1753" y="1592"/>
                    <a:pt x="1728" y="1616"/>
                    <a:pt x="1704" y="1644"/>
                  </a:cubicBezTo>
                  <a:lnTo>
                    <a:pt x="1703" y="1645"/>
                  </a:lnTo>
                  <a:lnTo>
                    <a:pt x="1610" y="1749"/>
                  </a:lnTo>
                  <a:cubicBezTo>
                    <a:pt x="1597" y="1765"/>
                    <a:pt x="1583" y="1778"/>
                    <a:pt x="1570" y="1794"/>
                  </a:cubicBezTo>
                  <a:cubicBezTo>
                    <a:pt x="1549" y="1822"/>
                    <a:pt x="1524" y="1848"/>
                    <a:pt x="1502" y="1875"/>
                  </a:cubicBezTo>
                  <a:cubicBezTo>
                    <a:pt x="1493" y="1887"/>
                    <a:pt x="1484" y="1898"/>
                    <a:pt x="1476" y="1908"/>
                  </a:cubicBezTo>
                  <a:lnTo>
                    <a:pt x="1390" y="2012"/>
                  </a:lnTo>
                  <a:cubicBezTo>
                    <a:pt x="1383" y="2020"/>
                    <a:pt x="1378" y="2026"/>
                    <a:pt x="1372" y="2033"/>
                  </a:cubicBezTo>
                  <a:cubicBezTo>
                    <a:pt x="1349" y="2060"/>
                    <a:pt x="1327" y="2089"/>
                    <a:pt x="1305" y="2115"/>
                  </a:cubicBezTo>
                  <a:lnTo>
                    <a:pt x="1250" y="2188"/>
                  </a:lnTo>
                  <a:cubicBezTo>
                    <a:pt x="1228" y="2219"/>
                    <a:pt x="1205" y="2247"/>
                    <a:pt x="1184" y="2277"/>
                  </a:cubicBezTo>
                  <a:cubicBezTo>
                    <a:pt x="1184" y="2279"/>
                    <a:pt x="1181" y="2279"/>
                    <a:pt x="1181" y="2281"/>
                  </a:cubicBezTo>
                  <a:cubicBezTo>
                    <a:pt x="1161" y="2310"/>
                    <a:pt x="1139" y="2337"/>
                    <a:pt x="1119" y="2366"/>
                  </a:cubicBezTo>
                  <a:cubicBezTo>
                    <a:pt x="1082" y="2417"/>
                    <a:pt x="1048" y="2467"/>
                    <a:pt x="1014" y="2519"/>
                  </a:cubicBezTo>
                  <a:cubicBezTo>
                    <a:pt x="1009" y="2522"/>
                    <a:pt x="1007" y="2527"/>
                    <a:pt x="1002" y="2532"/>
                  </a:cubicBezTo>
                  <a:cubicBezTo>
                    <a:pt x="998" y="2543"/>
                    <a:pt x="989" y="2553"/>
                    <a:pt x="983" y="2561"/>
                  </a:cubicBezTo>
                  <a:cubicBezTo>
                    <a:pt x="968" y="2584"/>
                    <a:pt x="954" y="2603"/>
                    <a:pt x="941" y="2626"/>
                  </a:cubicBezTo>
                  <a:cubicBezTo>
                    <a:pt x="904" y="2681"/>
                    <a:pt x="869" y="2734"/>
                    <a:pt x="835" y="2791"/>
                  </a:cubicBezTo>
                  <a:cubicBezTo>
                    <a:pt x="814" y="2823"/>
                    <a:pt x="795" y="2859"/>
                    <a:pt x="774" y="2892"/>
                  </a:cubicBezTo>
                  <a:cubicBezTo>
                    <a:pt x="741" y="2945"/>
                    <a:pt x="709" y="3000"/>
                    <a:pt x="678" y="3057"/>
                  </a:cubicBezTo>
                  <a:cubicBezTo>
                    <a:pt x="659" y="3091"/>
                    <a:pt x="641" y="3128"/>
                    <a:pt x="620" y="3162"/>
                  </a:cubicBezTo>
                  <a:cubicBezTo>
                    <a:pt x="617" y="3169"/>
                    <a:pt x="613" y="3175"/>
                    <a:pt x="610" y="3180"/>
                  </a:cubicBezTo>
                  <a:cubicBezTo>
                    <a:pt x="609" y="3183"/>
                    <a:pt x="609" y="3185"/>
                    <a:pt x="605" y="3188"/>
                  </a:cubicBezTo>
                  <a:cubicBezTo>
                    <a:pt x="581" y="3234"/>
                    <a:pt x="557" y="3281"/>
                    <a:pt x="536" y="3326"/>
                  </a:cubicBezTo>
                  <a:cubicBezTo>
                    <a:pt x="516" y="3363"/>
                    <a:pt x="498" y="3402"/>
                    <a:pt x="481" y="3438"/>
                  </a:cubicBezTo>
                  <a:cubicBezTo>
                    <a:pt x="455" y="3491"/>
                    <a:pt x="430" y="3545"/>
                    <a:pt x="408" y="3598"/>
                  </a:cubicBezTo>
                  <a:cubicBezTo>
                    <a:pt x="390" y="3637"/>
                    <a:pt x="374" y="3678"/>
                    <a:pt x="357" y="3715"/>
                  </a:cubicBezTo>
                  <a:cubicBezTo>
                    <a:pt x="335" y="3768"/>
                    <a:pt x="314" y="3819"/>
                    <a:pt x="294" y="3872"/>
                  </a:cubicBezTo>
                  <a:cubicBezTo>
                    <a:pt x="278" y="3914"/>
                    <a:pt x="263" y="3955"/>
                    <a:pt x="247" y="3997"/>
                  </a:cubicBezTo>
                  <a:cubicBezTo>
                    <a:pt x="229" y="4047"/>
                    <a:pt x="213" y="4096"/>
                    <a:pt x="197" y="4148"/>
                  </a:cubicBezTo>
                  <a:cubicBezTo>
                    <a:pt x="182" y="4191"/>
                    <a:pt x="171" y="4233"/>
                    <a:pt x="158" y="4279"/>
                  </a:cubicBezTo>
                  <a:cubicBezTo>
                    <a:pt x="143" y="4327"/>
                    <a:pt x="132" y="4374"/>
                    <a:pt x="119" y="4423"/>
                  </a:cubicBezTo>
                  <a:cubicBezTo>
                    <a:pt x="108" y="4468"/>
                    <a:pt x="98" y="4514"/>
                    <a:pt x="87" y="4561"/>
                  </a:cubicBezTo>
                  <a:cubicBezTo>
                    <a:pt x="77" y="4605"/>
                    <a:pt x="67" y="4652"/>
                    <a:pt x="59" y="4695"/>
                  </a:cubicBezTo>
                  <a:cubicBezTo>
                    <a:pt x="51" y="4744"/>
                    <a:pt x="43" y="4791"/>
                    <a:pt x="36" y="4838"/>
                  </a:cubicBezTo>
                  <a:cubicBezTo>
                    <a:pt x="30" y="4880"/>
                    <a:pt x="25" y="4925"/>
                    <a:pt x="20" y="4968"/>
                  </a:cubicBezTo>
                  <a:cubicBezTo>
                    <a:pt x="14" y="5016"/>
                    <a:pt x="12" y="5066"/>
                    <a:pt x="9" y="5115"/>
                  </a:cubicBezTo>
                  <a:lnTo>
                    <a:pt x="2" y="5237"/>
                  </a:lnTo>
                  <a:cubicBezTo>
                    <a:pt x="1" y="5287"/>
                    <a:pt x="2" y="5339"/>
                    <a:pt x="2" y="5389"/>
                  </a:cubicBezTo>
                  <a:cubicBezTo>
                    <a:pt x="9" y="5418"/>
                    <a:pt x="9" y="5454"/>
                    <a:pt x="12" y="5493"/>
                  </a:cubicBezTo>
                  <a:cubicBezTo>
                    <a:pt x="17" y="5545"/>
                    <a:pt x="20" y="5596"/>
                    <a:pt x="27" y="5647"/>
                  </a:cubicBezTo>
                  <a:cubicBezTo>
                    <a:pt x="32" y="5681"/>
                    <a:pt x="35" y="5715"/>
                    <a:pt x="41" y="5752"/>
                  </a:cubicBezTo>
                  <a:cubicBezTo>
                    <a:pt x="49" y="5804"/>
                    <a:pt x="61" y="5854"/>
                    <a:pt x="72" y="5908"/>
                  </a:cubicBezTo>
                  <a:cubicBezTo>
                    <a:pt x="80" y="5940"/>
                    <a:pt x="85" y="5972"/>
                    <a:pt x="93" y="6005"/>
                  </a:cubicBezTo>
                  <a:cubicBezTo>
                    <a:pt x="108" y="6057"/>
                    <a:pt x="126" y="6110"/>
                    <a:pt x="142" y="6160"/>
                  </a:cubicBezTo>
                  <a:cubicBezTo>
                    <a:pt x="153" y="6191"/>
                    <a:pt x="163" y="6219"/>
                    <a:pt x="173" y="6250"/>
                  </a:cubicBezTo>
                  <a:cubicBezTo>
                    <a:pt x="194" y="6303"/>
                    <a:pt x="218" y="6353"/>
                    <a:pt x="242" y="6403"/>
                  </a:cubicBezTo>
                  <a:cubicBezTo>
                    <a:pt x="254" y="6429"/>
                    <a:pt x="267" y="6459"/>
                    <a:pt x="280" y="6485"/>
                  </a:cubicBezTo>
                  <a:cubicBezTo>
                    <a:pt x="286" y="6497"/>
                    <a:pt x="293" y="6510"/>
                    <a:pt x="299" y="6523"/>
                  </a:cubicBezTo>
                  <a:cubicBezTo>
                    <a:pt x="299" y="6520"/>
                    <a:pt x="299" y="6517"/>
                    <a:pt x="296" y="6514"/>
                  </a:cubicBezTo>
                  <a:cubicBezTo>
                    <a:pt x="173" y="5966"/>
                    <a:pt x="231" y="5251"/>
                    <a:pt x="471" y="4488"/>
                  </a:cubicBezTo>
                  <a:lnTo>
                    <a:pt x="471" y="4485"/>
                  </a:lnTo>
                  <a:cubicBezTo>
                    <a:pt x="592" y="4097"/>
                    <a:pt x="763" y="3694"/>
                    <a:pt x="976" y="3293"/>
                  </a:cubicBezTo>
                  <a:cubicBezTo>
                    <a:pt x="1203" y="2870"/>
                    <a:pt x="1479" y="2451"/>
                    <a:pt x="1809" y="2052"/>
                  </a:cubicBezTo>
                  <a:cubicBezTo>
                    <a:pt x="1811" y="2050"/>
                    <a:pt x="1814" y="2046"/>
                    <a:pt x="1818" y="2044"/>
                  </a:cubicBezTo>
                  <a:cubicBezTo>
                    <a:pt x="2500" y="1216"/>
                    <a:pt x="3398" y="478"/>
                    <a:pt x="4514"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3"/>
            <p:cNvSpPr/>
            <p:nvPr/>
          </p:nvSpPr>
          <p:spPr>
            <a:xfrm>
              <a:off x="3149831" y="2778290"/>
              <a:ext cx="225409" cy="458701"/>
            </a:xfrm>
            <a:custGeom>
              <a:rect b="b" l="l" r="r" t="t"/>
              <a:pathLst>
                <a:path extrusionOk="0" h="19261" w="9465">
                  <a:moveTo>
                    <a:pt x="1624" y="0"/>
                  </a:moveTo>
                  <a:cubicBezTo>
                    <a:pt x="1605" y="34"/>
                    <a:pt x="1587" y="67"/>
                    <a:pt x="1569" y="102"/>
                  </a:cubicBezTo>
                  <a:cubicBezTo>
                    <a:pt x="1441" y="337"/>
                    <a:pt x="1319" y="571"/>
                    <a:pt x="1204" y="801"/>
                  </a:cubicBezTo>
                  <a:cubicBezTo>
                    <a:pt x="733" y="1749"/>
                    <a:pt x="370" y="2671"/>
                    <a:pt x="170" y="3528"/>
                  </a:cubicBezTo>
                  <a:cubicBezTo>
                    <a:pt x="89" y="3872"/>
                    <a:pt x="36" y="4209"/>
                    <a:pt x="12" y="4528"/>
                  </a:cubicBezTo>
                  <a:cubicBezTo>
                    <a:pt x="0" y="4668"/>
                    <a:pt x="41" y="4799"/>
                    <a:pt x="120" y="4919"/>
                  </a:cubicBezTo>
                  <a:cubicBezTo>
                    <a:pt x="438" y="5859"/>
                    <a:pt x="1329" y="7711"/>
                    <a:pt x="2402" y="9792"/>
                  </a:cubicBezTo>
                  <a:cubicBezTo>
                    <a:pt x="2588" y="10157"/>
                    <a:pt x="2780" y="10526"/>
                    <a:pt x="2977" y="10902"/>
                  </a:cubicBezTo>
                  <a:cubicBezTo>
                    <a:pt x="3003" y="10951"/>
                    <a:pt x="3028" y="11000"/>
                    <a:pt x="3053" y="11048"/>
                  </a:cubicBezTo>
                  <a:cubicBezTo>
                    <a:pt x="3079" y="11095"/>
                    <a:pt x="3104" y="11145"/>
                    <a:pt x="3131" y="11194"/>
                  </a:cubicBezTo>
                  <a:cubicBezTo>
                    <a:pt x="3165" y="11257"/>
                    <a:pt x="3198" y="11320"/>
                    <a:pt x="3232" y="11385"/>
                  </a:cubicBezTo>
                  <a:lnTo>
                    <a:pt x="3360" y="11628"/>
                  </a:lnTo>
                  <a:cubicBezTo>
                    <a:pt x="3877" y="12607"/>
                    <a:pt x="4407" y="13591"/>
                    <a:pt x="4914" y="14520"/>
                  </a:cubicBezTo>
                  <a:cubicBezTo>
                    <a:pt x="5011" y="14700"/>
                    <a:pt x="5108" y="14876"/>
                    <a:pt x="5206" y="15050"/>
                  </a:cubicBezTo>
                  <a:cubicBezTo>
                    <a:pt x="5233" y="15103"/>
                    <a:pt x="5264" y="15155"/>
                    <a:pt x="5292" y="15208"/>
                  </a:cubicBezTo>
                  <a:cubicBezTo>
                    <a:pt x="5533" y="15646"/>
                    <a:pt x="5763" y="16066"/>
                    <a:pt x="5985" y="16463"/>
                  </a:cubicBezTo>
                  <a:cubicBezTo>
                    <a:pt x="6151" y="16763"/>
                    <a:pt x="6311" y="17048"/>
                    <a:pt x="6463" y="17315"/>
                  </a:cubicBezTo>
                  <a:cubicBezTo>
                    <a:pt x="6624" y="17599"/>
                    <a:pt x="6773" y="17865"/>
                    <a:pt x="6912" y="18104"/>
                  </a:cubicBezTo>
                  <a:cubicBezTo>
                    <a:pt x="6980" y="18223"/>
                    <a:pt x="7042" y="18331"/>
                    <a:pt x="7103" y="18437"/>
                  </a:cubicBezTo>
                  <a:cubicBezTo>
                    <a:pt x="7126" y="18437"/>
                    <a:pt x="7146" y="18440"/>
                    <a:pt x="7168" y="18442"/>
                  </a:cubicBezTo>
                  <a:cubicBezTo>
                    <a:pt x="7342" y="18450"/>
                    <a:pt x="7491" y="18489"/>
                    <a:pt x="7614" y="18545"/>
                  </a:cubicBezTo>
                  <a:cubicBezTo>
                    <a:pt x="7914" y="18680"/>
                    <a:pt x="8076" y="18905"/>
                    <a:pt x="8133" y="18978"/>
                  </a:cubicBezTo>
                  <a:cubicBezTo>
                    <a:pt x="8198" y="19062"/>
                    <a:pt x="8463" y="19260"/>
                    <a:pt x="8781" y="19260"/>
                  </a:cubicBezTo>
                  <a:cubicBezTo>
                    <a:pt x="8867" y="19260"/>
                    <a:pt x="8956" y="19246"/>
                    <a:pt x="9047" y="19211"/>
                  </a:cubicBezTo>
                  <a:cubicBezTo>
                    <a:pt x="9392" y="19077"/>
                    <a:pt x="9465" y="18850"/>
                    <a:pt x="9460" y="18620"/>
                  </a:cubicBezTo>
                  <a:cubicBezTo>
                    <a:pt x="9445" y="18578"/>
                    <a:pt x="9427" y="18537"/>
                    <a:pt x="9406" y="18493"/>
                  </a:cubicBezTo>
                  <a:cubicBezTo>
                    <a:pt x="9202" y="18103"/>
                    <a:pt x="9016" y="17704"/>
                    <a:pt x="8838" y="17305"/>
                  </a:cubicBezTo>
                  <a:cubicBezTo>
                    <a:pt x="8669" y="16923"/>
                    <a:pt x="8509" y="16539"/>
                    <a:pt x="8359" y="16155"/>
                  </a:cubicBezTo>
                  <a:cubicBezTo>
                    <a:pt x="8121" y="15545"/>
                    <a:pt x="7906" y="14935"/>
                    <a:pt x="7703" y="14327"/>
                  </a:cubicBezTo>
                  <a:cubicBezTo>
                    <a:pt x="7520" y="13779"/>
                    <a:pt x="7350" y="13231"/>
                    <a:pt x="7188" y="12695"/>
                  </a:cubicBezTo>
                  <a:cubicBezTo>
                    <a:pt x="6925" y="11818"/>
                    <a:pt x="6679" y="10964"/>
                    <a:pt x="6434" y="10150"/>
                  </a:cubicBezTo>
                  <a:cubicBezTo>
                    <a:pt x="6398" y="10029"/>
                    <a:pt x="6361" y="9907"/>
                    <a:pt x="6322" y="9786"/>
                  </a:cubicBezTo>
                  <a:cubicBezTo>
                    <a:pt x="6319" y="9773"/>
                    <a:pt x="6317" y="9763"/>
                    <a:pt x="6313" y="9752"/>
                  </a:cubicBezTo>
                  <a:lnTo>
                    <a:pt x="6277" y="9630"/>
                  </a:lnTo>
                  <a:cubicBezTo>
                    <a:pt x="6206" y="9403"/>
                    <a:pt x="6138" y="9180"/>
                    <a:pt x="6066" y="8961"/>
                  </a:cubicBezTo>
                  <a:cubicBezTo>
                    <a:pt x="6037" y="8872"/>
                    <a:pt x="6008" y="8781"/>
                    <a:pt x="5977" y="8693"/>
                  </a:cubicBezTo>
                  <a:cubicBezTo>
                    <a:pt x="5904" y="8475"/>
                    <a:pt x="5830" y="8261"/>
                    <a:pt x="5753" y="8052"/>
                  </a:cubicBezTo>
                  <a:cubicBezTo>
                    <a:pt x="5434" y="7170"/>
                    <a:pt x="5087" y="6381"/>
                    <a:pt x="4674" y="5711"/>
                  </a:cubicBezTo>
                  <a:cubicBezTo>
                    <a:pt x="4666" y="5718"/>
                    <a:pt x="4656" y="5720"/>
                    <a:pt x="4647" y="5720"/>
                  </a:cubicBezTo>
                  <a:cubicBezTo>
                    <a:pt x="4625" y="5720"/>
                    <a:pt x="4608" y="5710"/>
                    <a:pt x="4598" y="5692"/>
                  </a:cubicBezTo>
                  <a:cubicBezTo>
                    <a:pt x="4489" y="5515"/>
                    <a:pt x="4358" y="5332"/>
                    <a:pt x="4214" y="5157"/>
                  </a:cubicBezTo>
                  <a:cubicBezTo>
                    <a:pt x="3823" y="4681"/>
                    <a:pt x="3334" y="4266"/>
                    <a:pt x="2937" y="4201"/>
                  </a:cubicBezTo>
                  <a:cubicBezTo>
                    <a:pt x="2906" y="4195"/>
                    <a:pt x="2883" y="4165"/>
                    <a:pt x="2890" y="4133"/>
                  </a:cubicBezTo>
                  <a:cubicBezTo>
                    <a:pt x="2893" y="4108"/>
                    <a:pt x="2914" y="4086"/>
                    <a:pt x="2943" y="4086"/>
                  </a:cubicBezTo>
                  <a:cubicBezTo>
                    <a:pt x="2947" y="4086"/>
                    <a:pt x="2951" y="4087"/>
                    <a:pt x="2956" y="4088"/>
                  </a:cubicBezTo>
                  <a:cubicBezTo>
                    <a:pt x="3117" y="4114"/>
                    <a:pt x="3285" y="4188"/>
                    <a:pt x="3451" y="4295"/>
                  </a:cubicBezTo>
                  <a:cubicBezTo>
                    <a:pt x="3744" y="4485"/>
                    <a:pt x="4034" y="4768"/>
                    <a:pt x="4274" y="5053"/>
                  </a:cubicBezTo>
                  <a:lnTo>
                    <a:pt x="4274" y="5052"/>
                  </a:lnTo>
                  <a:cubicBezTo>
                    <a:pt x="4318" y="4951"/>
                    <a:pt x="4366" y="4854"/>
                    <a:pt x="4415" y="4757"/>
                  </a:cubicBezTo>
                  <a:cubicBezTo>
                    <a:pt x="4914" y="3780"/>
                    <a:pt x="5645" y="2856"/>
                    <a:pt x="6514" y="1969"/>
                  </a:cubicBezTo>
                  <a:cubicBezTo>
                    <a:pt x="5183" y="1898"/>
                    <a:pt x="3869" y="1491"/>
                    <a:pt x="2726" y="801"/>
                  </a:cubicBezTo>
                  <a:cubicBezTo>
                    <a:pt x="2337" y="566"/>
                    <a:pt x="1966" y="299"/>
                    <a:pt x="1624"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3"/>
            <p:cNvSpPr/>
            <p:nvPr/>
          </p:nvSpPr>
          <p:spPr>
            <a:xfrm>
              <a:off x="3377526" y="2478102"/>
              <a:ext cx="179756" cy="69397"/>
            </a:xfrm>
            <a:custGeom>
              <a:rect b="b" l="l" r="r" t="t"/>
              <a:pathLst>
                <a:path extrusionOk="0" h="2914" w="7548">
                  <a:moveTo>
                    <a:pt x="7415" y="0"/>
                  </a:moveTo>
                  <a:lnTo>
                    <a:pt x="7415" y="2"/>
                  </a:lnTo>
                  <a:cubicBezTo>
                    <a:pt x="7462" y="80"/>
                    <a:pt x="7504" y="161"/>
                    <a:pt x="7547" y="238"/>
                  </a:cubicBezTo>
                  <a:lnTo>
                    <a:pt x="7547" y="238"/>
                  </a:lnTo>
                  <a:cubicBezTo>
                    <a:pt x="7504" y="161"/>
                    <a:pt x="7462" y="80"/>
                    <a:pt x="7415" y="0"/>
                  </a:cubicBezTo>
                  <a:close/>
                  <a:moveTo>
                    <a:pt x="7414" y="0"/>
                  </a:moveTo>
                  <a:lnTo>
                    <a:pt x="1" y="2912"/>
                  </a:lnTo>
                  <a:lnTo>
                    <a:pt x="1" y="2914"/>
                  </a:lnTo>
                  <a:lnTo>
                    <a:pt x="7415" y="0"/>
                  </a:ln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3"/>
            <p:cNvSpPr/>
            <p:nvPr/>
          </p:nvSpPr>
          <p:spPr>
            <a:xfrm>
              <a:off x="3046307" y="2234213"/>
              <a:ext cx="143" cy="95"/>
            </a:xfrm>
            <a:custGeom>
              <a:rect b="b" l="l" r="r" t="t"/>
              <a:pathLst>
                <a:path extrusionOk="0" h="4" w="6">
                  <a:moveTo>
                    <a:pt x="1" y="0"/>
                  </a:moveTo>
                  <a:lnTo>
                    <a:pt x="1" y="2"/>
                  </a:lnTo>
                  <a:cubicBezTo>
                    <a:pt x="2" y="2"/>
                    <a:pt x="4" y="2"/>
                    <a:pt x="5" y="4"/>
                  </a:cubicBezTo>
                  <a:cubicBezTo>
                    <a:pt x="4" y="2"/>
                    <a:pt x="2" y="2"/>
                    <a:pt x="1"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3"/>
            <p:cNvSpPr/>
            <p:nvPr/>
          </p:nvSpPr>
          <p:spPr>
            <a:xfrm>
              <a:off x="3035733" y="2268982"/>
              <a:ext cx="56227" cy="74708"/>
            </a:xfrm>
            <a:custGeom>
              <a:rect b="b" l="l" r="r" t="t"/>
              <a:pathLst>
                <a:path extrusionOk="0" h="3137" w="2361">
                  <a:moveTo>
                    <a:pt x="1320" y="0"/>
                  </a:moveTo>
                  <a:cubicBezTo>
                    <a:pt x="1060" y="229"/>
                    <a:pt x="637" y="527"/>
                    <a:pt x="161" y="723"/>
                  </a:cubicBezTo>
                  <a:cubicBezTo>
                    <a:pt x="274" y="1295"/>
                    <a:pt x="155" y="2002"/>
                    <a:pt x="1" y="2553"/>
                  </a:cubicBezTo>
                  <a:cubicBezTo>
                    <a:pt x="281" y="2731"/>
                    <a:pt x="550" y="2926"/>
                    <a:pt x="803" y="3136"/>
                  </a:cubicBezTo>
                  <a:cubicBezTo>
                    <a:pt x="832" y="2845"/>
                    <a:pt x="934" y="2470"/>
                    <a:pt x="1088" y="2081"/>
                  </a:cubicBezTo>
                  <a:cubicBezTo>
                    <a:pt x="1094" y="2065"/>
                    <a:pt x="1101" y="2049"/>
                    <a:pt x="1109" y="2033"/>
                  </a:cubicBezTo>
                  <a:cubicBezTo>
                    <a:pt x="1133" y="1970"/>
                    <a:pt x="1159" y="1910"/>
                    <a:pt x="1188" y="1846"/>
                  </a:cubicBezTo>
                  <a:cubicBezTo>
                    <a:pt x="1200" y="1820"/>
                    <a:pt x="1210" y="1793"/>
                    <a:pt x="1223" y="1767"/>
                  </a:cubicBezTo>
                  <a:cubicBezTo>
                    <a:pt x="1248" y="1710"/>
                    <a:pt x="1274" y="1654"/>
                    <a:pt x="1304" y="1597"/>
                  </a:cubicBezTo>
                  <a:cubicBezTo>
                    <a:pt x="1320" y="1564"/>
                    <a:pt x="1336" y="1534"/>
                    <a:pt x="1352" y="1504"/>
                  </a:cubicBezTo>
                  <a:cubicBezTo>
                    <a:pt x="1378" y="1451"/>
                    <a:pt x="1407" y="1399"/>
                    <a:pt x="1435" y="1346"/>
                  </a:cubicBezTo>
                  <a:cubicBezTo>
                    <a:pt x="1456" y="1310"/>
                    <a:pt x="1475" y="1274"/>
                    <a:pt x="1496" y="1240"/>
                  </a:cubicBezTo>
                  <a:cubicBezTo>
                    <a:pt x="1540" y="1164"/>
                    <a:pt x="1586" y="1088"/>
                    <a:pt x="1631" y="1015"/>
                  </a:cubicBezTo>
                  <a:cubicBezTo>
                    <a:pt x="1662" y="970"/>
                    <a:pt x="1691" y="923"/>
                    <a:pt x="1720" y="876"/>
                  </a:cubicBezTo>
                  <a:cubicBezTo>
                    <a:pt x="1744" y="840"/>
                    <a:pt x="1772" y="804"/>
                    <a:pt x="1798" y="769"/>
                  </a:cubicBezTo>
                  <a:cubicBezTo>
                    <a:pt x="1825" y="730"/>
                    <a:pt x="1855" y="689"/>
                    <a:pt x="1882" y="654"/>
                  </a:cubicBezTo>
                  <a:cubicBezTo>
                    <a:pt x="1910" y="618"/>
                    <a:pt x="1937" y="586"/>
                    <a:pt x="1963" y="551"/>
                  </a:cubicBezTo>
                  <a:cubicBezTo>
                    <a:pt x="1992" y="517"/>
                    <a:pt x="2020" y="483"/>
                    <a:pt x="2051" y="451"/>
                  </a:cubicBezTo>
                  <a:cubicBezTo>
                    <a:pt x="2080" y="419"/>
                    <a:pt x="2107" y="389"/>
                    <a:pt x="2137" y="359"/>
                  </a:cubicBezTo>
                  <a:cubicBezTo>
                    <a:pt x="2164" y="329"/>
                    <a:pt x="2195" y="300"/>
                    <a:pt x="2222" y="274"/>
                  </a:cubicBezTo>
                  <a:cubicBezTo>
                    <a:pt x="2252" y="248"/>
                    <a:pt x="2282" y="219"/>
                    <a:pt x="2310" y="195"/>
                  </a:cubicBezTo>
                  <a:cubicBezTo>
                    <a:pt x="2326" y="180"/>
                    <a:pt x="2344" y="167"/>
                    <a:pt x="2360" y="154"/>
                  </a:cubicBezTo>
                  <a:lnTo>
                    <a:pt x="2360" y="154"/>
                  </a:lnTo>
                  <a:cubicBezTo>
                    <a:pt x="2343" y="155"/>
                    <a:pt x="2327" y="155"/>
                    <a:pt x="2310" y="155"/>
                  </a:cubicBezTo>
                  <a:cubicBezTo>
                    <a:pt x="1977" y="155"/>
                    <a:pt x="1645" y="108"/>
                    <a:pt x="1320"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3"/>
            <p:cNvSpPr/>
            <p:nvPr/>
          </p:nvSpPr>
          <p:spPr>
            <a:xfrm>
              <a:off x="3046307" y="2228616"/>
              <a:ext cx="834" cy="5620"/>
            </a:xfrm>
            <a:custGeom>
              <a:rect b="b" l="l" r="r" t="t"/>
              <a:pathLst>
                <a:path extrusionOk="0" h="236" w="35">
                  <a:moveTo>
                    <a:pt x="35" y="0"/>
                  </a:moveTo>
                  <a:cubicBezTo>
                    <a:pt x="25" y="80"/>
                    <a:pt x="15" y="157"/>
                    <a:pt x="1" y="235"/>
                  </a:cubicBezTo>
                  <a:cubicBezTo>
                    <a:pt x="17" y="161"/>
                    <a:pt x="27" y="81"/>
                    <a:pt x="35"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3"/>
            <p:cNvSpPr/>
            <p:nvPr/>
          </p:nvSpPr>
          <p:spPr>
            <a:xfrm>
              <a:off x="2885127" y="2260909"/>
              <a:ext cx="116860" cy="103786"/>
            </a:xfrm>
            <a:custGeom>
              <a:rect b="b" l="l" r="r" t="t"/>
              <a:pathLst>
                <a:path extrusionOk="0" h="4358" w="4907">
                  <a:moveTo>
                    <a:pt x="1283" y="249"/>
                  </a:moveTo>
                  <a:cubicBezTo>
                    <a:pt x="1438" y="249"/>
                    <a:pt x="1594" y="303"/>
                    <a:pt x="1714" y="403"/>
                  </a:cubicBezTo>
                  <a:cubicBezTo>
                    <a:pt x="1761" y="442"/>
                    <a:pt x="1737" y="532"/>
                    <a:pt x="1702" y="581"/>
                  </a:cubicBezTo>
                  <a:cubicBezTo>
                    <a:pt x="1652" y="573"/>
                    <a:pt x="1598" y="569"/>
                    <a:pt x="1545" y="569"/>
                  </a:cubicBezTo>
                  <a:cubicBezTo>
                    <a:pt x="1478" y="569"/>
                    <a:pt x="1411" y="575"/>
                    <a:pt x="1349" y="591"/>
                  </a:cubicBezTo>
                  <a:cubicBezTo>
                    <a:pt x="1205" y="625"/>
                    <a:pt x="1049" y="769"/>
                    <a:pt x="1009" y="913"/>
                  </a:cubicBezTo>
                  <a:cubicBezTo>
                    <a:pt x="865" y="889"/>
                    <a:pt x="733" y="800"/>
                    <a:pt x="657" y="677"/>
                  </a:cubicBezTo>
                  <a:cubicBezTo>
                    <a:pt x="732" y="477"/>
                    <a:pt x="910" y="325"/>
                    <a:pt x="1114" y="271"/>
                  </a:cubicBezTo>
                  <a:cubicBezTo>
                    <a:pt x="1169" y="257"/>
                    <a:pt x="1226" y="249"/>
                    <a:pt x="1283" y="249"/>
                  </a:cubicBezTo>
                  <a:close/>
                  <a:moveTo>
                    <a:pt x="1584" y="1151"/>
                  </a:moveTo>
                  <a:cubicBezTo>
                    <a:pt x="1756" y="1151"/>
                    <a:pt x="2008" y="1439"/>
                    <a:pt x="1871" y="1565"/>
                  </a:cubicBezTo>
                  <a:cubicBezTo>
                    <a:pt x="1835" y="1599"/>
                    <a:pt x="1796" y="1613"/>
                    <a:pt x="1756" y="1613"/>
                  </a:cubicBezTo>
                  <a:cubicBezTo>
                    <a:pt x="1572" y="1613"/>
                    <a:pt x="1388" y="1292"/>
                    <a:pt x="1500" y="1184"/>
                  </a:cubicBezTo>
                  <a:cubicBezTo>
                    <a:pt x="1523" y="1161"/>
                    <a:pt x="1553" y="1151"/>
                    <a:pt x="1584" y="1151"/>
                  </a:cubicBezTo>
                  <a:close/>
                  <a:moveTo>
                    <a:pt x="2270" y="2734"/>
                  </a:moveTo>
                  <a:cubicBezTo>
                    <a:pt x="2274" y="2734"/>
                    <a:pt x="2276" y="2736"/>
                    <a:pt x="2278" y="2738"/>
                  </a:cubicBezTo>
                  <a:cubicBezTo>
                    <a:pt x="2328" y="2836"/>
                    <a:pt x="2126" y="2969"/>
                    <a:pt x="2038" y="2969"/>
                  </a:cubicBezTo>
                  <a:cubicBezTo>
                    <a:pt x="2028" y="2969"/>
                    <a:pt x="2019" y="2967"/>
                    <a:pt x="2012" y="2963"/>
                  </a:cubicBezTo>
                  <a:cubicBezTo>
                    <a:pt x="1958" y="2929"/>
                    <a:pt x="2217" y="2734"/>
                    <a:pt x="2270" y="2734"/>
                  </a:cubicBezTo>
                  <a:close/>
                  <a:moveTo>
                    <a:pt x="1631" y="1"/>
                  </a:moveTo>
                  <a:lnTo>
                    <a:pt x="33" y="420"/>
                  </a:lnTo>
                  <a:cubicBezTo>
                    <a:pt x="7" y="516"/>
                    <a:pt x="1" y="607"/>
                    <a:pt x="17" y="690"/>
                  </a:cubicBezTo>
                  <a:lnTo>
                    <a:pt x="14" y="688"/>
                  </a:lnTo>
                  <a:lnTo>
                    <a:pt x="14" y="688"/>
                  </a:lnTo>
                  <a:cubicBezTo>
                    <a:pt x="184" y="1019"/>
                    <a:pt x="352" y="1265"/>
                    <a:pt x="450" y="1335"/>
                  </a:cubicBezTo>
                  <a:cubicBezTo>
                    <a:pt x="711" y="1518"/>
                    <a:pt x="1113" y="1548"/>
                    <a:pt x="1113" y="1548"/>
                  </a:cubicBezTo>
                  <a:cubicBezTo>
                    <a:pt x="1545" y="2083"/>
                    <a:pt x="1437" y="2741"/>
                    <a:pt x="1638" y="3137"/>
                  </a:cubicBezTo>
                  <a:cubicBezTo>
                    <a:pt x="1653" y="3168"/>
                    <a:pt x="1705" y="3185"/>
                    <a:pt x="1775" y="3185"/>
                  </a:cubicBezTo>
                  <a:cubicBezTo>
                    <a:pt x="1887" y="3185"/>
                    <a:pt x="2046" y="3142"/>
                    <a:pt x="2181" y="3046"/>
                  </a:cubicBezTo>
                  <a:cubicBezTo>
                    <a:pt x="2313" y="3208"/>
                    <a:pt x="2472" y="3385"/>
                    <a:pt x="2644" y="3552"/>
                  </a:cubicBezTo>
                  <a:cubicBezTo>
                    <a:pt x="2735" y="3487"/>
                    <a:pt x="3023" y="3223"/>
                    <a:pt x="3276" y="2898"/>
                  </a:cubicBezTo>
                  <a:cubicBezTo>
                    <a:pt x="3288" y="2884"/>
                    <a:pt x="3306" y="2876"/>
                    <a:pt x="3324" y="2876"/>
                  </a:cubicBezTo>
                  <a:cubicBezTo>
                    <a:pt x="3336" y="2876"/>
                    <a:pt x="3347" y="2879"/>
                    <a:pt x="3357" y="2887"/>
                  </a:cubicBezTo>
                  <a:cubicBezTo>
                    <a:pt x="3381" y="2908"/>
                    <a:pt x="3388" y="2944"/>
                    <a:pt x="3367" y="2968"/>
                  </a:cubicBezTo>
                  <a:cubicBezTo>
                    <a:pt x="3116" y="3291"/>
                    <a:pt x="2839" y="3548"/>
                    <a:pt x="2727" y="3633"/>
                  </a:cubicBezTo>
                  <a:cubicBezTo>
                    <a:pt x="3142" y="4025"/>
                    <a:pt x="3633" y="4357"/>
                    <a:pt x="4088" y="4357"/>
                  </a:cubicBezTo>
                  <a:cubicBezTo>
                    <a:pt x="4394" y="4357"/>
                    <a:pt x="4665" y="4244"/>
                    <a:pt x="4906" y="4052"/>
                  </a:cubicBezTo>
                  <a:cubicBezTo>
                    <a:pt x="4900" y="4044"/>
                    <a:pt x="4890" y="4038"/>
                    <a:pt x="4889" y="4028"/>
                  </a:cubicBezTo>
                  <a:cubicBezTo>
                    <a:pt x="4652" y="3338"/>
                    <a:pt x="3798" y="1861"/>
                    <a:pt x="3064" y="719"/>
                  </a:cubicBezTo>
                  <a:cubicBezTo>
                    <a:pt x="2968" y="854"/>
                    <a:pt x="2853" y="942"/>
                    <a:pt x="2707" y="942"/>
                  </a:cubicBezTo>
                  <a:cubicBezTo>
                    <a:pt x="2459" y="942"/>
                    <a:pt x="2121" y="691"/>
                    <a:pt x="1631"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3"/>
            <p:cNvSpPr/>
            <p:nvPr/>
          </p:nvSpPr>
          <p:spPr>
            <a:xfrm>
              <a:off x="2955262" y="2244596"/>
              <a:ext cx="78494" cy="110025"/>
            </a:xfrm>
            <a:custGeom>
              <a:rect b="b" l="l" r="r" t="t"/>
              <a:pathLst>
                <a:path extrusionOk="0" h="4620" w="3296">
                  <a:moveTo>
                    <a:pt x="1307" y="0"/>
                  </a:moveTo>
                  <a:lnTo>
                    <a:pt x="762" y="143"/>
                  </a:lnTo>
                  <a:cubicBezTo>
                    <a:pt x="696" y="418"/>
                    <a:pt x="730" y="715"/>
                    <a:pt x="850" y="969"/>
                  </a:cubicBezTo>
                  <a:cubicBezTo>
                    <a:pt x="906" y="767"/>
                    <a:pt x="1026" y="592"/>
                    <a:pt x="1177" y="506"/>
                  </a:cubicBezTo>
                  <a:cubicBezTo>
                    <a:pt x="1187" y="501"/>
                    <a:pt x="1197" y="498"/>
                    <a:pt x="1206" y="498"/>
                  </a:cubicBezTo>
                  <a:cubicBezTo>
                    <a:pt x="1227" y="498"/>
                    <a:pt x="1246" y="509"/>
                    <a:pt x="1257" y="529"/>
                  </a:cubicBezTo>
                  <a:cubicBezTo>
                    <a:pt x="1273" y="556"/>
                    <a:pt x="1263" y="592"/>
                    <a:pt x="1234" y="608"/>
                  </a:cubicBezTo>
                  <a:cubicBezTo>
                    <a:pt x="1081" y="692"/>
                    <a:pt x="963" y="903"/>
                    <a:pt x="936" y="1127"/>
                  </a:cubicBezTo>
                  <a:cubicBezTo>
                    <a:pt x="984" y="1201"/>
                    <a:pt x="1039" y="1272"/>
                    <a:pt x="1104" y="1334"/>
                  </a:cubicBezTo>
                  <a:cubicBezTo>
                    <a:pt x="1122" y="1350"/>
                    <a:pt x="1122" y="1375"/>
                    <a:pt x="1114" y="1397"/>
                  </a:cubicBezTo>
                  <a:cubicBezTo>
                    <a:pt x="1112" y="1404"/>
                    <a:pt x="1112" y="1412"/>
                    <a:pt x="1106" y="1418"/>
                  </a:cubicBezTo>
                  <a:cubicBezTo>
                    <a:pt x="1094" y="1430"/>
                    <a:pt x="1080" y="1436"/>
                    <a:pt x="1065" y="1436"/>
                  </a:cubicBezTo>
                  <a:cubicBezTo>
                    <a:pt x="1052" y="1436"/>
                    <a:pt x="1038" y="1430"/>
                    <a:pt x="1025" y="1420"/>
                  </a:cubicBezTo>
                  <a:cubicBezTo>
                    <a:pt x="1009" y="1404"/>
                    <a:pt x="996" y="1386"/>
                    <a:pt x="979" y="1368"/>
                  </a:cubicBezTo>
                  <a:cubicBezTo>
                    <a:pt x="926" y="1311"/>
                    <a:pt x="877" y="1250"/>
                    <a:pt x="835" y="1185"/>
                  </a:cubicBezTo>
                  <a:cubicBezTo>
                    <a:pt x="834" y="1183"/>
                    <a:pt x="830" y="1178"/>
                    <a:pt x="829" y="1175"/>
                  </a:cubicBezTo>
                  <a:cubicBezTo>
                    <a:pt x="644" y="880"/>
                    <a:pt x="571" y="520"/>
                    <a:pt x="636" y="178"/>
                  </a:cubicBezTo>
                  <a:lnTo>
                    <a:pt x="636" y="178"/>
                  </a:lnTo>
                  <a:lnTo>
                    <a:pt x="13" y="342"/>
                  </a:lnTo>
                  <a:cubicBezTo>
                    <a:pt x="1" y="580"/>
                    <a:pt x="73" y="838"/>
                    <a:pt x="205" y="1021"/>
                  </a:cubicBezTo>
                  <a:cubicBezTo>
                    <a:pt x="253" y="1089"/>
                    <a:pt x="318" y="1162"/>
                    <a:pt x="389" y="1235"/>
                  </a:cubicBezTo>
                  <a:lnTo>
                    <a:pt x="236" y="1201"/>
                  </a:lnTo>
                  <a:cubicBezTo>
                    <a:pt x="231" y="1211"/>
                    <a:pt x="226" y="1219"/>
                    <a:pt x="221" y="1227"/>
                  </a:cubicBezTo>
                  <a:cubicBezTo>
                    <a:pt x="963" y="2370"/>
                    <a:pt x="1833" y="3874"/>
                    <a:pt x="2102" y="4619"/>
                  </a:cubicBezTo>
                  <a:cubicBezTo>
                    <a:pt x="2446" y="4290"/>
                    <a:pt x="2715" y="3810"/>
                    <a:pt x="2911" y="3306"/>
                  </a:cubicBezTo>
                  <a:cubicBezTo>
                    <a:pt x="2953" y="3327"/>
                    <a:pt x="2992" y="3353"/>
                    <a:pt x="3034" y="3376"/>
                  </a:cubicBezTo>
                  <a:cubicBezTo>
                    <a:pt x="2994" y="3352"/>
                    <a:pt x="2953" y="3326"/>
                    <a:pt x="2913" y="3303"/>
                  </a:cubicBezTo>
                  <a:cubicBezTo>
                    <a:pt x="3112" y="2793"/>
                    <a:pt x="3239" y="2263"/>
                    <a:pt x="3295" y="1836"/>
                  </a:cubicBezTo>
                  <a:lnTo>
                    <a:pt x="3295" y="1836"/>
                  </a:lnTo>
                  <a:cubicBezTo>
                    <a:pt x="3151" y="1882"/>
                    <a:pt x="3004" y="1916"/>
                    <a:pt x="2854" y="1932"/>
                  </a:cubicBezTo>
                  <a:cubicBezTo>
                    <a:pt x="2777" y="1942"/>
                    <a:pt x="2699" y="1947"/>
                    <a:pt x="2621" y="1947"/>
                  </a:cubicBezTo>
                  <a:cubicBezTo>
                    <a:pt x="2236" y="1947"/>
                    <a:pt x="1859" y="1822"/>
                    <a:pt x="1542" y="1493"/>
                  </a:cubicBezTo>
                  <a:lnTo>
                    <a:pt x="1540" y="1493"/>
                  </a:lnTo>
                  <a:cubicBezTo>
                    <a:pt x="2028" y="1067"/>
                    <a:pt x="1822" y="383"/>
                    <a:pt x="1307"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3"/>
            <p:cNvSpPr/>
            <p:nvPr/>
          </p:nvSpPr>
          <p:spPr>
            <a:xfrm>
              <a:off x="2712468" y="2540974"/>
              <a:ext cx="89759" cy="92093"/>
            </a:xfrm>
            <a:custGeom>
              <a:rect b="b" l="l" r="r" t="t"/>
              <a:pathLst>
                <a:path extrusionOk="0" h="3867" w="3769">
                  <a:moveTo>
                    <a:pt x="1117" y="0"/>
                  </a:moveTo>
                  <a:cubicBezTo>
                    <a:pt x="1063" y="0"/>
                    <a:pt x="1009" y="1"/>
                    <a:pt x="956" y="3"/>
                  </a:cubicBezTo>
                  <a:cubicBezTo>
                    <a:pt x="652" y="13"/>
                    <a:pt x="381" y="55"/>
                    <a:pt x="371" y="149"/>
                  </a:cubicBezTo>
                  <a:cubicBezTo>
                    <a:pt x="355" y="290"/>
                    <a:pt x="689" y="396"/>
                    <a:pt x="989" y="477"/>
                  </a:cubicBezTo>
                  <a:cubicBezTo>
                    <a:pt x="1175" y="528"/>
                    <a:pt x="1345" y="569"/>
                    <a:pt x="1408" y="601"/>
                  </a:cubicBezTo>
                  <a:cubicBezTo>
                    <a:pt x="1468" y="634"/>
                    <a:pt x="1501" y="733"/>
                    <a:pt x="1540" y="844"/>
                  </a:cubicBezTo>
                  <a:cubicBezTo>
                    <a:pt x="1353" y="825"/>
                    <a:pt x="1175" y="814"/>
                    <a:pt x="1011" y="807"/>
                  </a:cubicBezTo>
                  <a:cubicBezTo>
                    <a:pt x="928" y="804"/>
                    <a:pt x="848" y="802"/>
                    <a:pt x="774" y="802"/>
                  </a:cubicBezTo>
                  <a:cubicBezTo>
                    <a:pt x="509" y="802"/>
                    <a:pt x="314" y="823"/>
                    <a:pt x="246" y="861"/>
                  </a:cubicBezTo>
                  <a:cubicBezTo>
                    <a:pt x="0" y="1003"/>
                    <a:pt x="165" y="1462"/>
                    <a:pt x="360" y="1648"/>
                  </a:cubicBezTo>
                  <a:cubicBezTo>
                    <a:pt x="233" y="1963"/>
                    <a:pt x="383" y="2292"/>
                    <a:pt x="579" y="2441"/>
                  </a:cubicBezTo>
                  <a:cubicBezTo>
                    <a:pt x="417" y="2807"/>
                    <a:pt x="687" y="3078"/>
                    <a:pt x="966" y="3151"/>
                  </a:cubicBezTo>
                  <a:cubicBezTo>
                    <a:pt x="851" y="3439"/>
                    <a:pt x="966" y="3741"/>
                    <a:pt x="1243" y="3844"/>
                  </a:cubicBezTo>
                  <a:cubicBezTo>
                    <a:pt x="1246" y="3846"/>
                    <a:pt x="1248" y="3846"/>
                    <a:pt x="1251" y="3847"/>
                  </a:cubicBezTo>
                  <a:cubicBezTo>
                    <a:pt x="1274" y="3856"/>
                    <a:pt x="1311" y="3860"/>
                    <a:pt x="1352" y="3864"/>
                  </a:cubicBezTo>
                  <a:cubicBezTo>
                    <a:pt x="1378" y="3866"/>
                    <a:pt x="1407" y="3867"/>
                    <a:pt x="1439" y="3867"/>
                  </a:cubicBezTo>
                  <a:cubicBezTo>
                    <a:pt x="1613" y="3867"/>
                    <a:pt x="1875" y="3837"/>
                    <a:pt x="2164" y="3779"/>
                  </a:cubicBezTo>
                  <a:cubicBezTo>
                    <a:pt x="2407" y="3731"/>
                    <a:pt x="2666" y="3661"/>
                    <a:pt x="2911" y="3572"/>
                  </a:cubicBezTo>
                  <a:cubicBezTo>
                    <a:pt x="3267" y="3446"/>
                    <a:pt x="3590" y="3277"/>
                    <a:pt x="3768" y="3070"/>
                  </a:cubicBezTo>
                  <a:cubicBezTo>
                    <a:pt x="2907" y="3037"/>
                    <a:pt x="2781" y="1339"/>
                    <a:pt x="3394" y="1266"/>
                  </a:cubicBezTo>
                  <a:cubicBezTo>
                    <a:pt x="3037" y="658"/>
                    <a:pt x="2353" y="263"/>
                    <a:pt x="1886" y="102"/>
                  </a:cubicBezTo>
                  <a:cubicBezTo>
                    <a:pt x="1765" y="60"/>
                    <a:pt x="1656" y="34"/>
                    <a:pt x="1574" y="23"/>
                  </a:cubicBezTo>
                  <a:cubicBezTo>
                    <a:pt x="1449" y="9"/>
                    <a:pt x="1284" y="0"/>
                    <a:pt x="1117"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3"/>
            <p:cNvSpPr/>
            <p:nvPr/>
          </p:nvSpPr>
          <p:spPr>
            <a:xfrm>
              <a:off x="3343756" y="2385224"/>
              <a:ext cx="210334" cy="162275"/>
            </a:xfrm>
            <a:custGeom>
              <a:rect b="b" l="l" r="r" t="t"/>
              <a:pathLst>
                <a:path extrusionOk="0" h="6814" w="8832">
                  <a:moveTo>
                    <a:pt x="1" y="5913"/>
                  </a:moveTo>
                  <a:cubicBezTo>
                    <a:pt x="12" y="5920"/>
                    <a:pt x="24" y="5927"/>
                    <a:pt x="36" y="5934"/>
                  </a:cubicBezTo>
                  <a:lnTo>
                    <a:pt x="36" y="5934"/>
                  </a:lnTo>
                  <a:cubicBezTo>
                    <a:pt x="25" y="5927"/>
                    <a:pt x="13" y="5920"/>
                    <a:pt x="1" y="5913"/>
                  </a:cubicBezTo>
                  <a:close/>
                  <a:moveTo>
                    <a:pt x="5273" y="1"/>
                  </a:moveTo>
                  <a:cubicBezTo>
                    <a:pt x="4386" y="1798"/>
                    <a:pt x="3148" y="3422"/>
                    <a:pt x="1654" y="4756"/>
                  </a:cubicBezTo>
                  <a:cubicBezTo>
                    <a:pt x="1654" y="4756"/>
                    <a:pt x="1652" y="4756"/>
                    <a:pt x="1652" y="4759"/>
                  </a:cubicBezTo>
                  <a:cubicBezTo>
                    <a:pt x="1165" y="5197"/>
                    <a:pt x="648" y="5602"/>
                    <a:pt x="106" y="5974"/>
                  </a:cubicBezTo>
                  <a:cubicBezTo>
                    <a:pt x="85" y="5960"/>
                    <a:pt x="60" y="5947"/>
                    <a:pt x="36" y="5934"/>
                  </a:cubicBezTo>
                  <a:lnTo>
                    <a:pt x="36" y="5934"/>
                  </a:lnTo>
                  <a:cubicBezTo>
                    <a:pt x="774" y="6367"/>
                    <a:pt x="1196" y="6697"/>
                    <a:pt x="1322" y="6798"/>
                  </a:cubicBezTo>
                  <a:cubicBezTo>
                    <a:pt x="1327" y="6796"/>
                    <a:pt x="1328" y="6791"/>
                    <a:pt x="1331" y="6790"/>
                  </a:cubicBezTo>
                  <a:cubicBezTo>
                    <a:pt x="1342" y="6781"/>
                    <a:pt x="1355" y="6777"/>
                    <a:pt x="1368" y="6777"/>
                  </a:cubicBezTo>
                  <a:cubicBezTo>
                    <a:pt x="1385" y="6777"/>
                    <a:pt x="1401" y="6785"/>
                    <a:pt x="1412" y="6801"/>
                  </a:cubicBezTo>
                  <a:cubicBezTo>
                    <a:pt x="1417" y="6804"/>
                    <a:pt x="1416" y="6811"/>
                    <a:pt x="1417" y="6814"/>
                  </a:cubicBezTo>
                  <a:lnTo>
                    <a:pt x="8830" y="3902"/>
                  </a:lnTo>
                  <a:lnTo>
                    <a:pt x="8832" y="3902"/>
                  </a:lnTo>
                  <a:cubicBezTo>
                    <a:pt x="8248" y="2759"/>
                    <a:pt x="6976" y="1348"/>
                    <a:pt x="5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3"/>
            <p:cNvSpPr/>
            <p:nvPr/>
          </p:nvSpPr>
          <p:spPr>
            <a:xfrm>
              <a:off x="3290720" y="2499750"/>
              <a:ext cx="7335" cy="3144"/>
            </a:xfrm>
            <a:custGeom>
              <a:rect b="b" l="l" r="r" t="t"/>
              <a:pathLst>
                <a:path extrusionOk="0" h="132" w="308">
                  <a:moveTo>
                    <a:pt x="0" y="0"/>
                  </a:moveTo>
                  <a:cubicBezTo>
                    <a:pt x="105" y="43"/>
                    <a:pt x="207" y="88"/>
                    <a:pt x="307" y="132"/>
                  </a:cubicBezTo>
                  <a:cubicBezTo>
                    <a:pt x="209" y="88"/>
                    <a:pt x="105" y="43"/>
                    <a:pt x="0" y="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3"/>
            <p:cNvSpPr/>
            <p:nvPr/>
          </p:nvSpPr>
          <p:spPr>
            <a:xfrm>
              <a:off x="3417035" y="2348644"/>
              <a:ext cx="4072" cy="2572"/>
            </a:xfrm>
            <a:custGeom>
              <a:rect b="b" l="l" r="r" t="t"/>
              <a:pathLst>
                <a:path extrusionOk="0" h="108" w="171">
                  <a:moveTo>
                    <a:pt x="0" y="1"/>
                  </a:moveTo>
                  <a:lnTo>
                    <a:pt x="0" y="1"/>
                  </a:lnTo>
                  <a:cubicBezTo>
                    <a:pt x="57" y="36"/>
                    <a:pt x="113" y="73"/>
                    <a:pt x="170" y="107"/>
                  </a:cubicBezTo>
                  <a:cubicBezTo>
                    <a:pt x="113" y="72"/>
                    <a:pt x="57" y="36"/>
                    <a:pt x="0" y="1"/>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3"/>
            <p:cNvSpPr/>
            <p:nvPr/>
          </p:nvSpPr>
          <p:spPr>
            <a:xfrm>
              <a:off x="3421084" y="2351192"/>
              <a:ext cx="3953" cy="2572"/>
            </a:xfrm>
            <a:custGeom>
              <a:rect b="b" l="l" r="r" t="t"/>
              <a:pathLst>
                <a:path extrusionOk="0" h="108" w="166">
                  <a:moveTo>
                    <a:pt x="0" y="0"/>
                  </a:moveTo>
                  <a:lnTo>
                    <a:pt x="0" y="0"/>
                  </a:lnTo>
                  <a:cubicBezTo>
                    <a:pt x="30" y="20"/>
                    <a:pt x="59" y="39"/>
                    <a:pt x="89" y="57"/>
                  </a:cubicBezTo>
                  <a:lnTo>
                    <a:pt x="89" y="57"/>
                  </a:lnTo>
                  <a:cubicBezTo>
                    <a:pt x="60" y="38"/>
                    <a:pt x="31" y="19"/>
                    <a:pt x="0" y="0"/>
                  </a:cubicBezTo>
                  <a:close/>
                  <a:moveTo>
                    <a:pt x="89" y="57"/>
                  </a:moveTo>
                  <a:cubicBezTo>
                    <a:pt x="113" y="74"/>
                    <a:pt x="138" y="91"/>
                    <a:pt x="164" y="107"/>
                  </a:cubicBezTo>
                  <a:cubicBezTo>
                    <a:pt x="164" y="107"/>
                    <a:pt x="164" y="106"/>
                    <a:pt x="165" y="106"/>
                  </a:cubicBezTo>
                  <a:cubicBezTo>
                    <a:pt x="140" y="89"/>
                    <a:pt x="114" y="73"/>
                    <a:pt x="89" y="57"/>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3"/>
            <p:cNvSpPr/>
            <p:nvPr/>
          </p:nvSpPr>
          <p:spPr>
            <a:xfrm>
              <a:off x="3455996" y="2375078"/>
              <a:ext cx="12955" cy="9859"/>
            </a:xfrm>
            <a:custGeom>
              <a:rect b="b" l="l" r="r" t="t"/>
              <a:pathLst>
                <a:path extrusionOk="0" h="414" w="544">
                  <a:moveTo>
                    <a:pt x="1" y="1"/>
                  </a:moveTo>
                  <a:cubicBezTo>
                    <a:pt x="185" y="138"/>
                    <a:pt x="367" y="276"/>
                    <a:pt x="544" y="414"/>
                  </a:cubicBezTo>
                  <a:cubicBezTo>
                    <a:pt x="367" y="276"/>
                    <a:pt x="184" y="137"/>
                    <a:pt x="1" y="1"/>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3"/>
            <p:cNvSpPr/>
            <p:nvPr/>
          </p:nvSpPr>
          <p:spPr>
            <a:xfrm>
              <a:off x="3415678" y="2347882"/>
              <a:ext cx="1357" cy="834"/>
            </a:xfrm>
            <a:custGeom>
              <a:rect b="b" l="l" r="r" t="t"/>
              <a:pathLst>
                <a:path extrusionOk="0" h="35" w="57">
                  <a:moveTo>
                    <a:pt x="0" y="0"/>
                  </a:moveTo>
                  <a:cubicBezTo>
                    <a:pt x="18" y="11"/>
                    <a:pt x="39" y="23"/>
                    <a:pt x="57" y="34"/>
                  </a:cubicBezTo>
                  <a:cubicBezTo>
                    <a:pt x="39" y="23"/>
                    <a:pt x="18" y="10"/>
                    <a:pt x="0" y="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3"/>
            <p:cNvSpPr/>
            <p:nvPr/>
          </p:nvSpPr>
          <p:spPr>
            <a:xfrm>
              <a:off x="2778650" y="2263029"/>
              <a:ext cx="636956" cy="351176"/>
            </a:xfrm>
            <a:custGeom>
              <a:rect b="b" l="l" r="r" t="t"/>
              <a:pathLst>
                <a:path extrusionOk="0" h="14746" w="26746">
                  <a:moveTo>
                    <a:pt x="21312" y="9861"/>
                  </a:moveTo>
                  <a:lnTo>
                    <a:pt x="21312" y="9861"/>
                  </a:lnTo>
                  <a:cubicBezTo>
                    <a:pt x="21312" y="9861"/>
                    <a:pt x="21312" y="9861"/>
                    <a:pt x="21312" y="9861"/>
                  </a:cubicBezTo>
                  <a:cubicBezTo>
                    <a:pt x="21320" y="9866"/>
                    <a:pt x="21328" y="9867"/>
                    <a:pt x="21336" y="9871"/>
                  </a:cubicBezTo>
                  <a:cubicBezTo>
                    <a:pt x="21328" y="9867"/>
                    <a:pt x="21320" y="9864"/>
                    <a:pt x="21312" y="9861"/>
                  </a:cubicBezTo>
                  <a:close/>
                  <a:moveTo>
                    <a:pt x="15110" y="0"/>
                  </a:moveTo>
                  <a:cubicBezTo>
                    <a:pt x="15073" y="0"/>
                    <a:pt x="15037" y="1"/>
                    <a:pt x="15001" y="1"/>
                  </a:cubicBezTo>
                  <a:cubicBezTo>
                    <a:pt x="14377" y="234"/>
                    <a:pt x="13761" y="395"/>
                    <a:pt x="13155" y="403"/>
                  </a:cubicBezTo>
                  <a:cubicBezTo>
                    <a:pt x="13137" y="417"/>
                    <a:pt x="13120" y="429"/>
                    <a:pt x="13102" y="443"/>
                  </a:cubicBezTo>
                  <a:cubicBezTo>
                    <a:pt x="13073" y="468"/>
                    <a:pt x="13042" y="494"/>
                    <a:pt x="13014" y="523"/>
                  </a:cubicBezTo>
                  <a:cubicBezTo>
                    <a:pt x="12983" y="550"/>
                    <a:pt x="12956" y="576"/>
                    <a:pt x="12927" y="607"/>
                  </a:cubicBezTo>
                  <a:cubicBezTo>
                    <a:pt x="12899" y="635"/>
                    <a:pt x="12870" y="665"/>
                    <a:pt x="12842" y="698"/>
                  </a:cubicBezTo>
                  <a:cubicBezTo>
                    <a:pt x="12813" y="730"/>
                    <a:pt x="12782" y="766"/>
                    <a:pt x="12755" y="800"/>
                  </a:cubicBezTo>
                  <a:cubicBezTo>
                    <a:pt x="12729" y="832"/>
                    <a:pt x="12700" y="865"/>
                    <a:pt x="12674" y="900"/>
                  </a:cubicBezTo>
                  <a:lnTo>
                    <a:pt x="12588" y="1017"/>
                  </a:lnTo>
                  <a:cubicBezTo>
                    <a:pt x="12562" y="1053"/>
                    <a:pt x="12538" y="1087"/>
                    <a:pt x="12512" y="1124"/>
                  </a:cubicBezTo>
                  <a:cubicBezTo>
                    <a:pt x="12481" y="1168"/>
                    <a:pt x="12450" y="1216"/>
                    <a:pt x="12423" y="1263"/>
                  </a:cubicBezTo>
                  <a:cubicBezTo>
                    <a:pt x="12376" y="1336"/>
                    <a:pt x="12332" y="1411"/>
                    <a:pt x="12287" y="1489"/>
                  </a:cubicBezTo>
                  <a:cubicBezTo>
                    <a:pt x="12267" y="1523"/>
                    <a:pt x="12246" y="1560"/>
                    <a:pt x="12227" y="1594"/>
                  </a:cubicBezTo>
                  <a:cubicBezTo>
                    <a:pt x="12197" y="1646"/>
                    <a:pt x="12171" y="1699"/>
                    <a:pt x="12142" y="1751"/>
                  </a:cubicBezTo>
                  <a:cubicBezTo>
                    <a:pt x="12126" y="1782"/>
                    <a:pt x="12110" y="1814"/>
                    <a:pt x="12094" y="1845"/>
                  </a:cubicBezTo>
                  <a:cubicBezTo>
                    <a:pt x="12066" y="1902"/>
                    <a:pt x="12040" y="1959"/>
                    <a:pt x="12013" y="2015"/>
                  </a:cubicBezTo>
                  <a:cubicBezTo>
                    <a:pt x="12001" y="2041"/>
                    <a:pt x="11988" y="2067"/>
                    <a:pt x="11979" y="2093"/>
                  </a:cubicBezTo>
                  <a:cubicBezTo>
                    <a:pt x="11951" y="2156"/>
                    <a:pt x="11924" y="2220"/>
                    <a:pt x="11899" y="2280"/>
                  </a:cubicBezTo>
                  <a:cubicBezTo>
                    <a:pt x="11894" y="2296"/>
                    <a:pt x="11888" y="2314"/>
                    <a:pt x="11880" y="2328"/>
                  </a:cubicBezTo>
                  <a:cubicBezTo>
                    <a:pt x="11726" y="2717"/>
                    <a:pt x="11624" y="3093"/>
                    <a:pt x="11595" y="3385"/>
                  </a:cubicBezTo>
                  <a:cubicBezTo>
                    <a:pt x="11578" y="3547"/>
                    <a:pt x="11582" y="3686"/>
                    <a:pt x="11616" y="3785"/>
                  </a:cubicBezTo>
                  <a:cubicBezTo>
                    <a:pt x="11630" y="3830"/>
                    <a:pt x="11667" y="3884"/>
                    <a:pt x="11721" y="3950"/>
                  </a:cubicBezTo>
                  <a:cubicBezTo>
                    <a:pt x="11932" y="3307"/>
                    <a:pt x="12090" y="2873"/>
                    <a:pt x="12202" y="2623"/>
                  </a:cubicBezTo>
                  <a:cubicBezTo>
                    <a:pt x="12210" y="2601"/>
                    <a:pt x="12230" y="2588"/>
                    <a:pt x="12253" y="2588"/>
                  </a:cubicBezTo>
                  <a:cubicBezTo>
                    <a:pt x="12261" y="2588"/>
                    <a:pt x="12270" y="2590"/>
                    <a:pt x="12278" y="2594"/>
                  </a:cubicBezTo>
                  <a:cubicBezTo>
                    <a:pt x="12280" y="2594"/>
                    <a:pt x="12280" y="2597"/>
                    <a:pt x="12280" y="2597"/>
                  </a:cubicBezTo>
                  <a:cubicBezTo>
                    <a:pt x="12308" y="2610"/>
                    <a:pt x="12319" y="2641"/>
                    <a:pt x="12308" y="2670"/>
                  </a:cubicBezTo>
                  <a:cubicBezTo>
                    <a:pt x="12196" y="2921"/>
                    <a:pt x="12035" y="3362"/>
                    <a:pt x="11818" y="4020"/>
                  </a:cubicBezTo>
                  <a:cubicBezTo>
                    <a:pt x="11815" y="4031"/>
                    <a:pt x="11808" y="4036"/>
                    <a:pt x="11802" y="4043"/>
                  </a:cubicBezTo>
                  <a:cubicBezTo>
                    <a:pt x="11792" y="4052"/>
                    <a:pt x="11781" y="4059"/>
                    <a:pt x="11765" y="4059"/>
                  </a:cubicBezTo>
                  <a:cubicBezTo>
                    <a:pt x="11758" y="4059"/>
                    <a:pt x="11752" y="4059"/>
                    <a:pt x="11745" y="4057"/>
                  </a:cubicBezTo>
                  <a:cubicBezTo>
                    <a:pt x="11053" y="6176"/>
                    <a:pt x="10031" y="9747"/>
                    <a:pt x="9382" y="11383"/>
                  </a:cubicBezTo>
                  <a:cubicBezTo>
                    <a:pt x="9387" y="11384"/>
                    <a:pt x="9394" y="11384"/>
                    <a:pt x="9399" y="11389"/>
                  </a:cubicBezTo>
                  <a:cubicBezTo>
                    <a:pt x="9416" y="11405"/>
                    <a:pt x="9431" y="11422"/>
                    <a:pt x="9449" y="11438"/>
                  </a:cubicBezTo>
                  <a:cubicBezTo>
                    <a:pt x="9627" y="11601"/>
                    <a:pt x="9776" y="11794"/>
                    <a:pt x="9885" y="12008"/>
                  </a:cubicBezTo>
                  <a:cubicBezTo>
                    <a:pt x="9906" y="12050"/>
                    <a:pt x="9922" y="12097"/>
                    <a:pt x="9941" y="12143"/>
                  </a:cubicBezTo>
                  <a:cubicBezTo>
                    <a:pt x="9956" y="12180"/>
                    <a:pt x="9976" y="12219"/>
                    <a:pt x="9988" y="12258"/>
                  </a:cubicBezTo>
                  <a:cubicBezTo>
                    <a:pt x="10000" y="12289"/>
                    <a:pt x="9984" y="12321"/>
                    <a:pt x="9953" y="12331"/>
                  </a:cubicBezTo>
                  <a:cubicBezTo>
                    <a:pt x="9946" y="12332"/>
                    <a:pt x="9941" y="12332"/>
                    <a:pt x="9935" y="12332"/>
                  </a:cubicBezTo>
                  <a:cubicBezTo>
                    <a:pt x="9911" y="12332"/>
                    <a:pt x="9888" y="12316"/>
                    <a:pt x="9880" y="12293"/>
                  </a:cubicBezTo>
                  <a:cubicBezTo>
                    <a:pt x="9864" y="12243"/>
                    <a:pt x="9841" y="12196"/>
                    <a:pt x="9820" y="12148"/>
                  </a:cubicBezTo>
                  <a:cubicBezTo>
                    <a:pt x="9817" y="12146"/>
                    <a:pt x="9817" y="12143"/>
                    <a:pt x="9815" y="12139"/>
                  </a:cubicBezTo>
                  <a:cubicBezTo>
                    <a:pt x="9708" y="11895"/>
                    <a:pt x="9548" y="11674"/>
                    <a:pt x="9345" y="11496"/>
                  </a:cubicBezTo>
                  <a:cubicBezTo>
                    <a:pt x="9337" y="11490"/>
                    <a:pt x="9330" y="11481"/>
                    <a:pt x="9324" y="11475"/>
                  </a:cubicBezTo>
                  <a:cubicBezTo>
                    <a:pt x="9316" y="11467"/>
                    <a:pt x="9313" y="11457"/>
                    <a:pt x="9311" y="11447"/>
                  </a:cubicBezTo>
                  <a:cubicBezTo>
                    <a:pt x="7998" y="11601"/>
                    <a:pt x="2367" y="12731"/>
                    <a:pt x="610" y="12937"/>
                  </a:cubicBezTo>
                  <a:cubicBezTo>
                    <a:pt x="0" y="13006"/>
                    <a:pt x="124" y="14707"/>
                    <a:pt x="986" y="14745"/>
                  </a:cubicBezTo>
                  <a:lnTo>
                    <a:pt x="1046" y="14745"/>
                  </a:lnTo>
                  <a:cubicBezTo>
                    <a:pt x="1055" y="14746"/>
                    <a:pt x="1064" y="14746"/>
                    <a:pt x="1074" y="14746"/>
                  </a:cubicBezTo>
                  <a:cubicBezTo>
                    <a:pt x="2118" y="14746"/>
                    <a:pt x="8247" y="14239"/>
                    <a:pt x="10426" y="13849"/>
                  </a:cubicBezTo>
                  <a:cubicBezTo>
                    <a:pt x="10774" y="13788"/>
                    <a:pt x="11026" y="13728"/>
                    <a:pt x="11134" y="13674"/>
                  </a:cubicBezTo>
                  <a:cubicBezTo>
                    <a:pt x="11248" y="13637"/>
                    <a:pt x="11377" y="13541"/>
                    <a:pt x="11520" y="13400"/>
                  </a:cubicBezTo>
                  <a:cubicBezTo>
                    <a:pt x="12441" y="12496"/>
                    <a:pt x="13906" y="9642"/>
                    <a:pt x="14807" y="7156"/>
                  </a:cubicBezTo>
                  <a:cubicBezTo>
                    <a:pt x="14776" y="7146"/>
                    <a:pt x="14761" y="7114"/>
                    <a:pt x="14773" y="7083"/>
                  </a:cubicBezTo>
                  <a:cubicBezTo>
                    <a:pt x="14782" y="7056"/>
                    <a:pt x="14790" y="7031"/>
                    <a:pt x="14800" y="7002"/>
                  </a:cubicBezTo>
                  <a:cubicBezTo>
                    <a:pt x="15234" y="5787"/>
                    <a:pt x="15487" y="4782"/>
                    <a:pt x="15534" y="4093"/>
                  </a:cubicBezTo>
                  <a:cubicBezTo>
                    <a:pt x="15536" y="4064"/>
                    <a:pt x="15563" y="4041"/>
                    <a:pt x="15593" y="4041"/>
                  </a:cubicBezTo>
                  <a:lnTo>
                    <a:pt x="15594" y="4041"/>
                  </a:lnTo>
                  <a:cubicBezTo>
                    <a:pt x="15627" y="4043"/>
                    <a:pt x="15651" y="4072"/>
                    <a:pt x="15649" y="4101"/>
                  </a:cubicBezTo>
                  <a:cubicBezTo>
                    <a:pt x="15601" y="4813"/>
                    <a:pt x="15337" y="5855"/>
                    <a:pt x="14886" y="7112"/>
                  </a:cubicBezTo>
                  <a:cubicBezTo>
                    <a:pt x="15147" y="7462"/>
                    <a:pt x="15364" y="7859"/>
                    <a:pt x="15594" y="8248"/>
                  </a:cubicBezTo>
                  <a:cubicBezTo>
                    <a:pt x="15956" y="8863"/>
                    <a:pt x="16348" y="9456"/>
                    <a:pt x="16985" y="9804"/>
                  </a:cubicBezTo>
                  <a:cubicBezTo>
                    <a:pt x="17158" y="9900"/>
                    <a:pt x="17405" y="9944"/>
                    <a:pt x="17678" y="9944"/>
                  </a:cubicBezTo>
                  <a:cubicBezTo>
                    <a:pt x="18344" y="9944"/>
                    <a:pt x="19170" y="9681"/>
                    <a:pt x="19494" y="9260"/>
                  </a:cubicBezTo>
                  <a:cubicBezTo>
                    <a:pt x="19493" y="9259"/>
                    <a:pt x="19492" y="9259"/>
                    <a:pt x="19491" y="9259"/>
                  </a:cubicBezTo>
                  <a:cubicBezTo>
                    <a:pt x="19491" y="9259"/>
                    <a:pt x="19490" y="9259"/>
                    <a:pt x="19490" y="9258"/>
                  </a:cubicBezTo>
                  <a:cubicBezTo>
                    <a:pt x="19468" y="9235"/>
                    <a:pt x="19466" y="9198"/>
                    <a:pt x="19489" y="9177"/>
                  </a:cubicBezTo>
                  <a:cubicBezTo>
                    <a:pt x="19837" y="8812"/>
                    <a:pt x="20150" y="8109"/>
                    <a:pt x="20349" y="7244"/>
                  </a:cubicBezTo>
                  <a:cubicBezTo>
                    <a:pt x="20355" y="7217"/>
                    <a:pt x="20376" y="7200"/>
                    <a:pt x="20403" y="7200"/>
                  </a:cubicBezTo>
                  <a:cubicBezTo>
                    <a:pt x="20407" y="7200"/>
                    <a:pt x="20412" y="7200"/>
                    <a:pt x="20417" y="7201"/>
                  </a:cubicBezTo>
                  <a:cubicBezTo>
                    <a:pt x="20448" y="7208"/>
                    <a:pt x="20469" y="7240"/>
                    <a:pt x="20461" y="7269"/>
                  </a:cubicBezTo>
                  <a:cubicBezTo>
                    <a:pt x="20258" y="8153"/>
                    <a:pt x="19951" y="8848"/>
                    <a:pt x="19589" y="9237"/>
                  </a:cubicBezTo>
                  <a:cubicBezTo>
                    <a:pt x="20218" y="9438"/>
                    <a:pt x="20792" y="9648"/>
                    <a:pt x="21312" y="9861"/>
                  </a:cubicBezTo>
                  <a:lnTo>
                    <a:pt x="21312" y="9861"/>
                  </a:lnTo>
                  <a:cubicBezTo>
                    <a:pt x="23602" y="8240"/>
                    <a:pt x="25482" y="6067"/>
                    <a:pt x="26746" y="3561"/>
                  </a:cubicBezTo>
                  <a:cubicBezTo>
                    <a:pt x="25514" y="2803"/>
                    <a:pt x="24164" y="2122"/>
                    <a:pt x="22746" y="1597"/>
                  </a:cubicBezTo>
                  <a:cubicBezTo>
                    <a:pt x="19535" y="410"/>
                    <a:pt x="16824" y="0"/>
                    <a:pt x="151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3"/>
            <p:cNvSpPr/>
            <p:nvPr/>
          </p:nvSpPr>
          <p:spPr>
            <a:xfrm>
              <a:off x="3298079" y="2353812"/>
              <a:ext cx="157941" cy="166300"/>
            </a:xfrm>
            <a:custGeom>
              <a:rect b="b" l="l" r="r" t="t"/>
              <a:pathLst>
                <a:path extrusionOk="0" h="6983" w="6632">
                  <a:moveTo>
                    <a:pt x="5330" y="1"/>
                  </a:moveTo>
                  <a:cubicBezTo>
                    <a:pt x="4074" y="2472"/>
                    <a:pt x="2237" y="4628"/>
                    <a:pt x="0" y="6261"/>
                  </a:cubicBezTo>
                  <a:cubicBezTo>
                    <a:pt x="314" y="6399"/>
                    <a:pt x="605" y="6535"/>
                    <a:pt x="872" y="6670"/>
                  </a:cubicBezTo>
                  <a:cubicBezTo>
                    <a:pt x="1055" y="6761"/>
                    <a:pt x="1233" y="6852"/>
                    <a:pt x="1397" y="6939"/>
                  </a:cubicBezTo>
                  <a:lnTo>
                    <a:pt x="1397" y="6939"/>
                  </a:lnTo>
                  <a:cubicBezTo>
                    <a:pt x="1383" y="6931"/>
                    <a:pt x="1368" y="6923"/>
                    <a:pt x="1353" y="6914"/>
                  </a:cubicBezTo>
                  <a:cubicBezTo>
                    <a:pt x="1609" y="6744"/>
                    <a:pt x="1861" y="6567"/>
                    <a:pt x="2105" y="6383"/>
                  </a:cubicBezTo>
                  <a:cubicBezTo>
                    <a:pt x="4022" y="4948"/>
                    <a:pt x="5593" y="3051"/>
                    <a:pt x="6632" y="895"/>
                  </a:cubicBezTo>
                  <a:cubicBezTo>
                    <a:pt x="6218" y="589"/>
                    <a:pt x="5783" y="289"/>
                    <a:pt x="5330" y="1"/>
                  </a:cubicBezTo>
                  <a:close/>
                  <a:moveTo>
                    <a:pt x="1397" y="6939"/>
                  </a:moveTo>
                  <a:cubicBezTo>
                    <a:pt x="1424" y="6954"/>
                    <a:pt x="1449" y="6969"/>
                    <a:pt x="1478" y="6982"/>
                  </a:cubicBezTo>
                  <a:cubicBezTo>
                    <a:pt x="1451" y="6968"/>
                    <a:pt x="1424" y="6953"/>
                    <a:pt x="1397" y="693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3"/>
            <p:cNvSpPr/>
            <p:nvPr/>
          </p:nvSpPr>
          <p:spPr>
            <a:xfrm>
              <a:off x="2997653" y="2124021"/>
              <a:ext cx="976" cy="572"/>
            </a:xfrm>
            <a:custGeom>
              <a:rect b="b" l="l" r="r" t="t"/>
              <a:pathLst>
                <a:path extrusionOk="0" h="24" w="41">
                  <a:moveTo>
                    <a:pt x="0" y="0"/>
                  </a:moveTo>
                  <a:lnTo>
                    <a:pt x="0" y="0"/>
                  </a:lnTo>
                  <a:cubicBezTo>
                    <a:pt x="11" y="7"/>
                    <a:pt x="24" y="15"/>
                    <a:pt x="36" y="23"/>
                  </a:cubicBezTo>
                  <a:lnTo>
                    <a:pt x="40" y="23"/>
                  </a:lnTo>
                  <a:cubicBezTo>
                    <a:pt x="26" y="12"/>
                    <a:pt x="11" y="7"/>
                    <a:pt x="0" y="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3"/>
            <p:cNvSpPr/>
            <p:nvPr/>
          </p:nvSpPr>
          <p:spPr>
            <a:xfrm>
              <a:off x="2984721" y="2118114"/>
              <a:ext cx="6454" cy="2596"/>
            </a:xfrm>
            <a:custGeom>
              <a:rect b="b" l="l" r="r" t="t"/>
              <a:pathLst>
                <a:path extrusionOk="0" h="109" w="271">
                  <a:moveTo>
                    <a:pt x="271" y="109"/>
                  </a:moveTo>
                  <a:cubicBezTo>
                    <a:pt x="182" y="68"/>
                    <a:pt x="91" y="31"/>
                    <a:pt x="0" y="0"/>
                  </a:cubicBezTo>
                  <a:cubicBezTo>
                    <a:pt x="91" y="31"/>
                    <a:pt x="182" y="68"/>
                    <a:pt x="271" y="109"/>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3"/>
            <p:cNvSpPr/>
            <p:nvPr/>
          </p:nvSpPr>
          <p:spPr>
            <a:xfrm>
              <a:off x="2993438" y="2121782"/>
              <a:ext cx="4215" cy="2262"/>
            </a:xfrm>
            <a:custGeom>
              <a:rect b="b" l="l" r="r" t="t"/>
              <a:pathLst>
                <a:path extrusionOk="0" h="95" w="177">
                  <a:moveTo>
                    <a:pt x="0" y="0"/>
                  </a:moveTo>
                  <a:lnTo>
                    <a:pt x="0" y="0"/>
                  </a:lnTo>
                  <a:cubicBezTo>
                    <a:pt x="59" y="31"/>
                    <a:pt x="117" y="62"/>
                    <a:pt x="177" y="94"/>
                  </a:cubicBezTo>
                  <a:cubicBezTo>
                    <a:pt x="117" y="60"/>
                    <a:pt x="59" y="30"/>
                    <a:pt x="0" y="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3"/>
            <p:cNvSpPr/>
            <p:nvPr/>
          </p:nvSpPr>
          <p:spPr>
            <a:xfrm>
              <a:off x="2991151" y="2120686"/>
              <a:ext cx="2239" cy="1119"/>
            </a:xfrm>
            <a:custGeom>
              <a:rect b="b" l="l" r="r" t="t"/>
              <a:pathLst>
                <a:path extrusionOk="0" h="47" w="94">
                  <a:moveTo>
                    <a:pt x="93" y="46"/>
                  </a:moveTo>
                  <a:cubicBezTo>
                    <a:pt x="64" y="30"/>
                    <a:pt x="33" y="14"/>
                    <a:pt x="1" y="1"/>
                  </a:cubicBezTo>
                  <a:cubicBezTo>
                    <a:pt x="33" y="14"/>
                    <a:pt x="64" y="30"/>
                    <a:pt x="93" y="46"/>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3"/>
            <p:cNvSpPr/>
            <p:nvPr/>
          </p:nvSpPr>
          <p:spPr>
            <a:xfrm>
              <a:off x="2890652" y="2165578"/>
              <a:ext cx="2120" cy="2739"/>
            </a:xfrm>
            <a:custGeom>
              <a:rect b="b" l="l" r="r" t="t"/>
              <a:pathLst>
                <a:path extrusionOk="0" h="115" w="89">
                  <a:moveTo>
                    <a:pt x="88" y="1"/>
                  </a:moveTo>
                  <a:lnTo>
                    <a:pt x="41" y="63"/>
                  </a:lnTo>
                  <a:lnTo>
                    <a:pt x="41" y="63"/>
                  </a:lnTo>
                  <a:cubicBezTo>
                    <a:pt x="57" y="43"/>
                    <a:pt x="73" y="22"/>
                    <a:pt x="88" y="1"/>
                  </a:cubicBezTo>
                  <a:close/>
                  <a:moveTo>
                    <a:pt x="41" y="63"/>
                  </a:moveTo>
                  <a:cubicBezTo>
                    <a:pt x="27" y="80"/>
                    <a:pt x="14" y="97"/>
                    <a:pt x="1" y="114"/>
                  </a:cubicBezTo>
                  <a:cubicBezTo>
                    <a:pt x="12" y="101"/>
                    <a:pt x="23" y="88"/>
                    <a:pt x="33" y="74"/>
                  </a:cubicBezTo>
                  <a:lnTo>
                    <a:pt x="41" y="63"/>
                  </a:ln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3"/>
            <p:cNvSpPr/>
            <p:nvPr/>
          </p:nvSpPr>
          <p:spPr>
            <a:xfrm>
              <a:off x="2920921" y="2135047"/>
              <a:ext cx="1953" cy="1572"/>
            </a:xfrm>
            <a:custGeom>
              <a:rect b="b" l="l" r="r" t="t"/>
              <a:pathLst>
                <a:path extrusionOk="0" h="66" w="82">
                  <a:moveTo>
                    <a:pt x="81" y="1"/>
                  </a:moveTo>
                  <a:cubicBezTo>
                    <a:pt x="59" y="19"/>
                    <a:pt x="35" y="37"/>
                    <a:pt x="12" y="55"/>
                  </a:cubicBezTo>
                  <a:lnTo>
                    <a:pt x="12" y="55"/>
                  </a:lnTo>
                  <a:cubicBezTo>
                    <a:pt x="17" y="52"/>
                    <a:pt x="22" y="49"/>
                    <a:pt x="26" y="46"/>
                  </a:cubicBezTo>
                  <a:cubicBezTo>
                    <a:pt x="47" y="30"/>
                    <a:pt x="63" y="15"/>
                    <a:pt x="81" y="1"/>
                  </a:cubicBezTo>
                  <a:close/>
                  <a:moveTo>
                    <a:pt x="12" y="55"/>
                  </a:moveTo>
                  <a:lnTo>
                    <a:pt x="12" y="55"/>
                  </a:lnTo>
                  <a:cubicBezTo>
                    <a:pt x="8" y="58"/>
                    <a:pt x="4" y="62"/>
                    <a:pt x="0" y="66"/>
                  </a:cubicBezTo>
                  <a:cubicBezTo>
                    <a:pt x="4" y="62"/>
                    <a:pt x="8" y="59"/>
                    <a:pt x="12" y="55"/>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3"/>
            <p:cNvSpPr/>
            <p:nvPr/>
          </p:nvSpPr>
          <p:spPr>
            <a:xfrm>
              <a:off x="2885627" y="2171555"/>
              <a:ext cx="2691" cy="3858"/>
            </a:xfrm>
            <a:custGeom>
              <a:rect b="b" l="l" r="r" t="t"/>
              <a:pathLst>
                <a:path extrusionOk="0" h="162" w="113">
                  <a:moveTo>
                    <a:pt x="113" y="1"/>
                  </a:moveTo>
                  <a:cubicBezTo>
                    <a:pt x="74" y="54"/>
                    <a:pt x="38" y="106"/>
                    <a:pt x="1" y="161"/>
                  </a:cubicBezTo>
                  <a:cubicBezTo>
                    <a:pt x="4" y="160"/>
                    <a:pt x="6" y="155"/>
                    <a:pt x="7" y="153"/>
                  </a:cubicBezTo>
                  <a:cubicBezTo>
                    <a:pt x="41" y="103"/>
                    <a:pt x="77" y="53"/>
                    <a:pt x="113" y="1"/>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3"/>
            <p:cNvSpPr/>
            <p:nvPr/>
          </p:nvSpPr>
          <p:spPr>
            <a:xfrm>
              <a:off x="2926922" y="2131046"/>
              <a:ext cx="1310" cy="953"/>
            </a:xfrm>
            <a:custGeom>
              <a:rect b="b" l="l" r="r" t="t"/>
              <a:pathLst>
                <a:path extrusionOk="0" h="40" w="55">
                  <a:moveTo>
                    <a:pt x="54" y="0"/>
                  </a:moveTo>
                  <a:cubicBezTo>
                    <a:pt x="47" y="6"/>
                    <a:pt x="37" y="12"/>
                    <a:pt x="29" y="19"/>
                  </a:cubicBezTo>
                  <a:lnTo>
                    <a:pt x="29" y="19"/>
                  </a:lnTo>
                  <a:cubicBezTo>
                    <a:pt x="38" y="12"/>
                    <a:pt x="46" y="7"/>
                    <a:pt x="54" y="0"/>
                  </a:cubicBezTo>
                  <a:close/>
                  <a:moveTo>
                    <a:pt x="29" y="19"/>
                  </a:moveTo>
                  <a:cubicBezTo>
                    <a:pt x="21" y="24"/>
                    <a:pt x="13" y="30"/>
                    <a:pt x="5" y="37"/>
                  </a:cubicBezTo>
                  <a:lnTo>
                    <a:pt x="5" y="37"/>
                  </a:lnTo>
                  <a:cubicBezTo>
                    <a:pt x="11" y="32"/>
                    <a:pt x="18" y="29"/>
                    <a:pt x="24" y="23"/>
                  </a:cubicBezTo>
                  <a:cubicBezTo>
                    <a:pt x="25" y="22"/>
                    <a:pt x="27" y="20"/>
                    <a:pt x="29" y="19"/>
                  </a:cubicBezTo>
                  <a:close/>
                  <a:moveTo>
                    <a:pt x="5" y="37"/>
                  </a:moveTo>
                  <a:cubicBezTo>
                    <a:pt x="3" y="37"/>
                    <a:pt x="2" y="38"/>
                    <a:pt x="1" y="39"/>
                  </a:cubicBezTo>
                  <a:cubicBezTo>
                    <a:pt x="2" y="38"/>
                    <a:pt x="3" y="37"/>
                    <a:pt x="5" y="37"/>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3"/>
            <p:cNvSpPr/>
            <p:nvPr/>
          </p:nvSpPr>
          <p:spPr>
            <a:xfrm>
              <a:off x="2876268" y="2190488"/>
              <a:ext cx="238" cy="476"/>
            </a:xfrm>
            <a:custGeom>
              <a:rect b="b" l="l" r="r" t="t"/>
              <a:pathLst>
                <a:path extrusionOk="0" h="20" w="10">
                  <a:moveTo>
                    <a:pt x="10" y="0"/>
                  </a:moveTo>
                  <a:cubicBezTo>
                    <a:pt x="5" y="7"/>
                    <a:pt x="3" y="13"/>
                    <a:pt x="0" y="20"/>
                  </a:cubicBezTo>
                  <a:cubicBezTo>
                    <a:pt x="3" y="15"/>
                    <a:pt x="8" y="8"/>
                    <a:pt x="10" y="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3"/>
            <p:cNvSpPr/>
            <p:nvPr/>
          </p:nvSpPr>
          <p:spPr>
            <a:xfrm>
              <a:off x="2874434" y="2190988"/>
              <a:ext cx="1858" cy="3501"/>
            </a:xfrm>
            <a:custGeom>
              <a:rect b="b" l="l" r="r" t="t"/>
              <a:pathLst>
                <a:path extrusionOk="0" h="147" w="78">
                  <a:moveTo>
                    <a:pt x="77" y="0"/>
                  </a:moveTo>
                  <a:cubicBezTo>
                    <a:pt x="74" y="2"/>
                    <a:pt x="74" y="3"/>
                    <a:pt x="72" y="8"/>
                  </a:cubicBezTo>
                  <a:cubicBezTo>
                    <a:pt x="48" y="52"/>
                    <a:pt x="24" y="99"/>
                    <a:pt x="1" y="146"/>
                  </a:cubicBezTo>
                  <a:cubicBezTo>
                    <a:pt x="25" y="96"/>
                    <a:pt x="51" y="47"/>
                    <a:pt x="77" y="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3"/>
            <p:cNvSpPr/>
            <p:nvPr/>
          </p:nvSpPr>
          <p:spPr>
            <a:xfrm>
              <a:off x="2899059" y="2155123"/>
              <a:ext cx="2429" cy="2834"/>
            </a:xfrm>
            <a:custGeom>
              <a:rect b="b" l="l" r="r" t="t"/>
              <a:pathLst>
                <a:path extrusionOk="0" h="119" w="102">
                  <a:moveTo>
                    <a:pt x="101" y="1"/>
                  </a:moveTo>
                  <a:cubicBezTo>
                    <a:pt x="67" y="39"/>
                    <a:pt x="35" y="78"/>
                    <a:pt x="1" y="119"/>
                  </a:cubicBezTo>
                  <a:cubicBezTo>
                    <a:pt x="15" y="103"/>
                    <a:pt x="27" y="88"/>
                    <a:pt x="41" y="72"/>
                  </a:cubicBezTo>
                  <a:cubicBezTo>
                    <a:pt x="61" y="49"/>
                    <a:pt x="82" y="25"/>
                    <a:pt x="101" y="1"/>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3"/>
            <p:cNvSpPr/>
            <p:nvPr/>
          </p:nvSpPr>
          <p:spPr>
            <a:xfrm>
              <a:off x="2914967" y="2139405"/>
              <a:ext cx="2643" cy="2358"/>
            </a:xfrm>
            <a:custGeom>
              <a:rect b="b" l="l" r="r" t="t"/>
              <a:pathLst>
                <a:path extrusionOk="0" h="99" w="111">
                  <a:moveTo>
                    <a:pt x="111" y="1"/>
                  </a:moveTo>
                  <a:cubicBezTo>
                    <a:pt x="88" y="20"/>
                    <a:pt x="67" y="39"/>
                    <a:pt x="46" y="58"/>
                  </a:cubicBezTo>
                  <a:lnTo>
                    <a:pt x="46" y="58"/>
                  </a:lnTo>
                  <a:lnTo>
                    <a:pt x="111" y="1"/>
                  </a:lnTo>
                  <a:close/>
                  <a:moveTo>
                    <a:pt x="46" y="58"/>
                  </a:moveTo>
                  <a:lnTo>
                    <a:pt x="12" y="88"/>
                  </a:lnTo>
                  <a:lnTo>
                    <a:pt x="12" y="88"/>
                  </a:lnTo>
                  <a:cubicBezTo>
                    <a:pt x="18" y="84"/>
                    <a:pt x="23" y="79"/>
                    <a:pt x="28" y="76"/>
                  </a:cubicBezTo>
                  <a:cubicBezTo>
                    <a:pt x="34" y="70"/>
                    <a:pt x="40" y="64"/>
                    <a:pt x="46" y="58"/>
                  </a:cubicBezTo>
                  <a:close/>
                  <a:moveTo>
                    <a:pt x="12" y="88"/>
                  </a:moveTo>
                  <a:cubicBezTo>
                    <a:pt x="8" y="91"/>
                    <a:pt x="4" y="95"/>
                    <a:pt x="1" y="98"/>
                  </a:cubicBezTo>
                  <a:lnTo>
                    <a:pt x="12" y="88"/>
                  </a:ln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3"/>
            <p:cNvSpPr/>
            <p:nvPr/>
          </p:nvSpPr>
          <p:spPr>
            <a:xfrm>
              <a:off x="2901845" y="2154313"/>
              <a:ext cx="405" cy="405"/>
            </a:xfrm>
            <a:custGeom>
              <a:rect b="b" l="l" r="r" t="t"/>
              <a:pathLst>
                <a:path extrusionOk="0" h="17" w="17">
                  <a:moveTo>
                    <a:pt x="17" y="1"/>
                  </a:moveTo>
                  <a:lnTo>
                    <a:pt x="15" y="2"/>
                  </a:lnTo>
                  <a:lnTo>
                    <a:pt x="15" y="2"/>
                  </a:lnTo>
                  <a:cubicBezTo>
                    <a:pt x="16" y="2"/>
                    <a:pt x="17" y="2"/>
                    <a:pt x="17" y="1"/>
                  </a:cubicBezTo>
                  <a:close/>
                  <a:moveTo>
                    <a:pt x="15" y="2"/>
                  </a:moveTo>
                  <a:cubicBezTo>
                    <a:pt x="15" y="2"/>
                    <a:pt x="14" y="2"/>
                    <a:pt x="14" y="2"/>
                  </a:cubicBezTo>
                  <a:cubicBezTo>
                    <a:pt x="9" y="9"/>
                    <a:pt x="5" y="12"/>
                    <a:pt x="1" y="17"/>
                  </a:cubicBezTo>
                  <a:lnTo>
                    <a:pt x="15" y="2"/>
                  </a:ln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3"/>
            <p:cNvSpPr/>
            <p:nvPr/>
          </p:nvSpPr>
          <p:spPr>
            <a:xfrm>
              <a:off x="2894391" y="2162315"/>
              <a:ext cx="1024" cy="1334"/>
            </a:xfrm>
            <a:custGeom>
              <a:rect b="b" l="l" r="r" t="t"/>
              <a:pathLst>
                <a:path extrusionOk="0" h="56" w="43">
                  <a:moveTo>
                    <a:pt x="43" y="0"/>
                  </a:moveTo>
                  <a:lnTo>
                    <a:pt x="43" y="0"/>
                  </a:lnTo>
                  <a:cubicBezTo>
                    <a:pt x="36" y="8"/>
                    <a:pt x="29" y="16"/>
                    <a:pt x="24" y="25"/>
                  </a:cubicBezTo>
                  <a:lnTo>
                    <a:pt x="24" y="25"/>
                  </a:lnTo>
                  <a:lnTo>
                    <a:pt x="43" y="0"/>
                  </a:lnTo>
                  <a:close/>
                  <a:moveTo>
                    <a:pt x="24" y="25"/>
                  </a:moveTo>
                  <a:lnTo>
                    <a:pt x="9" y="44"/>
                  </a:lnTo>
                  <a:lnTo>
                    <a:pt x="9" y="44"/>
                  </a:lnTo>
                  <a:cubicBezTo>
                    <a:pt x="12" y="41"/>
                    <a:pt x="15" y="38"/>
                    <a:pt x="19" y="36"/>
                  </a:cubicBezTo>
                  <a:cubicBezTo>
                    <a:pt x="20" y="32"/>
                    <a:pt x="22" y="29"/>
                    <a:pt x="24" y="25"/>
                  </a:cubicBezTo>
                  <a:close/>
                  <a:moveTo>
                    <a:pt x="9" y="44"/>
                  </a:moveTo>
                  <a:cubicBezTo>
                    <a:pt x="6" y="47"/>
                    <a:pt x="3" y="51"/>
                    <a:pt x="1" y="55"/>
                  </a:cubicBezTo>
                  <a:lnTo>
                    <a:pt x="9" y="44"/>
                  </a:ln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3"/>
            <p:cNvSpPr/>
            <p:nvPr/>
          </p:nvSpPr>
          <p:spPr>
            <a:xfrm>
              <a:off x="2895891" y="2159862"/>
              <a:ext cx="1548" cy="1810"/>
            </a:xfrm>
            <a:custGeom>
              <a:rect b="b" l="l" r="r" t="t"/>
              <a:pathLst>
                <a:path extrusionOk="0" h="76" w="65">
                  <a:moveTo>
                    <a:pt x="64" y="1"/>
                  </a:moveTo>
                  <a:cubicBezTo>
                    <a:pt x="41" y="24"/>
                    <a:pt x="22" y="51"/>
                    <a:pt x="1" y="75"/>
                  </a:cubicBezTo>
                  <a:lnTo>
                    <a:pt x="38" y="33"/>
                  </a:lnTo>
                  <a:cubicBezTo>
                    <a:pt x="46" y="22"/>
                    <a:pt x="56" y="11"/>
                    <a:pt x="64" y="1"/>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3"/>
            <p:cNvSpPr/>
            <p:nvPr/>
          </p:nvSpPr>
          <p:spPr>
            <a:xfrm>
              <a:off x="2930566" y="2128926"/>
              <a:ext cx="762" cy="524"/>
            </a:xfrm>
            <a:custGeom>
              <a:rect b="b" l="l" r="r" t="t"/>
              <a:pathLst>
                <a:path extrusionOk="0" h="22" w="32">
                  <a:moveTo>
                    <a:pt x="31" y="0"/>
                  </a:moveTo>
                  <a:cubicBezTo>
                    <a:pt x="25" y="4"/>
                    <a:pt x="18" y="9"/>
                    <a:pt x="12" y="13"/>
                  </a:cubicBezTo>
                  <a:lnTo>
                    <a:pt x="12" y="13"/>
                  </a:lnTo>
                  <a:cubicBezTo>
                    <a:pt x="13" y="13"/>
                    <a:pt x="14" y="12"/>
                    <a:pt x="15" y="12"/>
                  </a:cubicBezTo>
                  <a:cubicBezTo>
                    <a:pt x="21" y="8"/>
                    <a:pt x="25" y="5"/>
                    <a:pt x="31" y="0"/>
                  </a:cubicBezTo>
                  <a:close/>
                  <a:moveTo>
                    <a:pt x="12" y="13"/>
                  </a:moveTo>
                  <a:cubicBezTo>
                    <a:pt x="8" y="16"/>
                    <a:pt x="4" y="17"/>
                    <a:pt x="0" y="21"/>
                  </a:cubicBezTo>
                  <a:cubicBezTo>
                    <a:pt x="4" y="19"/>
                    <a:pt x="8" y="16"/>
                    <a:pt x="12" y="13"/>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3"/>
            <p:cNvSpPr/>
            <p:nvPr/>
          </p:nvSpPr>
          <p:spPr>
            <a:xfrm>
              <a:off x="2903965" y="2149288"/>
              <a:ext cx="3072" cy="3191"/>
            </a:xfrm>
            <a:custGeom>
              <a:rect b="b" l="l" r="r" t="t"/>
              <a:pathLst>
                <a:path extrusionOk="0" h="134" w="129">
                  <a:moveTo>
                    <a:pt x="129" y="1"/>
                  </a:moveTo>
                  <a:lnTo>
                    <a:pt x="129" y="1"/>
                  </a:lnTo>
                  <a:cubicBezTo>
                    <a:pt x="122" y="8"/>
                    <a:pt x="115" y="15"/>
                    <a:pt x="109" y="21"/>
                  </a:cubicBezTo>
                  <a:lnTo>
                    <a:pt x="109" y="21"/>
                  </a:lnTo>
                  <a:lnTo>
                    <a:pt x="129" y="1"/>
                  </a:lnTo>
                  <a:close/>
                  <a:moveTo>
                    <a:pt x="109" y="21"/>
                  </a:moveTo>
                  <a:lnTo>
                    <a:pt x="35" y="98"/>
                  </a:lnTo>
                  <a:lnTo>
                    <a:pt x="35" y="98"/>
                  </a:lnTo>
                  <a:cubicBezTo>
                    <a:pt x="51" y="81"/>
                    <a:pt x="68" y="65"/>
                    <a:pt x="85" y="48"/>
                  </a:cubicBezTo>
                  <a:cubicBezTo>
                    <a:pt x="92" y="39"/>
                    <a:pt x="100" y="31"/>
                    <a:pt x="109" y="21"/>
                  </a:cubicBezTo>
                  <a:close/>
                  <a:moveTo>
                    <a:pt x="35" y="98"/>
                  </a:moveTo>
                  <a:cubicBezTo>
                    <a:pt x="23" y="110"/>
                    <a:pt x="12" y="122"/>
                    <a:pt x="1" y="134"/>
                  </a:cubicBezTo>
                  <a:lnTo>
                    <a:pt x="35" y="98"/>
                  </a:ln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3"/>
            <p:cNvSpPr/>
            <p:nvPr/>
          </p:nvSpPr>
          <p:spPr>
            <a:xfrm>
              <a:off x="2932924" y="2127450"/>
              <a:ext cx="643" cy="405"/>
            </a:xfrm>
            <a:custGeom>
              <a:rect b="b" l="l" r="r" t="t"/>
              <a:pathLst>
                <a:path extrusionOk="0" h="17" w="27">
                  <a:moveTo>
                    <a:pt x="26" y="1"/>
                  </a:moveTo>
                  <a:cubicBezTo>
                    <a:pt x="23" y="2"/>
                    <a:pt x="22" y="3"/>
                    <a:pt x="21" y="4"/>
                  </a:cubicBezTo>
                  <a:lnTo>
                    <a:pt x="21" y="4"/>
                  </a:lnTo>
                  <a:cubicBezTo>
                    <a:pt x="23" y="3"/>
                    <a:pt x="25" y="2"/>
                    <a:pt x="26" y="1"/>
                  </a:cubicBezTo>
                  <a:close/>
                  <a:moveTo>
                    <a:pt x="21" y="4"/>
                  </a:moveTo>
                  <a:lnTo>
                    <a:pt x="21" y="4"/>
                  </a:lnTo>
                  <a:cubicBezTo>
                    <a:pt x="15" y="8"/>
                    <a:pt x="7" y="12"/>
                    <a:pt x="0" y="17"/>
                  </a:cubicBezTo>
                  <a:cubicBezTo>
                    <a:pt x="7" y="12"/>
                    <a:pt x="13" y="9"/>
                    <a:pt x="21" y="4"/>
                  </a:cubicBezTo>
                  <a:cubicBezTo>
                    <a:pt x="21" y="4"/>
                    <a:pt x="21" y="4"/>
                    <a:pt x="21" y="4"/>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3"/>
            <p:cNvSpPr/>
            <p:nvPr/>
          </p:nvSpPr>
          <p:spPr>
            <a:xfrm>
              <a:off x="2936091" y="2124283"/>
              <a:ext cx="2643" cy="1643"/>
            </a:xfrm>
            <a:custGeom>
              <a:rect b="b" l="l" r="r" t="t"/>
              <a:pathLst>
                <a:path extrusionOk="0" h="69" w="111">
                  <a:moveTo>
                    <a:pt x="110" y="1"/>
                  </a:moveTo>
                  <a:cubicBezTo>
                    <a:pt x="98" y="8"/>
                    <a:pt x="86" y="16"/>
                    <a:pt x="73" y="23"/>
                  </a:cubicBezTo>
                  <a:lnTo>
                    <a:pt x="73" y="23"/>
                  </a:lnTo>
                  <a:cubicBezTo>
                    <a:pt x="88" y="16"/>
                    <a:pt x="100" y="8"/>
                    <a:pt x="110" y="1"/>
                  </a:cubicBezTo>
                  <a:close/>
                  <a:moveTo>
                    <a:pt x="73" y="23"/>
                  </a:moveTo>
                  <a:cubicBezTo>
                    <a:pt x="72" y="24"/>
                    <a:pt x="71" y="24"/>
                    <a:pt x="70" y="25"/>
                  </a:cubicBezTo>
                  <a:cubicBezTo>
                    <a:pt x="68" y="27"/>
                    <a:pt x="65" y="28"/>
                    <a:pt x="63" y="30"/>
                  </a:cubicBezTo>
                  <a:lnTo>
                    <a:pt x="63" y="30"/>
                  </a:lnTo>
                  <a:cubicBezTo>
                    <a:pt x="66" y="27"/>
                    <a:pt x="70" y="25"/>
                    <a:pt x="73" y="23"/>
                  </a:cubicBezTo>
                  <a:close/>
                  <a:moveTo>
                    <a:pt x="63" y="30"/>
                  </a:moveTo>
                  <a:cubicBezTo>
                    <a:pt x="42" y="43"/>
                    <a:pt x="21" y="56"/>
                    <a:pt x="0" y="69"/>
                  </a:cubicBezTo>
                  <a:cubicBezTo>
                    <a:pt x="22" y="56"/>
                    <a:pt x="44" y="43"/>
                    <a:pt x="63" y="3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3"/>
            <p:cNvSpPr/>
            <p:nvPr/>
          </p:nvSpPr>
          <p:spPr>
            <a:xfrm>
              <a:off x="2865837" y="2124449"/>
              <a:ext cx="192544" cy="146129"/>
            </a:xfrm>
            <a:custGeom>
              <a:rect b="b" l="l" r="r" t="t"/>
              <a:pathLst>
                <a:path extrusionOk="0" h="6136" w="8085">
                  <a:moveTo>
                    <a:pt x="4423" y="464"/>
                  </a:moveTo>
                  <a:lnTo>
                    <a:pt x="4423" y="464"/>
                  </a:lnTo>
                  <a:cubicBezTo>
                    <a:pt x="4423" y="464"/>
                    <a:pt x="4423" y="464"/>
                    <a:pt x="4423" y="464"/>
                  </a:cubicBezTo>
                  <a:lnTo>
                    <a:pt x="4423" y="464"/>
                  </a:lnTo>
                  <a:cubicBezTo>
                    <a:pt x="4423" y="464"/>
                    <a:pt x="4423" y="464"/>
                    <a:pt x="4423" y="464"/>
                  </a:cubicBezTo>
                  <a:close/>
                  <a:moveTo>
                    <a:pt x="2856" y="1571"/>
                  </a:moveTo>
                  <a:cubicBezTo>
                    <a:pt x="2858" y="1572"/>
                    <a:pt x="2858" y="1572"/>
                    <a:pt x="2861" y="1572"/>
                  </a:cubicBezTo>
                  <a:cubicBezTo>
                    <a:pt x="2861" y="1572"/>
                    <a:pt x="2858" y="1572"/>
                    <a:pt x="2856" y="1571"/>
                  </a:cubicBezTo>
                  <a:close/>
                  <a:moveTo>
                    <a:pt x="1466" y="2806"/>
                  </a:moveTo>
                  <a:lnTo>
                    <a:pt x="1466" y="2806"/>
                  </a:lnTo>
                  <a:cubicBezTo>
                    <a:pt x="1466" y="2806"/>
                    <a:pt x="1466" y="2806"/>
                    <a:pt x="1466" y="2806"/>
                  </a:cubicBezTo>
                  <a:lnTo>
                    <a:pt x="1466" y="2806"/>
                  </a:lnTo>
                  <a:cubicBezTo>
                    <a:pt x="1466" y="2806"/>
                    <a:pt x="1466" y="2806"/>
                    <a:pt x="1466" y="2806"/>
                  </a:cubicBezTo>
                  <a:close/>
                  <a:moveTo>
                    <a:pt x="4423" y="464"/>
                  </a:moveTo>
                  <a:cubicBezTo>
                    <a:pt x="4426" y="467"/>
                    <a:pt x="4428" y="467"/>
                    <a:pt x="4430" y="469"/>
                  </a:cubicBezTo>
                  <a:cubicBezTo>
                    <a:pt x="4429" y="467"/>
                    <a:pt x="4427" y="466"/>
                    <a:pt x="4426" y="464"/>
                  </a:cubicBezTo>
                  <a:lnTo>
                    <a:pt x="4426" y="464"/>
                  </a:lnTo>
                  <a:cubicBezTo>
                    <a:pt x="4527" y="495"/>
                    <a:pt x="4627" y="532"/>
                    <a:pt x="4728" y="572"/>
                  </a:cubicBezTo>
                  <a:cubicBezTo>
                    <a:pt x="5067" y="705"/>
                    <a:pt x="5392" y="888"/>
                    <a:pt x="5687" y="1110"/>
                  </a:cubicBezTo>
                  <a:cubicBezTo>
                    <a:pt x="6042" y="1378"/>
                    <a:pt x="6355" y="1703"/>
                    <a:pt x="6590" y="2071"/>
                  </a:cubicBezTo>
                  <a:cubicBezTo>
                    <a:pt x="6752" y="2324"/>
                    <a:pt x="6877" y="2598"/>
                    <a:pt x="6956" y="2885"/>
                  </a:cubicBezTo>
                  <a:lnTo>
                    <a:pt x="6955" y="2885"/>
                  </a:lnTo>
                  <a:lnTo>
                    <a:pt x="6955" y="2887"/>
                  </a:lnTo>
                  <a:cubicBezTo>
                    <a:pt x="6914" y="2869"/>
                    <a:pt x="6875" y="2846"/>
                    <a:pt x="6835" y="2828"/>
                  </a:cubicBezTo>
                  <a:cubicBezTo>
                    <a:pt x="6760" y="2794"/>
                    <a:pt x="6682" y="2759"/>
                    <a:pt x="6609" y="2721"/>
                  </a:cubicBezTo>
                  <a:lnTo>
                    <a:pt x="6608" y="2718"/>
                  </a:lnTo>
                  <a:cubicBezTo>
                    <a:pt x="5686" y="2229"/>
                    <a:pt x="4921" y="1451"/>
                    <a:pt x="4451" y="519"/>
                  </a:cubicBezTo>
                  <a:cubicBezTo>
                    <a:pt x="4443" y="499"/>
                    <a:pt x="4433" y="483"/>
                    <a:pt x="4423" y="464"/>
                  </a:cubicBezTo>
                  <a:close/>
                  <a:moveTo>
                    <a:pt x="2856" y="1571"/>
                  </a:moveTo>
                  <a:lnTo>
                    <a:pt x="2856" y="1571"/>
                  </a:lnTo>
                  <a:cubicBezTo>
                    <a:pt x="3239" y="1686"/>
                    <a:pt x="3610" y="1877"/>
                    <a:pt x="3935" y="2123"/>
                  </a:cubicBezTo>
                  <a:cubicBezTo>
                    <a:pt x="4234" y="2348"/>
                    <a:pt x="4495" y="2622"/>
                    <a:pt x="4691" y="2932"/>
                  </a:cubicBezTo>
                  <a:cubicBezTo>
                    <a:pt x="4828" y="3149"/>
                    <a:pt x="4937" y="3379"/>
                    <a:pt x="5005" y="3624"/>
                  </a:cubicBezTo>
                  <a:lnTo>
                    <a:pt x="5003" y="3624"/>
                  </a:lnTo>
                  <a:lnTo>
                    <a:pt x="5003" y="3627"/>
                  </a:lnTo>
                  <a:cubicBezTo>
                    <a:pt x="4969" y="3613"/>
                    <a:pt x="4937" y="3592"/>
                    <a:pt x="4901" y="3579"/>
                  </a:cubicBezTo>
                  <a:cubicBezTo>
                    <a:pt x="4836" y="3548"/>
                    <a:pt x="4775" y="3519"/>
                    <a:pt x="4712" y="3486"/>
                  </a:cubicBezTo>
                  <a:lnTo>
                    <a:pt x="4712" y="3485"/>
                  </a:lnTo>
                  <a:cubicBezTo>
                    <a:pt x="3914" y="3060"/>
                    <a:pt x="3253" y="2383"/>
                    <a:pt x="2856" y="1571"/>
                  </a:cubicBezTo>
                  <a:close/>
                  <a:moveTo>
                    <a:pt x="1466" y="2806"/>
                  </a:moveTo>
                  <a:cubicBezTo>
                    <a:pt x="1469" y="2809"/>
                    <a:pt x="1469" y="2809"/>
                    <a:pt x="1470" y="2809"/>
                  </a:cubicBezTo>
                  <a:cubicBezTo>
                    <a:pt x="1470" y="2809"/>
                    <a:pt x="1470" y="2807"/>
                    <a:pt x="1468" y="2806"/>
                  </a:cubicBezTo>
                  <a:lnTo>
                    <a:pt x="1468" y="2806"/>
                  </a:lnTo>
                  <a:cubicBezTo>
                    <a:pt x="1765" y="2896"/>
                    <a:pt x="2055" y="3044"/>
                    <a:pt x="2312" y="3235"/>
                  </a:cubicBezTo>
                  <a:cubicBezTo>
                    <a:pt x="2556" y="3418"/>
                    <a:pt x="2772" y="3640"/>
                    <a:pt x="2934" y="3895"/>
                  </a:cubicBezTo>
                  <a:cubicBezTo>
                    <a:pt x="3042" y="4066"/>
                    <a:pt x="3130" y="4253"/>
                    <a:pt x="3182" y="4447"/>
                  </a:cubicBezTo>
                  <a:lnTo>
                    <a:pt x="3180" y="4447"/>
                  </a:lnTo>
                  <a:cubicBezTo>
                    <a:pt x="3153" y="4434"/>
                    <a:pt x="3125" y="4421"/>
                    <a:pt x="3099" y="4407"/>
                  </a:cubicBezTo>
                  <a:cubicBezTo>
                    <a:pt x="3049" y="4382"/>
                    <a:pt x="2999" y="4360"/>
                    <a:pt x="2947" y="4334"/>
                  </a:cubicBezTo>
                  <a:lnTo>
                    <a:pt x="2947" y="4332"/>
                  </a:lnTo>
                  <a:cubicBezTo>
                    <a:pt x="2312" y="3993"/>
                    <a:pt x="1783" y="3454"/>
                    <a:pt x="1466" y="2806"/>
                  </a:cubicBezTo>
                  <a:close/>
                  <a:moveTo>
                    <a:pt x="5569" y="0"/>
                  </a:moveTo>
                  <a:cubicBezTo>
                    <a:pt x="4981" y="13"/>
                    <a:pt x="4402" y="193"/>
                    <a:pt x="3854" y="462"/>
                  </a:cubicBezTo>
                  <a:cubicBezTo>
                    <a:pt x="2538" y="1110"/>
                    <a:pt x="1412" y="2282"/>
                    <a:pt x="801" y="2906"/>
                  </a:cubicBezTo>
                  <a:cubicBezTo>
                    <a:pt x="589" y="3305"/>
                    <a:pt x="417" y="3708"/>
                    <a:pt x="295" y="4097"/>
                  </a:cubicBezTo>
                  <a:lnTo>
                    <a:pt x="297" y="4102"/>
                  </a:lnTo>
                  <a:cubicBezTo>
                    <a:pt x="60" y="4867"/>
                    <a:pt x="0" y="5582"/>
                    <a:pt x="124" y="6128"/>
                  </a:cubicBezTo>
                  <a:cubicBezTo>
                    <a:pt x="125" y="6131"/>
                    <a:pt x="127" y="6134"/>
                    <a:pt x="129" y="6136"/>
                  </a:cubicBezTo>
                  <a:lnTo>
                    <a:pt x="605" y="5946"/>
                  </a:lnTo>
                  <a:lnTo>
                    <a:pt x="1017" y="5783"/>
                  </a:lnTo>
                  <a:lnTo>
                    <a:pt x="2167" y="5322"/>
                  </a:lnTo>
                  <a:lnTo>
                    <a:pt x="2876" y="5039"/>
                  </a:lnTo>
                  <a:lnTo>
                    <a:pt x="3057" y="4967"/>
                  </a:lnTo>
                  <a:lnTo>
                    <a:pt x="7494" y="3194"/>
                  </a:lnTo>
                  <a:lnTo>
                    <a:pt x="8084" y="2959"/>
                  </a:lnTo>
                  <a:cubicBezTo>
                    <a:pt x="7525" y="1890"/>
                    <a:pt x="6634" y="626"/>
                    <a:pt x="55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3"/>
            <p:cNvSpPr/>
            <p:nvPr/>
          </p:nvSpPr>
          <p:spPr>
            <a:xfrm>
              <a:off x="3134280" y="2375031"/>
              <a:ext cx="335101" cy="323360"/>
            </a:xfrm>
            <a:custGeom>
              <a:rect b="b" l="l" r="r" t="t"/>
              <a:pathLst>
                <a:path extrusionOk="0" h="13578" w="14071">
                  <a:moveTo>
                    <a:pt x="13510" y="1"/>
                  </a:moveTo>
                  <a:cubicBezTo>
                    <a:pt x="12473" y="2156"/>
                    <a:pt x="10900" y="4056"/>
                    <a:pt x="8987" y="5490"/>
                  </a:cubicBezTo>
                  <a:lnTo>
                    <a:pt x="8983" y="5490"/>
                  </a:lnTo>
                  <a:cubicBezTo>
                    <a:pt x="8739" y="5675"/>
                    <a:pt x="8487" y="5851"/>
                    <a:pt x="8230" y="6018"/>
                  </a:cubicBezTo>
                  <a:cubicBezTo>
                    <a:pt x="8275" y="6041"/>
                    <a:pt x="8314" y="6064"/>
                    <a:pt x="8354" y="6088"/>
                  </a:cubicBezTo>
                  <a:cubicBezTo>
                    <a:pt x="8168" y="5986"/>
                    <a:pt x="7966" y="5881"/>
                    <a:pt x="7748" y="5774"/>
                  </a:cubicBezTo>
                  <a:cubicBezTo>
                    <a:pt x="5050" y="6420"/>
                    <a:pt x="2298" y="7242"/>
                    <a:pt x="0" y="8161"/>
                  </a:cubicBezTo>
                  <a:cubicBezTo>
                    <a:pt x="130" y="10081"/>
                    <a:pt x="762" y="11969"/>
                    <a:pt x="1818" y="13577"/>
                  </a:cubicBezTo>
                  <a:cubicBezTo>
                    <a:pt x="2595" y="13541"/>
                    <a:pt x="3514" y="13485"/>
                    <a:pt x="4499" y="13407"/>
                  </a:cubicBezTo>
                  <a:cubicBezTo>
                    <a:pt x="6541" y="10645"/>
                    <a:pt x="8909" y="8167"/>
                    <a:pt x="10121" y="7224"/>
                  </a:cubicBezTo>
                  <a:cubicBezTo>
                    <a:pt x="9993" y="7120"/>
                    <a:pt x="9557" y="6783"/>
                    <a:pt x="8799" y="6339"/>
                  </a:cubicBezTo>
                  <a:lnTo>
                    <a:pt x="8799" y="6339"/>
                  </a:lnTo>
                  <a:cubicBezTo>
                    <a:pt x="8834" y="6359"/>
                    <a:pt x="8871" y="6380"/>
                    <a:pt x="8905" y="6399"/>
                  </a:cubicBezTo>
                  <a:cubicBezTo>
                    <a:pt x="9445" y="6030"/>
                    <a:pt x="9961" y="5621"/>
                    <a:pt x="10450" y="5184"/>
                  </a:cubicBezTo>
                  <a:cubicBezTo>
                    <a:pt x="10450" y="5184"/>
                    <a:pt x="10452" y="5184"/>
                    <a:pt x="10452" y="5182"/>
                  </a:cubicBezTo>
                  <a:cubicBezTo>
                    <a:pt x="11946" y="3847"/>
                    <a:pt x="13186" y="2224"/>
                    <a:pt x="14070" y="427"/>
                  </a:cubicBezTo>
                  <a:cubicBezTo>
                    <a:pt x="14064" y="424"/>
                    <a:pt x="14057" y="419"/>
                    <a:pt x="14053" y="414"/>
                  </a:cubicBezTo>
                  <a:cubicBezTo>
                    <a:pt x="13876" y="276"/>
                    <a:pt x="13696" y="135"/>
                    <a:pt x="135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3"/>
            <p:cNvSpPr/>
            <p:nvPr/>
          </p:nvSpPr>
          <p:spPr>
            <a:xfrm>
              <a:off x="2803585" y="2359289"/>
              <a:ext cx="347890" cy="257226"/>
            </a:xfrm>
            <a:custGeom>
              <a:rect b="b" l="l" r="r" t="t"/>
              <a:pathLst>
                <a:path extrusionOk="0" h="10801" w="14608">
                  <a:moveTo>
                    <a:pt x="14547" y="1"/>
                  </a:moveTo>
                  <a:cubicBezTo>
                    <a:pt x="14520" y="1"/>
                    <a:pt x="14491" y="23"/>
                    <a:pt x="14489" y="54"/>
                  </a:cubicBezTo>
                  <a:cubicBezTo>
                    <a:pt x="14442" y="743"/>
                    <a:pt x="14189" y="1748"/>
                    <a:pt x="13756" y="2963"/>
                  </a:cubicBezTo>
                  <a:cubicBezTo>
                    <a:pt x="13745" y="2989"/>
                    <a:pt x="13737" y="3015"/>
                    <a:pt x="13727" y="3044"/>
                  </a:cubicBezTo>
                  <a:cubicBezTo>
                    <a:pt x="13718" y="3073"/>
                    <a:pt x="13732" y="3106"/>
                    <a:pt x="13761" y="3117"/>
                  </a:cubicBezTo>
                  <a:cubicBezTo>
                    <a:pt x="12860" y="5602"/>
                    <a:pt x="11395" y="8457"/>
                    <a:pt x="10476" y="9360"/>
                  </a:cubicBezTo>
                  <a:cubicBezTo>
                    <a:pt x="10332" y="9503"/>
                    <a:pt x="10201" y="9595"/>
                    <a:pt x="10089" y="9634"/>
                  </a:cubicBezTo>
                  <a:cubicBezTo>
                    <a:pt x="9980" y="9686"/>
                    <a:pt x="9731" y="9747"/>
                    <a:pt x="9382" y="9810"/>
                  </a:cubicBezTo>
                  <a:cubicBezTo>
                    <a:pt x="7202" y="10199"/>
                    <a:pt x="1073" y="10705"/>
                    <a:pt x="29" y="10705"/>
                  </a:cubicBezTo>
                  <a:cubicBezTo>
                    <a:pt x="19" y="10705"/>
                    <a:pt x="9" y="10705"/>
                    <a:pt x="0" y="10705"/>
                  </a:cubicBezTo>
                  <a:lnTo>
                    <a:pt x="0" y="10705"/>
                  </a:lnTo>
                  <a:cubicBezTo>
                    <a:pt x="55" y="10729"/>
                    <a:pt x="114" y="10750"/>
                    <a:pt x="179" y="10755"/>
                  </a:cubicBezTo>
                  <a:cubicBezTo>
                    <a:pt x="423" y="10785"/>
                    <a:pt x="1289" y="10801"/>
                    <a:pt x="2422" y="10801"/>
                  </a:cubicBezTo>
                  <a:cubicBezTo>
                    <a:pt x="5262" y="10801"/>
                    <a:pt x="9781" y="10700"/>
                    <a:pt x="10379" y="10460"/>
                  </a:cubicBezTo>
                  <a:cubicBezTo>
                    <a:pt x="11236" y="10250"/>
                    <a:pt x="13296" y="7004"/>
                    <a:pt x="14552" y="4208"/>
                  </a:cubicBezTo>
                  <a:cubicBezTo>
                    <a:pt x="14320" y="3819"/>
                    <a:pt x="14102" y="3422"/>
                    <a:pt x="13841" y="3072"/>
                  </a:cubicBezTo>
                  <a:cubicBezTo>
                    <a:pt x="14293" y="1814"/>
                    <a:pt x="14559" y="772"/>
                    <a:pt x="14604" y="61"/>
                  </a:cubicBezTo>
                  <a:cubicBezTo>
                    <a:pt x="14607" y="28"/>
                    <a:pt x="14583" y="2"/>
                    <a:pt x="145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3"/>
            <p:cNvSpPr/>
            <p:nvPr/>
          </p:nvSpPr>
          <p:spPr>
            <a:xfrm>
              <a:off x="3242328" y="2434473"/>
              <a:ext cx="23886" cy="49464"/>
            </a:xfrm>
            <a:custGeom>
              <a:rect b="b" l="l" r="r" t="t"/>
              <a:pathLst>
                <a:path extrusionOk="0" h="2077" w="1003">
                  <a:moveTo>
                    <a:pt x="937" y="1"/>
                  </a:moveTo>
                  <a:cubicBezTo>
                    <a:pt x="911" y="1"/>
                    <a:pt x="888" y="18"/>
                    <a:pt x="884" y="45"/>
                  </a:cubicBezTo>
                  <a:cubicBezTo>
                    <a:pt x="685" y="910"/>
                    <a:pt x="374" y="1613"/>
                    <a:pt x="22" y="1978"/>
                  </a:cubicBezTo>
                  <a:cubicBezTo>
                    <a:pt x="1" y="1999"/>
                    <a:pt x="1" y="2036"/>
                    <a:pt x="25" y="2059"/>
                  </a:cubicBezTo>
                  <a:cubicBezTo>
                    <a:pt x="25" y="2062"/>
                    <a:pt x="27" y="2062"/>
                    <a:pt x="28" y="2062"/>
                  </a:cubicBezTo>
                  <a:cubicBezTo>
                    <a:pt x="38" y="2070"/>
                    <a:pt x="51" y="2077"/>
                    <a:pt x="62" y="2077"/>
                  </a:cubicBezTo>
                  <a:cubicBezTo>
                    <a:pt x="79" y="2077"/>
                    <a:pt x="93" y="2070"/>
                    <a:pt x="106" y="2059"/>
                  </a:cubicBezTo>
                  <a:cubicBezTo>
                    <a:pt x="111" y="2052"/>
                    <a:pt x="118" y="2044"/>
                    <a:pt x="124" y="2038"/>
                  </a:cubicBezTo>
                  <a:cubicBezTo>
                    <a:pt x="484" y="1649"/>
                    <a:pt x="795" y="954"/>
                    <a:pt x="994" y="70"/>
                  </a:cubicBezTo>
                  <a:cubicBezTo>
                    <a:pt x="1002" y="40"/>
                    <a:pt x="983" y="7"/>
                    <a:pt x="952" y="2"/>
                  </a:cubicBezTo>
                  <a:cubicBezTo>
                    <a:pt x="947" y="1"/>
                    <a:pt x="942" y="1"/>
                    <a:pt x="9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3"/>
            <p:cNvSpPr/>
            <p:nvPr/>
          </p:nvSpPr>
          <p:spPr>
            <a:xfrm>
              <a:off x="3286219" y="2347834"/>
              <a:ext cx="138818" cy="155059"/>
            </a:xfrm>
            <a:custGeom>
              <a:rect b="b" l="l" r="r" t="t"/>
              <a:pathLst>
                <a:path extrusionOk="0" h="6511" w="5829">
                  <a:moveTo>
                    <a:pt x="5436" y="0"/>
                  </a:moveTo>
                  <a:cubicBezTo>
                    <a:pt x="4172" y="2504"/>
                    <a:pt x="2292" y="4679"/>
                    <a:pt x="1" y="6300"/>
                  </a:cubicBezTo>
                  <a:cubicBezTo>
                    <a:pt x="9" y="6305"/>
                    <a:pt x="17" y="6306"/>
                    <a:pt x="25" y="6310"/>
                  </a:cubicBezTo>
                  <a:cubicBezTo>
                    <a:pt x="80" y="6332"/>
                    <a:pt x="135" y="6355"/>
                    <a:pt x="189" y="6379"/>
                  </a:cubicBezTo>
                  <a:cubicBezTo>
                    <a:pt x="294" y="6423"/>
                    <a:pt x="398" y="6467"/>
                    <a:pt x="496" y="6511"/>
                  </a:cubicBezTo>
                  <a:cubicBezTo>
                    <a:pt x="2733" y="4875"/>
                    <a:pt x="4572" y="2718"/>
                    <a:pt x="5828" y="247"/>
                  </a:cubicBezTo>
                  <a:cubicBezTo>
                    <a:pt x="5699" y="162"/>
                    <a:pt x="5567" y="78"/>
                    <a:pt x="54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3"/>
            <p:cNvSpPr/>
            <p:nvPr/>
          </p:nvSpPr>
          <p:spPr>
            <a:xfrm>
              <a:off x="3188506" y="2477983"/>
              <a:ext cx="383469" cy="347056"/>
            </a:xfrm>
            <a:custGeom>
              <a:rect b="b" l="l" r="r" t="t"/>
              <a:pathLst>
                <a:path extrusionOk="0" h="14573" w="16102">
                  <a:moveTo>
                    <a:pt x="10651" y="2034"/>
                  </a:moveTo>
                  <a:cubicBezTo>
                    <a:pt x="10656" y="2034"/>
                    <a:pt x="10662" y="2034"/>
                    <a:pt x="10667" y="2036"/>
                  </a:cubicBezTo>
                  <a:cubicBezTo>
                    <a:pt x="10698" y="2044"/>
                    <a:pt x="10716" y="2076"/>
                    <a:pt x="10706" y="2107"/>
                  </a:cubicBezTo>
                  <a:cubicBezTo>
                    <a:pt x="10484" y="2851"/>
                    <a:pt x="10521" y="3656"/>
                    <a:pt x="10811" y="4378"/>
                  </a:cubicBezTo>
                  <a:cubicBezTo>
                    <a:pt x="11100" y="5099"/>
                    <a:pt x="11631" y="5706"/>
                    <a:pt x="12304" y="6092"/>
                  </a:cubicBezTo>
                  <a:cubicBezTo>
                    <a:pt x="12330" y="6107"/>
                    <a:pt x="12341" y="6141"/>
                    <a:pt x="12325" y="6168"/>
                  </a:cubicBezTo>
                  <a:cubicBezTo>
                    <a:pt x="12314" y="6188"/>
                    <a:pt x="12294" y="6198"/>
                    <a:pt x="12273" y="6198"/>
                  </a:cubicBezTo>
                  <a:cubicBezTo>
                    <a:pt x="12263" y="6198"/>
                    <a:pt x="12254" y="6194"/>
                    <a:pt x="12246" y="6189"/>
                  </a:cubicBezTo>
                  <a:cubicBezTo>
                    <a:pt x="11981" y="6039"/>
                    <a:pt x="11742" y="5857"/>
                    <a:pt x="11526" y="5648"/>
                  </a:cubicBezTo>
                  <a:cubicBezTo>
                    <a:pt x="11283" y="6005"/>
                    <a:pt x="10944" y="6424"/>
                    <a:pt x="10539" y="6886"/>
                  </a:cubicBezTo>
                  <a:cubicBezTo>
                    <a:pt x="10254" y="7210"/>
                    <a:pt x="9938" y="7557"/>
                    <a:pt x="9597" y="7915"/>
                  </a:cubicBezTo>
                  <a:cubicBezTo>
                    <a:pt x="9508" y="8011"/>
                    <a:pt x="9418" y="8105"/>
                    <a:pt x="9324" y="8201"/>
                  </a:cubicBezTo>
                  <a:cubicBezTo>
                    <a:pt x="8040" y="9536"/>
                    <a:pt x="6487" y="11017"/>
                    <a:pt x="5157" y="12259"/>
                  </a:cubicBezTo>
                  <a:cubicBezTo>
                    <a:pt x="4711" y="12674"/>
                    <a:pt x="4290" y="13063"/>
                    <a:pt x="3914" y="13411"/>
                  </a:cubicBezTo>
                  <a:cubicBezTo>
                    <a:pt x="3723" y="13588"/>
                    <a:pt x="3541" y="13756"/>
                    <a:pt x="3374" y="13907"/>
                  </a:cubicBezTo>
                  <a:lnTo>
                    <a:pt x="3277" y="13996"/>
                  </a:lnTo>
                  <a:cubicBezTo>
                    <a:pt x="3266" y="14007"/>
                    <a:pt x="3253" y="14012"/>
                    <a:pt x="3238" y="14012"/>
                  </a:cubicBezTo>
                  <a:cubicBezTo>
                    <a:pt x="3222" y="14012"/>
                    <a:pt x="3209" y="14007"/>
                    <a:pt x="3196" y="13994"/>
                  </a:cubicBezTo>
                  <a:cubicBezTo>
                    <a:pt x="3173" y="13970"/>
                    <a:pt x="3177" y="13934"/>
                    <a:pt x="3201" y="13913"/>
                  </a:cubicBezTo>
                  <a:lnTo>
                    <a:pt x="3298" y="13824"/>
                  </a:lnTo>
                  <a:cubicBezTo>
                    <a:pt x="3437" y="13695"/>
                    <a:pt x="3587" y="13557"/>
                    <a:pt x="3745" y="13413"/>
                  </a:cubicBezTo>
                  <a:cubicBezTo>
                    <a:pt x="4120" y="13067"/>
                    <a:pt x="4541" y="12678"/>
                    <a:pt x="4992" y="12260"/>
                  </a:cubicBezTo>
                  <a:cubicBezTo>
                    <a:pt x="6301" y="11038"/>
                    <a:pt x="7841" y="9575"/>
                    <a:pt x="9132" y="8241"/>
                  </a:cubicBezTo>
                  <a:cubicBezTo>
                    <a:pt x="9259" y="8110"/>
                    <a:pt x="9384" y="7980"/>
                    <a:pt x="9505" y="7852"/>
                  </a:cubicBezTo>
                  <a:cubicBezTo>
                    <a:pt x="9813" y="7528"/>
                    <a:pt x="10100" y="7214"/>
                    <a:pt x="10362" y="6919"/>
                  </a:cubicBezTo>
                  <a:cubicBezTo>
                    <a:pt x="10815" y="6408"/>
                    <a:pt x="11189" y="5948"/>
                    <a:pt x="11450" y="5564"/>
                  </a:cubicBezTo>
                  <a:cubicBezTo>
                    <a:pt x="11132" y="5235"/>
                    <a:pt x="10876" y="4848"/>
                    <a:pt x="10706" y="4421"/>
                  </a:cubicBezTo>
                  <a:cubicBezTo>
                    <a:pt x="10406" y="3676"/>
                    <a:pt x="10367" y="2843"/>
                    <a:pt x="10596" y="2075"/>
                  </a:cubicBezTo>
                  <a:cubicBezTo>
                    <a:pt x="10603" y="2049"/>
                    <a:pt x="10626" y="2034"/>
                    <a:pt x="10651" y="2034"/>
                  </a:cubicBezTo>
                  <a:close/>
                  <a:moveTo>
                    <a:pt x="15349" y="0"/>
                  </a:moveTo>
                  <a:lnTo>
                    <a:pt x="7936" y="2914"/>
                  </a:lnTo>
                  <a:cubicBezTo>
                    <a:pt x="7944" y="2935"/>
                    <a:pt x="7943" y="2963"/>
                    <a:pt x="7922" y="2979"/>
                  </a:cubicBezTo>
                  <a:cubicBezTo>
                    <a:pt x="6731" y="3904"/>
                    <a:pt x="4400" y="6337"/>
                    <a:pt x="2376" y="9066"/>
                  </a:cubicBezTo>
                  <a:cubicBezTo>
                    <a:pt x="2342" y="9115"/>
                    <a:pt x="2305" y="9162"/>
                    <a:pt x="2269" y="9207"/>
                  </a:cubicBezTo>
                  <a:cubicBezTo>
                    <a:pt x="2256" y="9223"/>
                    <a:pt x="2240" y="9231"/>
                    <a:pt x="2222" y="9231"/>
                  </a:cubicBezTo>
                  <a:cubicBezTo>
                    <a:pt x="2209" y="9231"/>
                    <a:pt x="2199" y="9228"/>
                    <a:pt x="2190" y="9222"/>
                  </a:cubicBezTo>
                  <a:cubicBezTo>
                    <a:pt x="2151" y="9275"/>
                    <a:pt x="2115" y="9327"/>
                    <a:pt x="2076" y="9377"/>
                  </a:cubicBezTo>
                  <a:cubicBezTo>
                    <a:pt x="2047" y="9418"/>
                    <a:pt x="2018" y="9457"/>
                    <a:pt x="1989" y="9497"/>
                  </a:cubicBezTo>
                  <a:cubicBezTo>
                    <a:pt x="1875" y="9656"/>
                    <a:pt x="1763" y="9813"/>
                    <a:pt x="1653" y="9970"/>
                  </a:cubicBezTo>
                  <a:cubicBezTo>
                    <a:pt x="1642" y="9987"/>
                    <a:pt x="1632" y="10001"/>
                    <a:pt x="1621" y="10017"/>
                  </a:cubicBezTo>
                  <a:cubicBezTo>
                    <a:pt x="1517" y="10165"/>
                    <a:pt x="1415" y="10316"/>
                    <a:pt x="1314" y="10466"/>
                  </a:cubicBezTo>
                  <a:cubicBezTo>
                    <a:pt x="1297" y="10494"/>
                    <a:pt x="1275" y="10523"/>
                    <a:pt x="1258" y="10551"/>
                  </a:cubicBezTo>
                  <a:cubicBezTo>
                    <a:pt x="1032" y="10888"/>
                    <a:pt x="814" y="11226"/>
                    <a:pt x="605" y="11565"/>
                  </a:cubicBezTo>
                  <a:cubicBezTo>
                    <a:pt x="600" y="11576"/>
                    <a:pt x="592" y="11588"/>
                    <a:pt x="585" y="11597"/>
                  </a:cubicBezTo>
                  <a:cubicBezTo>
                    <a:pt x="481" y="11768"/>
                    <a:pt x="378" y="11938"/>
                    <a:pt x="280" y="12108"/>
                  </a:cubicBezTo>
                  <a:cubicBezTo>
                    <a:pt x="279" y="12111"/>
                    <a:pt x="279" y="12113"/>
                    <a:pt x="277" y="12116"/>
                  </a:cubicBezTo>
                  <a:cubicBezTo>
                    <a:pt x="251" y="12161"/>
                    <a:pt x="224" y="12208"/>
                    <a:pt x="198" y="12252"/>
                  </a:cubicBezTo>
                  <a:cubicBezTo>
                    <a:pt x="131" y="12371"/>
                    <a:pt x="65" y="12487"/>
                    <a:pt x="0" y="12604"/>
                  </a:cubicBezTo>
                  <a:lnTo>
                    <a:pt x="2" y="12604"/>
                  </a:lnTo>
                  <a:cubicBezTo>
                    <a:pt x="344" y="12902"/>
                    <a:pt x="715" y="13169"/>
                    <a:pt x="1104" y="13404"/>
                  </a:cubicBezTo>
                  <a:cubicBezTo>
                    <a:pt x="2246" y="14093"/>
                    <a:pt x="3561" y="14503"/>
                    <a:pt x="4891" y="14573"/>
                  </a:cubicBezTo>
                  <a:cubicBezTo>
                    <a:pt x="5278" y="14176"/>
                    <a:pt x="5693" y="13787"/>
                    <a:pt x="6128" y="13404"/>
                  </a:cubicBezTo>
                  <a:cubicBezTo>
                    <a:pt x="6569" y="13016"/>
                    <a:pt x="7029" y="12631"/>
                    <a:pt x="7499" y="12252"/>
                  </a:cubicBezTo>
                  <a:cubicBezTo>
                    <a:pt x="9068" y="10986"/>
                    <a:pt x="10747" y="9766"/>
                    <a:pt x="12203" y="8526"/>
                  </a:cubicBezTo>
                  <a:cubicBezTo>
                    <a:pt x="12920" y="7917"/>
                    <a:pt x="13583" y="7301"/>
                    <a:pt x="14151" y="6674"/>
                  </a:cubicBezTo>
                  <a:cubicBezTo>
                    <a:pt x="14158" y="6666"/>
                    <a:pt x="14166" y="6658"/>
                    <a:pt x="14173" y="6651"/>
                  </a:cubicBezTo>
                  <a:cubicBezTo>
                    <a:pt x="14242" y="6572"/>
                    <a:pt x="14312" y="6496"/>
                    <a:pt x="14378" y="6416"/>
                  </a:cubicBezTo>
                  <a:cubicBezTo>
                    <a:pt x="14386" y="6408"/>
                    <a:pt x="14393" y="6400"/>
                    <a:pt x="14401" y="6392"/>
                  </a:cubicBezTo>
                  <a:cubicBezTo>
                    <a:pt x="14459" y="6322"/>
                    <a:pt x="14516" y="6254"/>
                    <a:pt x="14573" y="6185"/>
                  </a:cubicBezTo>
                  <a:cubicBezTo>
                    <a:pt x="14727" y="5995"/>
                    <a:pt x="14873" y="5804"/>
                    <a:pt x="15007" y="5611"/>
                  </a:cubicBezTo>
                  <a:lnTo>
                    <a:pt x="15032" y="5575"/>
                  </a:lnTo>
                  <a:cubicBezTo>
                    <a:pt x="15082" y="5502"/>
                    <a:pt x="15130" y="5431"/>
                    <a:pt x="15177" y="5358"/>
                  </a:cubicBezTo>
                  <a:cubicBezTo>
                    <a:pt x="15189" y="5339"/>
                    <a:pt x="15202" y="5321"/>
                    <a:pt x="15215" y="5300"/>
                  </a:cubicBezTo>
                  <a:cubicBezTo>
                    <a:pt x="15258" y="5233"/>
                    <a:pt x="15299" y="5165"/>
                    <a:pt x="15339" y="5097"/>
                  </a:cubicBezTo>
                  <a:cubicBezTo>
                    <a:pt x="15351" y="5078"/>
                    <a:pt x="15364" y="5057"/>
                    <a:pt x="15375" y="5034"/>
                  </a:cubicBezTo>
                  <a:cubicBezTo>
                    <a:pt x="15417" y="4961"/>
                    <a:pt x="15456" y="4888"/>
                    <a:pt x="15497" y="4815"/>
                  </a:cubicBezTo>
                  <a:cubicBezTo>
                    <a:pt x="15505" y="4801"/>
                    <a:pt x="15511" y="4789"/>
                    <a:pt x="15519" y="4775"/>
                  </a:cubicBezTo>
                  <a:cubicBezTo>
                    <a:pt x="15610" y="4601"/>
                    <a:pt x="15691" y="4425"/>
                    <a:pt x="15762" y="4248"/>
                  </a:cubicBezTo>
                  <a:cubicBezTo>
                    <a:pt x="15772" y="4224"/>
                    <a:pt x="15780" y="4201"/>
                    <a:pt x="15788" y="4177"/>
                  </a:cubicBezTo>
                  <a:cubicBezTo>
                    <a:pt x="15813" y="4115"/>
                    <a:pt x="15837" y="4050"/>
                    <a:pt x="15858" y="3987"/>
                  </a:cubicBezTo>
                  <a:cubicBezTo>
                    <a:pt x="15868" y="3956"/>
                    <a:pt x="15877" y="3929"/>
                    <a:pt x="15886" y="3898"/>
                  </a:cubicBezTo>
                  <a:cubicBezTo>
                    <a:pt x="15903" y="3839"/>
                    <a:pt x="15923" y="3781"/>
                    <a:pt x="15939" y="3720"/>
                  </a:cubicBezTo>
                  <a:cubicBezTo>
                    <a:pt x="15947" y="3689"/>
                    <a:pt x="15957" y="3656"/>
                    <a:pt x="15965" y="3626"/>
                  </a:cubicBezTo>
                  <a:cubicBezTo>
                    <a:pt x="15981" y="3566"/>
                    <a:pt x="15996" y="3502"/>
                    <a:pt x="16007" y="3442"/>
                  </a:cubicBezTo>
                  <a:cubicBezTo>
                    <a:pt x="16014" y="3413"/>
                    <a:pt x="16020" y="3386"/>
                    <a:pt x="16025" y="3358"/>
                  </a:cubicBezTo>
                  <a:cubicBezTo>
                    <a:pt x="16041" y="3269"/>
                    <a:pt x="16057" y="3183"/>
                    <a:pt x="16069" y="3094"/>
                  </a:cubicBezTo>
                  <a:cubicBezTo>
                    <a:pt x="16070" y="3078"/>
                    <a:pt x="16070" y="3063"/>
                    <a:pt x="16072" y="3047"/>
                  </a:cubicBezTo>
                  <a:cubicBezTo>
                    <a:pt x="16080" y="2974"/>
                    <a:pt x="16088" y="2900"/>
                    <a:pt x="16093" y="2823"/>
                  </a:cubicBezTo>
                  <a:cubicBezTo>
                    <a:pt x="16095" y="2788"/>
                    <a:pt x="16096" y="2750"/>
                    <a:pt x="16096" y="2716"/>
                  </a:cubicBezTo>
                  <a:cubicBezTo>
                    <a:pt x="16098" y="2661"/>
                    <a:pt x="16101" y="2608"/>
                    <a:pt x="16101" y="2553"/>
                  </a:cubicBezTo>
                  <a:cubicBezTo>
                    <a:pt x="16098" y="2517"/>
                    <a:pt x="16098" y="2477"/>
                    <a:pt x="16096" y="2436"/>
                  </a:cubicBezTo>
                  <a:cubicBezTo>
                    <a:pt x="16095" y="2384"/>
                    <a:pt x="16091" y="2334"/>
                    <a:pt x="16090" y="2282"/>
                  </a:cubicBezTo>
                  <a:cubicBezTo>
                    <a:pt x="16088" y="2238"/>
                    <a:pt x="16085" y="2196"/>
                    <a:pt x="16080" y="2152"/>
                  </a:cubicBezTo>
                  <a:cubicBezTo>
                    <a:pt x="16075" y="2101"/>
                    <a:pt x="16070" y="2050"/>
                    <a:pt x="16062" y="2000"/>
                  </a:cubicBezTo>
                  <a:cubicBezTo>
                    <a:pt x="16056" y="1955"/>
                    <a:pt x="16053" y="1913"/>
                    <a:pt x="16044" y="1869"/>
                  </a:cubicBezTo>
                  <a:cubicBezTo>
                    <a:pt x="16036" y="1814"/>
                    <a:pt x="16023" y="1759"/>
                    <a:pt x="16014" y="1702"/>
                  </a:cubicBezTo>
                  <a:cubicBezTo>
                    <a:pt x="15997" y="1622"/>
                    <a:pt x="15980" y="1545"/>
                    <a:pt x="15960" y="1464"/>
                  </a:cubicBezTo>
                  <a:cubicBezTo>
                    <a:pt x="15949" y="1417"/>
                    <a:pt x="15939" y="1368"/>
                    <a:pt x="15924" y="1321"/>
                  </a:cubicBezTo>
                  <a:cubicBezTo>
                    <a:pt x="15910" y="1269"/>
                    <a:pt x="15892" y="1216"/>
                    <a:pt x="15876" y="1164"/>
                  </a:cubicBezTo>
                  <a:cubicBezTo>
                    <a:pt x="15861" y="1120"/>
                    <a:pt x="15850" y="1078"/>
                    <a:pt x="15834" y="1037"/>
                  </a:cubicBezTo>
                  <a:cubicBezTo>
                    <a:pt x="15813" y="982"/>
                    <a:pt x="15793" y="926"/>
                    <a:pt x="15771" y="872"/>
                  </a:cubicBezTo>
                  <a:cubicBezTo>
                    <a:pt x="15754" y="833"/>
                    <a:pt x="15740" y="793"/>
                    <a:pt x="15722" y="752"/>
                  </a:cubicBezTo>
                  <a:cubicBezTo>
                    <a:pt x="15698" y="694"/>
                    <a:pt x="15673" y="634"/>
                    <a:pt x="15644" y="576"/>
                  </a:cubicBezTo>
                  <a:cubicBezTo>
                    <a:pt x="15628" y="541"/>
                    <a:pt x="15612" y="507"/>
                    <a:pt x="15595" y="470"/>
                  </a:cubicBezTo>
                  <a:cubicBezTo>
                    <a:pt x="15566" y="405"/>
                    <a:pt x="15536" y="342"/>
                    <a:pt x="15501" y="277"/>
                  </a:cubicBezTo>
                  <a:cubicBezTo>
                    <a:pt x="15495" y="266"/>
                    <a:pt x="15487" y="253"/>
                    <a:pt x="15480" y="242"/>
                  </a:cubicBezTo>
                  <a:cubicBezTo>
                    <a:pt x="15438" y="162"/>
                    <a:pt x="15396" y="83"/>
                    <a:pt x="15349" y="2"/>
                  </a:cubicBezTo>
                  <a:lnTo>
                    <a:pt x="153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3"/>
            <p:cNvSpPr/>
            <p:nvPr/>
          </p:nvSpPr>
          <p:spPr>
            <a:xfrm>
              <a:off x="2864176" y="2195886"/>
              <a:ext cx="201713" cy="79780"/>
            </a:xfrm>
            <a:custGeom>
              <a:rect b="b" l="l" r="r" t="t"/>
              <a:pathLst>
                <a:path extrusionOk="0" h="3350" w="8470">
                  <a:moveTo>
                    <a:pt x="7959" y="1"/>
                  </a:moveTo>
                  <a:lnTo>
                    <a:pt x="7369" y="236"/>
                  </a:lnTo>
                  <a:lnTo>
                    <a:pt x="2932" y="2009"/>
                  </a:lnTo>
                  <a:lnTo>
                    <a:pt x="2751" y="2080"/>
                  </a:lnTo>
                  <a:lnTo>
                    <a:pt x="2042" y="2364"/>
                  </a:lnTo>
                  <a:lnTo>
                    <a:pt x="892" y="2822"/>
                  </a:lnTo>
                  <a:lnTo>
                    <a:pt x="480" y="2986"/>
                  </a:lnTo>
                  <a:lnTo>
                    <a:pt x="4" y="3177"/>
                  </a:lnTo>
                  <a:lnTo>
                    <a:pt x="0" y="3179"/>
                  </a:lnTo>
                  <a:cubicBezTo>
                    <a:pt x="33" y="3236"/>
                    <a:pt x="67" y="3294"/>
                    <a:pt x="106" y="3349"/>
                  </a:cubicBezTo>
                  <a:lnTo>
                    <a:pt x="585" y="3220"/>
                  </a:lnTo>
                  <a:lnTo>
                    <a:pt x="718" y="3185"/>
                  </a:lnTo>
                  <a:lnTo>
                    <a:pt x="2316" y="2766"/>
                  </a:lnTo>
                  <a:lnTo>
                    <a:pt x="3122" y="2555"/>
                  </a:lnTo>
                  <a:lnTo>
                    <a:pt x="3310" y="2505"/>
                  </a:lnTo>
                  <a:lnTo>
                    <a:pt x="3640" y="2417"/>
                  </a:lnTo>
                  <a:lnTo>
                    <a:pt x="4264" y="2254"/>
                  </a:lnTo>
                  <a:lnTo>
                    <a:pt x="4391" y="2221"/>
                  </a:lnTo>
                  <a:lnTo>
                    <a:pt x="4935" y="2077"/>
                  </a:lnTo>
                  <a:lnTo>
                    <a:pt x="7483" y="1409"/>
                  </a:lnTo>
                  <a:lnTo>
                    <a:pt x="8470" y="1150"/>
                  </a:lnTo>
                  <a:cubicBezTo>
                    <a:pt x="8462" y="1129"/>
                    <a:pt x="8452" y="1103"/>
                    <a:pt x="8445" y="1084"/>
                  </a:cubicBezTo>
                  <a:cubicBezTo>
                    <a:pt x="8429" y="1038"/>
                    <a:pt x="8413" y="991"/>
                    <a:pt x="8395" y="946"/>
                  </a:cubicBezTo>
                  <a:lnTo>
                    <a:pt x="8371" y="884"/>
                  </a:lnTo>
                  <a:cubicBezTo>
                    <a:pt x="8342" y="811"/>
                    <a:pt x="8309" y="733"/>
                    <a:pt x="8275" y="657"/>
                  </a:cubicBezTo>
                  <a:cubicBezTo>
                    <a:pt x="8267" y="639"/>
                    <a:pt x="8259" y="618"/>
                    <a:pt x="8251" y="601"/>
                  </a:cubicBezTo>
                  <a:cubicBezTo>
                    <a:pt x="8219" y="526"/>
                    <a:pt x="8183" y="447"/>
                    <a:pt x="8144" y="367"/>
                  </a:cubicBezTo>
                  <a:cubicBezTo>
                    <a:pt x="8129" y="338"/>
                    <a:pt x="8113" y="306"/>
                    <a:pt x="8099" y="273"/>
                  </a:cubicBezTo>
                  <a:cubicBezTo>
                    <a:pt x="8066" y="204"/>
                    <a:pt x="8031" y="135"/>
                    <a:pt x="7993" y="64"/>
                  </a:cubicBezTo>
                  <a:cubicBezTo>
                    <a:pt x="7984" y="41"/>
                    <a:pt x="7974" y="24"/>
                    <a:pt x="79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3"/>
            <p:cNvSpPr/>
            <p:nvPr/>
          </p:nvSpPr>
          <p:spPr>
            <a:xfrm>
              <a:off x="3057357" y="2324662"/>
              <a:ext cx="14765" cy="35032"/>
            </a:xfrm>
            <a:custGeom>
              <a:rect b="b" l="l" r="r" t="t"/>
              <a:pathLst>
                <a:path extrusionOk="0" h="1471" w="620">
                  <a:moveTo>
                    <a:pt x="554" y="0"/>
                  </a:moveTo>
                  <a:cubicBezTo>
                    <a:pt x="532" y="0"/>
                    <a:pt x="511" y="14"/>
                    <a:pt x="503" y="35"/>
                  </a:cubicBezTo>
                  <a:cubicBezTo>
                    <a:pt x="391" y="285"/>
                    <a:pt x="233" y="719"/>
                    <a:pt x="23" y="1362"/>
                  </a:cubicBezTo>
                  <a:cubicBezTo>
                    <a:pt x="18" y="1374"/>
                    <a:pt x="15" y="1383"/>
                    <a:pt x="10" y="1396"/>
                  </a:cubicBezTo>
                  <a:cubicBezTo>
                    <a:pt x="0" y="1427"/>
                    <a:pt x="16" y="1460"/>
                    <a:pt x="47" y="1469"/>
                  </a:cubicBezTo>
                  <a:cubicBezTo>
                    <a:pt x="52" y="1471"/>
                    <a:pt x="58" y="1471"/>
                    <a:pt x="65" y="1471"/>
                  </a:cubicBezTo>
                  <a:cubicBezTo>
                    <a:pt x="80" y="1471"/>
                    <a:pt x="91" y="1464"/>
                    <a:pt x="104" y="1455"/>
                  </a:cubicBezTo>
                  <a:cubicBezTo>
                    <a:pt x="109" y="1448"/>
                    <a:pt x="117" y="1440"/>
                    <a:pt x="120" y="1432"/>
                  </a:cubicBezTo>
                  <a:cubicBezTo>
                    <a:pt x="336" y="774"/>
                    <a:pt x="494" y="333"/>
                    <a:pt x="608" y="82"/>
                  </a:cubicBezTo>
                  <a:cubicBezTo>
                    <a:pt x="619" y="53"/>
                    <a:pt x="608" y="22"/>
                    <a:pt x="582" y="9"/>
                  </a:cubicBezTo>
                  <a:cubicBezTo>
                    <a:pt x="579" y="9"/>
                    <a:pt x="579" y="6"/>
                    <a:pt x="579" y="6"/>
                  </a:cubicBezTo>
                  <a:cubicBezTo>
                    <a:pt x="571" y="2"/>
                    <a:pt x="563" y="0"/>
                    <a:pt x="5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3"/>
            <p:cNvSpPr/>
            <p:nvPr/>
          </p:nvSpPr>
          <p:spPr>
            <a:xfrm>
              <a:off x="3000296" y="2533972"/>
              <a:ext cx="16599" cy="22767"/>
            </a:xfrm>
            <a:custGeom>
              <a:rect b="b" l="l" r="r" t="t"/>
              <a:pathLst>
                <a:path extrusionOk="0" h="956" w="697">
                  <a:moveTo>
                    <a:pt x="53" y="0"/>
                  </a:moveTo>
                  <a:cubicBezTo>
                    <a:pt x="39" y="0"/>
                    <a:pt x="25" y="5"/>
                    <a:pt x="15" y="17"/>
                  </a:cubicBezTo>
                  <a:cubicBezTo>
                    <a:pt x="4" y="33"/>
                    <a:pt x="1" y="53"/>
                    <a:pt x="7" y="70"/>
                  </a:cubicBezTo>
                  <a:cubicBezTo>
                    <a:pt x="12" y="80"/>
                    <a:pt x="14" y="90"/>
                    <a:pt x="22" y="98"/>
                  </a:cubicBezTo>
                  <a:cubicBezTo>
                    <a:pt x="30" y="104"/>
                    <a:pt x="36" y="113"/>
                    <a:pt x="43" y="119"/>
                  </a:cubicBezTo>
                  <a:cubicBezTo>
                    <a:pt x="246" y="297"/>
                    <a:pt x="403" y="516"/>
                    <a:pt x="513" y="762"/>
                  </a:cubicBezTo>
                  <a:cubicBezTo>
                    <a:pt x="515" y="766"/>
                    <a:pt x="515" y="769"/>
                    <a:pt x="516" y="771"/>
                  </a:cubicBezTo>
                  <a:cubicBezTo>
                    <a:pt x="537" y="819"/>
                    <a:pt x="562" y="866"/>
                    <a:pt x="578" y="916"/>
                  </a:cubicBezTo>
                  <a:cubicBezTo>
                    <a:pt x="586" y="941"/>
                    <a:pt x="607" y="955"/>
                    <a:pt x="631" y="955"/>
                  </a:cubicBezTo>
                  <a:cubicBezTo>
                    <a:pt x="638" y="955"/>
                    <a:pt x="644" y="954"/>
                    <a:pt x="651" y="954"/>
                  </a:cubicBezTo>
                  <a:cubicBezTo>
                    <a:pt x="680" y="944"/>
                    <a:pt x="696" y="910"/>
                    <a:pt x="686" y="881"/>
                  </a:cubicBezTo>
                  <a:cubicBezTo>
                    <a:pt x="672" y="840"/>
                    <a:pt x="654" y="803"/>
                    <a:pt x="638" y="764"/>
                  </a:cubicBezTo>
                  <a:cubicBezTo>
                    <a:pt x="620" y="720"/>
                    <a:pt x="604" y="673"/>
                    <a:pt x="581" y="631"/>
                  </a:cubicBezTo>
                  <a:cubicBezTo>
                    <a:pt x="474" y="414"/>
                    <a:pt x="327" y="223"/>
                    <a:pt x="148" y="61"/>
                  </a:cubicBezTo>
                  <a:cubicBezTo>
                    <a:pt x="129" y="45"/>
                    <a:pt x="114" y="25"/>
                    <a:pt x="96" y="12"/>
                  </a:cubicBezTo>
                  <a:cubicBezTo>
                    <a:pt x="93" y="7"/>
                    <a:pt x="85" y="7"/>
                    <a:pt x="80" y="6"/>
                  </a:cubicBezTo>
                  <a:cubicBezTo>
                    <a:pt x="72" y="2"/>
                    <a:pt x="63" y="0"/>
                    <a:pt x="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3"/>
            <p:cNvSpPr/>
            <p:nvPr/>
          </p:nvSpPr>
          <p:spPr>
            <a:xfrm>
              <a:off x="3134280" y="2375031"/>
              <a:ext cx="335101" cy="323360"/>
            </a:xfrm>
            <a:custGeom>
              <a:rect b="b" l="l" r="r" t="t"/>
              <a:pathLst>
                <a:path extrusionOk="0" h="13578" w="14071">
                  <a:moveTo>
                    <a:pt x="13510" y="1"/>
                  </a:moveTo>
                  <a:cubicBezTo>
                    <a:pt x="12473" y="2156"/>
                    <a:pt x="10900" y="4056"/>
                    <a:pt x="8987" y="5490"/>
                  </a:cubicBezTo>
                  <a:lnTo>
                    <a:pt x="8983" y="5490"/>
                  </a:lnTo>
                  <a:cubicBezTo>
                    <a:pt x="8739" y="5675"/>
                    <a:pt x="8487" y="5851"/>
                    <a:pt x="8230" y="6018"/>
                  </a:cubicBezTo>
                  <a:cubicBezTo>
                    <a:pt x="8275" y="6041"/>
                    <a:pt x="8314" y="6064"/>
                    <a:pt x="8354" y="6088"/>
                  </a:cubicBezTo>
                  <a:cubicBezTo>
                    <a:pt x="8168" y="5986"/>
                    <a:pt x="7966" y="5881"/>
                    <a:pt x="7748" y="5774"/>
                  </a:cubicBezTo>
                  <a:cubicBezTo>
                    <a:pt x="5050" y="6420"/>
                    <a:pt x="2298" y="7242"/>
                    <a:pt x="0" y="8161"/>
                  </a:cubicBezTo>
                  <a:cubicBezTo>
                    <a:pt x="130" y="10081"/>
                    <a:pt x="762" y="11969"/>
                    <a:pt x="1818" y="13577"/>
                  </a:cubicBezTo>
                  <a:cubicBezTo>
                    <a:pt x="2595" y="13541"/>
                    <a:pt x="3514" y="13485"/>
                    <a:pt x="4499" y="13407"/>
                  </a:cubicBezTo>
                  <a:cubicBezTo>
                    <a:pt x="6541" y="10645"/>
                    <a:pt x="8909" y="8167"/>
                    <a:pt x="10121" y="7224"/>
                  </a:cubicBezTo>
                  <a:cubicBezTo>
                    <a:pt x="9993" y="7120"/>
                    <a:pt x="9557" y="6783"/>
                    <a:pt x="8799" y="6339"/>
                  </a:cubicBezTo>
                  <a:lnTo>
                    <a:pt x="8799" y="6339"/>
                  </a:lnTo>
                  <a:cubicBezTo>
                    <a:pt x="8834" y="6359"/>
                    <a:pt x="8871" y="6380"/>
                    <a:pt x="8905" y="6399"/>
                  </a:cubicBezTo>
                  <a:cubicBezTo>
                    <a:pt x="9445" y="6030"/>
                    <a:pt x="9961" y="5621"/>
                    <a:pt x="10450" y="5184"/>
                  </a:cubicBezTo>
                  <a:cubicBezTo>
                    <a:pt x="10450" y="5184"/>
                    <a:pt x="10452" y="5184"/>
                    <a:pt x="10452" y="5182"/>
                  </a:cubicBezTo>
                  <a:cubicBezTo>
                    <a:pt x="11946" y="3847"/>
                    <a:pt x="13186" y="2224"/>
                    <a:pt x="14070" y="427"/>
                  </a:cubicBezTo>
                  <a:cubicBezTo>
                    <a:pt x="14064" y="424"/>
                    <a:pt x="14057" y="419"/>
                    <a:pt x="14053" y="414"/>
                  </a:cubicBezTo>
                  <a:cubicBezTo>
                    <a:pt x="13876" y="276"/>
                    <a:pt x="13696" y="135"/>
                    <a:pt x="13510"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3"/>
            <p:cNvSpPr/>
            <p:nvPr/>
          </p:nvSpPr>
          <p:spPr>
            <a:xfrm>
              <a:off x="2803585" y="2359289"/>
              <a:ext cx="347890" cy="257226"/>
            </a:xfrm>
            <a:custGeom>
              <a:rect b="b" l="l" r="r" t="t"/>
              <a:pathLst>
                <a:path extrusionOk="0" h="10801" w="14608">
                  <a:moveTo>
                    <a:pt x="14547" y="1"/>
                  </a:moveTo>
                  <a:cubicBezTo>
                    <a:pt x="14520" y="1"/>
                    <a:pt x="14491" y="23"/>
                    <a:pt x="14489" y="54"/>
                  </a:cubicBezTo>
                  <a:cubicBezTo>
                    <a:pt x="14442" y="743"/>
                    <a:pt x="14189" y="1748"/>
                    <a:pt x="13756" y="2963"/>
                  </a:cubicBezTo>
                  <a:cubicBezTo>
                    <a:pt x="13745" y="2989"/>
                    <a:pt x="13737" y="3015"/>
                    <a:pt x="13727" y="3044"/>
                  </a:cubicBezTo>
                  <a:cubicBezTo>
                    <a:pt x="13718" y="3073"/>
                    <a:pt x="13732" y="3106"/>
                    <a:pt x="13761" y="3117"/>
                  </a:cubicBezTo>
                  <a:cubicBezTo>
                    <a:pt x="12860" y="5602"/>
                    <a:pt x="11395" y="8457"/>
                    <a:pt x="10476" y="9360"/>
                  </a:cubicBezTo>
                  <a:cubicBezTo>
                    <a:pt x="10332" y="9503"/>
                    <a:pt x="10201" y="9595"/>
                    <a:pt x="10089" y="9634"/>
                  </a:cubicBezTo>
                  <a:cubicBezTo>
                    <a:pt x="9980" y="9686"/>
                    <a:pt x="9731" y="9747"/>
                    <a:pt x="9382" y="9810"/>
                  </a:cubicBezTo>
                  <a:cubicBezTo>
                    <a:pt x="7202" y="10199"/>
                    <a:pt x="1073" y="10705"/>
                    <a:pt x="29" y="10705"/>
                  </a:cubicBezTo>
                  <a:cubicBezTo>
                    <a:pt x="19" y="10705"/>
                    <a:pt x="9" y="10705"/>
                    <a:pt x="0" y="10705"/>
                  </a:cubicBezTo>
                  <a:lnTo>
                    <a:pt x="0" y="10705"/>
                  </a:lnTo>
                  <a:cubicBezTo>
                    <a:pt x="55" y="10729"/>
                    <a:pt x="114" y="10750"/>
                    <a:pt x="179" y="10755"/>
                  </a:cubicBezTo>
                  <a:cubicBezTo>
                    <a:pt x="423" y="10785"/>
                    <a:pt x="1289" y="10801"/>
                    <a:pt x="2422" y="10801"/>
                  </a:cubicBezTo>
                  <a:cubicBezTo>
                    <a:pt x="5262" y="10801"/>
                    <a:pt x="9781" y="10700"/>
                    <a:pt x="10379" y="10460"/>
                  </a:cubicBezTo>
                  <a:cubicBezTo>
                    <a:pt x="11236" y="10250"/>
                    <a:pt x="13296" y="7004"/>
                    <a:pt x="14552" y="4208"/>
                  </a:cubicBezTo>
                  <a:cubicBezTo>
                    <a:pt x="14320" y="3819"/>
                    <a:pt x="14102" y="3422"/>
                    <a:pt x="13841" y="3072"/>
                  </a:cubicBezTo>
                  <a:cubicBezTo>
                    <a:pt x="14293" y="1814"/>
                    <a:pt x="14559" y="772"/>
                    <a:pt x="14604" y="61"/>
                  </a:cubicBezTo>
                  <a:cubicBezTo>
                    <a:pt x="14607" y="28"/>
                    <a:pt x="14583" y="2"/>
                    <a:pt x="1455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3"/>
            <p:cNvSpPr/>
            <p:nvPr/>
          </p:nvSpPr>
          <p:spPr>
            <a:xfrm>
              <a:off x="3242328" y="2434473"/>
              <a:ext cx="23886" cy="49464"/>
            </a:xfrm>
            <a:custGeom>
              <a:rect b="b" l="l" r="r" t="t"/>
              <a:pathLst>
                <a:path extrusionOk="0" h="2077" w="1003">
                  <a:moveTo>
                    <a:pt x="937" y="1"/>
                  </a:moveTo>
                  <a:cubicBezTo>
                    <a:pt x="911" y="1"/>
                    <a:pt x="888" y="18"/>
                    <a:pt x="884" y="45"/>
                  </a:cubicBezTo>
                  <a:cubicBezTo>
                    <a:pt x="685" y="910"/>
                    <a:pt x="374" y="1613"/>
                    <a:pt x="22" y="1978"/>
                  </a:cubicBezTo>
                  <a:cubicBezTo>
                    <a:pt x="1" y="1999"/>
                    <a:pt x="1" y="2036"/>
                    <a:pt x="25" y="2059"/>
                  </a:cubicBezTo>
                  <a:cubicBezTo>
                    <a:pt x="25" y="2062"/>
                    <a:pt x="27" y="2062"/>
                    <a:pt x="28" y="2062"/>
                  </a:cubicBezTo>
                  <a:cubicBezTo>
                    <a:pt x="38" y="2070"/>
                    <a:pt x="51" y="2077"/>
                    <a:pt x="62" y="2077"/>
                  </a:cubicBezTo>
                  <a:cubicBezTo>
                    <a:pt x="79" y="2077"/>
                    <a:pt x="93" y="2070"/>
                    <a:pt x="106" y="2059"/>
                  </a:cubicBezTo>
                  <a:cubicBezTo>
                    <a:pt x="111" y="2052"/>
                    <a:pt x="118" y="2044"/>
                    <a:pt x="124" y="2038"/>
                  </a:cubicBezTo>
                  <a:cubicBezTo>
                    <a:pt x="484" y="1649"/>
                    <a:pt x="795" y="954"/>
                    <a:pt x="994" y="70"/>
                  </a:cubicBezTo>
                  <a:cubicBezTo>
                    <a:pt x="1002" y="40"/>
                    <a:pt x="983" y="7"/>
                    <a:pt x="952" y="2"/>
                  </a:cubicBezTo>
                  <a:cubicBezTo>
                    <a:pt x="947" y="1"/>
                    <a:pt x="942" y="1"/>
                    <a:pt x="93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3"/>
            <p:cNvSpPr/>
            <p:nvPr/>
          </p:nvSpPr>
          <p:spPr>
            <a:xfrm>
              <a:off x="3286219" y="2347834"/>
              <a:ext cx="138818" cy="155059"/>
            </a:xfrm>
            <a:custGeom>
              <a:rect b="b" l="l" r="r" t="t"/>
              <a:pathLst>
                <a:path extrusionOk="0" h="6511" w="5829">
                  <a:moveTo>
                    <a:pt x="5436" y="0"/>
                  </a:moveTo>
                  <a:cubicBezTo>
                    <a:pt x="4172" y="2504"/>
                    <a:pt x="2292" y="4679"/>
                    <a:pt x="1" y="6300"/>
                  </a:cubicBezTo>
                  <a:cubicBezTo>
                    <a:pt x="9" y="6305"/>
                    <a:pt x="17" y="6306"/>
                    <a:pt x="25" y="6310"/>
                  </a:cubicBezTo>
                  <a:cubicBezTo>
                    <a:pt x="80" y="6332"/>
                    <a:pt x="135" y="6355"/>
                    <a:pt x="189" y="6379"/>
                  </a:cubicBezTo>
                  <a:cubicBezTo>
                    <a:pt x="294" y="6423"/>
                    <a:pt x="398" y="6467"/>
                    <a:pt x="496" y="6511"/>
                  </a:cubicBezTo>
                  <a:cubicBezTo>
                    <a:pt x="2733" y="4875"/>
                    <a:pt x="4572" y="2718"/>
                    <a:pt x="5828" y="247"/>
                  </a:cubicBezTo>
                  <a:cubicBezTo>
                    <a:pt x="5699" y="162"/>
                    <a:pt x="5567" y="78"/>
                    <a:pt x="5436"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3"/>
            <p:cNvSpPr/>
            <p:nvPr/>
          </p:nvSpPr>
          <p:spPr>
            <a:xfrm>
              <a:off x="3188506" y="2477983"/>
              <a:ext cx="383469" cy="347056"/>
            </a:xfrm>
            <a:custGeom>
              <a:rect b="b" l="l" r="r" t="t"/>
              <a:pathLst>
                <a:path extrusionOk="0" h="14573" w="16102">
                  <a:moveTo>
                    <a:pt x="10651" y="2034"/>
                  </a:moveTo>
                  <a:cubicBezTo>
                    <a:pt x="10656" y="2034"/>
                    <a:pt x="10662" y="2034"/>
                    <a:pt x="10667" y="2036"/>
                  </a:cubicBezTo>
                  <a:cubicBezTo>
                    <a:pt x="10698" y="2044"/>
                    <a:pt x="10716" y="2076"/>
                    <a:pt x="10706" y="2107"/>
                  </a:cubicBezTo>
                  <a:cubicBezTo>
                    <a:pt x="10484" y="2851"/>
                    <a:pt x="10521" y="3656"/>
                    <a:pt x="10811" y="4378"/>
                  </a:cubicBezTo>
                  <a:cubicBezTo>
                    <a:pt x="11100" y="5099"/>
                    <a:pt x="11631" y="5706"/>
                    <a:pt x="12304" y="6092"/>
                  </a:cubicBezTo>
                  <a:cubicBezTo>
                    <a:pt x="12330" y="6107"/>
                    <a:pt x="12341" y="6141"/>
                    <a:pt x="12325" y="6168"/>
                  </a:cubicBezTo>
                  <a:cubicBezTo>
                    <a:pt x="12314" y="6188"/>
                    <a:pt x="12294" y="6198"/>
                    <a:pt x="12273" y="6198"/>
                  </a:cubicBezTo>
                  <a:cubicBezTo>
                    <a:pt x="12263" y="6198"/>
                    <a:pt x="12254" y="6194"/>
                    <a:pt x="12246" y="6189"/>
                  </a:cubicBezTo>
                  <a:cubicBezTo>
                    <a:pt x="11981" y="6039"/>
                    <a:pt x="11742" y="5857"/>
                    <a:pt x="11526" y="5648"/>
                  </a:cubicBezTo>
                  <a:cubicBezTo>
                    <a:pt x="11283" y="6005"/>
                    <a:pt x="10944" y="6424"/>
                    <a:pt x="10539" y="6886"/>
                  </a:cubicBezTo>
                  <a:cubicBezTo>
                    <a:pt x="10254" y="7210"/>
                    <a:pt x="9938" y="7557"/>
                    <a:pt x="9597" y="7915"/>
                  </a:cubicBezTo>
                  <a:cubicBezTo>
                    <a:pt x="9508" y="8011"/>
                    <a:pt x="9418" y="8105"/>
                    <a:pt x="9324" y="8201"/>
                  </a:cubicBezTo>
                  <a:cubicBezTo>
                    <a:pt x="8040" y="9536"/>
                    <a:pt x="6487" y="11017"/>
                    <a:pt x="5157" y="12259"/>
                  </a:cubicBezTo>
                  <a:cubicBezTo>
                    <a:pt x="4711" y="12674"/>
                    <a:pt x="4290" y="13063"/>
                    <a:pt x="3914" y="13411"/>
                  </a:cubicBezTo>
                  <a:cubicBezTo>
                    <a:pt x="3723" y="13588"/>
                    <a:pt x="3541" y="13756"/>
                    <a:pt x="3374" y="13907"/>
                  </a:cubicBezTo>
                  <a:lnTo>
                    <a:pt x="3277" y="13996"/>
                  </a:lnTo>
                  <a:cubicBezTo>
                    <a:pt x="3266" y="14007"/>
                    <a:pt x="3253" y="14012"/>
                    <a:pt x="3238" y="14012"/>
                  </a:cubicBezTo>
                  <a:cubicBezTo>
                    <a:pt x="3222" y="14012"/>
                    <a:pt x="3209" y="14007"/>
                    <a:pt x="3196" y="13994"/>
                  </a:cubicBezTo>
                  <a:cubicBezTo>
                    <a:pt x="3173" y="13970"/>
                    <a:pt x="3177" y="13934"/>
                    <a:pt x="3201" y="13913"/>
                  </a:cubicBezTo>
                  <a:lnTo>
                    <a:pt x="3298" y="13824"/>
                  </a:lnTo>
                  <a:cubicBezTo>
                    <a:pt x="3437" y="13695"/>
                    <a:pt x="3587" y="13557"/>
                    <a:pt x="3745" y="13413"/>
                  </a:cubicBezTo>
                  <a:cubicBezTo>
                    <a:pt x="4120" y="13067"/>
                    <a:pt x="4541" y="12678"/>
                    <a:pt x="4992" y="12260"/>
                  </a:cubicBezTo>
                  <a:cubicBezTo>
                    <a:pt x="6301" y="11038"/>
                    <a:pt x="7841" y="9575"/>
                    <a:pt x="9132" y="8241"/>
                  </a:cubicBezTo>
                  <a:cubicBezTo>
                    <a:pt x="9259" y="8110"/>
                    <a:pt x="9384" y="7980"/>
                    <a:pt x="9505" y="7852"/>
                  </a:cubicBezTo>
                  <a:cubicBezTo>
                    <a:pt x="9813" y="7528"/>
                    <a:pt x="10100" y="7214"/>
                    <a:pt x="10362" y="6919"/>
                  </a:cubicBezTo>
                  <a:cubicBezTo>
                    <a:pt x="10815" y="6408"/>
                    <a:pt x="11189" y="5948"/>
                    <a:pt x="11450" y="5564"/>
                  </a:cubicBezTo>
                  <a:cubicBezTo>
                    <a:pt x="11132" y="5235"/>
                    <a:pt x="10876" y="4848"/>
                    <a:pt x="10706" y="4421"/>
                  </a:cubicBezTo>
                  <a:cubicBezTo>
                    <a:pt x="10406" y="3676"/>
                    <a:pt x="10367" y="2843"/>
                    <a:pt x="10596" y="2075"/>
                  </a:cubicBezTo>
                  <a:cubicBezTo>
                    <a:pt x="10603" y="2049"/>
                    <a:pt x="10626" y="2034"/>
                    <a:pt x="10651" y="2034"/>
                  </a:cubicBezTo>
                  <a:close/>
                  <a:moveTo>
                    <a:pt x="15349" y="0"/>
                  </a:moveTo>
                  <a:lnTo>
                    <a:pt x="7936" y="2914"/>
                  </a:lnTo>
                  <a:cubicBezTo>
                    <a:pt x="7944" y="2935"/>
                    <a:pt x="7943" y="2963"/>
                    <a:pt x="7922" y="2979"/>
                  </a:cubicBezTo>
                  <a:cubicBezTo>
                    <a:pt x="6731" y="3904"/>
                    <a:pt x="4400" y="6337"/>
                    <a:pt x="2376" y="9066"/>
                  </a:cubicBezTo>
                  <a:cubicBezTo>
                    <a:pt x="2342" y="9115"/>
                    <a:pt x="2305" y="9162"/>
                    <a:pt x="2269" y="9207"/>
                  </a:cubicBezTo>
                  <a:cubicBezTo>
                    <a:pt x="2256" y="9223"/>
                    <a:pt x="2240" y="9231"/>
                    <a:pt x="2222" y="9231"/>
                  </a:cubicBezTo>
                  <a:cubicBezTo>
                    <a:pt x="2209" y="9231"/>
                    <a:pt x="2199" y="9228"/>
                    <a:pt x="2190" y="9222"/>
                  </a:cubicBezTo>
                  <a:cubicBezTo>
                    <a:pt x="2151" y="9275"/>
                    <a:pt x="2115" y="9327"/>
                    <a:pt x="2076" y="9377"/>
                  </a:cubicBezTo>
                  <a:cubicBezTo>
                    <a:pt x="2047" y="9418"/>
                    <a:pt x="2018" y="9457"/>
                    <a:pt x="1989" y="9497"/>
                  </a:cubicBezTo>
                  <a:cubicBezTo>
                    <a:pt x="1875" y="9656"/>
                    <a:pt x="1763" y="9813"/>
                    <a:pt x="1653" y="9970"/>
                  </a:cubicBezTo>
                  <a:cubicBezTo>
                    <a:pt x="1642" y="9987"/>
                    <a:pt x="1632" y="10001"/>
                    <a:pt x="1621" y="10017"/>
                  </a:cubicBezTo>
                  <a:cubicBezTo>
                    <a:pt x="1517" y="10165"/>
                    <a:pt x="1415" y="10316"/>
                    <a:pt x="1314" y="10466"/>
                  </a:cubicBezTo>
                  <a:cubicBezTo>
                    <a:pt x="1297" y="10494"/>
                    <a:pt x="1275" y="10523"/>
                    <a:pt x="1258" y="10551"/>
                  </a:cubicBezTo>
                  <a:cubicBezTo>
                    <a:pt x="1032" y="10888"/>
                    <a:pt x="814" y="11226"/>
                    <a:pt x="605" y="11565"/>
                  </a:cubicBezTo>
                  <a:cubicBezTo>
                    <a:pt x="600" y="11576"/>
                    <a:pt x="592" y="11588"/>
                    <a:pt x="585" y="11597"/>
                  </a:cubicBezTo>
                  <a:cubicBezTo>
                    <a:pt x="481" y="11768"/>
                    <a:pt x="378" y="11938"/>
                    <a:pt x="280" y="12108"/>
                  </a:cubicBezTo>
                  <a:cubicBezTo>
                    <a:pt x="279" y="12111"/>
                    <a:pt x="279" y="12113"/>
                    <a:pt x="277" y="12116"/>
                  </a:cubicBezTo>
                  <a:cubicBezTo>
                    <a:pt x="251" y="12161"/>
                    <a:pt x="224" y="12208"/>
                    <a:pt x="198" y="12252"/>
                  </a:cubicBezTo>
                  <a:cubicBezTo>
                    <a:pt x="131" y="12371"/>
                    <a:pt x="65" y="12487"/>
                    <a:pt x="0" y="12604"/>
                  </a:cubicBezTo>
                  <a:lnTo>
                    <a:pt x="2" y="12604"/>
                  </a:lnTo>
                  <a:cubicBezTo>
                    <a:pt x="344" y="12902"/>
                    <a:pt x="715" y="13169"/>
                    <a:pt x="1104" y="13404"/>
                  </a:cubicBezTo>
                  <a:cubicBezTo>
                    <a:pt x="2246" y="14093"/>
                    <a:pt x="3561" y="14503"/>
                    <a:pt x="4891" y="14573"/>
                  </a:cubicBezTo>
                  <a:cubicBezTo>
                    <a:pt x="5278" y="14176"/>
                    <a:pt x="5693" y="13787"/>
                    <a:pt x="6128" y="13404"/>
                  </a:cubicBezTo>
                  <a:cubicBezTo>
                    <a:pt x="6569" y="13016"/>
                    <a:pt x="7029" y="12631"/>
                    <a:pt x="7499" y="12252"/>
                  </a:cubicBezTo>
                  <a:cubicBezTo>
                    <a:pt x="9068" y="10986"/>
                    <a:pt x="10747" y="9766"/>
                    <a:pt x="12203" y="8526"/>
                  </a:cubicBezTo>
                  <a:cubicBezTo>
                    <a:pt x="12920" y="7917"/>
                    <a:pt x="13583" y="7301"/>
                    <a:pt x="14151" y="6674"/>
                  </a:cubicBezTo>
                  <a:cubicBezTo>
                    <a:pt x="14158" y="6666"/>
                    <a:pt x="14166" y="6658"/>
                    <a:pt x="14173" y="6651"/>
                  </a:cubicBezTo>
                  <a:cubicBezTo>
                    <a:pt x="14242" y="6572"/>
                    <a:pt x="14312" y="6496"/>
                    <a:pt x="14378" y="6416"/>
                  </a:cubicBezTo>
                  <a:cubicBezTo>
                    <a:pt x="14386" y="6408"/>
                    <a:pt x="14393" y="6400"/>
                    <a:pt x="14401" y="6392"/>
                  </a:cubicBezTo>
                  <a:cubicBezTo>
                    <a:pt x="14459" y="6322"/>
                    <a:pt x="14516" y="6254"/>
                    <a:pt x="14573" y="6185"/>
                  </a:cubicBezTo>
                  <a:cubicBezTo>
                    <a:pt x="14727" y="5995"/>
                    <a:pt x="14873" y="5804"/>
                    <a:pt x="15007" y="5611"/>
                  </a:cubicBezTo>
                  <a:lnTo>
                    <a:pt x="15032" y="5575"/>
                  </a:lnTo>
                  <a:cubicBezTo>
                    <a:pt x="15082" y="5502"/>
                    <a:pt x="15130" y="5431"/>
                    <a:pt x="15177" y="5358"/>
                  </a:cubicBezTo>
                  <a:cubicBezTo>
                    <a:pt x="15189" y="5339"/>
                    <a:pt x="15202" y="5321"/>
                    <a:pt x="15215" y="5300"/>
                  </a:cubicBezTo>
                  <a:cubicBezTo>
                    <a:pt x="15258" y="5233"/>
                    <a:pt x="15299" y="5165"/>
                    <a:pt x="15339" y="5097"/>
                  </a:cubicBezTo>
                  <a:cubicBezTo>
                    <a:pt x="15351" y="5078"/>
                    <a:pt x="15364" y="5057"/>
                    <a:pt x="15375" y="5034"/>
                  </a:cubicBezTo>
                  <a:cubicBezTo>
                    <a:pt x="15417" y="4961"/>
                    <a:pt x="15456" y="4888"/>
                    <a:pt x="15497" y="4815"/>
                  </a:cubicBezTo>
                  <a:cubicBezTo>
                    <a:pt x="15505" y="4801"/>
                    <a:pt x="15511" y="4789"/>
                    <a:pt x="15519" y="4775"/>
                  </a:cubicBezTo>
                  <a:cubicBezTo>
                    <a:pt x="15610" y="4601"/>
                    <a:pt x="15691" y="4425"/>
                    <a:pt x="15762" y="4248"/>
                  </a:cubicBezTo>
                  <a:cubicBezTo>
                    <a:pt x="15772" y="4224"/>
                    <a:pt x="15780" y="4201"/>
                    <a:pt x="15788" y="4177"/>
                  </a:cubicBezTo>
                  <a:cubicBezTo>
                    <a:pt x="15813" y="4115"/>
                    <a:pt x="15837" y="4050"/>
                    <a:pt x="15858" y="3987"/>
                  </a:cubicBezTo>
                  <a:cubicBezTo>
                    <a:pt x="15868" y="3956"/>
                    <a:pt x="15877" y="3929"/>
                    <a:pt x="15886" y="3898"/>
                  </a:cubicBezTo>
                  <a:cubicBezTo>
                    <a:pt x="15903" y="3839"/>
                    <a:pt x="15923" y="3781"/>
                    <a:pt x="15939" y="3720"/>
                  </a:cubicBezTo>
                  <a:cubicBezTo>
                    <a:pt x="15947" y="3689"/>
                    <a:pt x="15957" y="3656"/>
                    <a:pt x="15965" y="3626"/>
                  </a:cubicBezTo>
                  <a:cubicBezTo>
                    <a:pt x="15981" y="3566"/>
                    <a:pt x="15996" y="3502"/>
                    <a:pt x="16007" y="3442"/>
                  </a:cubicBezTo>
                  <a:cubicBezTo>
                    <a:pt x="16014" y="3413"/>
                    <a:pt x="16020" y="3386"/>
                    <a:pt x="16025" y="3358"/>
                  </a:cubicBezTo>
                  <a:cubicBezTo>
                    <a:pt x="16041" y="3269"/>
                    <a:pt x="16057" y="3183"/>
                    <a:pt x="16069" y="3094"/>
                  </a:cubicBezTo>
                  <a:cubicBezTo>
                    <a:pt x="16070" y="3078"/>
                    <a:pt x="16070" y="3063"/>
                    <a:pt x="16072" y="3047"/>
                  </a:cubicBezTo>
                  <a:cubicBezTo>
                    <a:pt x="16080" y="2974"/>
                    <a:pt x="16088" y="2900"/>
                    <a:pt x="16093" y="2823"/>
                  </a:cubicBezTo>
                  <a:cubicBezTo>
                    <a:pt x="16095" y="2788"/>
                    <a:pt x="16096" y="2750"/>
                    <a:pt x="16096" y="2716"/>
                  </a:cubicBezTo>
                  <a:cubicBezTo>
                    <a:pt x="16098" y="2661"/>
                    <a:pt x="16101" y="2608"/>
                    <a:pt x="16101" y="2553"/>
                  </a:cubicBezTo>
                  <a:cubicBezTo>
                    <a:pt x="16098" y="2517"/>
                    <a:pt x="16098" y="2477"/>
                    <a:pt x="16096" y="2436"/>
                  </a:cubicBezTo>
                  <a:cubicBezTo>
                    <a:pt x="16095" y="2384"/>
                    <a:pt x="16091" y="2334"/>
                    <a:pt x="16090" y="2282"/>
                  </a:cubicBezTo>
                  <a:cubicBezTo>
                    <a:pt x="16088" y="2238"/>
                    <a:pt x="16085" y="2196"/>
                    <a:pt x="16080" y="2152"/>
                  </a:cubicBezTo>
                  <a:cubicBezTo>
                    <a:pt x="16075" y="2101"/>
                    <a:pt x="16070" y="2050"/>
                    <a:pt x="16062" y="2000"/>
                  </a:cubicBezTo>
                  <a:cubicBezTo>
                    <a:pt x="16056" y="1955"/>
                    <a:pt x="16053" y="1913"/>
                    <a:pt x="16044" y="1869"/>
                  </a:cubicBezTo>
                  <a:cubicBezTo>
                    <a:pt x="16036" y="1814"/>
                    <a:pt x="16023" y="1759"/>
                    <a:pt x="16014" y="1702"/>
                  </a:cubicBezTo>
                  <a:cubicBezTo>
                    <a:pt x="15997" y="1622"/>
                    <a:pt x="15980" y="1545"/>
                    <a:pt x="15960" y="1464"/>
                  </a:cubicBezTo>
                  <a:cubicBezTo>
                    <a:pt x="15949" y="1417"/>
                    <a:pt x="15939" y="1368"/>
                    <a:pt x="15924" y="1321"/>
                  </a:cubicBezTo>
                  <a:cubicBezTo>
                    <a:pt x="15910" y="1269"/>
                    <a:pt x="15892" y="1216"/>
                    <a:pt x="15876" y="1164"/>
                  </a:cubicBezTo>
                  <a:cubicBezTo>
                    <a:pt x="15861" y="1120"/>
                    <a:pt x="15850" y="1078"/>
                    <a:pt x="15834" y="1037"/>
                  </a:cubicBezTo>
                  <a:cubicBezTo>
                    <a:pt x="15813" y="982"/>
                    <a:pt x="15793" y="926"/>
                    <a:pt x="15771" y="872"/>
                  </a:cubicBezTo>
                  <a:cubicBezTo>
                    <a:pt x="15754" y="833"/>
                    <a:pt x="15740" y="793"/>
                    <a:pt x="15722" y="752"/>
                  </a:cubicBezTo>
                  <a:cubicBezTo>
                    <a:pt x="15698" y="694"/>
                    <a:pt x="15673" y="634"/>
                    <a:pt x="15644" y="576"/>
                  </a:cubicBezTo>
                  <a:cubicBezTo>
                    <a:pt x="15628" y="541"/>
                    <a:pt x="15612" y="507"/>
                    <a:pt x="15595" y="470"/>
                  </a:cubicBezTo>
                  <a:cubicBezTo>
                    <a:pt x="15566" y="405"/>
                    <a:pt x="15536" y="342"/>
                    <a:pt x="15501" y="277"/>
                  </a:cubicBezTo>
                  <a:cubicBezTo>
                    <a:pt x="15495" y="266"/>
                    <a:pt x="15487" y="253"/>
                    <a:pt x="15480" y="242"/>
                  </a:cubicBezTo>
                  <a:cubicBezTo>
                    <a:pt x="15438" y="162"/>
                    <a:pt x="15396" y="83"/>
                    <a:pt x="15349" y="2"/>
                  </a:cubicBezTo>
                  <a:lnTo>
                    <a:pt x="15349"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3"/>
            <p:cNvSpPr/>
            <p:nvPr/>
          </p:nvSpPr>
          <p:spPr>
            <a:xfrm>
              <a:off x="2864176" y="2195886"/>
              <a:ext cx="201713" cy="79780"/>
            </a:xfrm>
            <a:custGeom>
              <a:rect b="b" l="l" r="r" t="t"/>
              <a:pathLst>
                <a:path extrusionOk="0" h="3350" w="8470">
                  <a:moveTo>
                    <a:pt x="7959" y="1"/>
                  </a:moveTo>
                  <a:lnTo>
                    <a:pt x="7369" y="236"/>
                  </a:lnTo>
                  <a:lnTo>
                    <a:pt x="2932" y="2009"/>
                  </a:lnTo>
                  <a:lnTo>
                    <a:pt x="2751" y="2080"/>
                  </a:lnTo>
                  <a:lnTo>
                    <a:pt x="2042" y="2364"/>
                  </a:lnTo>
                  <a:lnTo>
                    <a:pt x="892" y="2822"/>
                  </a:lnTo>
                  <a:lnTo>
                    <a:pt x="480" y="2986"/>
                  </a:lnTo>
                  <a:lnTo>
                    <a:pt x="4" y="3177"/>
                  </a:lnTo>
                  <a:lnTo>
                    <a:pt x="0" y="3179"/>
                  </a:lnTo>
                  <a:cubicBezTo>
                    <a:pt x="33" y="3236"/>
                    <a:pt x="67" y="3294"/>
                    <a:pt x="106" y="3349"/>
                  </a:cubicBezTo>
                  <a:lnTo>
                    <a:pt x="585" y="3220"/>
                  </a:lnTo>
                  <a:lnTo>
                    <a:pt x="718" y="3185"/>
                  </a:lnTo>
                  <a:lnTo>
                    <a:pt x="2316" y="2766"/>
                  </a:lnTo>
                  <a:lnTo>
                    <a:pt x="3122" y="2555"/>
                  </a:lnTo>
                  <a:lnTo>
                    <a:pt x="3310" y="2505"/>
                  </a:lnTo>
                  <a:lnTo>
                    <a:pt x="3640" y="2417"/>
                  </a:lnTo>
                  <a:lnTo>
                    <a:pt x="4264" y="2254"/>
                  </a:lnTo>
                  <a:lnTo>
                    <a:pt x="4391" y="2221"/>
                  </a:lnTo>
                  <a:lnTo>
                    <a:pt x="4935" y="2077"/>
                  </a:lnTo>
                  <a:lnTo>
                    <a:pt x="7483" y="1409"/>
                  </a:lnTo>
                  <a:lnTo>
                    <a:pt x="8470" y="1150"/>
                  </a:lnTo>
                  <a:cubicBezTo>
                    <a:pt x="8462" y="1129"/>
                    <a:pt x="8452" y="1103"/>
                    <a:pt x="8445" y="1084"/>
                  </a:cubicBezTo>
                  <a:cubicBezTo>
                    <a:pt x="8429" y="1038"/>
                    <a:pt x="8413" y="991"/>
                    <a:pt x="8395" y="946"/>
                  </a:cubicBezTo>
                  <a:lnTo>
                    <a:pt x="8371" y="884"/>
                  </a:lnTo>
                  <a:cubicBezTo>
                    <a:pt x="8342" y="811"/>
                    <a:pt x="8309" y="733"/>
                    <a:pt x="8275" y="657"/>
                  </a:cubicBezTo>
                  <a:cubicBezTo>
                    <a:pt x="8267" y="639"/>
                    <a:pt x="8259" y="618"/>
                    <a:pt x="8251" y="601"/>
                  </a:cubicBezTo>
                  <a:cubicBezTo>
                    <a:pt x="8219" y="526"/>
                    <a:pt x="8183" y="447"/>
                    <a:pt x="8144" y="367"/>
                  </a:cubicBezTo>
                  <a:cubicBezTo>
                    <a:pt x="8129" y="338"/>
                    <a:pt x="8113" y="306"/>
                    <a:pt x="8099" y="273"/>
                  </a:cubicBezTo>
                  <a:cubicBezTo>
                    <a:pt x="8066" y="204"/>
                    <a:pt x="8031" y="135"/>
                    <a:pt x="7993" y="64"/>
                  </a:cubicBezTo>
                  <a:cubicBezTo>
                    <a:pt x="7984" y="41"/>
                    <a:pt x="7974" y="24"/>
                    <a:pt x="796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3" name="Google Shape;1683;p3"/>
          <p:cNvSpPr/>
          <p:nvPr/>
        </p:nvSpPr>
        <p:spPr>
          <a:xfrm>
            <a:off x="6164075" y="4800163"/>
            <a:ext cx="1254539" cy="375521"/>
          </a:xfrm>
          <a:custGeom>
            <a:rect b="b" l="l" r="r" t="t"/>
            <a:pathLst>
              <a:path extrusionOk="0" h="12063" w="40300">
                <a:moveTo>
                  <a:pt x="27706" y="0"/>
                </a:moveTo>
                <a:cubicBezTo>
                  <a:pt x="23654" y="0"/>
                  <a:pt x="14762" y="5943"/>
                  <a:pt x="13021" y="7713"/>
                </a:cubicBezTo>
                <a:cubicBezTo>
                  <a:pt x="13946" y="6100"/>
                  <a:pt x="20207" y="708"/>
                  <a:pt x="16043" y="653"/>
                </a:cubicBezTo>
                <a:cubicBezTo>
                  <a:pt x="15995" y="653"/>
                  <a:pt x="15948" y="652"/>
                  <a:pt x="15901" y="652"/>
                </a:cubicBezTo>
                <a:cubicBezTo>
                  <a:pt x="9311" y="652"/>
                  <a:pt x="3790" y="6770"/>
                  <a:pt x="0" y="12062"/>
                </a:cubicBezTo>
                <a:lnTo>
                  <a:pt x="35993" y="11165"/>
                </a:lnTo>
                <a:cubicBezTo>
                  <a:pt x="37152" y="10473"/>
                  <a:pt x="38218" y="9583"/>
                  <a:pt x="38998" y="8479"/>
                </a:cubicBezTo>
                <a:cubicBezTo>
                  <a:pt x="40299" y="6633"/>
                  <a:pt x="39077" y="6045"/>
                  <a:pt x="37285" y="6045"/>
                </a:cubicBezTo>
                <a:cubicBezTo>
                  <a:pt x="35351" y="6045"/>
                  <a:pt x="32754" y="6729"/>
                  <a:pt x="31943" y="7257"/>
                </a:cubicBezTo>
                <a:cubicBezTo>
                  <a:pt x="32285" y="6333"/>
                  <a:pt x="33556" y="6188"/>
                  <a:pt x="34005" y="5363"/>
                </a:cubicBezTo>
                <a:cubicBezTo>
                  <a:pt x="34526" y="4402"/>
                  <a:pt x="34146" y="4039"/>
                  <a:pt x="33280" y="4039"/>
                </a:cubicBezTo>
                <a:cubicBezTo>
                  <a:pt x="30813" y="4039"/>
                  <a:pt x="24400" y="6978"/>
                  <a:pt x="23568" y="7442"/>
                </a:cubicBezTo>
                <a:cubicBezTo>
                  <a:pt x="24997" y="5826"/>
                  <a:pt x="30311" y="3152"/>
                  <a:pt x="29598" y="1094"/>
                </a:cubicBezTo>
                <a:cubicBezTo>
                  <a:pt x="29331" y="322"/>
                  <a:pt x="28650" y="0"/>
                  <a:pt x="27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3"/>
          <p:cNvSpPr/>
          <p:nvPr/>
        </p:nvSpPr>
        <p:spPr>
          <a:xfrm>
            <a:off x="7898541" y="4691892"/>
            <a:ext cx="1397208" cy="490547"/>
          </a:xfrm>
          <a:custGeom>
            <a:rect b="b" l="l" r="r" t="t"/>
            <a:pathLst>
              <a:path extrusionOk="0" h="15758" w="44883">
                <a:moveTo>
                  <a:pt x="41354" y="0"/>
                </a:moveTo>
                <a:cubicBezTo>
                  <a:pt x="37501" y="0"/>
                  <a:pt x="32129" y="5393"/>
                  <a:pt x="30102" y="7778"/>
                </a:cubicBezTo>
                <a:cubicBezTo>
                  <a:pt x="30635" y="6092"/>
                  <a:pt x="33570" y="4066"/>
                  <a:pt x="31862" y="2462"/>
                </a:cubicBezTo>
                <a:cubicBezTo>
                  <a:pt x="31405" y="2033"/>
                  <a:pt x="30817" y="1847"/>
                  <a:pt x="30143" y="1847"/>
                </a:cubicBezTo>
                <a:cubicBezTo>
                  <a:pt x="27364" y="1847"/>
                  <a:pt x="23141" y="5014"/>
                  <a:pt x="20792" y="7324"/>
                </a:cubicBezTo>
                <a:cubicBezTo>
                  <a:pt x="21620" y="6078"/>
                  <a:pt x="21993" y="4528"/>
                  <a:pt x="20547" y="3899"/>
                </a:cubicBezTo>
                <a:cubicBezTo>
                  <a:pt x="20218" y="3757"/>
                  <a:pt x="19856" y="3692"/>
                  <a:pt x="19469" y="3692"/>
                </a:cubicBezTo>
                <a:cubicBezTo>
                  <a:pt x="16686" y="3692"/>
                  <a:pt x="12603" y="7059"/>
                  <a:pt x="10350" y="9286"/>
                </a:cubicBezTo>
                <a:cubicBezTo>
                  <a:pt x="11006" y="8206"/>
                  <a:pt x="11014" y="6740"/>
                  <a:pt x="9656" y="6740"/>
                </a:cubicBezTo>
                <a:cubicBezTo>
                  <a:pt x="9526" y="6740"/>
                  <a:pt x="9383" y="6754"/>
                  <a:pt x="9227" y="6783"/>
                </a:cubicBezTo>
                <a:cubicBezTo>
                  <a:pt x="5151" y="7534"/>
                  <a:pt x="2107" y="11385"/>
                  <a:pt x="0" y="14874"/>
                </a:cubicBezTo>
                <a:lnTo>
                  <a:pt x="43597" y="15758"/>
                </a:lnTo>
                <a:lnTo>
                  <a:pt x="43597" y="5552"/>
                </a:lnTo>
                <a:cubicBezTo>
                  <a:pt x="44212" y="4066"/>
                  <a:pt x="44882" y="1961"/>
                  <a:pt x="43519" y="778"/>
                </a:cubicBezTo>
                <a:cubicBezTo>
                  <a:pt x="42893" y="234"/>
                  <a:pt x="42156" y="0"/>
                  <a:pt x="413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3"/>
          <p:cNvSpPr/>
          <p:nvPr/>
        </p:nvSpPr>
        <p:spPr>
          <a:xfrm>
            <a:off x="3931780" y="1062486"/>
            <a:ext cx="948743" cy="171098"/>
          </a:xfrm>
          <a:custGeom>
            <a:rect b="b" l="l" r="r" t="t"/>
            <a:pathLst>
              <a:path extrusionOk="0" h="3332" w="18476">
                <a:moveTo>
                  <a:pt x="11815" y="1"/>
                </a:moveTo>
                <a:cubicBezTo>
                  <a:pt x="10500" y="1"/>
                  <a:pt x="9379" y="1567"/>
                  <a:pt x="8068" y="1567"/>
                </a:cubicBezTo>
                <a:cubicBezTo>
                  <a:pt x="7964" y="1567"/>
                  <a:pt x="7857" y="1557"/>
                  <a:pt x="7750" y="1536"/>
                </a:cubicBezTo>
                <a:cubicBezTo>
                  <a:pt x="7087" y="1402"/>
                  <a:pt x="6515" y="830"/>
                  <a:pt x="5859" y="830"/>
                </a:cubicBezTo>
                <a:cubicBezTo>
                  <a:pt x="5808" y="830"/>
                  <a:pt x="5757" y="833"/>
                  <a:pt x="5705" y="841"/>
                </a:cubicBezTo>
                <a:cubicBezTo>
                  <a:pt x="5082" y="930"/>
                  <a:pt x="4680" y="1545"/>
                  <a:pt x="4113" y="1816"/>
                </a:cubicBezTo>
                <a:cubicBezTo>
                  <a:pt x="3840" y="1945"/>
                  <a:pt x="3540" y="1988"/>
                  <a:pt x="3236" y="1988"/>
                </a:cubicBezTo>
                <a:cubicBezTo>
                  <a:pt x="2992" y="1988"/>
                  <a:pt x="2744" y="1960"/>
                  <a:pt x="2504" y="1926"/>
                </a:cubicBezTo>
                <a:cubicBezTo>
                  <a:pt x="2178" y="1882"/>
                  <a:pt x="1845" y="1831"/>
                  <a:pt x="1517" y="1831"/>
                </a:cubicBezTo>
                <a:cubicBezTo>
                  <a:pt x="1301" y="1831"/>
                  <a:pt x="1087" y="1854"/>
                  <a:pt x="878" y="1915"/>
                </a:cubicBezTo>
                <a:cubicBezTo>
                  <a:pt x="355" y="2072"/>
                  <a:pt x="0" y="2790"/>
                  <a:pt x="79" y="3331"/>
                </a:cubicBezTo>
                <a:lnTo>
                  <a:pt x="18279" y="3331"/>
                </a:lnTo>
                <a:cubicBezTo>
                  <a:pt x="18475" y="2931"/>
                  <a:pt x="18072" y="2312"/>
                  <a:pt x="17676" y="2111"/>
                </a:cubicBezTo>
                <a:cubicBezTo>
                  <a:pt x="17438" y="1990"/>
                  <a:pt x="17173" y="1951"/>
                  <a:pt x="16905" y="1951"/>
                </a:cubicBezTo>
                <a:cubicBezTo>
                  <a:pt x="16726" y="1951"/>
                  <a:pt x="16546" y="1968"/>
                  <a:pt x="16370" y="1991"/>
                </a:cubicBezTo>
                <a:cubicBezTo>
                  <a:pt x="16081" y="2028"/>
                  <a:pt x="15786" y="2078"/>
                  <a:pt x="15496" y="2078"/>
                </a:cubicBezTo>
                <a:cubicBezTo>
                  <a:pt x="15345" y="2078"/>
                  <a:pt x="15194" y="2064"/>
                  <a:pt x="15046" y="2028"/>
                </a:cubicBezTo>
                <a:cubicBezTo>
                  <a:pt x="13878" y="1748"/>
                  <a:pt x="13296" y="252"/>
                  <a:pt x="12116" y="29"/>
                </a:cubicBezTo>
                <a:cubicBezTo>
                  <a:pt x="12014" y="9"/>
                  <a:pt x="11914" y="1"/>
                  <a:pt x="11815"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3"/>
          <p:cNvSpPr/>
          <p:nvPr/>
        </p:nvSpPr>
        <p:spPr>
          <a:xfrm>
            <a:off x="5864515" y="2945613"/>
            <a:ext cx="728811" cy="160571"/>
          </a:xfrm>
          <a:custGeom>
            <a:rect b="b" l="l" r="r" t="t"/>
            <a:pathLst>
              <a:path extrusionOk="0" h="3127" w="14193">
                <a:moveTo>
                  <a:pt x="6692" y="1"/>
                </a:moveTo>
                <a:cubicBezTo>
                  <a:pt x="6612" y="1"/>
                  <a:pt x="6531" y="6"/>
                  <a:pt x="6449" y="19"/>
                </a:cubicBezTo>
                <a:cubicBezTo>
                  <a:pt x="5332" y="186"/>
                  <a:pt x="4700" y="1469"/>
                  <a:pt x="3624" y="1814"/>
                </a:cubicBezTo>
                <a:cubicBezTo>
                  <a:pt x="3393" y="1888"/>
                  <a:pt x="3156" y="1914"/>
                  <a:pt x="2916" y="1914"/>
                </a:cubicBezTo>
                <a:cubicBezTo>
                  <a:pt x="2372" y="1914"/>
                  <a:pt x="1812" y="1781"/>
                  <a:pt x="1263" y="1772"/>
                </a:cubicBezTo>
                <a:cubicBezTo>
                  <a:pt x="1254" y="1772"/>
                  <a:pt x="1246" y="1772"/>
                  <a:pt x="1237" y="1772"/>
                </a:cubicBezTo>
                <a:cubicBezTo>
                  <a:pt x="459" y="1772"/>
                  <a:pt x="1" y="2343"/>
                  <a:pt x="39" y="3127"/>
                </a:cubicBezTo>
                <a:lnTo>
                  <a:pt x="14063" y="3127"/>
                </a:lnTo>
                <a:cubicBezTo>
                  <a:pt x="14193" y="2611"/>
                  <a:pt x="13291" y="1847"/>
                  <a:pt x="12734" y="1847"/>
                </a:cubicBezTo>
                <a:cubicBezTo>
                  <a:pt x="12714" y="1847"/>
                  <a:pt x="12695" y="1848"/>
                  <a:pt x="12676" y="1850"/>
                </a:cubicBezTo>
                <a:cubicBezTo>
                  <a:pt x="12126" y="1910"/>
                  <a:pt x="11629" y="2223"/>
                  <a:pt x="11078" y="2260"/>
                </a:cubicBezTo>
                <a:cubicBezTo>
                  <a:pt x="11038" y="2263"/>
                  <a:pt x="10998" y="2264"/>
                  <a:pt x="10959" y="2264"/>
                </a:cubicBezTo>
                <a:cubicBezTo>
                  <a:pt x="9344" y="2264"/>
                  <a:pt x="8265" y="1"/>
                  <a:pt x="669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3"/>
          <p:cNvSpPr txBox="1"/>
          <p:nvPr>
            <p:ph type="title"/>
          </p:nvPr>
        </p:nvSpPr>
        <p:spPr>
          <a:xfrm>
            <a:off x="720000" y="2114828"/>
            <a:ext cx="4572000" cy="914400"/>
          </a:xfrm>
          <a:prstGeom prst="rect">
            <a:avLst/>
          </a:prstGeom>
        </p:spPr>
        <p:txBody>
          <a:bodyPr anchorCtr="0" anchor="ctr" bIns="91425" lIns="91425" spcFirstLastPara="1" rIns="91425" wrap="square" tIns="91425">
            <a:noAutofit/>
          </a:bodyPr>
          <a:lstStyle>
            <a:lvl1pPr lvl="0">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688" name="Google Shape;1688;p3"/>
          <p:cNvSpPr txBox="1"/>
          <p:nvPr>
            <p:ph hasCustomPrompt="1" idx="2" type="title"/>
          </p:nvPr>
        </p:nvSpPr>
        <p:spPr>
          <a:xfrm>
            <a:off x="720000" y="1200428"/>
            <a:ext cx="1463100" cy="9144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8000">
                <a:solidFill>
                  <a:schemeClr val="accent4"/>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689" name="Google Shape;1689;p3"/>
          <p:cNvSpPr txBox="1"/>
          <p:nvPr>
            <p:ph idx="1" type="subTitle"/>
          </p:nvPr>
        </p:nvSpPr>
        <p:spPr>
          <a:xfrm>
            <a:off x="720000" y="3029228"/>
            <a:ext cx="4572000" cy="365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690" name="Shape 1690"/>
        <p:cNvGrpSpPr/>
        <p:nvPr/>
      </p:nvGrpSpPr>
      <p:grpSpPr>
        <a:xfrm>
          <a:off x="0" y="0"/>
          <a:ext cx="0" cy="0"/>
          <a:chOff x="0" y="0"/>
          <a:chExt cx="0" cy="0"/>
        </a:xfrm>
      </p:grpSpPr>
      <p:sp>
        <p:nvSpPr>
          <p:cNvPr id="1691" name="Google Shape;1691;p4"/>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692" name="Google Shape;1692;p4"/>
          <p:cNvSpPr txBox="1"/>
          <p:nvPr>
            <p:ph idx="1" type="body"/>
          </p:nvPr>
        </p:nvSpPr>
        <p:spPr>
          <a:xfrm>
            <a:off x="720000" y="1152475"/>
            <a:ext cx="7704000" cy="10974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Arial"/>
              <a:buChar char="●"/>
              <a:defRPr sz="1250"/>
            </a:lvl1pPr>
            <a:lvl2pPr indent="-317500" lvl="1" marL="914400" rtl="0">
              <a:lnSpc>
                <a:spcPct val="115000"/>
              </a:lnSpc>
              <a:spcBef>
                <a:spcPts val="0"/>
              </a:spcBef>
              <a:spcAft>
                <a:spcPts val="0"/>
              </a:spcAft>
              <a:buSzPts val="1400"/>
              <a:buFont typeface="Arial"/>
              <a:buChar char="○"/>
              <a:defRPr/>
            </a:lvl2pPr>
            <a:lvl3pPr indent="-317500" lvl="2" marL="1371600" rtl="0">
              <a:lnSpc>
                <a:spcPct val="115000"/>
              </a:lnSpc>
              <a:spcBef>
                <a:spcPts val="0"/>
              </a:spcBef>
              <a:spcAft>
                <a:spcPts val="0"/>
              </a:spcAft>
              <a:buSzPts val="1400"/>
              <a:buFont typeface="Arial"/>
              <a:buChar char="■"/>
              <a:defRPr/>
            </a:lvl3pPr>
            <a:lvl4pPr indent="-317500" lvl="3" marL="1828800" rtl="0">
              <a:lnSpc>
                <a:spcPct val="115000"/>
              </a:lnSpc>
              <a:spcBef>
                <a:spcPts val="0"/>
              </a:spcBef>
              <a:spcAft>
                <a:spcPts val="0"/>
              </a:spcAft>
              <a:buSzPts val="1400"/>
              <a:buFont typeface="Arial"/>
              <a:buChar char="●"/>
              <a:defRPr/>
            </a:lvl4pPr>
            <a:lvl5pPr indent="-317500" lvl="4" marL="2286000" rtl="0">
              <a:lnSpc>
                <a:spcPct val="115000"/>
              </a:lnSpc>
              <a:spcBef>
                <a:spcPts val="0"/>
              </a:spcBef>
              <a:spcAft>
                <a:spcPts val="0"/>
              </a:spcAft>
              <a:buSzPts val="1400"/>
              <a:buFont typeface="Arial"/>
              <a:buChar char="○"/>
              <a:defRPr/>
            </a:lvl5pPr>
            <a:lvl6pPr indent="-317500" lvl="5" marL="2743200" rtl="0">
              <a:lnSpc>
                <a:spcPct val="115000"/>
              </a:lnSpc>
              <a:spcBef>
                <a:spcPts val="0"/>
              </a:spcBef>
              <a:spcAft>
                <a:spcPts val="0"/>
              </a:spcAft>
              <a:buSzPts val="1400"/>
              <a:buFont typeface="Arial"/>
              <a:buChar char="■"/>
              <a:defRPr/>
            </a:lvl6pPr>
            <a:lvl7pPr indent="-317500" lvl="6" marL="3200400" rtl="0">
              <a:lnSpc>
                <a:spcPct val="115000"/>
              </a:lnSpc>
              <a:spcBef>
                <a:spcPts val="0"/>
              </a:spcBef>
              <a:spcAft>
                <a:spcPts val="0"/>
              </a:spcAft>
              <a:buSzPts val="1400"/>
              <a:buFont typeface="Arial"/>
              <a:buChar char="●"/>
              <a:defRPr/>
            </a:lvl7pPr>
            <a:lvl8pPr indent="-317500" lvl="7" marL="3657600" rtl="0">
              <a:lnSpc>
                <a:spcPct val="115000"/>
              </a:lnSpc>
              <a:spcBef>
                <a:spcPts val="0"/>
              </a:spcBef>
              <a:spcAft>
                <a:spcPts val="0"/>
              </a:spcAft>
              <a:buSzPts val="1400"/>
              <a:buFont typeface="Arial"/>
              <a:buChar char="○"/>
              <a:defRPr/>
            </a:lvl8pPr>
            <a:lvl9pPr indent="-317500" lvl="8" marL="4114800" rtl="0">
              <a:lnSpc>
                <a:spcPct val="115000"/>
              </a:lnSpc>
              <a:spcBef>
                <a:spcPts val="0"/>
              </a:spcBef>
              <a:spcAft>
                <a:spcPts val="0"/>
              </a:spcAft>
              <a:buSzPts val="1400"/>
              <a:buFont typeface="Arial"/>
              <a:buChar char="■"/>
              <a:defRPr/>
            </a:lvl9pPr>
          </a:lstStyle>
          <a:p/>
        </p:txBody>
      </p:sp>
      <p:grpSp>
        <p:nvGrpSpPr>
          <p:cNvPr id="1693" name="Google Shape;1693;p4"/>
          <p:cNvGrpSpPr/>
          <p:nvPr/>
        </p:nvGrpSpPr>
        <p:grpSpPr>
          <a:xfrm flipH="1">
            <a:off x="8310579" y="183377"/>
            <a:ext cx="684032" cy="697236"/>
            <a:chOff x="121063" y="211715"/>
            <a:chExt cx="684032" cy="697236"/>
          </a:xfrm>
        </p:grpSpPr>
        <p:grpSp>
          <p:nvGrpSpPr>
            <p:cNvPr id="1694" name="Google Shape;1694;p4"/>
            <p:cNvGrpSpPr/>
            <p:nvPr/>
          </p:nvGrpSpPr>
          <p:grpSpPr>
            <a:xfrm flipH="1">
              <a:off x="482506" y="211715"/>
              <a:ext cx="322588" cy="124262"/>
              <a:chOff x="2449294" y="636165"/>
              <a:chExt cx="322588" cy="124262"/>
            </a:xfrm>
          </p:grpSpPr>
          <p:sp>
            <p:nvSpPr>
              <p:cNvPr id="1695" name="Google Shape;1695;p4"/>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 name="Google Shape;1704;p4"/>
            <p:cNvGrpSpPr/>
            <p:nvPr/>
          </p:nvGrpSpPr>
          <p:grpSpPr>
            <a:xfrm>
              <a:off x="121063" y="377859"/>
              <a:ext cx="470985" cy="455906"/>
              <a:chOff x="1490538" y="753834"/>
              <a:chExt cx="470985" cy="455906"/>
            </a:xfrm>
          </p:grpSpPr>
          <p:sp>
            <p:nvSpPr>
              <p:cNvPr id="1705" name="Google Shape;1705;p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5" name="Google Shape;1715;p4"/>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 name="Google Shape;1718;p4"/>
          <p:cNvGrpSpPr/>
          <p:nvPr/>
        </p:nvGrpSpPr>
        <p:grpSpPr>
          <a:xfrm flipH="1" rot="10800000">
            <a:off x="149379" y="4254877"/>
            <a:ext cx="684032" cy="697236"/>
            <a:chOff x="121063" y="211715"/>
            <a:chExt cx="684032" cy="697236"/>
          </a:xfrm>
        </p:grpSpPr>
        <p:grpSp>
          <p:nvGrpSpPr>
            <p:cNvPr id="1719" name="Google Shape;1719;p4"/>
            <p:cNvGrpSpPr/>
            <p:nvPr/>
          </p:nvGrpSpPr>
          <p:grpSpPr>
            <a:xfrm flipH="1">
              <a:off x="482506" y="211715"/>
              <a:ext cx="322588" cy="124262"/>
              <a:chOff x="2449294" y="636165"/>
              <a:chExt cx="322588" cy="124262"/>
            </a:xfrm>
          </p:grpSpPr>
          <p:sp>
            <p:nvSpPr>
              <p:cNvPr id="1720" name="Google Shape;1720;p4"/>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 name="Google Shape;1729;p4"/>
            <p:cNvGrpSpPr/>
            <p:nvPr/>
          </p:nvGrpSpPr>
          <p:grpSpPr>
            <a:xfrm>
              <a:off x="121063" y="377859"/>
              <a:ext cx="470985" cy="455906"/>
              <a:chOff x="1490538" y="753834"/>
              <a:chExt cx="470985" cy="455906"/>
            </a:xfrm>
          </p:grpSpPr>
          <p:sp>
            <p:nvSpPr>
              <p:cNvPr id="1730" name="Google Shape;1730;p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0" name="Google Shape;1740;p4"/>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743" name="Shape 1743"/>
        <p:cNvGrpSpPr/>
        <p:nvPr/>
      </p:nvGrpSpPr>
      <p:grpSpPr>
        <a:xfrm>
          <a:off x="0" y="0"/>
          <a:ext cx="0" cy="0"/>
          <a:chOff x="0" y="0"/>
          <a:chExt cx="0" cy="0"/>
        </a:xfrm>
      </p:grpSpPr>
      <p:sp>
        <p:nvSpPr>
          <p:cNvPr id="1744" name="Google Shape;1744;p5"/>
          <p:cNvSpPr txBox="1"/>
          <p:nvPr>
            <p:ph idx="1" type="subTitle"/>
          </p:nvPr>
        </p:nvSpPr>
        <p:spPr>
          <a:xfrm>
            <a:off x="1372963" y="2952750"/>
            <a:ext cx="2743200" cy="100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45" name="Google Shape;1745;p5"/>
          <p:cNvSpPr txBox="1"/>
          <p:nvPr>
            <p:ph idx="2" type="subTitle"/>
          </p:nvPr>
        </p:nvSpPr>
        <p:spPr>
          <a:xfrm>
            <a:off x="5027838" y="2952750"/>
            <a:ext cx="2743200" cy="100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46" name="Google Shape;1746;p5"/>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747" name="Google Shape;1747;p5"/>
          <p:cNvSpPr txBox="1"/>
          <p:nvPr>
            <p:ph idx="3" type="title"/>
          </p:nvPr>
        </p:nvSpPr>
        <p:spPr>
          <a:xfrm>
            <a:off x="1372963" y="2571750"/>
            <a:ext cx="27432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5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748" name="Google Shape;1748;p5"/>
          <p:cNvSpPr txBox="1"/>
          <p:nvPr>
            <p:ph idx="4" type="title"/>
          </p:nvPr>
        </p:nvSpPr>
        <p:spPr>
          <a:xfrm>
            <a:off x="5027838" y="2571750"/>
            <a:ext cx="27432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5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grpSp>
        <p:nvGrpSpPr>
          <p:cNvPr id="1749" name="Google Shape;1749;p5"/>
          <p:cNvGrpSpPr/>
          <p:nvPr/>
        </p:nvGrpSpPr>
        <p:grpSpPr>
          <a:xfrm>
            <a:off x="149379" y="183377"/>
            <a:ext cx="684032" cy="697236"/>
            <a:chOff x="121063" y="211715"/>
            <a:chExt cx="684032" cy="697236"/>
          </a:xfrm>
        </p:grpSpPr>
        <p:grpSp>
          <p:nvGrpSpPr>
            <p:cNvPr id="1750" name="Google Shape;1750;p5"/>
            <p:cNvGrpSpPr/>
            <p:nvPr/>
          </p:nvGrpSpPr>
          <p:grpSpPr>
            <a:xfrm flipH="1">
              <a:off x="482506" y="211715"/>
              <a:ext cx="322588" cy="124262"/>
              <a:chOff x="2449294" y="636165"/>
              <a:chExt cx="322588" cy="124262"/>
            </a:xfrm>
          </p:grpSpPr>
          <p:sp>
            <p:nvSpPr>
              <p:cNvPr id="1751" name="Google Shape;1751;p5"/>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 name="Google Shape;1760;p5"/>
            <p:cNvGrpSpPr/>
            <p:nvPr/>
          </p:nvGrpSpPr>
          <p:grpSpPr>
            <a:xfrm>
              <a:off x="121063" y="377859"/>
              <a:ext cx="470985" cy="455906"/>
              <a:chOff x="1490538" y="753834"/>
              <a:chExt cx="470985" cy="455906"/>
            </a:xfrm>
          </p:grpSpPr>
          <p:sp>
            <p:nvSpPr>
              <p:cNvPr id="1761" name="Google Shape;1761;p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1" name="Google Shape;1771;p5"/>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 name="Google Shape;1774;p5"/>
          <p:cNvGrpSpPr/>
          <p:nvPr/>
        </p:nvGrpSpPr>
        <p:grpSpPr>
          <a:xfrm rot="10800000">
            <a:off x="8310579" y="4254877"/>
            <a:ext cx="684032" cy="697236"/>
            <a:chOff x="121063" y="211715"/>
            <a:chExt cx="684032" cy="697236"/>
          </a:xfrm>
        </p:grpSpPr>
        <p:grpSp>
          <p:nvGrpSpPr>
            <p:cNvPr id="1775" name="Google Shape;1775;p5"/>
            <p:cNvGrpSpPr/>
            <p:nvPr/>
          </p:nvGrpSpPr>
          <p:grpSpPr>
            <a:xfrm flipH="1">
              <a:off x="482506" y="211715"/>
              <a:ext cx="322588" cy="124262"/>
              <a:chOff x="2449294" y="636165"/>
              <a:chExt cx="322588" cy="124262"/>
            </a:xfrm>
          </p:grpSpPr>
          <p:sp>
            <p:nvSpPr>
              <p:cNvPr id="1776" name="Google Shape;1776;p5"/>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 name="Google Shape;1785;p5"/>
            <p:cNvGrpSpPr/>
            <p:nvPr/>
          </p:nvGrpSpPr>
          <p:grpSpPr>
            <a:xfrm>
              <a:off x="121063" y="377859"/>
              <a:ext cx="470985" cy="455906"/>
              <a:chOff x="1490538" y="753834"/>
              <a:chExt cx="470985" cy="455906"/>
            </a:xfrm>
          </p:grpSpPr>
          <p:sp>
            <p:nvSpPr>
              <p:cNvPr id="1786" name="Google Shape;1786;p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6" name="Google Shape;1796;p5"/>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799" name="Shape 1799"/>
        <p:cNvGrpSpPr/>
        <p:nvPr/>
      </p:nvGrpSpPr>
      <p:grpSpPr>
        <a:xfrm>
          <a:off x="0" y="0"/>
          <a:ext cx="0" cy="0"/>
          <a:chOff x="0" y="0"/>
          <a:chExt cx="0" cy="0"/>
        </a:xfrm>
      </p:grpSpPr>
      <p:sp>
        <p:nvSpPr>
          <p:cNvPr id="1800" name="Google Shape;1800;p6"/>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801" name="Google Shape;1801;p6"/>
          <p:cNvGrpSpPr/>
          <p:nvPr/>
        </p:nvGrpSpPr>
        <p:grpSpPr>
          <a:xfrm>
            <a:off x="149379" y="183377"/>
            <a:ext cx="684032" cy="697236"/>
            <a:chOff x="121063" y="211715"/>
            <a:chExt cx="684032" cy="697236"/>
          </a:xfrm>
        </p:grpSpPr>
        <p:grpSp>
          <p:nvGrpSpPr>
            <p:cNvPr id="1802" name="Google Shape;1802;p6"/>
            <p:cNvGrpSpPr/>
            <p:nvPr/>
          </p:nvGrpSpPr>
          <p:grpSpPr>
            <a:xfrm flipH="1">
              <a:off x="482506" y="211715"/>
              <a:ext cx="322588" cy="124262"/>
              <a:chOff x="2449294" y="636165"/>
              <a:chExt cx="322588" cy="124262"/>
            </a:xfrm>
          </p:grpSpPr>
          <p:sp>
            <p:nvSpPr>
              <p:cNvPr id="1803" name="Google Shape;1803;p6"/>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 name="Google Shape;1812;p6"/>
            <p:cNvGrpSpPr/>
            <p:nvPr/>
          </p:nvGrpSpPr>
          <p:grpSpPr>
            <a:xfrm>
              <a:off x="121063" y="377859"/>
              <a:ext cx="470985" cy="455906"/>
              <a:chOff x="1490538" y="753834"/>
              <a:chExt cx="470985" cy="455906"/>
            </a:xfrm>
          </p:grpSpPr>
          <p:sp>
            <p:nvSpPr>
              <p:cNvPr id="1813" name="Google Shape;1813;p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3" name="Google Shape;1823;p6"/>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 name="Google Shape;1826;p6"/>
          <p:cNvGrpSpPr/>
          <p:nvPr/>
        </p:nvGrpSpPr>
        <p:grpSpPr>
          <a:xfrm rot="10800000">
            <a:off x="8310579" y="4254877"/>
            <a:ext cx="684032" cy="697236"/>
            <a:chOff x="121063" y="211715"/>
            <a:chExt cx="684032" cy="697236"/>
          </a:xfrm>
        </p:grpSpPr>
        <p:grpSp>
          <p:nvGrpSpPr>
            <p:cNvPr id="1827" name="Google Shape;1827;p6"/>
            <p:cNvGrpSpPr/>
            <p:nvPr/>
          </p:nvGrpSpPr>
          <p:grpSpPr>
            <a:xfrm flipH="1">
              <a:off x="482506" y="211715"/>
              <a:ext cx="322588" cy="124262"/>
              <a:chOff x="2449294" y="636165"/>
              <a:chExt cx="322588" cy="124262"/>
            </a:xfrm>
          </p:grpSpPr>
          <p:sp>
            <p:nvSpPr>
              <p:cNvPr id="1828" name="Google Shape;1828;p6"/>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 name="Google Shape;1837;p6"/>
            <p:cNvGrpSpPr/>
            <p:nvPr/>
          </p:nvGrpSpPr>
          <p:grpSpPr>
            <a:xfrm>
              <a:off x="121063" y="377859"/>
              <a:ext cx="470985" cy="455906"/>
              <a:chOff x="1490538" y="753834"/>
              <a:chExt cx="470985" cy="455906"/>
            </a:xfrm>
          </p:grpSpPr>
          <p:sp>
            <p:nvSpPr>
              <p:cNvPr id="1838" name="Google Shape;1838;p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8" name="Google Shape;1848;p6"/>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851" name="Shape 1851"/>
        <p:cNvGrpSpPr/>
        <p:nvPr/>
      </p:nvGrpSpPr>
      <p:grpSpPr>
        <a:xfrm>
          <a:off x="0" y="0"/>
          <a:ext cx="0" cy="0"/>
          <a:chOff x="0" y="0"/>
          <a:chExt cx="0" cy="0"/>
        </a:xfrm>
      </p:grpSpPr>
      <p:sp>
        <p:nvSpPr>
          <p:cNvPr id="1852" name="Google Shape;1852;p7"/>
          <p:cNvSpPr txBox="1"/>
          <p:nvPr>
            <p:ph type="title"/>
          </p:nvPr>
        </p:nvSpPr>
        <p:spPr>
          <a:xfrm>
            <a:off x="720000" y="868516"/>
            <a:ext cx="3657600" cy="11967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853" name="Google Shape;1853;p7"/>
          <p:cNvSpPr txBox="1"/>
          <p:nvPr>
            <p:ph idx="1" type="body"/>
          </p:nvPr>
        </p:nvSpPr>
        <p:spPr>
          <a:xfrm>
            <a:off x="720000" y="1988975"/>
            <a:ext cx="3657600" cy="2286000"/>
          </a:xfrm>
          <a:prstGeom prst="rect">
            <a:avLst/>
          </a:prstGeom>
        </p:spPr>
        <p:txBody>
          <a:bodyPr anchorCtr="0" anchor="t" bIns="91425" lIns="91425" spcFirstLastPara="1" rIns="91425" wrap="square" tIns="91425">
            <a:noAutofit/>
          </a:bodyPr>
          <a:lstStyle>
            <a:lvl1pPr indent="-279400" lvl="0" marL="457200" rtl="0">
              <a:spcBef>
                <a:spcPts val="0"/>
              </a:spcBef>
              <a:spcAft>
                <a:spcPts val="0"/>
              </a:spcAft>
              <a:buClr>
                <a:schemeClr val="dk2"/>
              </a:buClr>
              <a:buSzPts val="800"/>
              <a:buFont typeface="Open Sans"/>
              <a:buChar char="●"/>
              <a:defRPr sz="1400">
                <a:solidFill>
                  <a:srgbClr val="434343"/>
                </a:solidFill>
              </a:defRPr>
            </a:lvl1pPr>
            <a:lvl2pPr indent="-279400" lvl="1" marL="914400" rtl="0">
              <a:lnSpc>
                <a:spcPct val="100000"/>
              </a:lnSpc>
              <a:spcBef>
                <a:spcPts val="0"/>
              </a:spcBef>
              <a:spcAft>
                <a:spcPts val="0"/>
              </a:spcAft>
              <a:buClr>
                <a:srgbClr val="999999"/>
              </a:buClr>
              <a:buSzPts val="800"/>
              <a:buFont typeface="Open Sans"/>
              <a:buChar char="○"/>
              <a:defRPr>
                <a:solidFill>
                  <a:srgbClr val="434343"/>
                </a:solidFill>
              </a:defRPr>
            </a:lvl2pPr>
            <a:lvl3pPr indent="-279400" lvl="2" marL="1371600" rtl="0">
              <a:lnSpc>
                <a:spcPct val="100000"/>
              </a:lnSpc>
              <a:spcBef>
                <a:spcPts val="0"/>
              </a:spcBef>
              <a:spcAft>
                <a:spcPts val="0"/>
              </a:spcAft>
              <a:buClr>
                <a:srgbClr val="999999"/>
              </a:buClr>
              <a:buSzPts val="800"/>
              <a:buFont typeface="Open Sans"/>
              <a:buChar char="■"/>
              <a:defRPr>
                <a:solidFill>
                  <a:srgbClr val="434343"/>
                </a:solidFill>
              </a:defRPr>
            </a:lvl3pPr>
            <a:lvl4pPr indent="-279400" lvl="3" marL="1828800" rtl="0">
              <a:lnSpc>
                <a:spcPct val="100000"/>
              </a:lnSpc>
              <a:spcBef>
                <a:spcPts val="0"/>
              </a:spcBef>
              <a:spcAft>
                <a:spcPts val="0"/>
              </a:spcAft>
              <a:buClr>
                <a:srgbClr val="999999"/>
              </a:buClr>
              <a:buSzPts val="800"/>
              <a:buFont typeface="Open Sans"/>
              <a:buChar char="●"/>
              <a:defRPr>
                <a:solidFill>
                  <a:srgbClr val="434343"/>
                </a:solidFill>
              </a:defRPr>
            </a:lvl4pPr>
            <a:lvl5pPr indent="-304800" lvl="4" marL="2286000" rtl="0">
              <a:lnSpc>
                <a:spcPct val="100000"/>
              </a:lnSpc>
              <a:spcBef>
                <a:spcPts val="0"/>
              </a:spcBef>
              <a:spcAft>
                <a:spcPts val="0"/>
              </a:spcAft>
              <a:buClr>
                <a:srgbClr val="999999"/>
              </a:buClr>
              <a:buSzPts val="1200"/>
              <a:buFont typeface="Open Sans"/>
              <a:buChar char="○"/>
              <a:defRPr>
                <a:solidFill>
                  <a:srgbClr val="434343"/>
                </a:solidFill>
              </a:defRPr>
            </a:lvl5pPr>
            <a:lvl6pPr indent="-304800" lvl="5" marL="2743200" rtl="0">
              <a:lnSpc>
                <a:spcPct val="100000"/>
              </a:lnSpc>
              <a:spcBef>
                <a:spcPts val="0"/>
              </a:spcBef>
              <a:spcAft>
                <a:spcPts val="0"/>
              </a:spcAft>
              <a:buClr>
                <a:srgbClr val="999999"/>
              </a:buClr>
              <a:buSzPts val="1200"/>
              <a:buFont typeface="Open Sans"/>
              <a:buChar char="■"/>
              <a:defRPr>
                <a:solidFill>
                  <a:srgbClr val="434343"/>
                </a:solidFill>
              </a:defRPr>
            </a:lvl6pPr>
            <a:lvl7pPr indent="-273050" lvl="6" marL="3200400" rtl="0">
              <a:lnSpc>
                <a:spcPct val="100000"/>
              </a:lnSpc>
              <a:spcBef>
                <a:spcPts val="0"/>
              </a:spcBef>
              <a:spcAft>
                <a:spcPts val="0"/>
              </a:spcAft>
              <a:buClr>
                <a:srgbClr val="999999"/>
              </a:buClr>
              <a:buSzPts val="700"/>
              <a:buFont typeface="Open Sans"/>
              <a:buChar char="●"/>
              <a:defRPr>
                <a:solidFill>
                  <a:srgbClr val="434343"/>
                </a:solidFill>
              </a:defRPr>
            </a:lvl7pPr>
            <a:lvl8pPr indent="-273050" lvl="7" marL="3657600" rtl="0">
              <a:lnSpc>
                <a:spcPct val="100000"/>
              </a:lnSpc>
              <a:spcBef>
                <a:spcPts val="0"/>
              </a:spcBef>
              <a:spcAft>
                <a:spcPts val="0"/>
              </a:spcAft>
              <a:buClr>
                <a:srgbClr val="999999"/>
              </a:buClr>
              <a:buSzPts val="700"/>
              <a:buFont typeface="Open Sans"/>
              <a:buChar char="○"/>
              <a:defRPr>
                <a:solidFill>
                  <a:srgbClr val="434343"/>
                </a:solidFill>
              </a:defRPr>
            </a:lvl8pPr>
            <a:lvl9pPr indent="-266700" lvl="8" marL="4114800" rtl="0">
              <a:lnSpc>
                <a:spcPct val="100000"/>
              </a:lnSpc>
              <a:spcBef>
                <a:spcPts val="0"/>
              </a:spcBef>
              <a:spcAft>
                <a:spcPts val="0"/>
              </a:spcAft>
              <a:buClr>
                <a:srgbClr val="999999"/>
              </a:buClr>
              <a:buSzPts val="600"/>
              <a:buFont typeface="Open Sans"/>
              <a:buChar char="■"/>
              <a:defRPr>
                <a:solidFill>
                  <a:srgbClr val="434343"/>
                </a:solidFill>
              </a:defRPr>
            </a:lvl9pPr>
          </a:lstStyle>
          <a:p/>
        </p:txBody>
      </p:sp>
      <p:sp>
        <p:nvSpPr>
          <p:cNvPr id="1854" name="Google Shape;1854;p7"/>
          <p:cNvSpPr/>
          <p:nvPr>
            <p:ph idx="2" type="pic"/>
          </p:nvPr>
        </p:nvSpPr>
        <p:spPr>
          <a:xfrm flipH="1">
            <a:off x="4571950" y="345075"/>
            <a:ext cx="4117500" cy="4453500"/>
          </a:xfrm>
          <a:prstGeom prst="roundRect">
            <a:avLst>
              <a:gd fmla="val 16667" name="adj"/>
            </a:avLst>
          </a:prstGeom>
          <a:noFill/>
          <a:ln cap="flat" cmpd="sng" w="38100">
            <a:solidFill>
              <a:schemeClr val="lt1"/>
            </a:solidFill>
            <a:prstDash val="solid"/>
            <a:round/>
            <a:headEnd len="sm" w="sm" type="none"/>
            <a:tailEnd len="sm" w="sm" type="none"/>
          </a:ln>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855" name="Shape 1855"/>
        <p:cNvGrpSpPr/>
        <p:nvPr/>
      </p:nvGrpSpPr>
      <p:grpSpPr>
        <a:xfrm>
          <a:off x="0" y="0"/>
          <a:ext cx="0" cy="0"/>
          <a:chOff x="0" y="0"/>
          <a:chExt cx="0" cy="0"/>
        </a:xfrm>
      </p:grpSpPr>
      <p:sp>
        <p:nvSpPr>
          <p:cNvPr id="1856" name="Google Shape;1856;p8"/>
          <p:cNvSpPr/>
          <p:nvPr/>
        </p:nvSpPr>
        <p:spPr>
          <a:xfrm flipH="1">
            <a:off x="6060000" y="3955150"/>
            <a:ext cx="3083650" cy="1188350"/>
          </a:xfrm>
          <a:custGeom>
            <a:rect b="b" l="l" r="r" t="t"/>
            <a:pathLst>
              <a:path extrusionOk="0" h="47534" w="123346">
                <a:moveTo>
                  <a:pt x="38080" y="0"/>
                </a:moveTo>
                <a:cubicBezTo>
                  <a:pt x="33242" y="0"/>
                  <a:pt x="28414" y="1154"/>
                  <a:pt x="24187" y="3524"/>
                </a:cubicBezTo>
                <a:cubicBezTo>
                  <a:pt x="23134" y="4115"/>
                  <a:pt x="22107" y="4777"/>
                  <a:pt x="20952" y="5125"/>
                </a:cubicBezTo>
                <a:cubicBezTo>
                  <a:pt x="19824" y="5467"/>
                  <a:pt x="18636" y="5492"/>
                  <a:pt x="17453" y="5492"/>
                </a:cubicBezTo>
                <a:cubicBezTo>
                  <a:pt x="17255" y="5492"/>
                  <a:pt x="17057" y="5491"/>
                  <a:pt x="16860" y="5491"/>
                </a:cubicBezTo>
                <a:cubicBezTo>
                  <a:pt x="16826" y="5491"/>
                  <a:pt x="16793" y="5491"/>
                  <a:pt x="16759" y="5491"/>
                </a:cubicBezTo>
                <a:cubicBezTo>
                  <a:pt x="11547" y="5507"/>
                  <a:pt x="6338" y="6233"/>
                  <a:pt x="1321" y="7640"/>
                </a:cubicBezTo>
                <a:cubicBezTo>
                  <a:pt x="881" y="7766"/>
                  <a:pt x="431" y="7905"/>
                  <a:pt x="0" y="8077"/>
                </a:cubicBezTo>
                <a:lnTo>
                  <a:pt x="0" y="44613"/>
                </a:lnTo>
                <a:cubicBezTo>
                  <a:pt x="0" y="46228"/>
                  <a:pt x="1310" y="47533"/>
                  <a:pt x="2923" y="47533"/>
                </a:cubicBezTo>
                <a:lnTo>
                  <a:pt x="123279" y="47533"/>
                </a:lnTo>
                <a:cubicBezTo>
                  <a:pt x="123346" y="43799"/>
                  <a:pt x="122848" y="40121"/>
                  <a:pt x="120807" y="37060"/>
                </a:cubicBezTo>
                <a:cubicBezTo>
                  <a:pt x="119353" y="34877"/>
                  <a:pt x="117293" y="33184"/>
                  <a:pt x="115794" y="31041"/>
                </a:cubicBezTo>
                <a:cubicBezTo>
                  <a:pt x="114500" y="29197"/>
                  <a:pt x="114802" y="27265"/>
                  <a:pt x="113884" y="25472"/>
                </a:cubicBezTo>
                <a:cubicBezTo>
                  <a:pt x="112836" y="23425"/>
                  <a:pt x="109024" y="22076"/>
                  <a:pt x="107092" y="20990"/>
                </a:cubicBezTo>
                <a:cubicBezTo>
                  <a:pt x="104398" y="19475"/>
                  <a:pt x="101670" y="18022"/>
                  <a:pt x="98910" y="16633"/>
                </a:cubicBezTo>
                <a:cubicBezTo>
                  <a:pt x="97157" y="15752"/>
                  <a:pt x="95288" y="14876"/>
                  <a:pt x="93349" y="14876"/>
                </a:cubicBezTo>
                <a:cubicBezTo>
                  <a:pt x="93159" y="14876"/>
                  <a:pt x="92969" y="14885"/>
                  <a:pt x="92777" y="14902"/>
                </a:cubicBezTo>
                <a:cubicBezTo>
                  <a:pt x="91611" y="15010"/>
                  <a:pt x="90503" y="15460"/>
                  <a:pt x="89352" y="15689"/>
                </a:cubicBezTo>
                <a:cubicBezTo>
                  <a:pt x="88647" y="15830"/>
                  <a:pt x="87935" y="15886"/>
                  <a:pt x="87219" y="15886"/>
                </a:cubicBezTo>
                <a:cubicBezTo>
                  <a:pt x="85764" y="15886"/>
                  <a:pt x="84297" y="15653"/>
                  <a:pt x="82854" y="15421"/>
                </a:cubicBezTo>
                <a:cubicBezTo>
                  <a:pt x="78780" y="14763"/>
                  <a:pt x="74707" y="14104"/>
                  <a:pt x="70630" y="13444"/>
                </a:cubicBezTo>
                <a:cubicBezTo>
                  <a:pt x="67488" y="12937"/>
                  <a:pt x="64247" y="12389"/>
                  <a:pt x="61579" y="10657"/>
                </a:cubicBezTo>
                <a:cubicBezTo>
                  <a:pt x="60021" y="9645"/>
                  <a:pt x="58737" y="8275"/>
                  <a:pt x="57341" y="7043"/>
                </a:cubicBezTo>
                <a:cubicBezTo>
                  <a:pt x="52087" y="2411"/>
                  <a:pt x="45073" y="0"/>
                  <a:pt x="38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8"/>
          <p:cNvSpPr/>
          <p:nvPr/>
        </p:nvSpPr>
        <p:spPr>
          <a:xfrm>
            <a:off x="350" y="3955150"/>
            <a:ext cx="3083650" cy="1188350"/>
          </a:xfrm>
          <a:custGeom>
            <a:rect b="b" l="l" r="r" t="t"/>
            <a:pathLst>
              <a:path extrusionOk="0" h="47534" w="123346">
                <a:moveTo>
                  <a:pt x="38080" y="0"/>
                </a:moveTo>
                <a:cubicBezTo>
                  <a:pt x="33242" y="0"/>
                  <a:pt x="28414" y="1154"/>
                  <a:pt x="24187" y="3524"/>
                </a:cubicBezTo>
                <a:cubicBezTo>
                  <a:pt x="23134" y="4115"/>
                  <a:pt x="22107" y="4777"/>
                  <a:pt x="20952" y="5125"/>
                </a:cubicBezTo>
                <a:cubicBezTo>
                  <a:pt x="19824" y="5467"/>
                  <a:pt x="18636" y="5492"/>
                  <a:pt x="17453" y="5492"/>
                </a:cubicBezTo>
                <a:cubicBezTo>
                  <a:pt x="17255" y="5492"/>
                  <a:pt x="17057" y="5491"/>
                  <a:pt x="16860" y="5491"/>
                </a:cubicBezTo>
                <a:cubicBezTo>
                  <a:pt x="16826" y="5491"/>
                  <a:pt x="16793" y="5491"/>
                  <a:pt x="16759" y="5491"/>
                </a:cubicBezTo>
                <a:cubicBezTo>
                  <a:pt x="11547" y="5507"/>
                  <a:pt x="6338" y="6233"/>
                  <a:pt x="1321" y="7640"/>
                </a:cubicBezTo>
                <a:cubicBezTo>
                  <a:pt x="881" y="7766"/>
                  <a:pt x="431" y="7905"/>
                  <a:pt x="0" y="8077"/>
                </a:cubicBezTo>
                <a:lnTo>
                  <a:pt x="0" y="44613"/>
                </a:lnTo>
                <a:cubicBezTo>
                  <a:pt x="0" y="46228"/>
                  <a:pt x="1310" y="47533"/>
                  <a:pt x="2923" y="47533"/>
                </a:cubicBezTo>
                <a:lnTo>
                  <a:pt x="123279" y="47533"/>
                </a:lnTo>
                <a:cubicBezTo>
                  <a:pt x="123346" y="43799"/>
                  <a:pt x="122848" y="40121"/>
                  <a:pt x="120807" y="37060"/>
                </a:cubicBezTo>
                <a:cubicBezTo>
                  <a:pt x="119353" y="34877"/>
                  <a:pt x="117293" y="33184"/>
                  <a:pt x="115794" y="31041"/>
                </a:cubicBezTo>
                <a:cubicBezTo>
                  <a:pt x="114500" y="29197"/>
                  <a:pt x="114802" y="27265"/>
                  <a:pt x="113884" y="25472"/>
                </a:cubicBezTo>
                <a:cubicBezTo>
                  <a:pt x="112836" y="23425"/>
                  <a:pt x="109024" y="22076"/>
                  <a:pt x="107092" y="20990"/>
                </a:cubicBezTo>
                <a:cubicBezTo>
                  <a:pt x="104398" y="19475"/>
                  <a:pt x="101670" y="18022"/>
                  <a:pt x="98910" y="16633"/>
                </a:cubicBezTo>
                <a:cubicBezTo>
                  <a:pt x="97157" y="15752"/>
                  <a:pt x="95288" y="14876"/>
                  <a:pt x="93349" y="14876"/>
                </a:cubicBezTo>
                <a:cubicBezTo>
                  <a:pt x="93159" y="14876"/>
                  <a:pt x="92969" y="14885"/>
                  <a:pt x="92777" y="14902"/>
                </a:cubicBezTo>
                <a:cubicBezTo>
                  <a:pt x="91611" y="15010"/>
                  <a:pt x="90503" y="15460"/>
                  <a:pt x="89352" y="15689"/>
                </a:cubicBezTo>
                <a:cubicBezTo>
                  <a:pt x="88647" y="15830"/>
                  <a:pt x="87935" y="15886"/>
                  <a:pt x="87219" y="15886"/>
                </a:cubicBezTo>
                <a:cubicBezTo>
                  <a:pt x="85764" y="15886"/>
                  <a:pt x="84297" y="15653"/>
                  <a:pt x="82854" y="15421"/>
                </a:cubicBezTo>
                <a:cubicBezTo>
                  <a:pt x="78780" y="14763"/>
                  <a:pt x="74707" y="14104"/>
                  <a:pt x="70630" y="13444"/>
                </a:cubicBezTo>
                <a:cubicBezTo>
                  <a:pt x="67488" y="12937"/>
                  <a:pt x="64247" y="12389"/>
                  <a:pt x="61579" y="10657"/>
                </a:cubicBezTo>
                <a:cubicBezTo>
                  <a:pt x="60021" y="9645"/>
                  <a:pt x="58737" y="8275"/>
                  <a:pt x="57341" y="7043"/>
                </a:cubicBezTo>
                <a:cubicBezTo>
                  <a:pt x="52087" y="2411"/>
                  <a:pt x="45073" y="0"/>
                  <a:pt x="38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8"/>
          <p:cNvSpPr/>
          <p:nvPr/>
        </p:nvSpPr>
        <p:spPr>
          <a:xfrm flipH="1">
            <a:off x="0" y="4566900"/>
            <a:ext cx="9144000" cy="5757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9" name="Google Shape;1859;p8"/>
          <p:cNvGrpSpPr/>
          <p:nvPr/>
        </p:nvGrpSpPr>
        <p:grpSpPr>
          <a:xfrm flipH="1">
            <a:off x="1381775" y="3955075"/>
            <a:ext cx="1504025" cy="624000"/>
            <a:chOff x="2067200" y="3936025"/>
            <a:chExt cx="1504025" cy="624000"/>
          </a:xfrm>
        </p:grpSpPr>
        <p:sp>
          <p:nvSpPr>
            <p:cNvPr id="1860" name="Google Shape;1860;p8"/>
            <p:cNvSpPr/>
            <p:nvPr/>
          </p:nvSpPr>
          <p:spPr>
            <a:xfrm>
              <a:off x="2067200" y="3936025"/>
              <a:ext cx="1504025" cy="624000"/>
            </a:xfrm>
            <a:custGeom>
              <a:rect b="b" l="l" r="r" t="t"/>
              <a:pathLst>
                <a:path extrusionOk="0" h="24960" w="60161">
                  <a:moveTo>
                    <a:pt x="32138" y="1"/>
                  </a:moveTo>
                  <a:cubicBezTo>
                    <a:pt x="29141" y="1"/>
                    <a:pt x="26142" y="67"/>
                    <a:pt x="23147" y="200"/>
                  </a:cubicBezTo>
                  <a:cubicBezTo>
                    <a:pt x="21479" y="5227"/>
                    <a:pt x="17896" y="9374"/>
                    <a:pt x="14106" y="13074"/>
                  </a:cubicBezTo>
                  <a:cubicBezTo>
                    <a:pt x="9841" y="17235"/>
                    <a:pt x="3162" y="19151"/>
                    <a:pt x="275" y="24364"/>
                  </a:cubicBezTo>
                  <a:cubicBezTo>
                    <a:pt x="1" y="24859"/>
                    <a:pt x="21056" y="24960"/>
                    <a:pt x="38272" y="24960"/>
                  </a:cubicBezTo>
                  <a:cubicBezTo>
                    <a:pt x="50126" y="24960"/>
                    <a:pt x="60161" y="24912"/>
                    <a:pt x="60161" y="24912"/>
                  </a:cubicBezTo>
                  <a:cubicBezTo>
                    <a:pt x="56745" y="21077"/>
                    <a:pt x="51877" y="18936"/>
                    <a:pt x="47575" y="16137"/>
                  </a:cubicBezTo>
                  <a:cubicBezTo>
                    <a:pt x="42451" y="12806"/>
                    <a:pt x="38015" y="8423"/>
                    <a:pt x="34617" y="3344"/>
                  </a:cubicBezTo>
                  <a:cubicBezTo>
                    <a:pt x="33942" y="2336"/>
                    <a:pt x="33282" y="1218"/>
                    <a:pt x="33320" y="4"/>
                  </a:cubicBezTo>
                  <a:cubicBezTo>
                    <a:pt x="32926" y="2"/>
                    <a:pt x="32532" y="1"/>
                    <a:pt x="321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8"/>
            <p:cNvSpPr/>
            <p:nvPr/>
          </p:nvSpPr>
          <p:spPr>
            <a:xfrm>
              <a:off x="2343300" y="3960100"/>
              <a:ext cx="361125" cy="400875"/>
            </a:xfrm>
            <a:custGeom>
              <a:rect b="b" l="l" r="r" t="t"/>
              <a:pathLst>
                <a:path extrusionOk="0" h="16035" w="14445">
                  <a:moveTo>
                    <a:pt x="11827" y="0"/>
                  </a:moveTo>
                  <a:cubicBezTo>
                    <a:pt x="10066" y="4684"/>
                    <a:pt x="6656" y="8603"/>
                    <a:pt x="3062" y="12111"/>
                  </a:cubicBezTo>
                  <a:cubicBezTo>
                    <a:pt x="2134" y="13017"/>
                    <a:pt x="1091" y="13814"/>
                    <a:pt x="1" y="14565"/>
                  </a:cubicBezTo>
                  <a:cubicBezTo>
                    <a:pt x="727" y="14986"/>
                    <a:pt x="1453" y="15407"/>
                    <a:pt x="2183" y="15830"/>
                  </a:cubicBezTo>
                  <a:cubicBezTo>
                    <a:pt x="2361" y="15930"/>
                    <a:pt x="2559" y="16034"/>
                    <a:pt x="2757" y="16034"/>
                  </a:cubicBezTo>
                  <a:cubicBezTo>
                    <a:pt x="2806" y="16034"/>
                    <a:pt x="2855" y="16028"/>
                    <a:pt x="2904" y="16014"/>
                  </a:cubicBezTo>
                  <a:cubicBezTo>
                    <a:pt x="3011" y="15982"/>
                    <a:pt x="3101" y="15910"/>
                    <a:pt x="3199" y="15861"/>
                  </a:cubicBezTo>
                  <a:cubicBezTo>
                    <a:pt x="3360" y="15780"/>
                    <a:pt x="3533" y="15750"/>
                    <a:pt x="3712" y="15750"/>
                  </a:cubicBezTo>
                  <a:cubicBezTo>
                    <a:pt x="3996" y="15750"/>
                    <a:pt x="4294" y="15826"/>
                    <a:pt x="4577" y="15885"/>
                  </a:cubicBezTo>
                  <a:cubicBezTo>
                    <a:pt x="5083" y="15989"/>
                    <a:pt x="5595" y="16033"/>
                    <a:pt x="6109" y="16033"/>
                  </a:cubicBezTo>
                  <a:cubicBezTo>
                    <a:pt x="7349" y="16033"/>
                    <a:pt x="8603" y="15780"/>
                    <a:pt x="9827" y="15526"/>
                  </a:cubicBezTo>
                  <a:cubicBezTo>
                    <a:pt x="10054" y="15479"/>
                    <a:pt x="10298" y="15421"/>
                    <a:pt x="10443" y="15242"/>
                  </a:cubicBezTo>
                  <a:cubicBezTo>
                    <a:pt x="10549" y="15113"/>
                    <a:pt x="10586" y="14941"/>
                    <a:pt x="10623" y="14781"/>
                  </a:cubicBezTo>
                  <a:cubicBezTo>
                    <a:pt x="10770" y="14176"/>
                    <a:pt x="11025" y="13598"/>
                    <a:pt x="11373" y="13082"/>
                  </a:cubicBezTo>
                  <a:cubicBezTo>
                    <a:pt x="10860" y="13021"/>
                    <a:pt x="10347" y="12962"/>
                    <a:pt x="9835" y="12901"/>
                  </a:cubicBezTo>
                  <a:cubicBezTo>
                    <a:pt x="9864" y="12645"/>
                    <a:pt x="10034" y="12406"/>
                    <a:pt x="10269" y="12297"/>
                  </a:cubicBezTo>
                  <a:lnTo>
                    <a:pt x="10269" y="12297"/>
                  </a:lnTo>
                  <a:cubicBezTo>
                    <a:pt x="10258" y="12298"/>
                    <a:pt x="10247" y="12299"/>
                    <a:pt x="10236" y="12299"/>
                  </a:cubicBezTo>
                  <a:cubicBezTo>
                    <a:pt x="10014" y="12299"/>
                    <a:pt x="9909" y="11942"/>
                    <a:pt x="10069" y="11770"/>
                  </a:cubicBezTo>
                  <a:cubicBezTo>
                    <a:pt x="10166" y="11668"/>
                    <a:pt x="10302" y="11628"/>
                    <a:pt x="10444" y="11628"/>
                  </a:cubicBezTo>
                  <a:cubicBezTo>
                    <a:pt x="10550" y="11628"/>
                    <a:pt x="10660" y="11651"/>
                    <a:pt x="10758" y="11688"/>
                  </a:cubicBezTo>
                  <a:cubicBezTo>
                    <a:pt x="10989" y="11774"/>
                    <a:pt x="11197" y="11923"/>
                    <a:pt x="11438" y="11980"/>
                  </a:cubicBezTo>
                  <a:cubicBezTo>
                    <a:pt x="11518" y="11999"/>
                    <a:pt x="11597" y="12008"/>
                    <a:pt x="11676" y="12008"/>
                  </a:cubicBezTo>
                  <a:cubicBezTo>
                    <a:pt x="12253" y="12008"/>
                    <a:pt x="12775" y="11517"/>
                    <a:pt x="13180" y="11062"/>
                  </a:cubicBezTo>
                  <a:lnTo>
                    <a:pt x="13180" y="11062"/>
                  </a:lnTo>
                  <a:cubicBezTo>
                    <a:pt x="13163" y="11063"/>
                    <a:pt x="13147" y="11064"/>
                    <a:pt x="13130" y="11064"/>
                  </a:cubicBezTo>
                  <a:cubicBezTo>
                    <a:pt x="12718" y="11064"/>
                    <a:pt x="12409" y="10599"/>
                    <a:pt x="12430" y="10179"/>
                  </a:cubicBezTo>
                  <a:cubicBezTo>
                    <a:pt x="12452" y="9740"/>
                    <a:pt x="12716" y="9359"/>
                    <a:pt x="12972" y="9004"/>
                  </a:cubicBezTo>
                  <a:lnTo>
                    <a:pt x="14383" y="7037"/>
                  </a:lnTo>
                  <a:cubicBezTo>
                    <a:pt x="13957" y="6757"/>
                    <a:pt x="13456" y="6593"/>
                    <a:pt x="12943" y="6571"/>
                  </a:cubicBezTo>
                  <a:cubicBezTo>
                    <a:pt x="12900" y="6143"/>
                    <a:pt x="13614" y="5869"/>
                    <a:pt x="13487" y="5458"/>
                  </a:cubicBezTo>
                  <a:cubicBezTo>
                    <a:pt x="13383" y="5123"/>
                    <a:pt x="12890" y="5188"/>
                    <a:pt x="12575" y="5033"/>
                  </a:cubicBezTo>
                  <a:cubicBezTo>
                    <a:pt x="12242" y="4870"/>
                    <a:pt x="12125" y="4430"/>
                    <a:pt x="12213" y="4072"/>
                  </a:cubicBezTo>
                  <a:cubicBezTo>
                    <a:pt x="12301" y="3712"/>
                    <a:pt x="12542" y="3412"/>
                    <a:pt x="12780" y="3126"/>
                  </a:cubicBezTo>
                  <a:cubicBezTo>
                    <a:pt x="13264" y="2545"/>
                    <a:pt x="13745" y="1960"/>
                    <a:pt x="14231" y="1377"/>
                  </a:cubicBezTo>
                  <a:cubicBezTo>
                    <a:pt x="14333" y="1253"/>
                    <a:pt x="14444" y="1101"/>
                    <a:pt x="14397" y="946"/>
                  </a:cubicBezTo>
                  <a:cubicBezTo>
                    <a:pt x="14299" y="621"/>
                    <a:pt x="13749" y="799"/>
                    <a:pt x="13501" y="568"/>
                  </a:cubicBezTo>
                  <a:cubicBezTo>
                    <a:pt x="13432" y="502"/>
                    <a:pt x="13393" y="408"/>
                    <a:pt x="13321" y="345"/>
                  </a:cubicBezTo>
                  <a:cubicBezTo>
                    <a:pt x="13225" y="261"/>
                    <a:pt x="13090" y="249"/>
                    <a:pt x="12962" y="239"/>
                  </a:cubicBezTo>
                  <a:cubicBezTo>
                    <a:pt x="12551" y="208"/>
                    <a:pt x="12185" y="108"/>
                    <a:pt x="11827"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8"/>
            <p:cNvSpPr/>
            <p:nvPr/>
          </p:nvSpPr>
          <p:spPr>
            <a:xfrm>
              <a:off x="2657750" y="3964750"/>
              <a:ext cx="902925" cy="582775"/>
            </a:xfrm>
            <a:custGeom>
              <a:rect b="b" l="l" r="r" t="t"/>
              <a:pathLst>
                <a:path extrusionOk="0" h="23311" w="36117">
                  <a:moveTo>
                    <a:pt x="9864" y="0"/>
                  </a:moveTo>
                  <a:cubicBezTo>
                    <a:pt x="9670" y="79"/>
                    <a:pt x="9453" y="128"/>
                    <a:pt x="9179" y="132"/>
                  </a:cubicBezTo>
                  <a:cubicBezTo>
                    <a:pt x="8126" y="151"/>
                    <a:pt x="7077" y="173"/>
                    <a:pt x="6026" y="192"/>
                  </a:cubicBezTo>
                  <a:cubicBezTo>
                    <a:pt x="5977" y="368"/>
                    <a:pt x="5924" y="545"/>
                    <a:pt x="5875" y="721"/>
                  </a:cubicBezTo>
                  <a:cubicBezTo>
                    <a:pt x="5563" y="578"/>
                    <a:pt x="5234" y="433"/>
                    <a:pt x="4895" y="433"/>
                  </a:cubicBezTo>
                  <a:cubicBezTo>
                    <a:pt x="4862" y="433"/>
                    <a:pt x="4828" y="434"/>
                    <a:pt x="4794" y="437"/>
                  </a:cubicBezTo>
                  <a:cubicBezTo>
                    <a:pt x="4419" y="474"/>
                    <a:pt x="4041" y="789"/>
                    <a:pt x="4082" y="1165"/>
                  </a:cubicBezTo>
                  <a:cubicBezTo>
                    <a:pt x="4143" y="1715"/>
                    <a:pt x="4886" y="1817"/>
                    <a:pt x="5346" y="2124"/>
                  </a:cubicBezTo>
                  <a:cubicBezTo>
                    <a:pt x="5953" y="2527"/>
                    <a:pt x="6051" y="3508"/>
                    <a:pt x="5538" y="4025"/>
                  </a:cubicBezTo>
                  <a:cubicBezTo>
                    <a:pt x="5321" y="4242"/>
                    <a:pt x="4998" y="4430"/>
                    <a:pt x="5008" y="4739"/>
                  </a:cubicBezTo>
                  <a:cubicBezTo>
                    <a:pt x="5021" y="5203"/>
                    <a:pt x="5814" y="5465"/>
                    <a:pt x="5646" y="5898"/>
                  </a:cubicBezTo>
                  <a:cubicBezTo>
                    <a:pt x="3700" y="7391"/>
                    <a:pt x="3375" y="10390"/>
                    <a:pt x="1359" y="11782"/>
                  </a:cubicBezTo>
                  <a:cubicBezTo>
                    <a:pt x="1263" y="11848"/>
                    <a:pt x="1156" y="11923"/>
                    <a:pt x="1136" y="12036"/>
                  </a:cubicBezTo>
                  <a:cubicBezTo>
                    <a:pt x="1099" y="12259"/>
                    <a:pt x="1398" y="12369"/>
                    <a:pt x="1535" y="12551"/>
                  </a:cubicBezTo>
                  <a:cubicBezTo>
                    <a:pt x="1764" y="12853"/>
                    <a:pt x="1488" y="13287"/>
                    <a:pt x="1165" y="13485"/>
                  </a:cubicBezTo>
                  <a:cubicBezTo>
                    <a:pt x="844" y="13684"/>
                    <a:pt x="441" y="13816"/>
                    <a:pt x="271" y="14154"/>
                  </a:cubicBezTo>
                  <a:cubicBezTo>
                    <a:pt x="1" y="14679"/>
                    <a:pt x="565" y="15332"/>
                    <a:pt x="1156" y="15352"/>
                  </a:cubicBezTo>
                  <a:cubicBezTo>
                    <a:pt x="1170" y="15353"/>
                    <a:pt x="1183" y="15353"/>
                    <a:pt x="1197" y="15353"/>
                  </a:cubicBezTo>
                  <a:cubicBezTo>
                    <a:pt x="1773" y="15353"/>
                    <a:pt x="2279" y="14960"/>
                    <a:pt x="2669" y="14532"/>
                  </a:cubicBezTo>
                  <a:cubicBezTo>
                    <a:pt x="3072" y="14090"/>
                    <a:pt x="3407" y="13587"/>
                    <a:pt x="3663" y="13044"/>
                  </a:cubicBezTo>
                  <a:cubicBezTo>
                    <a:pt x="3859" y="12631"/>
                    <a:pt x="4019" y="12183"/>
                    <a:pt x="4352" y="11870"/>
                  </a:cubicBezTo>
                  <a:cubicBezTo>
                    <a:pt x="5057" y="11214"/>
                    <a:pt x="6276" y="11404"/>
                    <a:pt x="6969" y="10733"/>
                  </a:cubicBezTo>
                  <a:cubicBezTo>
                    <a:pt x="7956" y="9783"/>
                    <a:pt x="7124" y="7985"/>
                    <a:pt x="7830" y="6814"/>
                  </a:cubicBezTo>
                  <a:cubicBezTo>
                    <a:pt x="8331" y="5981"/>
                    <a:pt x="9369" y="5787"/>
                    <a:pt x="10387" y="5787"/>
                  </a:cubicBezTo>
                  <a:cubicBezTo>
                    <a:pt x="10647" y="5787"/>
                    <a:pt x="10906" y="5800"/>
                    <a:pt x="11154" y="5818"/>
                  </a:cubicBezTo>
                  <a:cubicBezTo>
                    <a:pt x="11424" y="6284"/>
                    <a:pt x="10984" y="6845"/>
                    <a:pt x="10529" y="7137"/>
                  </a:cubicBezTo>
                  <a:cubicBezTo>
                    <a:pt x="10073" y="7429"/>
                    <a:pt x="9514" y="7714"/>
                    <a:pt x="9426" y="8247"/>
                  </a:cubicBezTo>
                  <a:cubicBezTo>
                    <a:pt x="9386" y="8490"/>
                    <a:pt x="9461" y="8736"/>
                    <a:pt x="9461" y="8985"/>
                  </a:cubicBezTo>
                  <a:cubicBezTo>
                    <a:pt x="9473" y="10380"/>
                    <a:pt x="7466" y="10846"/>
                    <a:pt x="6859" y="12107"/>
                  </a:cubicBezTo>
                  <a:cubicBezTo>
                    <a:pt x="7059" y="12428"/>
                    <a:pt x="7498" y="12510"/>
                    <a:pt x="7781" y="12766"/>
                  </a:cubicBezTo>
                  <a:cubicBezTo>
                    <a:pt x="8316" y="13246"/>
                    <a:pt x="8140" y="14099"/>
                    <a:pt x="8218" y="14812"/>
                  </a:cubicBezTo>
                  <a:cubicBezTo>
                    <a:pt x="8329" y="15832"/>
                    <a:pt x="9056" y="16703"/>
                    <a:pt x="9927" y="17247"/>
                  </a:cubicBezTo>
                  <a:cubicBezTo>
                    <a:pt x="10798" y="17789"/>
                    <a:pt x="11810" y="18055"/>
                    <a:pt x="12802" y="18316"/>
                  </a:cubicBezTo>
                  <a:cubicBezTo>
                    <a:pt x="13683" y="16900"/>
                    <a:pt x="14562" y="15487"/>
                    <a:pt x="15442" y="14076"/>
                  </a:cubicBezTo>
                  <a:cubicBezTo>
                    <a:pt x="16748" y="15573"/>
                    <a:pt x="18449" y="16722"/>
                    <a:pt x="20326" y="17374"/>
                  </a:cubicBezTo>
                  <a:cubicBezTo>
                    <a:pt x="21943" y="17936"/>
                    <a:pt x="23671" y="18130"/>
                    <a:pt x="25300" y="18656"/>
                  </a:cubicBezTo>
                  <a:cubicBezTo>
                    <a:pt x="27656" y="19419"/>
                    <a:pt x="29731" y="20850"/>
                    <a:pt x="31976" y="21890"/>
                  </a:cubicBezTo>
                  <a:cubicBezTo>
                    <a:pt x="33303" y="22504"/>
                    <a:pt x="34693" y="22978"/>
                    <a:pt x="36116" y="23311"/>
                  </a:cubicBezTo>
                  <a:cubicBezTo>
                    <a:pt x="32728" y="19760"/>
                    <a:pt x="28083" y="17675"/>
                    <a:pt x="23951" y="14988"/>
                  </a:cubicBezTo>
                  <a:cubicBezTo>
                    <a:pt x="18829" y="11657"/>
                    <a:pt x="14393" y="7274"/>
                    <a:pt x="10993" y="2195"/>
                  </a:cubicBezTo>
                  <a:cubicBezTo>
                    <a:pt x="10537" y="1512"/>
                    <a:pt x="10093" y="778"/>
                    <a:pt x="986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3" name="Google Shape;1863;p8"/>
          <p:cNvSpPr/>
          <p:nvPr/>
        </p:nvSpPr>
        <p:spPr>
          <a:xfrm flipH="1">
            <a:off x="4987700" y="4815625"/>
            <a:ext cx="1143175" cy="77275"/>
          </a:xfrm>
          <a:custGeom>
            <a:rect b="b" l="l" r="r" t="t"/>
            <a:pathLst>
              <a:path extrusionOk="0" h="3091" w="45727">
                <a:moveTo>
                  <a:pt x="12301" y="0"/>
                </a:moveTo>
                <a:cubicBezTo>
                  <a:pt x="11605" y="0"/>
                  <a:pt x="10910" y="27"/>
                  <a:pt x="10216" y="96"/>
                </a:cubicBezTo>
                <a:cubicBezTo>
                  <a:pt x="9584" y="161"/>
                  <a:pt x="8947" y="258"/>
                  <a:pt x="8364" y="509"/>
                </a:cubicBezTo>
                <a:cubicBezTo>
                  <a:pt x="7838" y="734"/>
                  <a:pt x="7370" y="1077"/>
                  <a:pt x="6843" y="1302"/>
                </a:cubicBezTo>
                <a:cubicBezTo>
                  <a:pt x="6041" y="1648"/>
                  <a:pt x="5148" y="1701"/>
                  <a:pt x="4277" y="1750"/>
                </a:cubicBezTo>
                <a:cubicBezTo>
                  <a:pt x="2850" y="1830"/>
                  <a:pt x="1427" y="1910"/>
                  <a:pt x="0" y="1993"/>
                </a:cubicBezTo>
                <a:cubicBezTo>
                  <a:pt x="1204" y="2167"/>
                  <a:pt x="2439" y="2339"/>
                  <a:pt x="3655" y="2339"/>
                </a:cubicBezTo>
                <a:cubicBezTo>
                  <a:pt x="4654" y="2339"/>
                  <a:pt x="5641" y="2223"/>
                  <a:pt x="6587" y="1895"/>
                </a:cubicBezTo>
                <a:cubicBezTo>
                  <a:pt x="7526" y="1568"/>
                  <a:pt x="8393" y="1045"/>
                  <a:pt x="9347" y="769"/>
                </a:cubicBezTo>
                <a:cubicBezTo>
                  <a:pt x="9970" y="589"/>
                  <a:pt x="10606" y="520"/>
                  <a:pt x="11248" y="520"/>
                </a:cubicBezTo>
                <a:cubicBezTo>
                  <a:pt x="12649" y="520"/>
                  <a:pt x="14081" y="849"/>
                  <a:pt x="15481" y="1065"/>
                </a:cubicBezTo>
                <a:cubicBezTo>
                  <a:pt x="18871" y="1591"/>
                  <a:pt x="22324" y="1447"/>
                  <a:pt x="25755" y="1494"/>
                </a:cubicBezTo>
                <a:cubicBezTo>
                  <a:pt x="29885" y="1550"/>
                  <a:pt x="34006" y="1887"/>
                  <a:pt x="38110" y="2320"/>
                </a:cubicBezTo>
                <a:cubicBezTo>
                  <a:pt x="40025" y="2523"/>
                  <a:pt x="41933" y="2776"/>
                  <a:pt x="43845" y="2985"/>
                </a:cubicBezTo>
                <a:cubicBezTo>
                  <a:pt x="44031" y="3006"/>
                  <a:pt x="44400" y="3090"/>
                  <a:pt x="44729" y="3090"/>
                </a:cubicBezTo>
                <a:cubicBezTo>
                  <a:pt x="44991" y="3090"/>
                  <a:pt x="45227" y="3036"/>
                  <a:pt x="45323" y="2852"/>
                </a:cubicBezTo>
                <a:cubicBezTo>
                  <a:pt x="45727" y="2076"/>
                  <a:pt x="44595" y="1932"/>
                  <a:pt x="44037" y="1932"/>
                </a:cubicBezTo>
                <a:cubicBezTo>
                  <a:pt x="43965" y="1932"/>
                  <a:pt x="43902" y="1934"/>
                  <a:pt x="43853" y="1938"/>
                </a:cubicBezTo>
                <a:cubicBezTo>
                  <a:pt x="43700" y="1950"/>
                  <a:pt x="43547" y="1956"/>
                  <a:pt x="43395" y="1956"/>
                </a:cubicBezTo>
                <a:cubicBezTo>
                  <a:pt x="41633" y="1956"/>
                  <a:pt x="39931" y="1198"/>
                  <a:pt x="38171" y="944"/>
                </a:cubicBezTo>
                <a:cubicBezTo>
                  <a:pt x="37404" y="832"/>
                  <a:pt x="36629" y="819"/>
                  <a:pt x="35852" y="819"/>
                </a:cubicBezTo>
                <a:cubicBezTo>
                  <a:pt x="35687" y="819"/>
                  <a:pt x="35522" y="820"/>
                  <a:pt x="35356" y="820"/>
                </a:cubicBezTo>
                <a:cubicBezTo>
                  <a:pt x="35082" y="821"/>
                  <a:pt x="34808" y="822"/>
                  <a:pt x="34534" y="822"/>
                </a:cubicBezTo>
                <a:cubicBezTo>
                  <a:pt x="28501" y="822"/>
                  <a:pt x="22471" y="615"/>
                  <a:pt x="16454" y="202"/>
                </a:cubicBezTo>
                <a:cubicBezTo>
                  <a:pt x="15072" y="107"/>
                  <a:pt x="13685" y="0"/>
                  <a:pt x="123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8"/>
          <p:cNvSpPr/>
          <p:nvPr/>
        </p:nvSpPr>
        <p:spPr>
          <a:xfrm flipH="1">
            <a:off x="175" y="3197825"/>
            <a:ext cx="2233875" cy="830250"/>
          </a:xfrm>
          <a:custGeom>
            <a:rect b="b" l="l" r="r" t="t"/>
            <a:pathLst>
              <a:path extrusionOk="0" h="33210" w="89355">
                <a:moveTo>
                  <a:pt x="85343" y="1"/>
                </a:moveTo>
                <a:cubicBezTo>
                  <a:pt x="85205" y="1"/>
                  <a:pt x="85068" y="14"/>
                  <a:pt x="84931" y="46"/>
                </a:cubicBezTo>
                <a:cubicBezTo>
                  <a:pt x="82870" y="516"/>
                  <a:pt x="82515" y="4325"/>
                  <a:pt x="80613" y="4325"/>
                </a:cubicBezTo>
                <a:cubicBezTo>
                  <a:pt x="80513" y="4325"/>
                  <a:pt x="80410" y="4315"/>
                  <a:pt x="80302" y="4293"/>
                </a:cubicBezTo>
                <a:cubicBezTo>
                  <a:pt x="79687" y="4172"/>
                  <a:pt x="79237" y="3665"/>
                  <a:pt x="78695" y="3351"/>
                </a:cubicBezTo>
                <a:cubicBezTo>
                  <a:pt x="78354" y="3156"/>
                  <a:pt x="77986" y="3068"/>
                  <a:pt x="77616" y="3068"/>
                </a:cubicBezTo>
                <a:cubicBezTo>
                  <a:pt x="75937" y="3068"/>
                  <a:pt x="74218" y="4873"/>
                  <a:pt x="74794" y="6564"/>
                </a:cubicBezTo>
                <a:cubicBezTo>
                  <a:pt x="74554" y="6390"/>
                  <a:pt x="74300" y="6314"/>
                  <a:pt x="74043" y="6314"/>
                </a:cubicBezTo>
                <a:cubicBezTo>
                  <a:pt x="73087" y="6314"/>
                  <a:pt x="72088" y="7369"/>
                  <a:pt x="71613" y="8362"/>
                </a:cubicBezTo>
                <a:cubicBezTo>
                  <a:pt x="71045" y="9554"/>
                  <a:pt x="70250" y="11044"/>
                  <a:pt x="68996" y="11044"/>
                </a:cubicBezTo>
                <a:cubicBezTo>
                  <a:pt x="68924" y="11044"/>
                  <a:pt x="68849" y="11039"/>
                  <a:pt x="68773" y="11028"/>
                </a:cubicBezTo>
                <a:cubicBezTo>
                  <a:pt x="67256" y="10823"/>
                  <a:pt x="66620" y="8523"/>
                  <a:pt x="65087" y="8507"/>
                </a:cubicBezTo>
                <a:cubicBezTo>
                  <a:pt x="65081" y="8507"/>
                  <a:pt x="65075" y="8507"/>
                  <a:pt x="65069" y="8507"/>
                </a:cubicBezTo>
                <a:cubicBezTo>
                  <a:pt x="63949" y="8507"/>
                  <a:pt x="63291" y="9730"/>
                  <a:pt x="62680" y="10676"/>
                </a:cubicBezTo>
                <a:cubicBezTo>
                  <a:pt x="62242" y="11359"/>
                  <a:pt x="61409" y="11989"/>
                  <a:pt x="60687" y="11989"/>
                </a:cubicBezTo>
                <a:cubicBezTo>
                  <a:pt x="60400" y="11989"/>
                  <a:pt x="60130" y="11889"/>
                  <a:pt x="59910" y="11653"/>
                </a:cubicBezTo>
                <a:cubicBezTo>
                  <a:pt x="59201" y="10889"/>
                  <a:pt x="59744" y="9296"/>
                  <a:pt x="58802" y="8854"/>
                </a:cubicBezTo>
                <a:cubicBezTo>
                  <a:pt x="58675" y="8794"/>
                  <a:pt x="58549" y="8768"/>
                  <a:pt x="58424" y="8768"/>
                </a:cubicBezTo>
                <a:cubicBezTo>
                  <a:pt x="57736" y="8768"/>
                  <a:pt x="57080" y="9563"/>
                  <a:pt x="56348" y="9828"/>
                </a:cubicBezTo>
                <a:cubicBezTo>
                  <a:pt x="56132" y="9907"/>
                  <a:pt x="55907" y="9938"/>
                  <a:pt x="55675" y="9938"/>
                </a:cubicBezTo>
                <a:cubicBezTo>
                  <a:pt x="54673" y="9938"/>
                  <a:pt x="53559" y="9342"/>
                  <a:pt x="52649" y="9342"/>
                </a:cubicBezTo>
                <a:cubicBezTo>
                  <a:pt x="52261" y="9342"/>
                  <a:pt x="51910" y="9451"/>
                  <a:pt x="51621" y="9762"/>
                </a:cubicBezTo>
                <a:cubicBezTo>
                  <a:pt x="51155" y="10263"/>
                  <a:pt x="51116" y="11136"/>
                  <a:pt x="50505" y="11449"/>
                </a:cubicBezTo>
                <a:cubicBezTo>
                  <a:pt x="50360" y="11523"/>
                  <a:pt x="50212" y="11553"/>
                  <a:pt x="50060" y="11553"/>
                </a:cubicBezTo>
                <a:cubicBezTo>
                  <a:pt x="49549" y="11553"/>
                  <a:pt x="49005" y="11215"/>
                  <a:pt x="48475" y="11087"/>
                </a:cubicBezTo>
                <a:cubicBezTo>
                  <a:pt x="48311" y="11047"/>
                  <a:pt x="48148" y="11029"/>
                  <a:pt x="47986" y="11029"/>
                </a:cubicBezTo>
                <a:cubicBezTo>
                  <a:pt x="46817" y="11029"/>
                  <a:pt x="45739" y="12006"/>
                  <a:pt x="45146" y="13072"/>
                </a:cubicBezTo>
                <a:cubicBezTo>
                  <a:pt x="44627" y="14002"/>
                  <a:pt x="44394" y="15197"/>
                  <a:pt x="43678" y="15978"/>
                </a:cubicBezTo>
                <a:cubicBezTo>
                  <a:pt x="43210" y="16485"/>
                  <a:pt x="42466" y="17572"/>
                  <a:pt x="41742" y="17697"/>
                </a:cubicBezTo>
                <a:cubicBezTo>
                  <a:pt x="41680" y="17707"/>
                  <a:pt x="41619" y="17712"/>
                  <a:pt x="41559" y="17712"/>
                </a:cubicBezTo>
                <a:cubicBezTo>
                  <a:pt x="41031" y="17712"/>
                  <a:pt x="40543" y="17344"/>
                  <a:pt x="40039" y="17135"/>
                </a:cubicBezTo>
                <a:cubicBezTo>
                  <a:pt x="39842" y="17055"/>
                  <a:pt x="39624" y="17000"/>
                  <a:pt x="39412" y="17000"/>
                </a:cubicBezTo>
                <a:cubicBezTo>
                  <a:pt x="39229" y="17000"/>
                  <a:pt x="39050" y="17041"/>
                  <a:pt x="38896" y="17143"/>
                </a:cubicBezTo>
                <a:cubicBezTo>
                  <a:pt x="38594" y="17341"/>
                  <a:pt x="38463" y="17740"/>
                  <a:pt x="38520" y="18098"/>
                </a:cubicBezTo>
                <a:cubicBezTo>
                  <a:pt x="38575" y="18455"/>
                  <a:pt x="38794" y="18770"/>
                  <a:pt x="39062" y="19012"/>
                </a:cubicBezTo>
                <a:cubicBezTo>
                  <a:pt x="39297" y="19224"/>
                  <a:pt x="39606" y="19478"/>
                  <a:pt x="39512" y="19778"/>
                </a:cubicBezTo>
                <a:cubicBezTo>
                  <a:pt x="39405" y="20128"/>
                  <a:pt x="38845" y="20148"/>
                  <a:pt x="38710" y="20490"/>
                </a:cubicBezTo>
                <a:cubicBezTo>
                  <a:pt x="38643" y="20662"/>
                  <a:pt x="38712" y="20854"/>
                  <a:pt x="38708" y="21040"/>
                </a:cubicBezTo>
                <a:cubicBezTo>
                  <a:pt x="38690" y="21647"/>
                  <a:pt x="38271" y="21857"/>
                  <a:pt x="37792" y="21857"/>
                </a:cubicBezTo>
                <a:cubicBezTo>
                  <a:pt x="37363" y="21857"/>
                  <a:pt x="36887" y="21689"/>
                  <a:pt x="36610" y="21486"/>
                </a:cubicBezTo>
                <a:cubicBezTo>
                  <a:pt x="35862" y="20940"/>
                  <a:pt x="35228" y="19934"/>
                  <a:pt x="34210" y="19903"/>
                </a:cubicBezTo>
                <a:cubicBezTo>
                  <a:pt x="34193" y="19902"/>
                  <a:pt x="34175" y="19902"/>
                  <a:pt x="34158" y="19902"/>
                </a:cubicBezTo>
                <a:cubicBezTo>
                  <a:pt x="33088" y="19902"/>
                  <a:pt x="32392" y="21039"/>
                  <a:pt x="31469" y="21606"/>
                </a:cubicBezTo>
                <a:cubicBezTo>
                  <a:pt x="30964" y="21917"/>
                  <a:pt x="30427" y="22046"/>
                  <a:pt x="29875" y="22046"/>
                </a:cubicBezTo>
                <a:cubicBezTo>
                  <a:pt x="28298" y="22046"/>
                  <a:pt x="26598" y="20990"/>
                  <a:pt x="25157" y="20099"/>
                </a:cubicBezTo>
                <a:cubicBezTo>
                  <a:pt x="24103" y="19447"/>
                  <a:pt x="22722" y="18950"/>
                  <a:pt x="21504" y="18950"/>
                </a:cubicBezTo>
                <a:cubicBezTo>
                  <a:pt x="20471" y="18950"/>
                  <a:pt x="19555" y="19308"/>
                  <a:pt x="19056" y="20232"/>
                </a:cubicBezTo>
                <a:cubicBezTo>
                  <a:pt x="18825" y="20655"/>
                  <a:pt x="18713" y="21175"/>
                  <a:pt x="18324" y="21461"/>
                </a:cubicBezTo>
                <a:cubicBezTo>
                  <a:pt x="17944" y="21743"/>
                  <a:pt x="17423" y="21710"/>
                  <a:pt x="16961" y="21809"/>
                </a:cubicBezTo>
                <a:cubicBezTo>
                  <a:pt x="15636" y="22095"/>
                  <a:pt x="14787" y="23493"/>
                  <a:pt x="13475" y="23829"/>
                </a:cubicBezTo>
                <a:cubicBezTo>
                  <a:pt x="13251" y="23887"/>
                  <a:pt x="13024" y="23911"/>
                  <a:pt x="12796" y="23911"/>
                </a:cubicBezTo>
                <a:cubicBezTo>
                  <a:pt x="11653" y="23911"/>
                  <a:pt x="10474" y="23305"/>
                  <a:pt x="9344" y="23305"/>
                </a:cubicBezTo>
                <a:cubicBezTo>
                  <a:pt x="9065" y="23305"/>
                  <a:pt x="8789" y="23342"/>
                  <a:pt x="8517" y="23434"/>
                </a:cubicBezTo>
                <a:cubicBezTo>
                  <a:pt x="7122" y="23906"/>
                  <a:pt x="6384" y="25675"/>
                  <a:pt x="4930" y="25900"/>
                </a:cubicBezTo>
                <a:cubicBezTo>
                  <a:pt x="4825" y="25916"/>
                  <a:pt x="4721" y="25924"/>
                  <a:pt x="4618" y="25924"/>
                </a:cubicBezTo>
                <a:cubicBezTo>
                  <a:pt x="3856" y="25924"/>
                  <a:pt x="3121" y="25522"/>
                  <a:pt x="2381" y="25276"/>
                </a:cubicBezTo>
                <a:cubicBezTo>
                  <a:pt x="2077" y="25176"/>
                  <a:pt x="1737" y="25115"/>
                  <a:pt x="1406" y="25115"/>
                </a:cubicBezTo>
                <a:cubicBezTo>
                  <a:pt x="821" y="25115"/>
                  <a:pt x="266" y="25305"/>
                  <a:pt x="1" y="25804"/>
                </a:cubicBezTo>
                <a:cubicBezTo>
                  <a:pt x="2164" y="26292"/>
                  <a:pt x="4329" y="26779"/>
                  <a:pt x="6492" y="27265"/>
                </a:cubicBezTo>
                <a:cubicBezTo>
                  <a:pt x="7594" y="27514"/>
                  <a:pt x="8712" y="27764"/>
                  <a:pt x="9841" y="27764"/>
                </a:cubicBezTo>
                <a:cubicBezTo>
                  <a:pt x="9924" y="27764"/>
                  <a:pt x="10008" y="27763"/>
                  <a:pt x="10091" y="27760"/>
                </a:cubicBezTo>
                <a:cubicBezTo>
                  <a:pt x="11938" y="27698"/>
                  <a:pt x="13890" y="26949"/>
                  <a:pt x="15672" y="26949"/>
                </a:cubicBezTo>
                <a:cubicBezTo>
                  <a:pt x="16480" y="26949"/>
                  <a:pt x="17253" y="27103"/>
                  <a:pt x="17966" y="27545"/>
                </a:cubicBezTo>
                <a:cubicBezTo>
                  <a:pt x="18688" y="27989"/>
                  <a:pt x="19244" y="28693"/>
                  <a:pt x="20021" y="29030"/>
                </a:cubicBezTo>
                <a:cubicBezTo>
                  <a:pt x="20388" y="29187"/>
                  <a:pt x="20761" y="29250"/>
                  <a:pt x="21140" y="29250"/>
                </a:cubicBezTo>
                <a:cubicBezTo>
                  <a:pt x="22620" y="29250"/>
                  <a:pt x="24180" y="28291"/>
                  <a:pt x="25738" y="28232"/>
                </a:cubicBezTo>
                <a:cubicBezTo>
                  <a:pt x="25790" y="28230"/>
                  <a:pt x="25841" y="28229"/>
                  <a:pt x="25892" y="28229"/>
                </a:cubicBezTo>
                <a:cubicBezTo>
                  <a:pt x="28067" y="28229"/>
                  <a:pt x="30112" y="29925"/>
                  <a:pt x="32198" y="29925"/>
                </a:cubicBezTo>
                <a:cubicBezTo>
                  <a:pt x="32517" y="29925"/>
                  <a:pt x="32837" y="29885"/>
                  <a:pt x="33159" y="29794"/>
                </a:cubicBezTo>
                <a:cubicBezTo>
                  <a:pt x="34126" y="29516"/>
                  <a:pt x="34940" y="28791"/>
                  <a:pt x="35936" y="28650"/>
                </a:cubicBezTo>
                <a:cubicBezTo>
                  <a:pt x="36062" y="28633"/>
                  <a:pt x="36188" y="28624"/>
                  <a:pt x="36314" y="28624"/>
                </a:cubicBezTo>
                <a:cubicBezTo>
                  <a:pt x="37719" y="28624"/>
                  <a:pt x="39119" y="29646"/>
                  <a:pt x="40462" y="29646"/>
                </a:cubicBezTo>
                <a:cubicBezTo>
                  <a:pt x="40751" y="29646"/>
                  <a:pt x="41038" y="29599"/>
                  <a:pt x="41321" y="29484"/>
                </a:cubicBezTo>
                <a:cubicBezTo>
                  <a:pt x="41887" y="29255"/>
                  <a:pt x="42313" y="28785"/>
                  <a:pt x="42789" y="28400"/>
                </a:cubicBezTo>
                <a:cubicBezTo>
                  <a:pt x="43812" y="27572"/>
                  <a:pt x="45129" y="27148"/>
                  <a:pt x="46444" y="27148"/>
                </a:cubicBezTo>
                <a:cubicBezTo>
                  <a:pt x="47516" y="27148"/>
                  <a:pt x="48586" y="27429"/>
                  <a:pt x="49495" y="28003"/>
                </a:cubicBezTo>
                <a:cubicBezTo>
                  <a:pt x="50720" y="28773"/>
                  <a:pt x="52025" y="30056"/>
                  <a:pt x="53311" y="30056"/>
                </a:cubicBezTo>
                <a:cubicBezTo>
                  <a:pt x="53609" y="30056"/>
                  <a:pt x="53906" y="29987"/>
                  <a:pt x="54200" y="29827"/>
                </a:cubicBezTo>
                <a:cubicBezTo>
                  <a:pt x="54688" y="29563"/>
                  <a:pt x="55026" y="29083"/>
                  <a:pt x="55502" y="28797"/>
                </a:cubicBezTo>
                <a:cubicBezTo>
                  <a:pt x="55848" y="28590"/>
                  <a:pt x="56206" y="28503"/>
                  <a:pt x="56572" y="28503"/>
                </a:cubicBezTo>
                <a:cubicBezTo>
                  <a:pt x="58431" y="28503"/>
                  <a:pt x="60501" y="30742"/>
                  <a:pt x="62371" y="30742"/>
                </a:cubicBezTo>
                <a:cubicBezTo>
                  <a:pt x="62729" y="30742"/>
                  <a:pt x="63081" y="30659"/>
                  <a:pt x="63422" y="30463"/>
                </a:cubicBezTo>
                <a:cubicBezTo>
                  <a:pt x="64138" y="30050"/>
                  <a:pt x="64510" y="29245"/>
                  <a:pt x="65048" y="28613"/>
                </a:cubicBezTo>
                <a:cubicBezTo>
                  <a:pt x="65844" y="27679"/>
                  <a:pt x="67072" y="27193"/>
                  <a:pt x="68294" y="27193"/>
                </a:cubicBezTo>
                <a:cubicBezTo>
                  <a:pt x="69250" y="27193"/>
                  <a:pt x="70201" y="27490"/>
                  <a:pt x="70940" y="28102"/>
                </a:cubicBezTo>
                <a:cubicBezTo>
                  <a:pt x="71331" y="28425"/>
                  <a:pt x="71670" y="28825"/>
                  <a:pt x="72124" y="29054"/>
                </a:cubicBezTo>
                <a:cubicBezTo>
                  <a:pt x="72486" y="29236"/>
                  <a:pt x="72887" y="29299"/>
                  <a:pt x="73306" y="29299"/>
                </a:cubicBezTo>
                <a:cubicBezTo>
                  <a:pt x="74237" y="29299"/>
                  <a:pt x="75256" y="28989"/>
                  <a:pt x="76122" y="28989"/>
                </a:cubicBezTo>
                <a:cubicBezTo>
                  <a:pt x="76715" y="28989"/>
                  <a:pt x="77237" y="29134"/>
                  <a:pt x="77610" y="29621"/>
                </a:cubicBezTo>
                <a:cubicBezTo>
                  <a:pt x="78133" y="30306"/>
                  <a:pt x="78131" y="31506"/>
                  <a:pt x="78969" y="31723"/>
                </a:cubicBezTo>
                <a:cubicBezTo>
                  <a:pt x="79045" y="31743"/>
                  <a:pt x="79121" y="31752"/>
                  <a:pt x="79197" y="31752"/>
                </a:cubicBezTo>
                <a:cubicBezTo>
                  <a:pt x="79576" y="31752"/>
                  <a:pt x="79951" y="31533"/>
                  <a:pt x="80312" y="31371"/>
                </a:cubicBezTo>
                <a:cubicBezTo>
                  <a:pt x="80931" y="31092"/>
                  <a:pt x="81575" y="30976"/>
                  <a:pt x="82231" y="30976"/>
                </a:cubicBezTo>
                <a:cubicBezTo>
                  <a:pt x="83943" y="30976"/>
                  <a:pt x="85732" y="31765"/>
                  <a:pt x="87360" y="32477"/>
                </a:cubicBezTo>
                <a:cubicBezTo>
                  <a:pt x="87992" y="32753"/>
                  <a:pt x="88668" y="33009"/>
                  <a:pt x="89355" y="33209"/>
                </a:cubicBezTo>
                <a:lnTo>
                  <a:pt x="89355" y="1790"/>
                </a:lnTo>
                <a:cubicBezTo>
                  <a:pt x="88570" y="1286"/>
                  <a:pt x="87761" y="817"/>
                  <a:pt x="86898" y="427"/>
                </a:cubicBezTo>
                <a:cubicBezTo>
                  <a:pt x="86404" y="206"/>
                  <a:pt x="85873" y="1"/>
                  <a:pt x="85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8"/>
          <p:cNvSpPr/>
          <p:nvPr/>
        </p:nvSpPr>
        <p:spPr>
          <a:xfrm flipH="1">
            <a:off x="7165625" y="4781400"/>
            <a:ext cx="1679775" cy="359250"/>
          </a:xfrm>
          <a:custGeom>
            <a:rect b="b" l="l" r="r" t="t"/>
            <a:pathLst>
              <a:path extrusionOk="0" h="14370" w="67191">
                <a:moveTo>
                  <a:pt x="1029" y="1"/>
                </a:moveTo>
                <a:cubicBezTo>
                  <a:pt x="936" y="1"/>
                  <a:pt x="843" y="16"/>
                  <a:pt x="752" y="52"/>
                </a:cubicBezTo>
                <a:cubicBezTo>
                  <a:pt x="0" y="347"/>
                  <a:pt x="380" y="1389"/>
                  <a:pt x="625" y="1935"/>
                </a:cubicBezTo>
                <a:cubicBezTo>
                  <a:pt x="1580" y="4070"/>
                  <a:pt x="2774" y="6100"/>
                  <a:pt x="4177" y="7969"/>
                </a:cubicBezTo>
                <a:cubicBezTo>
                  <a:pt x="5125" y="9232"/>
                  <a:pt x="6176" y="10430"/>
                  <a:pt x="7442" y="11375"/>
                </a:cubicBezTo>
                <a:cubicBezTo>
                  <a:pt x="8900" y="12461"/>
                  <a:pt x="10594" y="13176"/>
                  <a:pt x="12269" y="13881"/>
                </a:cubicBezTo>
                <a:cubicBezTo>
                  <a:pt x="12659" y="14043"/>
                  <a:pt x="13048" y="14207"/>
                  <a:pt x="13440" y="14370"/>
                </a:cubicBezTo>
                <a:lnTo>
                  <a:pt x="67191" y="14370"/>
                </a:lnTo>
                <a:cubicBezTo>
                  <a:pt x="66887" y="14237"/>
                  <a:pt x="66519" y="14166"/>
                  <a:pt x="66134" y="14166"/>
                </a:cubicBezTo>
                <a:cubicBezTo>
                  <a:pt x="65870" y="14170"/>
                  <a:pt x="65600" y="14189"/>
                  <a:pt x="65334" y="14189"/>
                </a:cubicBezTo>
                <a:cubicBezTo>
                  <a:pt x="64967" y="14189"/>
                  <a:pt x="64608" y="14152"/>
                  <a:pt x="64286" y="13984"/>
                </a:cubicBezTo>
                <a:cubicBezTo>
                  <a:pt x="64077" y="13877"/>
                  <a:pt x="63891" y="13716"/>
                  <a:pt x="63662" y="13652"/>
                </a:cubicBezTo>
                <a:cubicBezTo>
                  <a:pt x="63462" y="13597"/>
                  <a:pt x="63247" y="13622"/>
                  <a:pt x="63039" y="13607"/>
                </a:cubicBezTo>
                <a:cubicBezTo>
                  <a:pt x="62485" y="13560"/>
                  <a:pt x="62006" y="13215"/>
                  <a:pt x="61475" y="13051"/>
                </a:cubicBezTo>
                <a:cubicBezTo>
                  <a:pt x="61078" y="12927"/>
                  <a:pt x="60661" y="12906"/>
                  <a:pt x="60246" y="12886"/>
                </a:cubicBezTo>
                <a:cubicBezTo>
                  <a:pt x="58931" y="12824"/>
                  <a:pt x="57617" y="12761"/>
                  <a:pt x="56300" y="12698"/>
                </a:cubicBezTo>
                <a:cubicBezTo>
                  <a:pt x="55840" y="12677"/>
                  <a:pt x="55378" y="12653"/>
                  <a:pt x="54918" y="12630"/>
                </a:cubicBezTo>
                <a:cubicBezTo>
                  <a:pt x="49363" y="12328"/>
                  <a:pt x="43834" y="11600"/>
                  <a:pt x="38396" y="10447"/>
                </a:cubicBezTo>
                <a:cubicBezTo>
                  <a:pt x="37535" y="10265"/>
                  <a:pt x="36666" y="10070"/>
                  <a:pt x="35787" y="10066"/>
                </a:cubicBezTo>
                <a:cubicBezTo>
                  <a:pt x="35775" y="10066"/>
                  <a:pt x="35763" y="10066"/>
                  <a:pt x="35751" y="10066"/>
                </a:cubicBezTo>
                <a:cubicBezTo>
                  <a:pt x="34938" y="10066"/>
                  <a:pt x="34126" y="10222"/>
                  <a:pt x="33317" y="10222"/>
                </a:cubicBezTo>
                <a:cubicBezTo>
                  <a:pt x="33108" y="10222"/>
                  <a:pt x="32899" y="10211"/>
                  <a:pt x="32690" y="10185"/>
                </a:cubicBezTo>
                <a:cubicBezTo>
                  <a:pt x="31698" y="10058"/>
                  <a:pt x="30803" y="9594"/>
                  <a:pt x="29858" y="9304"/>
                </a:cubicBezTo>
                <a:cubicBezTo>
                  <a:pt x="29388" y="9159"/>
                  <a:pt x="28934" y="9085"/>
                  <a:pt x="28445" y="9060"/>
                </a:cubicBezTo>
                <a:cubicBezTo>
                  <a:pt x="28438" y="9059"/>
                  <a:pt x="28430" y="9059"/>
                  <a:pt x="28423" y="9059"/>
                </a:cubicBezTo>
                <a:cubicBezTo>
                  <a:pt x="28313" y="9059"/>
                  <a:pt x="28192" y="9093"/>
                  <a:pt x="28080" y="9093"/>
                </a:cubicBezTo>
                <a:cubicBezTo>
                  <a:pt x="28016" y="9093"/>
                  <a:pt x="27954" y="9082"/>
                  <a:pt x="27901" y="9046"/>
                </a:cubicBezTo>
                <a:cubicBezTo>
                  <a:pt x="27762" y="8950"/>
                  <a:pt x="27879" y="8660"/>
                  <a:pt x="27685" y="8568"/>
                </a:cubicBezTo>
                <a:cubicBezTo>
                  <a:pt x="27656" y="8553"/>
                  <a:pt x="27627" y="8547"/>
                  <a:pt x="27600" y="8547"/>
                </a:cubicBezTo>
                <a:cubicBezTo>
                  <a:pt x="27424" y="8547"/>
                  <a:pt x="27287" y="8818"/>
                  <a:pt x="27131" y="8962"/>
                </a:cubicBezTo>
                <a:cubicBezTo>
                  <a:pt x="27036" y="9050"/>
                  <a:pt x="26917" y="9088"/>
                  <a:pt x="26793" y="9088"/>
                </a:cubicBezTo>
                <a:cubicBezTo>
                  <a:pt x="26561" y="9088"/>
                  <a:pt x="26308" y="8957"/>
                  <a:pt x="26143" y="8782"/>
                </a:cubicBezTo>
                <a:cubicBezTo>
                  <a:pt x="25888" y="8510"/>
                  <a:pt x="25738" y="8149"/>
                  <a:pt x="25468" y="7897"/>
                </a:cubicBezTo>
                <a:cubicBezTo>
                  <a:pt x="24914" y="7388"/>
                  <a:pt x="24052" y="7474"/>
                  <a:pt x="23344" y="7227"/>
                </a:cubicBezTo>
                <a:cubicBezTo>
                  <a:pt x="22543" y="6946"/>
                  <a:pt x="21892" y="6219"/>
                  <a:pt x="21046" y="6198"/>
                </a:cubicBezTo>
                <a:cubicBezTo>
                  <a:pt x="21033" y="6198"/>
                  <a:pt x="21019" y="6197"/>
                  <a:pt x="21006" y="6197"/>
                </a:cubicBezTo>
                <a:cubicBezTo>
                  <a:pt x="20652" y="6197"/>
                  <a:pt x="20311" y="6320"/>
                  <a:pt x="19964" y="6388"/>
                </a:cubicBezTo>
                <a:cubicBezTo>
                  <a:pt x="19703" y="6440"/>
                  <a:pt x="19439" y="6462"/>
                  <a:pt x="19173" y="6462"/>
                </a:cubicBezTo>
                <a:cubicBezTo>
                  <a:pt x="18660" y="6462"/>
                  <a:pt x="18143" y="6379"/>
                  <a:pt x="17640" y="6272"/>
                </a:cubicBezTo>
                <a:cubicBezTo>
                  <a:pt x="16935" y="6124"/>
                  <a:pt x="16241" y="5928"/>
                  <a:pt x="15563" y="5685"/>
                </a:cubicBezTo>
                <a:cubicBezTo>
                  <a:pt x="15128" y="5532"/>
                  <a:pt x="14685" y="5357"/>
                  <a:pt x="14227" y="5357"/>
                </a:cubicBezTo>
                <a:cubicBezTo>
                  <a:pt x="14203" y="5357"/>
                  <a:pt x="14180" y="5357"/>
                  <a:pt x="14156" y="5358"/>
                </a:cubicBezTo>
                <a:cubicBezTo>
                  <a:pt x="14065" y="5362"/>
                  <a:pt x="13970" y="5372"/>
                  <a:pt x="13877" y="5372"/>
                </a:cubicBezTo>
                <a:cubicBezTo>
                  <a:pt x="13769" y="5372"/>
                  <a:pt x="13663" y="5358"/>
                  <a:pt x="13571" y="5303"/>
                </a:cubicBezTo>
                <a:cubicBezTo>
                  <a:pt x="13363" y="5182"/>
                  <a:pt x="13307" y="4912"/>
                  <a:pt x="13181" y="4706"/>
                </a:cubicBezTo>
                <a:cubicBezTo>
                  <a:pt x="12940" y="4311"/>
                  <a:pt x="12424" y="4145"/>
                  <a:pt x="12197" y="3743"/>
                </a:cubicBezTo>
                <a:cubicBezTo>
                  <a:pt x="12095" y="3565"/>
                  <a:pt x="12062" y="3356"/>
                  <a:pt x="11974" y="3170"/>
                </a:cubicBezTo>
                <a:cubicBezTo>
                  <a:pt x="11690" y="2563"/>
                  <a:pt x="10936" y="2356"/>
                  <a:pt x="10269" y="2297"/>
                </a:cubicBezTo>
                <a:cubicBezTo>
                  <a:pt x="9603" y="2236"/>
                  <a:pt x="8875" y="2234"/>
                  <a:pt x="8350" y="1819"/>
                </a:cubicBezTo>
                <a:cubicBezTo>
                  <a:pt x="8206" y="1706"/>
                  <a:pt x="8076" y="1561"/>
                  <a:pt x="7896" y="1512"/>
                </a:cubicBezTo>
                <a:cubicBezTo>
                  <a:pt x="7850" y="1499"/>
                  <a:pt x="7804" y="1494"/>
                  <a:pt x="7757" y="1494"/>
                </a:cubicBezTo>
                <a:cubicBezTo>
                  <a:pt x="7604" y="1494"/>
                  <a:pt x="7448" y="1550"/>
                  <a:pt x="7297" y="1582"/>
                </a:cubicBezTo>
                <a:cubicBezTo>
                  <a:pt x="7167" y="1612"/>
                  <a:pt x="7034" y="1627"/>
                  <a:pt x="6900" y="1627"/>
                </a:cubicBezTo>
                <a:cubicBezTo>
                  <a:pt x="6467" y="1627"/>
                  <a:pt x="6033" y="1474"/>
                  <a:pt x="5702" y="1191"/>
                </a:cubicBezTo>
                <a:cubicBezTo>
                  <a:pt x="5542" y="1053"/>
                  <a:pt x="5373" y="874"/>
                  <a:pt x="5166" y="874"/>
                </a:cubicBezTo>
                <a:cubicBezTo>
                  <a:pt x="5156" y="874"/>
                  <a:pt x="5145" y="875"/>
                  <a:pt x="5135" y="876"/>
                </a:cubicBezTo>
                <a:cubicBezTo>
                  <a:pt x="4999" y="888"/>
                  <a:pt x="4882" y="976"/>
                  <a:pt x="4751" y="997"/>
                </a:cubicBezTo>
                <a:cubicBezTo>
                  <a:pt x="4729" y="1001"/>
                  <a:pt x="4706" y="1003"/>
                  <a:pt x="4684" y="1003"/>
                </a:cubicBezTo>
                <a:cubicBezTo>
                  <a:pt x="4552" y="1003"/>
                  <a:pt x="4421" y="943"/>
                  <a:pt x="4301" y="888"/>
                </a:cubicBezTo>
                <a:cubicBezTo>
                  <a:pt x="4252" y="866"/>
                  <a:pt x="4205" y="846"/>
                  <a:pt x="4156" y="829"/>
                </a:cubicBezTo>
                <a:cubicBezTo>
                  <a:pt x="3498" y="572"/>
                  <a:pt x="2829" y="533"/>
                  <a:pt x="2151" y="347"/>
                </a:cubicBezTo>
                <a:cubicBezTo>
                  <a:pt x="1810" y="254"/>
                  <a:pt x="1414" y="1"/>
                  <a:pt x="10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8"/>
          <p:cNvSpPr/>
          <p:nvPr/>
        </p:nvSpPr>
        <p:spPr>
          <a:xfrm flipH="1">
            <a:off x="6361500" y="4565250"/>
            <a:ext cx="2858400" cy="575550"/>
          </a:xfrm>
          <a:custGeom>
            <a:rect b="b" l="l" r="r" t="t"/>
            <a:pathLst>
              <a:path extrusionOk="0" h="23022" w="114336">
                <a:moveTo>
                  <a:pt x="60088" y="1"/>
                </a:moveTo>
                <a:cubicBezTo>
                  <a:pt x="52820" y="1"/>
                  <a:pt x="45539" y="67"/>
                  <a:pt x="38226" y="256"/>
                </a:cubicBezTo>
                <a:cubicBezTo>
                  <a:pt x="35709" y="321"/>
                  <a:pt x="33175" y="345"/>
                  <a:pt x="30633" y="345"/>
                </a:cubicBezTo>
                <a:cubicBezTo>
                  <a:pt x="23743" y="345"/>
                  <a:pt x="16782" y="170"/>
                  <a:pt x="9878" y="170"/>
                </a:cubicBezTo>
                <a:cubicBezTo>
                  <a:pt x="6845" y="170"/>
                  <a:pt x="3822" y="204"/>
                  <a:pt x="822" y="301"/>
                </a:cubicBezTo>
                <a:cubicBezTo>
                  <a:pt x="539" y="393"/>
                  <a:pt x="264" y="502"/>
                  <a:pt x="0" y="630"/>
                </a:cubicBezTo>
                <a:lnTo>
                  <a:pt x="0" y="20101"/>
                </a:lnTo>
                <a:cubicBezTo>
                  <a:pt x="0" y="21716"/>
                  <a:pt x="1310" y="23022"/>
                  <a:pt x="2923" y="23022"/>
                </a:cubicBezTo>
                <a:lnTo>
                  <a:pt x="67594" y="23022"/>
                </a:lnTo>
                <a:cubicBezTo>
                  <a:pt x="66425" y="22834"/>
                  <a:pt x="65257" y="22664"/>
                  <a:pt x="64080" y="22519"/>
                </a:cubicBezTo>
                <a:cubicBezTo>
                  <a:pt x="59434" y="21949"/>
                  <a:pt x="54744" y="21773"/>
                  <a:pt x="50117" y="21080"/>
                </a:cubicBezTo>
                <a:cubicBezTo>
                  <a:pt x="40328" y="19612"/>
                  <a:pt x="31048" y="15872"/>
                  <a:pt x="21872" y="12162"/>
                </a:cubicBezTo>
                <a:lnTo>
                  <a:pt x="13344" y="8711"/>
                </a:lnTo>
                <a:cubicBezTo>
                  <a:pt x="12473" y="8359"/>
                  <a:pt x="11498" y="7895"/>
                  <a:pt x="11245" y="6991"/>
                </a:cubicBezTo>
                <a:cubicBezTo>
                  <a:pt x="10756" y="5239"/>
                  <a:pt x="13210" y="4276"/>
                  <a:pt x="15023" y="4143"/>
                </a:cubicBezTo>
                <a:cubicBezTo>
                  <a:pt x="30959" y="2979"/>
                  <a:pt x="46914" y="1810"/>
                  <a:pt x="62889" y="1810"/>
                </a:cubicBezTo>
                <a:cubicBezTo>
                  <a:pt x="64185" y="1810"/>
                  <a:pt x="65480" y="1817"/>
                  <a:pt x="66776" y="1833"/>
                </a:cubicBezTo>
                <a:cubicBezTo>
                  <a:pt x="74517" y="1929"/>
                  <a:pt x="82257" y="2319"/>
                  <a:pt x="89994" y="2319"/>
                </a:cubicBezTo>
                <a:cubicBezTo>
                  <a:pt x="92245" y="2319"/>
                  <a:pt x="94495" y="2286"/>
                  <a:pt x="96745" y="2203"/>
                </a:cubicBezTo>
                <a:cubicBezTo>
                  <a:pt x="102635" y="1988"/>
                  <a:pt x="108513" y="1256"/>
                  <a:pt x="114336" y="361"/>
                </a:cubicBezTo>
                <a:cubicBezTo>
                  <a:pt x="114211" y="348"/>
                  <a:pt x="114086" y="343"/>
                  <a:pt x="113961" y="343"/>
                </a:cubicBezTo>
                <a:cubicBezTo>
                  <a:pt x="113637" y="343"/>
                  <a:pt x="113313" y="376"/>
                  <a:pt x="112990" y="376"/>
                </a:cubicBezTo>
                <a:cubicBezTo>
                  <a:pt x="112878" y="376"/>
                  <a:pt x="112766" y="372"/>
                  <a:pt x="112654" y="361"/>
                </a:cubicBezTo>
                <a:cubicBezTo>
                  <a:pt x="112131" y="362"/>
                  <a:pt x="111609" y="362"/>
                  <a:pt x="111086" y="362"/>
                </a:cubicBezTo>
                <a:cubicBezTo>
                  <a:pt x="94007" y="362"/>
                  <a:pt x="77085" y="1"/>
                  <a:pt x="600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8"/>
          <p:cNvSpPr/>
          <p:nvPr/>
        </p:nvSpPr>
        <p:spPr>
          <a:xfrm flipH="1">
            <a:off x="7258400" y="4747150"/>
            <a:ext cx="466800" cy="92200"/>
          </a:xfrm>
          <a:custGeom>
            <a:rect b="b" l="l" r="r" t="t"/>
            <a:pathLst>
              <a:path extrusionOk="0" h="3688" w="18672">
                <a:moveTo>
                  <a:pt x="18" y="1"/>
                </a:moveTo>
                <a:lnTo>
                  <a:pt x="18" y="1"/>
                </a:lnTo>
                <a:cubicBezTo>
                  <a:pt x="0" y="754"/>
                  <a:pt x="1275" y="1590"/>
                  <a:pt x="1991" y="2070"/>
                </a:cubicBezTo>
                <a:cubicBezTo>
                  <a:pt x="2318" y="2287"/>
                  <a:pt x="2709" y="2391"/>
                  <a:pt x="3095" y="2449"/>
                </a:cubicBezTo>
                <a:cubicBezTo>
                  <a:pt x="3456" y="2504"/>
                  <a:pt x="3818" y="2523"/>
                  <a:pt x="4182" y="2523"/>
                </a:cubicBezTo>
                <a:cubicBezTo>
                  <a:pt x="5091" y="2523"/>
                  <a:pt x="6007" y="2400"/>
                  <a:pt x="6920" y="2385"/>
                </a:cubicBezTo>
                <a:cubicBezTo>
                  <a:pt x="6984" y="2384"/>
                  <a:pt x="7047" y="2383"/>
                  <a:pt x="7111" y="2383"/>
                </a:cubicBezTo>
                <a:cubicBezTo>
                  <a:pt x="10337" y="2383"/>
                  <a:pt x="13540" y="3688"/>
                  <a:pt x="16714" y="3688"/>
                </a:cubicBezTo>
                <a:cubicBezTo>
                  <a:pt x="17367" y="3688"/>
                  <a:pt x="18020" y="3632"/>
                  <a:pt x="18672" y="3499"/>
                </a:cubicBezTo>
                <a:cubicBezTo>
                  <a:pt x="18032" y="2635"/>
                  <a:pt x="16767" y="2661"/>
                  <a:pt x="15698" y="2561"/>
                </a:cubicBezTo>
                <a:cubicBezTo>
                  <a:pt x="14113" y="2412"/>
                  <a:pt x="12600" y="1805"/>
                  <a:pt x="11020" y="1592"/>
                </a:cubicBezTo>
                <a:cubicBezTo>
                  <a:pt x="10431" y="1513"/>
                  <a:pt x="9832" y="1488"/>
                  <a:pt x="9229" y="1488"/>
                </a:cubicBezTo>
                <a:cubicBezTo>
                  <a:pt x="8236" y="1488"/>
                  <a:pt x="7234" y="1555"/>
                  <a:pt x="6250" y="1555"/>
                </a:cubicBezTo>
                <a:cubicBezTo>
                  <a:pt x="4938" y="1555"/>
                  <a:pt x="3659" y="1436"/>
                  <a:pt x="2476" y="882"/>
                </a:cubicBezTo>
                <a:cubicBezTo>
                  <a:pt x="1627" y="484"/>
                  <a:pt x="958" y="24"/>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8"/>
          <p:cNvSpPr/>
          <p:nvPr/>
        </p:nvSpPr>
        <p:spPr>
          <a:xfrm flipH="1">
            <a:off x="225" y="3358125"/>
            <a:ext cx="1866325" cy="669600"/>
          </a:xfrm>
          <a:custGeom>
            <a:rect b="b" l="l" r="r" t="t"/>
            <a:pathLst>
              <a:path extrusionOk="0" h="26784" w="74653">
                <a:moveTo>
                  <a:pt x="74182" y="1"/>
                </a:moveTo>
                <a:cubicBezTo>
                  <a:pt x="73253" y="1"/>
                  <a:pt x="72327" y="367"/>
                  <a:pt x="71791" y="1167"/>
                </a:cubicBezTo>
                <a:cubicBezTo>
                  <a:pt x="71705" y="1148"/>
                  <a:pt x="71620" y="1138"/>
                  <a:pt x="71536" y="1138"/>
                </a:cubicBezTo>
                <a:cubicBezTo>
                  <a:pt x="70734" y="1138"/>
                  <a:pt x="70040" y="1988"/>
                  <a:pt x="69994" y="2829"/>
                </a:cubicBezTo>
                <a:cubicBezTo>
                  <a:pt x="69939" y="3755"/>
                  <a:pt x="70419" y="4622"/>
                  <a:pt x="70885" y="5429"/>
                </a:cubicBezTo>
                <a:cubicBezTo>
                  <a:pt x="70782" y="5341"/>
                  <a:pt x="70671" y="5303"/>
                  <a:pt x="70560" y="5303"/>
                </a:cubicBezTo>
                <a:cubicBezTo>
                  <a:pt x="70112" y="5303"/>
                  <a:pt x="69652" y="5926"/>
                  <a:pt x="69607" y="6470"/>
                </a:cubicBezTo>
                <a:cubicBezTo>
                  <a:pt x="69550" y="7147"/>
                  <a:pt x="69609" y="8003"/>
                  <a:pt x="69008" y="8316"/>
                </a:cubicBezTo>
                <a:cubicBezTo>
                  <a:pt x="68879" y="8383"/>
                  <a:pt x="68754" y="8413"/>
                  <a:pt x="68631" y="8413"/>
                </a:cubicBezTo>
                <a:cubicBezTo>
                  <a:pt x="67579" y="8413"/>
                  <a:pt x="66713" y="6214"/>
                  <a:pt x="65715" y="6214"/>
                </a:cubicBezTo>
                <a:cubicBezTo>
                  <a:pt x="65580" y="6214"/>
                  <a:pt x="65443" y="6254"/>
                  <a:pt x="65302" y="6345"/>
                </a:cubicBezTo>
                <a:cubicBezTo>
                  <a:pt x="64985" y="6550"/>
                  <a:pt x="64870" y="6953"/>
                  <a:pt x="64791" y="7325"/>
                </a:cubicBezTo>
                <a:cubicBezTo>
                  <a:pt x="64302" y="9643"/>
                  <a:pt x="64339" y="12072"/>
                  <a:pt x="64899" y="14372"/>
                </a:cubicBezTo>
                <a:cubicBezTo>
                  <a:pt x="65077" y="15106"/>
                  <a:pt x="65204" y="16086"/>
                  <a:pt x="64529" y="16423"/>
                </a:cubicBezTo>
                <a:cubicBezTo>
                  <a:pt x="64288" y="16544"/>
                  <a:pt x="64005" y="16535"/>
                  <a:pt x="63735" y="16564"/>
                </a:cubicBezTo>
                <a:cubicBezTo>
                  <a:pt x="62754" y="16678"/>
                  <a:pt x="61926" y="17347"/>
                  <a:pt x="60981" y="17627"/>
                </a:cubicBezTo>
                <a:cubicBezTo>
                  <a:pt x="60786" y="17684"/>
                  <a:pt x="60575" y="17712"/>
                  <a:pt x="60362" y="17712"/>
                </a:cubicBezTo>
                <a:cubicBezTo>
                  <a:pt x="59541" y="17712"/>
                  <a:pt x="58696" y="17293"/>
                  <a:pt x="58675" y="16507"/>
                </a:cubicBezTo>
                <a:cubicBezTo>
                  <a:pt x="58661" y="15959"/>
                  <a:pt x="59072" y="15439"/>
                  <a:pt x="58947" y="14906"/>
                </a:cubicBezTo>
                <a:cubicBezTo>
                  <a:pt x="58839" y="14438"/>
                  <a:pt x="58369" y="14164"/>
                  <a:pt x="57943" y="13943"/>
                </a:cubicBezTo>
                <a:cubicBezTo>
                  <a:pt x="57189" y="13552"/>
                  <a:pt x="56259" y="13192"/>
                  <a:pt x="55437" y="13192"/>
                </a:cubicBezTo>
                <a:cubicBezTo>
                  <a:pt x="54867" y="13192"/>
                  <a:pt x="54349" y="13365"/>
                  <a:pt x="53977" y="13822"/>
                </a:cubicBezTo>
                <a:cubicBezTo>
                  <a:pt x="53141" y="12733"/>
                  <a:pt x="53053" y="11248"/>
                  <a:pt x="52419" y="10032"/>
                </a:cubicBezTo>
                <a:cubicBezTo>
                  <a:pt x="51983" y="9199"/>
                  <a:pt x="51001" y="8532"/>
                  <a:pt x="50141" y="8532"/>
                </a:cubicBezTo>
                <a:cubicBezTo>
                  <a:pt x="49744" y="8532"/>
                  <a:pt x="49374" y="8673"/>
                  <a:pt x="49095" y="9005"/>
                </a:cubicBezTo>
                <a:cubicBezTo>
                  <a:pt x="48825" y="7444"/>
                  <a:pt x="47212" y="6424"/>
                  <a:pt x="45666" y="6424"/>
                </a:cubicBezTo>
                <a:cubicBezTo>
                  <a:pt x="44937" y="6424"/>
                  <a:pt x="44223" y="6651"/>
                  <a:pt x="43672" y="7155"/>
                </a:cubicBezTo>
                <a:cubicBezTo>
                  <a:pt x="43231" y="7558"/>
                  <a:pt x="42908" y="8075"/>
                  <a:pt x="42611" y="8594"/>
                </a:cubicBezTo>
                <a:cubicBezTo>
                  <a:pt x="41751" y="10077"/>
                  <a:pt x="41221" y="12364"/>
                  <a:pt x="42724" y="13193"/>
                </a:cubicBezTo>
                <a:cubicBezTo>
                  <a:pt x="42644" y="13173"/>
                  <a:pt x="42565" y="13163"/>
                  <a:pt x="42488" y="13163"/>
                </a:cubicBezTo>
                <a:cubicBezTo>
                  <a:pt x="41786" y="13163"/>
                  <a:pt x="41238" y="13974"/>
                  <a:pt x="41039" y="14706"/>
                </a:cubicBezTo>
                <a:cubicBezTo>
                  <a:pt x="40820" y="15517"/>
                  <a:pt x="40683" y="16482"/>
                  <a:pt x="39954" y="16903"/>
                </a:cubicBezTo>
                <a:cubicBezTo>
                  <a:pt x="39729" y="17033"/>
                  <a:pt x="39485" y="17087"/>
                  <a:pt x="39235" y="17087"/>
                </a:cubicBezTo>
                <a:cubicBezTo>
                  <a:pt x="38671" y="17087"/>
                  <a:pt x="38073" y="16811"/>
                  <a:pt x="37574" y="16501"/>
                </a:cubicBezTo>
                <a:cubicBezTo>
                  <a:pt x="36928" y="16100"/>
                  <a:pt x="36237" y="15624"/>
                  <a:pt x="35493" y="15624"/>
                </a:cubicBezTo>
                <a:cubicBezTo>
                  <a:pt x="35411" y="15624"/>
                  <a:pt x="35327" y="15630"/>
                  <a:pt x="35243" y="15642"/>
                </a:cubicBezTo>
                <a:cubicBezTo>
                  <a:pt x="34405" y="15767"/>
                  <a:pt x="33846" y="17046"/>
                  <a:pt x="34585" y="17460"/>
                </a:cubicBezTo>
                <a:cubicBezTo>
                  <a:pt x="34353" y="17944"/>
                  <a:pt x="33824" y="18163"/>
                  <a:pt x="33275" y="18163"/>
                </a:cubicBezTo>
                <a:cubicBezTo>
                  <a:pt x="32960" y="18163"/>
                  <a:pt x="32640" y="18091"/>
                  <a:pt x="32364" y="17956"/>
                </a:cubicBezTo>
                <a:cubicBezTo>
                  <a:pt x="31604" y="17584"/>
                  <a:pt x="31064" y="16889"/>
                  <a:pt x="30432" y="16329"/>
                </a:cubicBezTo>
                <a:cubicBezTo>
                  <a:pt x="29925" y="15879"/>
                  <a:pt x="29268" y="15493"/>
                  <a:pt x="28612" y="15493"/>
                </a:cubicBezTo>
                <a:cubicBezTo>
                  <a:pt x="28452" y="15493"/>
                  <a:pt x="28293" y="15516"/>
                  <a:pt x="28136" y="15566"/>
                </a:cubicBezTo>
                <a:cubicBezTo>
                  <a:pt x="27329" y="15822"/>
                  <a:pt x="26973" y="17118"/>
                  <a:pt x="27719" y="17513"/>
                </a:cubicBezTo>
                <a:cubicBezTo>
                  <a:pt x="27011" y="17885"/>
                  <a:pt x="26216" y="18080"/>
                  <a:pt x="25416" y="18080"/>
                </a:cubicBezTo>
                <a:cubicBezTo>
                  <a:pt x="25378" y="18080"/>
                  <a:pt x="25340" y="18080"/>
                  <a:pt x="25302" y="18079"/>
                </a:cubicBezTo>
                <a:lnTo>
                  <a:pt x="25302" y="18079"/>
                </a:lnTo>
                <a:cubicBezTo>
                  <a:pt x="25358" y="18705"/>
                  <a:pt x="25411" y="19332"/>
                  <a:pt x="25468" y="19960"/>
                </a:cubicBezTo>
                <a:cubicBezTo>
                  <a:pt x="24881" y="20046"/>
                  <a:pt x="24249" y="20112"/>
                  <a:pt x="23628" y="20112"/>
                </a:cubicBezTo>
                <a:cubicBezTo>
                  <a:pt x="22294" y="20112"/>
                  <a:pt x="21012" y="19806"/>
                  <a:pt x="20332" y="18725"/>
                </a:cubicBezTo>
                <a:cubicBezTo>
                  <a:pt x="19911" y="18057"/>
                  <a:pt x="19743" y="17118"/>
                  <a:pt x="19007" y="16836"/>
                </a:cubicBezTo>
                <a:cubicBezTo>
                  <a:pt x="18880" y="16788"/>
                  <a:pt x="18753" y="16766"/>
                  <a:pt x="18628" y="16766"/>
                </a:cubicBezTo>
                <a:cubicBezTo>
                  <a:pt x="17959" y="16766"/>
                  <a:pt x="17325" y="17393"/>
                  <a:pt x="17012" y="18042"/>
                </a:cubicBezTo>
                <a:cubicBezTo>
                  <a:pt x="16640" y="18813"/>
                  <a:pt x="16435" y="19721"/>
                  <a:pt x="15767" y="20254"/>
                </a:cubicBezTo>
                <a:cubicBezTo>
                  <a:pt x="15451" y="20506"/>
                  <a:pt x="15050" y="20629"/>
                  <a:pt x="14647" y="20629"/>
                </a:cubicBezTo>
                <a:cubicBezTo>
                  <a:pt x="14149" y="20629"/>
                  <a:pt x="13648" y="20440"/>
                  <a:pt x="13305" y="20076"/>
                </a:cubicBezTo>
                <a:cubicBezTo>
                  <a:pt x="12686" y="19414"/>
                  <a:pt x="12679" y="18277"/>
                  <a:pt x="13289" y="17609"/>
                </a:cubicBezTo>
                <a:cubicBezTo>
                  <a:pt x="13187" y="17309"/>
                  <a:pt x="12927" y="17186"/>
                  <a:pt x="12623" y="17186"/>
                </a:cubicBezTo>
                <a:cubicBezTo>
                  <a:pt x="12229" y="17186"/>
                  <a:pt x="11761" y="17393"/>
                  <a:pt x="11473" y="17686"/>
                </a:cubicBezTo>
                <a:cubicBezTo>
                  <a:pt x="10994" y="18172"/>
                  <a:pt x="10507" y="18842"/>
                  <a:pt x="9853" y="18842"/>
                </a:cubicBezTo>
                <a:cubicBezTo>
                  <a:pt x="9809" y="18842"/>
                  <a:pt x="9766" y="18839"/>
                  <a:pt x="9721" y="18833"/>
                </a:cubicBezTo>
                <a:cubicBezTo>
                  <a:pt x="8778" y="18705"/>
                  <a:pt x="8476" y="17257"/>
                  <a:pt x="7535" y="17114"/>
                </a:cubicBezTo>
                <a:cubicBezTo>
                  <a:pt x="7481" y="17106"/>
                  <a:pt x="7430" y="17102"/>
                  <a:pt x="7380" y="17102"/>
                </a:cubicBezTo>
                <a:cubicBezTo>
                  <a:pt x="6441" y="17102"/>
                  <a:pt x="6028" y="18461"/>
                  <a:pt x="5270" y="19126"/>
                </a:cubicBezTo>
                <a:cubicBezTo>
                  <a:pt x="3868" y="20359"/>
                  <a:pt x="1203" y="19107"/>
                  <a:pt x="28" y="20557"/>
                </a:cubicBezTo>
                <a:cubicBezTo>
                  <a:pt x="18" y="20569"/>
                  <a:pt x="11" y="20582"/>
                  <a:pt x="1" y="20594"/>
                </a:cubicBezTo>
                <a:cubicBezTo>
                  <a:pt x="334" y="20553"/>
                  <a:pt x="663" y="20527"/>
                  <a:pt x="987" y="20527"/>
                </a:cubicBezTo>
                <a:cubicBezTo>
                  <a:pt x="1788" y="20527"/>
                  <a:pt x="2557" y="20682"/>
                  <a:pt x="3264" y="21121"/>
                </a:cubicBezTo>
                <a:cubicBezTo>
                  <a:pt x="3986" y="21565"/>
                  <a:pt x="4542" y="22270"/>
                  <a:pt x="5319" y="22604"/>
                </a:cubicBezTo>
                <a:cubicBezTo>
                  <a:pt x="5686" y="22762"/>
                  <a:pt x="6060" y="22825"/>
                  <a:pt x="6439" y="22825"/>
                </a:cubicBezTo>
                <a:cubicBezTo>
                  <a:pt x="7918" y="22825"/>
                  <a:pt x="9476" y="21865"/>
                  <a:pt x="11034" y="21808"/>
                </a:cubicBezTo>
                <a:cubicBezTo>
                  <a:pt x="11086" y="21806"/>
                  <a:pt x="11137" y="21805"/>
                  <a:pt x="11188" y="21805"/>
                </a:cubicBezTo>
                <a:cubicBezTo>
                  <a:pt x="13364" y="21805"/>
                  <a:pt x="15410" y="23499"/>
                  <a:pt x="17495" y="23499"/>
                </a:cubicBezTo>
                <a:cubicBezTo>
                  <a:pt x="17814" y="23499"/>
                  <a:pt x="18135" y="23460"/>
                  <a:pt x="18457" y="23368"/>
                </a:cubicBezTo>
                <a:cubicBezTo>
                  <a:pt x="19422" y="23092"/>
                  <a:pt x="20238" y="22368"/>
                  <a:pt x="21232" y="22227"/>
                </a:cubicBezTo>
                <a:cubicBezTo>
                  <a:pt x="21358" y="22209"/>
                  <a:pt x="21484" y="22201"/>
                  <a:pt x="21610" y="22201"/>
                </a:cubicBezTo>
                <a:cubicBezTo>
                  <a:pt x="23017" y="22201"/>
                  <a:pt x="24417" y="23223"/>
                  <a:pt x="25760" y="23223"/>
                </a:cubicBezTo>
                <a:cubicBezTo>
                  <a:pt x="26049" y="23223"/>
                  <a:pt x="26336" y="23175"/>
                  <a:pt x="26619" y="23061"/>
                </a:cubicBezTo>
                <a:cubicBezTo>
                  <a:pt x="27183" y="22830"/>
                  <a:pt x="27611" y="22360"/>
                  <a:pt x="28087" y="21976"/>
                </a:cubicBezTo>
                <a:cubicBezTo>
                  <a:pt x="29109" y="21147"/>
                  <a:pt x="30426" y="20723"/>
                  <a:pt x="31742" y="20723"/>
                </a:cubicBezTo>
                <a:cubicBezTo>
                  <a:pt x="32813" y="20723"/>
                  <a:pt x="33884" y="21005"/>
                  <a:pt x="34793" y="21577"/>
                </a:cubicBezTo>
                <a:cubicBezTo>
                  <a:pt x="36018" y="22348"/>
                  <a:pt x="37324" y="23632"/>
                  <a:pt x="38609" y="23632"/>
                </a:cubicBezTo>
                <a:cubicBezTo>
                  <a:pt x="38907" y="23632"/>
                  <a:pt x="39204" y="23563"/>
                  <a:pt x="39498" y="23403"/>
                </a:cubicBezTo>
                <a:cubicBezTo>
                  <a:pt x="39984" y="23139"/>
                  <a:pt x="40324" y="22659"/>
                  <a:pt x="40800" y="22373"/>
                </a:cubicBezTo>
                <a:cubicBezTo>
                  <a:pt x="41146" y="22166"/>
                  <a:pt x="41504" y="22079"/>
                  <a:pt x="41870" y="22079"/>
                </a:cubicBezTo>
                <a:cubicBezTo>
                  <a:pt x="43728" y="22079"/>
                  <a:pt x="45799" y="24318"/>
                  <a:pt x="47669" y="24318"/>
                </a:cubicBezTo>
                <a:cubicBezTo>
                  <a:pt x="48027" y="24318"/>
                  <a:pt x="48379" y="24235"/>
                  <a:pt x="48720" y="24039"/>
                </a:cubicBezTo>
                <a:cubicBezTo>
                  <a:pt x="49436" y="23624"/>
                  <a:pt x="49808" y="22820"/>
                  <a:pt x="50346" y="22189"/>
                </a:cubicBezTo>
                <a:cubicBezTo>
                  <a:pt x="51142" y="21255"/>
                  <a:pt x="52371" y="20769"/>
                  <a:pt x="53594" y="20769"/>
                </a:cubicBezTo>
                <a:cubicBezTo>
                  <a:pt x="54549" y="20769"/>
                  <a:pt x="55500" y="21066"/>
                  <a:pt x="56238" y="21677"/>
                </a:cubicBezTo>
                <a:cubicBezTo>
                  <a:pt x="56629" y="22000"/>
                  <a:pt x="56968" y="22399"/>
                  <a:pt x="57422" y="22630"/>
                </a:cubicBezTo>
                <a:cubicBezTo>
                  <a:pt x="57783" y="22812"/>
                  <a:pt x="58184" y="22875"/>
                  <a:pt x="58603" y="22875"/>
                </a:cubicBezTo>
                <a:cubicBezTo>
                  <a:pt x="59533" y="22875"/>
                  <a:pt x="60552" y="22565"/>
                  <a:pt x="61419" y="22565"/>
                </a:cubicBezTo>
                <a:cubicBezTo>
                  <a:pt x="62012" y="22565"/>
                  <a:pt x="62534" y="22710"/>
                  <a:pt x="62909" y="23198"/>
                </a:cubicBezTo>
                <a:cubicBezTo>
                  <a:pt x="63431" y="23883"/>
                  <a:pt x="63429" y="25081"/>
                  <a:pt x="64265" y="25298"/>
                </a:cubicBezTo>
                <a:cubicBezTo>
                  <a:pt x="64342" y="25318"/>
                  <a:pt x="64419" y="25327"/>
                  <a:pt x="64496" y="25327"/>
                </a:cubicBezTo>
                <a:cubicBezTo>
                  <a:pt x="64875" y="25327"/>
                  <a:pt x="65248" y="25107"/>
                  <a:pt x="65610" y="24945"/>
                </a:cubicBezTo>
                <a:cubicBezTo>
                  <a:pt x="66228" y="24666"/>
                  <a:pt x="66872" y="24551"/>
                  <a:pt x="67527" y="24551"/>
                </a:cubicBezTo>
                <a:cubicBezTo>
                  <a:pt x="69239" y="24551"/>
                  <a:pt x="71030" y="25341"/>
                  <a:pt x="72658" y="26051"/>
                </a:cubicBezTo>
                <a:cubicBezTo>
                  <a:pt x="73288" y="26329"/>
                  <a:pt x="73964" y="26586"/>
                  <a:pt x="74653" y="26783"/>
                </a:cubicBezTo>
                <a:lnTo>
                  <a:pt x="74653" y="32"/>
                </a:lnTo>
                <a:cubicBezTo>
                  <a:pt x="74497" y="11"/>
                  <a:pt x="74340" y="1"/>
                  <a:pt x="74182"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8"/>
          <p:cNvSpPr/>
          <p:nvPr/>
        </p:nvSpPr>
        <p:spPr>
          <a:xfrm flipH="1">
            <a:off x="6317550" y="4321625"/>
            <a:ext cx="867525" cy="241275"/>
          </a:xfrm>
          <a:custGeom>
            <a:rect b="b" l="l" r="r" t="t"/>
            <a:pathLst>
              <a:path extrusionOk="0" h="9651" w="34701">
                <a:moveTo>
                  <a:pt x="1" y="1"/>
                </a:moveTo>
                <a:cubicBezTo>
                  <a:pt x="412" y="333"/>
                  <a:pt x="848" y="637"/>
                  <a:pt x="1287" y="928"/>
                </a:cubicBezTo>
                <a:cubicBezTo>
                  <a:pt x="1641" y="1175"/>
                  <a:pt x="2011" y="1406"/>
                  <a:pt x="2377" y="1643"/>
                </a:cubicBezTo>
                <a:cubicBezTo>
                  <a:pt x="2747" y="1883"/>
                  <a:pt x="2884" y="2259"/>
                  <a:pt x="3242" y="2494"/>
                </a:cubicBezTo>
                <a:cubicBezTo>
                  <a:pt x="3324" y="2549"/>
                  <a:pt x="3410" y="2594"/>
                  <a:pt x="3502" y="2637"/>
                </a:cubicBezTo>
                <a:cubicBezTo>
                  <a:pt x="3857" y="2790"/>
                  <a:pt x="4264" y="2843"/>
                  <a:pt x="4638" y="2886"/>
                </a:cubicBezTo>
                <a:cubicBezTo>
                  <a:pt x="4754" y="2898"/>
                  <a:pt x="4870" y="2912"/>
                  <a:pt x="4985" y="2912"/>
                </a:cubicBezTo>
                <a:cubicBezTo>
                  <a:pt x="5070" y="2912"/>
                  <a:pt x="5154" y="2904"/>
                  <a:pt x="5237" y="2884"/>
                </a:cubicBezTo>
                <a:cubicBezTo>
                  <a:pt x="5793" y="2749"/>
                  <a:pt x="6004" y="2287"/>
                  <a:pt x="6303" y="1850"/>
                </a:cubicBezTo>
                <a:cubicBezTo>
                  <a:pt x="6337" y="1801"/>
                  <a:pt x="6374" y="1752"/>
                  <a:pt x="6427" y="1729"/>
                </a:cubicBezTo>
                <a:cubicBezTo>
                  <a:pt x="6455" y="1717"/>
                  <a:pt x="6486" y="1713"/>
                  <a:pt x="6517" y="1713"/>
                </a:cubicBezTo>
                <a:cubicBezTo>
                  <a:pt x="6537" y="1713"/>
                  <a:pt x="6557" y="1715"/>
                  <a:pt x="6578" y="1717"/>
                </a:cubicBezTo>
                <a:cubicBezTo>
                  <a:pt x="6848" y="1741"/>
                  <a:pt x="7114" y="1762"/>
                  <a:pt x="7384" y="1788"/>
                </a:cubicBezTo>
                <a:cubicBezTo>
                  <a:pt x="7417" y="1790"/>
                  <a:pt x="7454" y="1795"/>
                  <a:pt x="7482" y="1817"/>
                </a:cubicBezTo>
                <a:cubicBezTo>
                  <a:pt x="7505" y="1837"/>
                  <a:pt x="7517" y="1866"/>
                  <a:pt x="7527" y="1895"/>
                </a:cubicBezTo>
                <a:cubicBezTo>
                  <a:pt x="7576" y="2022"/>
                  <a:pt x="7631" y="2144"/>
                  <a:pt x="7693" y="2265"/>
                </a:cubicBezTo>
                <a:cubicBezTo>
                  <a:pt x="7775" y="2422"/>
                  <a:pt x="7873" y="2578"/>
                  <a:pt x="8026" y="2663"/>
                </a:cubicBezTo>
                <a:cubicBezTo>
                  <a:pt x="8197" y="2761"/>
                  <a:pt x="8431" y="2790"/>
                  <a:pt x="8669" y="2790"/>
                </a:cubicBezTo>
                <a:cubicBezTo>
                  <a:pt x="8901" y="2790"/>
                  <a:pt x="9137" y="2762"/>
                  <a:pt x="9324" y="2745"/>
                </a:cubicBezTo>
                <a:cubicBezTo>
                  <a:pt x="9866" y="2692"/>
                  <a:pt x="10392" y="2580"/>
                  <a:pt x="10923" y="2451"/>
                </a:cubicBezTo>
                <a:cubicBezTo>
                  <a:pt x="11528" y="2300"/>
                  <a:pt x="12133" y="2152"/>
                  <a:pt x="12737" y="2005"/>
                </a:cubicBezTo>
                <a:cubicBezTo>
                  <a:pt x="12817" y="1985"/>
                  <a:pt x="12900" y="1966"/>
                  <a:pt x="12982" y="1966"/>
                </a:cubicBezTo>
                <a:cubicBezTo>
                  <a:pt x="13014" y="1966"/>
                  <a:pt x="13045" y="1969"/>
                  <a:pt x="13076" y="1975"/>
                </a:cubicBezTo>
                <a:cubicBezTo>
                  <a:pt x="13164" y="1995"/>
                  <a:pt x="13240" y="2044"/>
                  <a:pt x="13319" y="2091"/>
                </a:cubicBezTo>
                <a:cubicBezTo>
                  <a:pt x="13884" y="2437"/>
                  <a:pt x="14509" y="2690"/>
                  <a:pt x="15157" y="2833"/>
                </a:cubicBezTo>
                <a:cubicBezTo>
                  <a:pt x="15411" y="2888"/>
                  <a:pt x="15699" y="2946"/>
                  <a:pt x="15842" y="3166"/>
                </a:cubicBezTo>
                <a:cubicBezTo>
                  <a:pt x="15938" y="3308"/>
                  <a:pt x="15944" y="3490"/>
                  <a:pt x="15949" y="3661"/>
                </a:cubicBezTo>
                <a:cubicBezTo>
                  <a:pt x="15959" y="3997"/>
                  <a:pt x="15969" y="4334"/>
                  <a:pt x="15979" y="4669"/>
                </a:cubicBezTo>
                <a:cubicBezTo>
                  <a:pt x="15981" y="4780"/>
                  <a:pt x="15990" y="4904"/>
                  <a:pt x="16077" y="4978"/>
                </a:cubicBezTo>
                <a:cubicBezTo>
                  <a:pt x="16120" y="5014"/>
                  <a:pt x="16172" y="5028"/>
                  <a:pt x="16227" y="5028"/>
                </a:cubicBezTo>
                <a:cubicBezTo>
                  <a:pt x="16313" y="5028"/>
                  <a:pt x="16407" y="4995"/>
                  <a:pt x="16488" y="4960"/>
                </a:cubicBezTo>
                <a:cubicBezTo>
                  <a:pt x="17043" y="4727"/>
                  <a:pt x="17587" y="4590"/>
                  <a:pt x="18114" y="4590"/>
                </a:cubicBezTo>
                <a:cubicBezTo>
                  <a:pt x="18777" y="4590"/>
                  <a:pt x="19413" y="4807"/>
                  <a:pt x="20013" y="5325"/>
                </a:cubicBezTo>
                <a:cubicBezTo>
                  <a:pt x="20275" y="5550"/>
                  <a:pt x="20508" y="5818"/>
                  <a:pt x="20806" y="5994"/>
                </a:cubicBezTo>
                <a:cubicBezTo>
                  <a:pt x="21200" y="6224"/>
                  <a:pt x="21658" y="6271"/>
                  <a:pt x="22122" y="6271"/>
                </a:cubicBezTo>
                <a:cubicBezTo>
                  <a:pt x="22340" y="6271"/>
                  <a:pt x="22559" y="6261"/>
                  <a:pt x="22773" y="6254"/>
                </a:cubicBezTo>
                <a:cubicBezTo>
                  <a:pt x="22913" y="6250"/>
                  <a:pt x="23053" y="6248"/>
                  <a:pt x="23193" y="6248"/>
                </a:cubicBezTo>
                <a:cubicBezTo>
                  <a:pt x="27214" y="6248"/>
                  <a:pt x="31039" y="7906"/>
                  <a:pt x="34701" y="9650"/>
                </a:cubicBezTo>
                <a:cubicBezTo>
                  <a:pt x="33127" y="8221"/>
                  <a:pt x="30379" y="7184"/>
                  <a:pt x="28833" y="6313"/>
                </a:cubicBezTo>
                <a:cubicBezTo>
                  <a:pt x="26139" y="4800"/>
                  <a:pt x="23411" y="3346"/>
                  <a:pt x="20651" y="1956"/>
                </a:cubicBezTo>
                <a:cubicBezTo>
                  <a:pt x="18900" y="1075"/>
                  <a:pt x="17031" y="200"/>
                  <a:pt x="15093" y="200"/>
                </a:cubicBezTo>
                <a:cubicBezTo>
                  <a:pt x="14903" y="200"/>
                  <a:pt x="14712" y="208"/>
                  <a:pt x="14521" y="226"/>
                </a:cubicBezTo>
                <a:cubicBezTo>
                  <a:pt x="13354" y="333"/>
                  <a:pt x="12244" y="783"/>
                  <a:pt x="11095" y="1014"/>
                </a:cubicBezTo>
                <a:cubicBezTo>
                  <a:pt x="10390" y="1154"/>
                  <a:pt x="9678" y="1211"/>
                  <a:pt x="8963" y="1211"/>
                </a:cubicBezTo>
                <a:cubicBezTo>
                  <a:pt x="7508" y="1211"/>
                  <a:pt x="6040" y="978"/>
                  <a:pt x="4597" y="744"/>
                </a:cubicBezTo>
                <a:cubicBezTo>
                  <a:pt x="3064" y="498"/>
                  <a:pt x="1533" y="251"/>
                  <a:pt x="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8"/>
          <p:cNvSpPr/>
          <p:nvPr/>
        </p:nvSpPr>
        <p:spPr>
          <a:xfrm flipH="1">
            <a:off x="7153825" y="3991750"/>
            <a:ext cx="1989675" cy="783600"/>
          </a:xfrm>
          <a:custGeom>
            <a:rect b="b" l="l" r="r" t="t"/>
            <a:pathLst>
              <a:path extrusionOk="0" h="31344" w="79587">
                <a:moveTo>
                  <a:pt x="28881" y="1"/>
                </a:moveTo>
                <a:lnTo>
                  <a:pt x="28881" y="1"/>
                </a:lnTo>
                <a:cubicBezTo>
                  <a:pt x="27258" y="539"/>
                  <a:pt x="25683" y="1222"/>
                  <a:pt x="24185" y="2060"/>
                </a:cubicBezTo>
                <a:cubicBezTo>
                  <a:pt x="23134" y="2651"/>
                  <a:pt x="22107" y="3313"/>
                  <a:pt x="20952" y="3661"/>
                </a:cubicBezTo>
                <a:cubicBezTo>
                  <a:pt x="19824" y="4003"/>
                  <a:pt x="18634" y="4028"/>
                  <a:pt x="17451" y="4028"/>
                </a:cubicBezTo>
                <a:cubicBezTo>
                  <a:pt x="17253" y="4028"/>
                  <a:pt x="17055" y="4027"/>
                  <a:pt x="16858" y="4027"/>
                </a:cubicBezTo>
                <a:cubicBezTo>
                  <a:pt x="16824" y="4027"/>
                  <a:pt x="16791" y="4027"/>
                  <a:pt x="16757" y="4027"/>
                </a:cubicBezTo>
                <a:cubicBezTo>
                  <a:pt x="11547" y="4043"/>
                  <a:pt x="6338" y="4767"/>
                  <a:pt x="1321" y="6176"/>
                </a:cubicBezTo>
                <a:cubicBezTo>
                  <a:pt x="881" y="6302"/>
                  <a:pt x="431" y="6441"/>
                  <a:pt x="0" y="6613"/>
                </a:cubicBezTo>
                <a:lnTo>
                  <a:pt x="0" y="7873"/>
                </a:lnTo>
                <a:cubicBezTo>
                  <a:pt x="1781" y="8175"/>
                  <a:pt x="3562" y="8476"/>
                  <a:pt x="5342" y="8778"/>
                </a:cubicBezTo>
                <a:cubicBezTo>
                  <a:pt x="5825" y="8860"/>
                  <a:pt x="6373" y="8983"/>
                  <a:pt x="6624" y="9406"/>
                </a:cubicBezTo>
                <a:cubicBezTo>
                  <a:pt x="7092" y="10197"/>
                  <a:pt x="6086" y="11082"/>
                  <a:pt x="5185" y="11248"/>
                </a:cubicBezTo>
                <a:cubicBezTo>
                  <a:pt x="4283" y="11414"/>
                  <a:pt x="3208" y="11373"/>
                  <a:pt x="2643" y="12095"/>
                </a:cubicBezTo>
                <a:cubicBezTo>
                  <a:pt x="3611" y="12278"/>
                  <a:pt x="3621" y="13839"/>
                  <a:pt x="2821" y="14419"/>
                </a:cubicBezTo>
                <a:cubicBezTo>
                  <a:pt x="2365" y="14750"/>
                  <a:pt x="1813" y="14853"/>
                  <a:pt x="1243" y="14853"/>
                </a:cubicBezTo>
                <a:cubicBezTo>
                  <a:pt x="829" y="14853"/>
                  <a:pt x="405" y="14799"/>
                  <a:pt x="0" y="14738"/>
                </a:cubicBezTo>
                <a:lnTo>
                  <a:pt x="0" y="29626"/>
                </a:lnTo>
                <a:cubicBezTo>
                  <a:pt x="939" y="29925"/>
                  <a:pt x="1963" y="30060"/>
                  <a:pt x="2976" y="30060"/>
                </a:cubicBezTo>
                <a:cubicBezTo>
                  <a:pt x="3504" y="30060"/>
                  <a:pt x="4030" y="30024"/>
                  <a:pt x="4539" y="29954"/>
                </a:cubicBezTo>
                <a:cubicBezTo>
                  <a:pt x="7459" y="29553"/>
                  <a:pt x="10291" y="28394"/>
                  <a:pt x="13229" y="28394"/>
                </a:cubicBezTo>
                <a:cubicBezTo>
                  <a:pt x="13353" y="28394"/>
                  <a:pt x="13477" y="28396"/>
                  <a:pt x="13602" y="28400"/>
                </a:cubicBezTo>
                <a:cubicBezTo>
                  <a:pt x="16841" y="28510"/>
                  <a:pt x="19828" y="30097"/>
                  <a:pt x="22989" y="30820"/>
                </a:cubicBezTo>
                <a:cubicBezTo>
                  <a:pt x="24696" y="31210"/>
                  <a:pt x="26434" y="31344"/>
                  <a:pt x="28183" y="31344"/>
                </a:cubicBezTo>
                <a:cubicBezTo>
                  <a:pt x="30293" y="31344"/>
                  <a:pt x="32420" y="31149"/>
                  <a:pt x="34524" y="30974"/>
                </a:cubicBezTo>
                <a:cubicBezTo>
                  <a:pt x="41455" y="30397"/>
                  <a:pt x="48404" y="30045"/>
                  <a:pt x="55356" y="29919"/>
                </a:cubicBezTo>
                <a:cubicBezTo>
                  <a:pt x="61510" y="29810"/>
                  <a:pt x="67770" y="29861"/>
                  <a:pt x="73666" y="28097"/>
                </a:cubicBezTo>
                <a:cubicBezTo>
                  <a:pt x="75182" y="27643"/>
                  <a:pt x="76709" y="27042"/>
                  <a:pt x="77833" y="25928"/>
                </a:cubicBezTo>
                <a:cubicBezTo>
                  <a:pt x="78956" y="24814"/>
                  <a:pt x="79587" y="23078"/>
                  <a:pt x="79015" y="21602"/>
                </a:cubicBezTo>
                <a:cubicBezTo>
                  <a:pt x="77373" y="21043"/>
                  <a:pt x="75731" y="20485"/>
                  <a:pt x="74088" y="19925"/>
                </a:cubicBezTo>
                <a:cubicBezTo>
                  <a:pt x="74133" y="19304"/>
                  <a:pt x="74331" y="18698"/>
                  <a:pt x="74660" y="18169"/>
                </a:cubicBezTo>
                <a:cubicBezTo>
                  <a:pt x="73289" y="17861"/>
                  <a:pt x="71884" y="17706"/>
                  <a:pt x="70479" y="17706"/>
                </a:cubicBezTo>
                <a:cubicBezTo>
                  <a:pt x="69913" y="17706"/>
                  <a:pt x="69346" y="17731"/>
                  <a:pt x="68782" y="17782"/>
                </a:cubicBezTo>
                <a:cubicBezTo>
                  <a:pt x="68689" y="18761"/>
                  <a:pt x="67691" y="19460"/>
                  <a:pt x="66735" y="19460"/>
                </a:cubicBezTo>
                <a:cubicBezTo>
                  <a:pt x="66376" y="19460"/>
                  <a:pt x="66023" y="19362"/>
                  <a:pt x="65726" y="19142"/>
                </a:cubicBezTo>
                <a:lnTo>
                  <a:pt x="65726" y="19142"/>
                </a:lnTo>
                <a:cubicBezTo>
                  <a:pt x="65991" y="19647"/>
                  <a:pt x="65584" y="20299"/>
                  <a:pt x="65045" y="20487"/>
                </a:cubicBezTo>
                <a:cubicBezTo>
                  <a:pt x="64867" y="20549"/>
                  <a:pt x="64682" y="20575"/>
                  <a:pt x="64495" y="20575"/>
                </a:cubicBezTo>
                <a:cubicBezTo>
                  <a:pt x="64119" y="20575"/>
                  <a:pt x="63734" y="20470"/>
                  <a:pt x="63372" y="20346"/>
                </a:cubicBezTo>
                <a:cubicBezTo>
                  <a:pt x="61978" y="19870"/>
                  <a:pt x="60671" y="19142"/>
                  <a:pt x="59535" y="18206"/>
                </a:cubicBezTo>
                <a:cubicBezTo>
                  <a:pt x="59318" y="18860"/>
                  <a:pt x="59099" y="19510"/>
                  <a:pt x="58880" y="20164"/>
                </a:cubicBezTo>
                <a:cubicBezTo>
                  <a:pt x="58729" y="20181"/>
                  <a:pt x="58577" y="20190"/>
                  <a:pt x="58425" y="20190"/>
                </a:cubicBezTo>
                <a:cubicBezTo>
                  <a:pt x="57547" y="20190"/>
                  <a:pt x="56669" y="19904"/>
                  <a:pt x="55963" y="19379"/>
                </a:cubicBezTo>
                <a:cubicBezTo>
                  <a:pt x="55920" y="19899"/>
                  <a:pt x="55693" y="20404"/>
                  <a:pt x="55331" y="20780"/>
                </a:cubicBezTo>
                <a:cubicBezTo>
                  <a:pt x="54479" y="20496"/>
                  <a:pt x="53628" y="20215"/>
                  <a:pt x="52773" y="19931"/>
                </a:cubicBezTo>
                <a:cubicBezTo>
                  <a:pt x="52446" y="19823"/>
                  <a:pt x="52117" y="19714"/>
                  <a:pt x="51810" y="19565"/>
                </a:cubicBezTo>
                <a:cubicBezTo>
                  <a:pt x="49968" y="18682"/>
                  <a:pt x="49059" y="16564"/>
                  <a:pt x="48682" y="14556"/>
                </a:cubicBezTo>
                <a:cubicBezTo>
                  <a:pt x="48242" y="14777"/>
                  <a:pt x="47758" y="14881"/>
                  <a:pt x="47273" y="14881"/>
                </a:cubicBezTo>
                <a:cubicBezTo>
                  <a:pt x="46810" y="14881"/>
                  <a:pt x="46345" y="14786"/>
                  <a:pt x="45916" y="14607"/>
                </a:cubicBezTo>
                <a:cubicBezTo>
                  <a:pt x="45538" y="14451"/>
                  <a:pt x="45161" y="14251"/>
                  <a:pt x="44794" y="14251"/>
                </a:cubicBezTo>
                <a:cubicBezTo>
                  <a:pt x="44535" y="14251"/>
                  <a:pt x="44281" y="14350"/>
                  <a:pt x="44037" y="14634"/>
                </a:cubicBezTo>
                <a:cubicBezTo>
                  <a:pt x="43829" y="14871"/>
                  <a:pt x="43710" y="15198"/>
                  <a:pt x="43436" y="15349"/>
                </a:cubicBezTo>
                <a:cubicBezTo>
                  <a:pt x="43275" y="15437"/>
                  <a:pt x="43082" y="15452"/>
                  <a:pt x="42896" y="15452"/>
                </a:cubicBezTo>
                <a:cubicBezTo>
                  <a:pt x="42496" y="15452"/>
                  <a:pt x="42072" y="15390"/>
                  <a:pt x="41768" y="15131"/>
                </a:cubicBezTo>
                <a:cubicBezTo>
                  <a:pt x="41465" y="14871"/>
                  <a:pt x="41349" y="14362"/>
                  <a:pt x="41620" y="14068"/>
                </a:cubicBezTo>
                <a:cubicBezTo>
                  <a:pt x="42083" y="14027"/>
                  <a:pt x="42536" y="13871"/>
                  <a:pt x="42925" y="13614"/>
                </a:cubicBezTo>
                <a:cubicBezTo>
                  <a:pt x="42228" y="12401"/>
                  <a:pt x="40946" y="11540"/>
                  <a:pt x="39558" y="11352"/>
                </a:cubicBezTo>
                <a:cubicBezTo>
                  <a:pt x="39124" y="11293"/>
                  <a:pt x="38680" y="11295"/>
                  <a:pt x="38249" y="11211"/>
                </a:cubicBezTo>
                <a:cubicBezTo>
                  <a:pt x="37550" y="11078"/>
                  <a:pt x="36894" y="10710"/>
                  <a:pt x="36415" y="10179"/>
                </a:cubicBezTo>
                <a:cubicBezTo>
                  <a:pt x="35857" y="11485"/>
                  <a:pt x="35058" y="13667"/>
                  <a:pt x="33757" y="14358"/>
                </a:cubicBezTo>
                <a:cubicBezTo>
                  <a:pt x="32514" y="15016"/>
                  <a:pt x="30913" y="15151"/>
                  <a:pt x="29975" y="16304"/>
                </a:cubicBezTo>
                <a:cubicBezTo>
                  <a:pt x="29539" y="16836"/>
                  <a:pt x="29323" y="17549"/>
                  <a:pt x="28793" y="17989"/>
                </a:cubicBezTo>
                <a:cubicBezTo>
                  <a:pt x="28591" y="18157"/>
                  <a:pt x="28312" y="18239"/>
                  <a:pt x="28042" y="18239"/>
                </a:cubicBezTo>
                <a:cubicBezTo>
                  <a:pt x="27604" y="18239"/>
                  <a:pt x="27192" y="18021"/>
                  <a:pt x="27180" y="17596"/>
                </a:cubicBezTo>
                <a:cubicBezTo>
                  <a:pt x="27693" y="16918"/>
                  <a:pt x="28227" y="16165"/>
                  <a:pt x="28198" y="15317"/>
                </a:cubicBezTo>
                <a:cubicBezTo>
                  <a:pt x="28186" y="14981"/>
                  <a:pt x="28008" y="14491"/>
                  <a:pt x="27712" y="14296"/>
                </a:cubicBezTo>
                <a:cubicBezTo>
                  <a:pt x="27575" y="14205"/>
                  <a:pt x="27483" y="14182"/>
                  <a:pt x="27400" y="14182"/>
                </a:cubicBezTo>
                <a:cubicBezTo>
                  <a:pt x="27311" y="14182"/>
                  <a:pt x="27232" y="14208"/>
                  <a:pt x="27119" y="14208"/>
                </a:cubicBezTo>
                <a:cubicBezTo>
                  <a:pt x="27073" y="14208"/>
                  <a:pt x="27021" y="14204"/>
                  <a:pt x="26961" y="14192"/>
                </a:cubicBezTo>
                <a:cubicBezTo>
                  <a:pt x="26295" y="14061"/>
                  <a:pt x="25814" y="13593"/>
                  <a:pt x="25644" y="12920"/>
                </a:cubicBezTo>
                <a:cubicBezTo>
                  <a:pt x="25456" y="12174"/>
                  <a:pt x="25587" y="11375"/>
                  <a:pt x="25415" y="10625"/>
                </a:cubicBezTo>
                <a:cubicBezTo>
                  <a:pt x="25360" y="10387"/>
                  <a:pt x="25276" y="10156"/>
                  <a:pt x="25262" y="9911"/>
                </a:cubicBezTo>
                <a:cubicBezTo>
                  <a:pt x="25232" y="9334"/>
                  <a:pt x="25681" y="8770"/>
                  <a:pt x="26248" y="8668"/>
                </a:cubicBezTo>
                <a:cubicBezTo>
                  <a:pt x="25559" y="7995"/>
                  <a:pt x="25849" y="6629"/>
                  <a:pt x="26755" y="6296"/>
                </a:cubicBezTo>
                <a:cubicBezTo>
                  <a:pt x="27260" y="6110"/>
                  <a:pt x="27830" y="6223"/>
                  <a:pt x="28362" y="6139"/>
                </a:cubicBezTo>
                <a:cubicBezTo>
                  <a:pt x="28897" y="6059"/>
                  <a:pt x="29474" y="5611"/>
                  <a:pt x="29341" y="5088"/>
                </a:cubicBezTo>
                <a:cubicBezTo>
                  <a:pt x="29284" y="4867"/>
                  <a:pt x="29110" y="4667"/>
                  <a:pt x="29157" y="4444"/>
                </a:cubicBezTo>
                <a:cubicBezTo>
                  <a:pt x="29212" y="4182"/>
                  <a:pt x="29525" y="4086"/>
                  <a:pt x="29764" y="3968"/>
                </a:cubicBezTo>
                <a:cubicBezTo>
                  <a:pt x="30005" y="3851"/>
                  <a:pt x="30222" y="3518"/>
                  <a:pt x="30018" y="3346"/>
                </a:cubicBezTo>
                <a:cubicBezTo>
                  <a:pt x="29069" y="3342"/>
                  <a:pt x="28120" y="3135"/>
                  <a:pt x="27254" y="2741"/>
                </a:cubicBezTo>
                <a:cubicBezTo>
                  <a:pt x="27215" y="2622"/>
                  <a:pt x="27196" y="2497"/>
                  <a:pt x="27194" y="2373"/>
                </a:cubicBezTo>
                <a:cubicBezTo>
                  <a:pt x="27178" y="1835"/>
                  <a:pt x="27470" y="1293"/>
                  <a:pt x="27849" y="890"/>
                </a:cubicBezTo>
                <a:cubicBezTo>
                  <a:pt x="28159" y="559"/>
                  <a:pt x="28527" y="287"/>
                  <a:pt x="2888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8"/>
          <p:cNvSpPr/>
          <p:nvPr/>
        </p:nvSpPr>
        <p:spPr>
          <a:xfrm flipH="1">
            <a:off x="6730175" y="4365325"/>
            <a:ext cx="684050" cy="273675"/>
          </a:xfrm>
          <a:custGeom>
            <a:rect b="b" l="l" r="r" t="t"/>
            <a:pathLst>
              <a:path extrusionOk="0" h="10947" w="27362">
                <a:moveTo>
                  <a:pt x="6610" y="0"/>
                </a:moveTo>
                <a:lnTo>
                  <a:pt x="6610" y="0"/>
                </a:lnTo>
                <a:cubicBezTo>
                  <a:pt x="6624" y="856"/>
                  <a:pt x="5769" y="1420"/>
                  <a:pt x="5078" y="1923"/>
                </a:cubicBezTo>
                <a:cubicBezTo>
                  <a:pt x="4387" y="2428"/>
                  <a:pt x="3717" y="3349"/>
                  <a:pt x="4189" y="4062"/>
                </a:cubicBezTo>
                <a:cubicBezTo>
                  <a:pt x="3175" y="4142"/>
                  <a:pt x="1970" y="4356"/>
                  <a:pt x="1574" y="5293"/>
                </a:cubicBezTo>
                <a:cubicBezTo>
                  <a:pt x="1427" y="5640"/>
                  <a:pt x="1427" y="6027"/>
                  <a:pt x="1361" y="6399"/>
                </a:cubicBezTo>
                <a:cubicBezTo>
                  <a:pt x="1189" y="7362"/>
                  <a:pt x="588" y="8186"/>
                  <a:pt x="0" y="8973"/>
                </a:cubicBezTo>
                <a:cubicBezTo>
                  <a:pt x="668" y="9486"/>
                  <a:pt x="1576" y="9505"/>
                  <a:pt x="2412" y="9613"/>
                </a:cubicBezTo>
                <a:cubicBezTo>
                  <a:pt x="3854" y="9799"/>
                  <a:pt x="5236" y="10306"/>
                  <a:pt x="6659" y="10590"/>
                </a:cubicBezTo>
                <a:cubicBezTo>
                  <a:pt x="8143" y="10884"/>
                  <a:pt x="9657" y="10936"/>
                  <a:pt x="11170" y="10936"/>
                </a:cubicBezTo>
                <a:cubicBezTo>
                  <a:pt x="11577" y="10936"/>
                  <a:pt x="11984" y="10932"/>
                  <a:pt x="12391" y="10928"/>
                </a:cubicBezTo>
                <a:cubicBezTo>
                  <a:pt x="15131" y="10903"/>
                  <a:pt x="17871" y="10878"/>
                  <a:pt x="20611" y="10850"/>
                </a:cubicBezTo>
                <a:cubicBezTo>
                  <a:pt x="20631" y="10850"/>
                  <a:pt x="20651" y="10850"/>
                  <a:pt x="20671" y="10850"/>
                </a:cubicBezTo>
                <a:cubicBezTo>
                  <a:pt x="21337" y="10850"/>
                  <a:pt x="22196" y="10947"/>
                  <a:pt x="23043" y="10947"/>
                </a:cubicBezTo>
                <a:cubicBezTo>
                  <a:pt x="24377" y="10947"/>
                  <a:pt x="25679" y="10706"/>
                  <a:pt x="26143" y="9468"/>
                </a:cubicBezTo>
                <a:cubicBezTo>
                  <a:pt x="27361" y="6225"/>
                  <a:pt x="24090" y="5130"/>
                  <a:pt x="21226" y="5130"/>
                </a:cubicBezTo>
                <a:cubicBezTo>
                  <a:pt x="20109" y="5130"/>
                  <a:pt x="19054" y="5296"/>
                  <a:pt x="18351" y="5567"/>
                </a:cubicBezTo>
                <a:cubicBezTo>
                  <a:pt x="17906" y="5737"/>
                  <a:pt x="17412" y="5925"/>
                  <a:pt x="16952" y="5925"/>
                </a:cubicBezTo>
                <a:cubicBezTo>
                  <a:pt x="16707" y="5925"/>
                  <a:pt x="16473" y="5872"/>
                  <a:pt x="16260" y="5736"/>
                </a:cubicBezTo>
                <a:cubicBezTo>
                  <a:pt x="16043" y="5597"/>
                  <a:pt x="15882" y="5383"/>
                  <a:pt x="15663" y="5246"/>
                </a:cubicBezTo>
                <a:cubicBezTo>
                  <a:pt x="15390" y="5072"/>
                  <a:pt x="15075" y="5035"/>
                  <a:pt x="14748" y="5035"/>
                </a:cubicBezTo>
                <a:cubicBezTo>
                  <a:pt x="14504" y="5035"/>
                  <a:pt x="14253" y="5056"/>
                  <a:pt x="14008" y="5056"/>
                </a:cubicBezTo>
                <a:cubicBezTo>
                  <a:pt x="13952" y="5056"/>
                  <a:pt x="13897" y="5055"/>
                  <a:pt x="13843" y="5052"/>
                </a:cubicBezTo>
                <a:cubicBezTo>
                  <a:pt x="12657" y="5000"/>
                  <a:pt x="11655" y="4201"/>
                  <a:pt x="10740" y="3440"/>
                </a:cubicBezTo>
                <a:cubicBezTo>
                  <a:pt x="9364" y="2293"/>
                  <a:pt x="7986" y="1145"/>
                  <a:pt x="6610"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8"/>
          <p:cNvSpPr/>
          <p:nvPr/>
        </p:nvSpPr>
        <p:spPr>
          <a:xfrm flipH="1">
            <a:off x="7712125" y="4095400"/>
            <a:ext cx="352200" cy="513275"/>
          </a:xfrm>
          <a:custGeom>
            <a:rect b="b" l="l" r="r" t="t"/>
            <a:pathLst>
              <a:path extrusionOk="0" h="20531" w="14088">
                <a:moveTo>
                  <a:pt x="236" y="1"/>
                </a:moveTo>
                <a:cubicBezTo>
                  <a:pt x="1" y="412"/>
                  <a:pt x="67" y="924"/>
                  <a:pt x="179" y="1384"/>
                </a:cubicBezTo>
                <a:cubicBezTo>
                  <a:pt x="521" y="2792"/>
                  <a:pt x="1232" y="4107"/>
                  <a:pt x="2220" y="5168"/>
                </a:cubicBezTo>
                <a:cubicBezTo>
                  <a:pt x="1972" y="5168"/>
                  <a:pt x="1755" y="5419"/>
                  <a:pt x="1792" y="5663"/>
                </a:cubicBezTo>
                <a:cubicBezTo>
                  <a:pt x="1815" y="5828"/>
                  <a:pt x="1933" y="5963"/>
                  <a:pt x="2044" y="6088"/>
                </a:cubicBezTo>
                <a:cubicBezTo>
                  <a:pt x="2624" y="6736"/>
                  <a:pt x="3201" y="7382"/>
                  <a:pt x="3780" y="8030"/>
                </a:cubicBezTo>
                <a:cubicBezTo>
                  <a:pt x="4123" y="8411"/>
                  <a:pt x="4468" y="8799"/>
                  <a:pt x="4708" y="9253"/>
                </a:cubicBezTo>
                <a:cubicBezTo>
                  <a:pt x="5200" y="10183"/>
                  <a:pt x="5196" y="11287"/>
                  <a:pt x="5178" y="12336"/>
                </a:cubicBezTo>
                <a:cubicBezTo>
                  <a:pt x="5003" y="12294"/>
                  <a:pt x="4823" y="12252"/>
                  <a:pt x="4645" y="12252"/>
                </a:cubicBezTo>
                <a:cubicBezTo>
                  <a:pt x="4576" y="12252"/>
                  <a:pt x="4507" y="12259"/>
                  <a:pt x="4438" y="12273"/>
                </a:cubicBezTo>
                <a:cubicBezTo>
                  <a:pt x="4193" y="12324"/>
                  <a:pt x="3964" y="12520"/>
                  <a:pt x="3955" y="12768"/>
                </a:cubicBezTo>
                <a:cubicBezTo>
                  <a:pt x="3949" y="12960"/>
                  <a:pt x="4070" y="13129"/>
                  <a:pt x="4193" y="13272"/>
                </a:cubicBezTo>
                <a:cubicBezTo>
                  <a:pt x="4507" y="13634"/>
                  <a:pt x="4906" y="13976"/>
                  <a:pt x="4976" y="14448"/>
                </a:cubicBezTo>
                <a:cubicBezTo>
                  <a:pt x="5082" y="15151"/>
                  <a:pt x="4415" y="15783"/>
                  <a:pt x="4477" y="16487"/>
                </a:cubicBezTo>
                <a:cubicBezTo>
                  <a:pt x="4501" y="16732"/>
                  <a:pt x="4612" y="16973"/>
                  <a:pt x="4579" y="17218"/>
                </a:cubicBezTo>
                <a:cubicBezTo>
                  <a:pt x="4554" y="17384"/>
                  <a:pt x="4466" y="17533"/>
                  <a:pt x="4393" y="17681"/>
                </a:cubicBezTo>
                <a:cubicBezTo>
                  <a:pt x="4193" y="18091"/>
                  <a:pt x="4101" y="18549"/>
                  <a:pt x="4123" y="19001"/>
                </a:cubicBezTo>
                <a:cubicBezTo>
                  <a:pt x="4250" y="18995"/>
                  <a:pt x="4378" y="18992"/>
                  <a:pt x="4505" y="18992"/>
                </a:cubicBezTo>
                <a:cubicBezTo>
                  <a:pt x="5627" y="18992"/>
                  <a:pt x="6748" y="19223"/>
                  <a:pt x="7781" y="19664"/>
                </a:cubicBezTo>
                <a:cubicBezTo>
                  <a:pt x="8300" y="19887"/>
                  <a:pt x="8799" y="20163"/>
                  <a:pt x="9339" y="20324"/>
                </a:cubicBezTo>
                <a:cubicBezTo>
                  <a:pt x="9900" y="20493"/>
                  <a:pt x="10488" y="20530"/>
                  <a:pt x="11076" y="20530"/>
                </a:cubicBezTo>
                <a:cubicBezTo>
                  <a:pt x="11320" y="20530"/>
                  <a:pt x="11564" y="20524"/>
                  <a:pt x="11806" y="20518"/>
                </a:cubicBezTo>
                <a:cubicBezTo>
                  <a:pt x="12385" y="20500"/>
                  <a:pt x="13006" y="20475"/>
                  <a:pt x="13471" y="20132"/>
                </a:cubicBezTo>
                <a:cubicBezTo>
                  <a:pt x="14088" y="19678"/>
                  <a:pt x="13859" y="19183"/>
                  <a:pt x="13745" y="18590"/>
                </a:cubicBezTo>
                <a:cubicBezTo>
                  <a:pt x="13593" y="17777"/>
                  <a:pt x="13681" y="16867"/>
                  <a:pt x="13820" y="16061"/>
                </a:cubicBezTo>
                <a:cubicBezTo>
                  <a:pt x="13877" y="15738"/>
                  <a:pt x="13941" y="15372"/>
                  <a:pt x="13753" y="15104"/>
                </a:cubicBezTo>
                <a:cubicBezTo>
                  <a:pt x="13628" y="14926"/>
                  <a:pt x="13421" y="14830"/>
                  <a:pt x="13235" y="14714"/>
                </a:cubicBezTo>
                <a:cubicBezTo>
                  <a:pt x="12565" y="14303"/>
                  <a:pt x="12119" y="13546"/>
                  <a:pt x="12090" y="12759"/>
                </a:cubicBezTo>
                <a:cubicBezTo>
                  <a:pt x="12066" y="12111"/>
                  <a:pt x="12301" y="11436"/>
                  <a:pt x="12080" y="10825"/>
                </a:cubicBezTo>
                <a:cubicBezTo>
                  <a:pt x="11847" y="10179"/>
                  <a:pt x="11187" y="9811"/>
                  <a:pt x="10590" y="9470"/>
                </a:cubicBezTo>
                <a:cubicBezTo>
                  <a:pt x="9052" y="8595"/>
                  <a:pt x="7615" y="7542"/>
                  <a:pt x="6317" y="6342"/>
                </a:cubicBezTo>
                <a:cubicBezTo>
                  <a:pt x="5789" y="5853"/>
                  <a:pt x="5278" y="5334"/>
                  <a:pt x="4671" y="4945"/>
                </a:cubicBezTo>
                <a:cubicBezTo>
                  <a:pt x="4229" y="4661"/>
                  <a:pt x="3734" y="4450"/>
                  <a:pt x="3326" y="4121"/>
                </a:cubicBezTo>
                <a:cubicBezTo>
                  <a:pt x="2504" y="3457"/>
                  <a:pt x="2115" y="2410"/>
                  <a:pt x="1526" y="1533"/>
                </a:cubicBezTo>
                <a:cubicBezTo>
                  <a:pt x="1150" y="979"/>
                  <a:pt x="694" y="486"/>
                  <a:pt x="236"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8"/>
          <p:cNvSpPr/>
          <p:nvPr/>
        </p:nvSpPr>
        <p:spPr>
          <a:xfrm flipH="1">
            <a:off x="7490675" y="3973350"/>
            <a:ext cx="544925" cy="433150"/>
          </a:xfrm>
          <a:custGeom>
            <a:rect b="b" l="l" r="r" t="t"/>
            <a:pathLst>
              <a:path extrusionOk="0" h="17326" w="21797">
                <a:moveTo>
                  <a:pt x="400" y="1"/>
                </a:moveTo>
                <a:lnTo>
                  <a:pt x="400" y="1"/>
                </a:lnTo>
                <a:cubicBezTo>
                  <a:pt x="441" y="298"/>
                  <a:pt x="371" y="635"/>
                  <a:pt x="157" y="1001"/>
                </a:cubicBezTo>
                <a:cubicBezTo>
                  <a:pt x="87" y="1121"/>
                  <a:pt x="1" y="1265"/>
                  <a:pt x="65" y="1391"/>
                </a:cubicBezTo>
                <a:cubicBezTo>
                  <a:pt x="99" y="1459"/>
                  <a:pt x="173" y="1498"/>
                  <a:pt x="242" y="1532"/>
                </a:cubicBezTo>
                <a:cubicBezTo>
                  <a:pt x="422" y="1626"/>
                  <a:pt x="606" y="1718"/>
                  <a:pt x="786" y="1813"/>
                </a:cubicBezTo>
                <a:cubicBezTo>
                  <a:pt x="936" y="1890"/>
                  <a:pt x="1085" y="1968"/>
                  <a:pt x="1234" y="2044"/>
                </a:cubicBezTo>
                <a:cubicBezTo>
                  <a:pt x="1299" y="2076"/>
                  <a:pt x="1367" y="2115"/>
                  <a:pt x="1396" y="2178"/>
                </a:cubicBezTo>
                <a:cubicBezTo>
                  <a:pt x="1436" y="2262"/>
                  <a:pt x="1398" y="2358"/>
                  <a:pt x="1391" y="2448"/>
                </a:cubicBezTo>
                <a:cubicBezTo>
                  <a:pt x="1371" y="2671"/>
                  <a:pt x="1535" y="2876"/>
                  <a:pt x="1731" y="2988"/>
                </a:cubicBezTo>
                <a:cubicBezTo>
                  <a:pt x="1927" y="3101"/>
                  <a:pt x="2152" y="3143"/>
                  <a:pt x="2365" y="3213"/>
                </a:cubicBezTo>
                <a:cubicBezTo>
                  <a:pt x="3041" y="3430"/>
                  <a:pt x="3598" y="3914"/>
                  <a:pt x="4058" y="4454"/>
                </a:cubicBezTo>
                <a:cubicBezTo>
                  <a:pt x="4516" y="4994"/>
                  <a:pt x="4892" y="5599"/>
                  <a:pt x="5325" y="6161"/>
                </a:cubicBezTo>
                <a:cubicBezTo>
                  <a:pt x="5423" y="6288"/>
                  <a:pt x="5526" y="6413"/>
                  <a:pt x="5658" y="6503"/>
                </a:cubicBezTo>
                <a:cubicBezTo>
                  <a:pt x="5752" y="6568"/>
                  <a:pt x="5857" y="6611"/>
                  <a:pt x="5939" y="6687"/>
                </a:cubicBezTo>
                <a:cubicBezTo>
                  <a:pt x="6026" y="6768"/>
                  <a:pt x="6078" y="6879"/>
                  <a:pt x="6125" y="6987"/>
                </a:cubicBezTo>
                <a:cubicBezTo>
                  <a:pt x="6356" y="7492"/>
                  <a:pt x="6548" y="8016"/>
                  <a:pt x="6705" y="8553"/>
                </a:cubicBezTo>
                <a:cubicBezTo>
                  <a:pt x="6812" y="8921"/>
                  <a:pt x="6828" y="9502"/>
                  <a:pt x="7192" y="9729"/>
                </a:cubicBezTo>
                <a:cubicBezTo>
                  <a:pt x="7276" y="9780"/>
                  <a:pt x="7378" y="9786"/>
                  <a:pt x="7476" y="9792"/>
                </a:cubicBezTo>
                <a:cubicBezTo>
                  <a:pt x="8190" y="9837"/>
                  <a:pt x="8895" y="10007"/>
                  <a:pt x="9549" y="10295"/>
                </a:cubicBezTo>
                <a:cubicBezTo>
                  <a:pt x="9780" y="10397"/>
                  <a:pt x="10015" y="10518"/>
                  <a:pt x="10185" y="10708"/>
                </a:cubicBezTo>
                <a:cubicBezTo>
                  <a:pt x="10279" y="10815"/>
                  <a:pt x="10355" y="10943"/>
                  <a:pt x="10471" y="11029"/>
                </a:cubicBezTo>
                <a:cubicBezTo>
                  <a:pt x="10613" y="11134"/>
                  <a:pt x="10787" y="11159"/>
                  <a:pt x="10970" y="11159"/>
                </a:cubicBezTo>
                <a:cubicBezTo>
                  <a:pt x="11123" y="11159"/>
                  <a:pt x="11282" y="11142"/>
                  <a:pt x="11434" y="11142"/>
                </a:cubicBezTo>
                <a:cubicBezTo>
                  <a:pt x="11625" y="11142"/>
                  <a:pt x="11806" y="11168"/>
                  <a:pt x="11949" y="11289"/>
                </a:cubicBezTo>
                <a:cubicBezTo>
                  <a:pt x="12195" y="11500"/>
                  <a:pt x="12185" y="11872"/>
                  <a:pt x="12225" y="12195"/>
                </a:cubicBezTo>
                <a:cubicBezTo>
                  <a:pt x="12293" y="12753"/>
                  <a:pt x="12557" y="13262"/>
                  <a:pt x="12759" y="13787"/>
                </a:cubicBezTo>
                <a:cubicBezTo>
                  <a:pt x="13133" y="14771"/>
                  <a:pt x="12751" y="15918"/>
                  <a:pt x="13368" y="16834"/>
                </a:cubicBezTo>
                <a:cubicBezTo>
                  <a:pt x="13567" y="17130"/>
                  <a:pt x="13945" y="17325"/>
                  <a:pt x="14289" y="17325"/>
                </a:cubicBezTo>
                <a:cubicBezTo>
                  <a:pt x="14504" y="17325"/>
                  <a:pt x="14707" y="17248"/>
                  <a:pt x="14843" y="17071"/>
                </a:cubicBezTo>
                <a:cubicBezTo>
                  <a:pt x="14975" y="16899"/>
                  <a:pt x="15014" y="16674"/>
                  <a:pt x="15037" y="16458"/>
                </a:cubicBezTo>
                <a:cubicBezTo>
                  <a:pt x="15131" y="15493"/>
                  <a:pt x="14926" y="14499"/>
                  <a:pt x="14456" y="13654"/>
                </a:cubicBezTo>
                <a:cubicBezTo>
                  <a:pt x="14666" y="13588"/>
                  <a:pt x="14872" y="13559"/>
                  <a:pt x="15073" y="13559"/>
                </a:cubicBezTo>
                <a:cubicBezTo>
                  <a:pt x="16880" y="13559"/>
                  <a:pt x="18370" y="15937"/>
                  <a:pt x="20334" y="16141"/>
                </a:cubicBezTo>
                <a:cubicBezTo>
                  <a:pt x="20745" y="14975"/>
                  <a:pt x="21156" y="13804"/>
                  <a:pt x="21567" y="12638"/>
                </a:cubicBezTo>
                <a:cubicBezTo>
                  <a:pt x="21659" y="12373"/>
                  <a:pt x="21751" y="12101"/>
                  <a:pt x="21796" y="11827"/>
                </a:cubicBezTo>
                <a:cubicBezTo>
                  <a:pt x="20189" y="11407"/>
                  <a:pt x="18641" y="10827"/>
                  <a:pt x="17249" y="9921"/>
                </a:cubicBezTo>
                <a:cubicBezTo>
                  <a:pt x="15689" y="8909"/>
                  <a:pt x="14405" y="7539"/>
                  <a:pt x="13011" y="6308"/>
                </a:cubicBezTo>
                <a:cubicBezTo>
                  <a:pt x="9435" y="3156"/>
                  <a:pt x="5045" y="1036"/>
                  <a:pt x="400"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8"/>
          <p:cNvSpPr/>
          <p:nvPr/>
        </p:nvSpPr>
        <p:spPr>
          <a:xfrm flipH="1">
            <a:off x="8499600" y="4030375"/>
            <a:ext cx="625275" cy="286175"/>
          </a:xfrm>
          <a:custGeom>
            <a:rect b="b" l="l" r="r" t="t"/>
            <a:pathLst>
              <a:path extrusionOk="0" h="11447" w="25011">
                <a:moveTo>
                  <a:pt x="24384" y="0"/>
                </a:moveTo>
                <a:lnTo>
                  <a:pt x="24384" y="0"/>
                </a:lnTo>
                <a:cubicBezTo>
                  <a:pt x="24063" y="165"/>
                  <a:pt x="23744" y="333"/>
                  <a:pt x="23429" y="509"/>
                </a:cubicBezTo>
                <a:cubicBezTo>
                  <a:pt x="22377" y="1098"/>
                  <a:pt x="21350" y="1762"/>
                  <a:pt x="20195" y="2108"/>
                </a:cubicBezTo>
                <a:cubicBezTo>
                  <a:pt x="19057" y="2454"/>
                  <a:pt x="17855" y="2477"/>
                  <a:pt x="16661" y="2477"/>
                </a:cubicBezTo>
                <a:cubicBezTo>
                  <a:pt x="16476" y="2477"/>
                  <a:pt x="16291" y="2476"/>
                  <a:pt x="16107" y="2476"/>
                </a:cubicBezTo>
                <a:cubicBezTo>
                  <a:pt x="16072" y="2476"/>
                  <a:pt x="16036" y="2476"/>
                  <a:pt x="16000" y="2476"/>
                </a:cubicBezTo>
                <a:cubicBezTo>
                  <a:pt x="12512" y="2486"/>
                  <a:pt x="9022" y="2817"/>
                  <a:pt x="5589" y="3455"/>
                </a:cubicBezTo>
                <a:cubicBezTo>
                  <a:pt x="5755" y="3954"/>
                  <a:pt x="6184" y="4477"/>
                  <a:pt x="6104" y="4999"/>
                </a:cubicBezTo>
                <a:cubicBezTo>
                  <a:pt x="6010" y="5600"/>
                  <a:pt x="5289" y="5882"/>
                  <a:pt x="4679" y="5882"/>
                </a:cubicBezTo>
                <a:cubicBezTo>
                  <a:pt x="4677" y="5882"/>
                  <a:pt x="4675" y="5882"/>
                  <a:pt x="4673" y="5882"/>
                </a:cubicBezTo>
                <a:cubicBezTo>
                  <a:pt x="4626" y="5882"/>
                  <a:pt x="4577" y="5881"/>
                  <a:pt x="4529" y="5881"/>
                </a:cubicBezTo>
                <a:cubicBezTo>
                  <a:pt x="4377" y="5881"/>
                  <a:pt x="4225" y="5890"/>
                  <a:pt x="4096" y="5964"/>
                </a:cubicBezTo>
                <a:cubicBezTo>
                  <a:pt x="3961" y="6041"/>
                  <a:pt x="3871" y="6176"/>
                  <a:pt x="3737" y="6256"/>
                </a:cubicBezTo>
                <a:cubicBezTo>
                  <a:pt x="3643" y="6312"/>
                  <a:pt x="3543" y="6335"/>
                  <a:pt x="3439" y="6335"/>
                </a:cubicBezTo>
                <a:cubicBezTo>
                  <a:pt x="3179" y="6335"/>
                  <a:pt x="2900" y="6192"/>
                  <a:pt x="2651" y="6076"/>
                </a:cubicBezTo>
                <a:cubicBezTo>
                  <a:pt x="2489" y="5999"/>
                  <a:pt x="2290" y="5945"/>
                  <a:pt x="2107" y="5945"/>
                </a:cubicBezTo>
                <a:cubicBezTo>
                  <a:pt x="1900" y="5945"/>
                  <a:pt x="1713" y="6014"/>
                  <a:pt x="1623" y="6197"/>
                </a:cubicBezTo>
                <a:cubicBezTo>
                  <a:pt x="1421" y="5795"/>
                  <a:pt x="1065" y="5333"/>
                  <a:pt x="662" y="5333"/>
                </a:cubicBezTo>
                <a:cubicBezTo>
                  <a:pt x="594" y="5333"/>
                  <a:pt x="525" y="5346"/>
                  <a:pt x="455" y="5375"/>
                </a:cubicBezTo>
                <a:cubicBezTo>
                  <a:pt x="155" y="5500"/>
                  <a:pt x="36" y="5861"/>
                  <a:pt x="18" y="6184"/>
                </a:cubicBezTo>
                <a:cubicBezTo>
                  <a:pt x="1" y="6536"/>
                  <a:pt x="77" y="6918"/>
                  <a:pt x="337" y="7156"/>
                </a:cubicBezTo>
                <a:cubicBezTo>
                  <a:pt x="465" y="7275"/>
                  <a:pt x="644" y="7339"/>
                  <a:pt x="817" y="7339"/>
                </a:cubicBezTo>
                <a:cubicBezTo>
                  <a:pt x="996" y="7339"/>
                  <a:pt x="1169" y="7270"/>
                  <a:pt x="1269" y="7123"/>
                </a:cubicBezTo>
                <a:cubicBezTo>
                  <a:pt x="1375" y="7654"/>
                  <a:pt x="1796" y="8078"/>
                  <a:pt x="2285" y="8313"/>
                </a:cubicBezTo>
                <a:cubicBezTo>
                  <a:pt x="2770" y="8548"/>
                  <a:pt x="3322" y="8615"/>
                  <a:pt x="3863" y="8652"/>
                </a:cubicBezTo>
                <a:cubicBezTo>
                  <a:pt x="3977" y="8659"/>
                  <a:pt x="4094" y="8665"/>
                  <a:pt x="4211" y="8665"/>
                </a:cubicBezTo>
                <a:cubicBezTo>
                  <a:pt x="4512" y="8665"/>
                  <a:pt x="4812" y="8626"/>
                  <a:pt x="5070" y="8480"/>
                </a:cubicBezTo>
                <a:cubicBezTo>
                  <a:pt x="5622" y="8170"/>
                  <a:pt x="5842" y="7452"/>
                  <a:pt x="6388" y="7133"/>
                </a:cubicBezTo>
                <a:cubicBezTo>
                  <a:pt x="6610" y="7002"/>
                  <a:pt x="6850" y="6952"/>
                  <a:pt x="7098" y="6952"/>
                </a:cubicBezTo>
                <a:cubicBezTo>
                  <a:pt x="7646" y="6952"/>
                  <a:pt x="8239" y="7192"/>
                  <a:pt x="8795" y="7319"/>
                </a:cubicBezTo>
                <a:cubicBezTo>
                  <a:pt x="9334" y="7440"/>
                  <a:pt x="9889" y="7450"/>
                  <a:pt x="10439" y="7460"/>
                </a:cubicBezTo>
                <a:cubicBezTo>
                  <a:pt x="10462" y="7460"/>
                  <a:pt x="10485" y="7460"/>
                  <a:pt x="10508" y="7460"/>
                </a:cubicBezTo>
                <a:cubicBezTo>
                  <a:pt x="10644" y="7460"/>
                  <a:pt x="10783" y="7452"/>
                  <a:pt x="10903" y="7391"/>
                </a:cubicBezTo>
                <a:cubicBezTo>
                  <a:pt x="11029" y="7325"/>
                  <a:pt x="11119" y="7211"/>
                  <a:pt x="11236" y="7129"/>
                </a:cubicBezTo>
                <a:cubicBezTo>
                  <a:pt x="11379" y="7035"/>
                  <a:pt x="11549" y="6998"/>
                  <a:pt x="11720" y="6978"/>
                </a:cubicBezTo>
                <a:cubicBezTo>
                  <a:pt x="11821" y="6966"/>
                  <a:pt x="11923" y="6960"/>
                  <a:pt x="12024" y="6960"/>
                </a:cubicBezTo>
                <a:cubicBezTo>
                  <a:pt x="13409" y="6960"/>
                  <a:pt x="14744" y="8050"/>
                  <a:pt x="14963" y="9429"/>
                </a:cubicBezTo>
                <a:cubicBezTo>
                  <a:pt x="14988" y="9589"/>
                  <a:pt x="15010" y="9766"/>
                  <a:pt x="15131" y="9865"/>
                </a:cubicBezTo>
                <a:cubicBezTo>
                  <a:pt x="15347" y="10044"/>
                  <a:pt x="15763" y="9895"/>
                  <a:pt x="15901" y="10139"/>
                </a:cubicBezTo>
                <a:cubicBezTo>
                  <a:pt x="15967" y="10259"/>
                  <a:pt x="15920" y="10406"/>
                  <a:pt x="15924" y="10543"/>
                </a:cubicBezTo>
                <a:cubicBezTo>
                  <a:pt x="15940" y="11030"/>
                  <a:pt x="16539" y="11238"/>
                  <a:pt x="17018" y="11316"/>
                </a:cubicBezTo>
                <a:cubicBezTo>
                  <a:pt x="17408" y="11382"/>
                  <a:pt x="17809" y="11446"/>
                  <a:pt x="18203" y="11446"/>
                </a:cubicBezTo>
                <a:cubicBezTo>
                  <a:pt x="18487" y="11446"/>
                  <a:pt x="18767" y="11413"/>
                  <a:pt x="19036" y="11322"/>
                </a:cubicBezTo>
                <a:cubicBezTo>
                  <a:pt x="19122" y="11292"/>
                  <a:pt x="19210" y="11255"/>
                  <a:pt x="19261" y="11179"/>
                </a:cubicBezTo>
                <a:cubicBezTo>
                  <a:pt x="19394" y="10989"/>
                  <a:pt x="19199" y="10746"/>
                  <a:pt x="19142" y="10519"/>
                </a:cubicBezTo>
                <a:cubicBezTo>
                  <a:pt x="18983" y="9869"/>
                  <a:pt x="19989" y="9495"/>
                  <a:pt x="20089" y="8836"/>
                </a:cubicBezTo>
                <a:cubicBezTo>
                  <a:pt x="20136" y="8529"/>
                  <a:pt x="19972" y="8227"/>
                  <a:pt x="19952" y="7920"/>
                </a:cubicBezTo>
                <a:cubicBezTo>
                  <a:pt x="19888" y="6927"/>
                  <a:pt x="21234" y="6295"/>
                  <a:pt x="21225" y="5301"/>
                </a:cubicBezTo>
                <a:cubicBezTo>
                  <a:pt x="22379" y="5217"/>
                  <a:pt x="23532" y="5131"/>
                  <a:pt x="24687" y="5042"/>
                </a:cubicBezTo>
                <a:cubicBezTo>
                  <a:pt x="24785" y="5035"/>
                  <a:pt x="24895" y="5023"/>
                  <a:pt x="24955" y="4945"/>
                </a:cubicBezTo>
                <a:cubicBezTo>
                  <a:pt x="25006" y="4882"/>
                  <a:pt x="25010" y="4790"/>
                  <a:pt x="25006" y="4708"/>
                </a:cubicBezTo>
                <a:cubicBezTo>
                  <a:pt x="24992" y="4297"/>
                  <a:pt x="24922" y="3886"/>
                  <a:pt x="24799" y="3492"/>
                </a:cubicBezTo>
                <a:cubicBezTo>
                  <a:pt x="24286" y="3802"/>
                  <a:pt x="23687" y="3959"/>
                  <a:pt x="23088" y="3959"/>
                </a:cubicBezTo>
                <a:cubicBezTo>
                  <a:pt x="22664" y="3959"/>
                  <a:pt x="22241" y="3880"/>
                  <a:pt x="21849" y="3721"/>
                </a:cubicBezTo>
                <a:cubicBezTo>
                  <a:pt x="21686" y="3633"/>
                  <a:pt x="21706" y="3377"/>
                  <a:pt x="21835" y="3249"/>
                </a:cubicBezTo>
                <a:cubicBezTo>
                  <a:pt x="21968" y="3122"/>
                  <a:pt x="22162" y="3091"/>
                  <a:pt x="22342" y="3064"/>
                </a:cubicBezTo>
                <a:cubicBezTo>
                  <a:pt x="22792" y="2997"/>
                  <a:pt x="23241" y="2930"/>
                  <a:pt x="23691" y="2866"/>
                </a:cubicBezTo>
                <a:cubicBezTo>
                  <a:pt x="23675" y="2719"/>
                  <a:pt x="23663" y="2572"/>
                  <a:pt x="23650" y="2425"/>
                </a:cubicBezTo>
                <a:cubicBezTo>
                  <a:pt x="23621" y="2439"/>
                  <a:pt x="23592" y="2446"/>
                  <a:pt x="23562" y="2446"/>
                </a:cubicBezTo>
                <a:cubicBezTo>
                  <a:pt x="23434" y="2446"/>
                  <a:pt x="23307" y="2328"/>
                  <a:pt x="23282" y="2194"/>
                </a:cubicBezTo>
                <a:cubicBezTo>
                  <a:pt x="23250" y="2030"/>
                  <a:pt x="23321" y="1868"/>
                  <a:pt x="23395" y="1715"/>
                </a:cubicBezTo>
                <a:cubicBezTo>
                  <a:pt x="23689" y="1116"/>
                  <a:pt x="24026" y="552"/>
                  <a:pt x="243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8"/>
          <p:cNvSpPr/>
          <p:nvPr/>
        </p:nvSpPr>
        <p:spPr>
          <a:xfrm flipH="1">
            <a:off x="7416350" y="4448125"/>
            <a:ext cx="1727650" cy="154650"/>
          </a:xfrm>
          <a:custGeom>
            <a:rect b="b" l="l" r="r" t="t"/>
            <a:pathLst>
              <a:path extrusionOk="0" h="6186" w="69106">
                <a:moveTo>
                  <a:pt x="9862" y="0"/>
                </a:moveTo>
                <a:cubicBezTo>
                  <a:pt x="9744" y="337"/>
                  <a:pt x="9306" y="398"/>
                  <a:pt x="8952" y="400"/>
                </a:cubicBezTo>
                <a:cubicBezTo>
                  <a:pt x="8714" y="401"/>
                  <a:pt x="8477" y="402"/>
                  <a:pt x="8240" y="402"/>
                </a:cubicBezTo>
                <a:cubicBezTo>
                  <a:pt x="7159" y="402"/>
                  <a:pt x="6078" y="384"/>
                  <a:pt x="4998" y="349"/>
                </a:cubicBezTo>
                <a:cubicBezTo>
                  <a:pt x="4009" y="313"/>
                  <a:pt x="3023" y="265"/>
                  <a:pt x="2036" y="216"/>
                </a:cubicBezTo>
                <a:cubicBezTo>
                  <a:pt x="1860" y="206"/>
                  <a:pt x="1686" y="200"/>
                  <a:pt x="1510" y="190"/>
                </a:cubicBezTo>
                <a:cubicBezTo>
                  <a:pt x="1282" y="178"/>
                  <a:pt x="1052" y="167"/>
                  <a:pt x="823" y="167"/>
                </a:cubicBezTo>
                <a:cubicBezTo>
                  <a:pt x="554" y="167"/>
                  <a:pt x="286" y="183"/>
                  <a:pt x="22" y="231"/>
                </a:cubicBezTo>
                <a:cubicBezTo>
                  <a:pt x="16" y="233"/>
                  <a:pt x="8" y="233"/>
                  <a:pt x="0" y="235"/>
                </a:cubicBezTo>
                <a:lnTo>
                  <a:pt x="0" y="6186"/>
                </a:lnTo>
                <a:cubicBezTo>
                  <a:pt x="2933" y="6121"/>
                  <a:pt x="5861" y="6056"/>
                  <a:pt x="8791" y="5990"/>
                </a:cubicBezTo>
                <a:cubicBezTo>
                  <a:pt x="13544" y="5880"/>
                  <a:pt x="18288" y="5775"/>
                  <a:pt x="23029" y="5669"/>
                </a:cubicBezTo>
                <a:cubicBezTo>
                  <a:pt x="38386" y="5326"/>
                  <a:pt x="53748" y="4988"/>
                  <a:pt x="69105" y="4645"/>
                </a:cubicBezTo>
                <a:cubicBezTo>
                  <a:pt x="64711" y="4391"/>
                  <a:pt x="60317" y="4146"/>
                  <a:pt x="55922" y="3913"/>
                </a:cubicBezTo>
                <a:cubicBezTo>
                  <a:pt x="54775" y="3852"/>
                  <a:pt x="53628" y="3794"/>
                  <a:pt x="52479" y="3733"/>
                </a:cubicBezTo>
                <a:cubicBezTo>
                  <a:pt x="49295" y="3565"/>
                  <a:pt x="46006" y="3173"/>
                  <a:pt x="42820" y="3009"/>
                </a:cubicBezTo>
                <a:cubicBezTo>
                  <a:pt x="42811" y="2824"/>
                  <a:pt x="42634" y="2748"/>
                  <a:pt x="42438" y="2748"/>
                </a:cubicBezTo>
                <a:cubicBezTo>
                  <a:pt x="42326" y="2748"/>
                  <a:pt x="42209" y="2773"/>
                  <a:pt x="42113" y="2817"/>
                </a:cubicBezTo>
                <a:cubicBezTo>
                  <a:pt x="41940" y="2895"/>
                  <a:pt x="41736" y="2992"/>
                  <a:pt x="41556" y="2992"/>
                </a:cubicBezTo>
                <a:cubicBezTo>
                  <a:pt x="41462" y="2992"/>
                  <a:pt x="41375" y="2965"/>
                  <a:pt x="41303" y="2895"/>
                </a:cubicBezTo>
                <a:cubicBezTo>
                  <a:pt x="41221" y="2815"/>
                  <a:pt x="41182" y="2688"/>
                  <a:pt x="41078" y="2635"/>
                </a:cubicBezTo>
                <a:cubicBezTo>
                  <a:pt x="41045" y="2618"/>
                  <a:pt x="41013" y="2611"/>
                  <a:pt x="40982" y="2611"/>
                </a:cubicBezTo>
                <a:cubicBezTo>
                  <a:pt x="40805" y="2611"/>
                  <a:pt x="40631" y="2829"/>
                  <a:pt x="40436" y="2876"/>
                </a:cubicBezTo>
                <a:cubicBezTo>
                  <a:pt x="40408" y="2882"/>
                  <a:pt x="40381" y="2885"/>
                  <a:pt x="40354" y="2885"/>
                </a:cubicBezTo>
                <a:cubicBezTo>
                  <a:pt x="40090" y="2885"/>
                  <a:pt x="39854" y="2607"/>
                  <a:pt x="39582" y="2607"/>
                </a:cubicBezTo>
                <a:cubicBezTo>
                  <a:pt x="39576" y="2607"/>
                  <a:pt x="39571" y="2607"/>
                  <a:pt x="39565" y="2608"/>
                </a:cubicBezTo>
                <a:cubicBezTo>
                  <a:pt x="39314" y="2617"/>
                  <a:pt x="39108" y="2863"/>
                  <a:pt x="38865" y="2863"/>
                </a:cubicBezTo>
                <a:cubicBezTo>
                  <a:pt x="38846" y="2863"/>
                  <a:pt x="38827" y="2861"/>
                  <a:pt x="38807" y="2858"/>
                </a:cubicBezTo>
                <a:cubicBezTo>
                  <a:pt x="38586" y="2823"/>
                  <a:pt x="38465" y="2574"/>
                  <a:pt x="38267" y="2470"/>
                </a:cubicBezTo>
                <a:cubicBezTo>
                  <a:pt x="38187" y="2428"/>
                  <a:pt x="38105" y="2411"/>
                  <a:pt x="38021" y="2411"/>
                </a:cubicBezTo>
                <a:cubicBezTo>
                  <a:pt x="37713" y="2411"/>
                  <a:pt x="37379" y="2638"/>
                  <a:pt x="37046" y="2658"/>
                </a:cubicBezTo>
                <a:cubicBezTo>
                  <a:pt x="37030" y="2659"/>
                  <a:pt x="37014" y="2660"/>
                  <a:pt x="36999" y="2660"/>
                </a:cubicBezTo>
                <a:cubicBezTo>
                  <a:pt x="36687" y="2660"/>
                  <a:pt x="36375" y="2487"/>
                  <a:pt x="36073" y="2487"/>
                </a:cubicBezTo>
                <a:cubicBezTo>
                  <a:pt x="36001" y="2487"/>
                  <a:pt x="35930" y="2497"/>
                  <a:pt x="35859" y="2521"/>
                </a:cubicBezTo>
                <a:cubicBezTo>
                  <a:pt x="35760" y="2555"/>
                  <a:pt x="35672" y="2617"/>
                  <a:pt x="35572" y="2649"/>
                </a:cubicBezTo>
                <a:cubicBezTo>
                  <a:pt x="35498" y="2673"/>
                  <a:pt x="35423" y="2682"/>
                  <a:pt x="35346" y="2682"/>
                </a:cubicBezTo>
                <a:cubicBezTo>
                  <a:pt x="35243" y="2682"/>
                  <a:pt x="35138" y="2665"/>
                  <a:pt x="35035" y="2649"/>
                </a:cubicBezTo>
                <a:lnTo>
                  <a:pt x="33090" y="2332"/>
                </a:lnTo>
                <a:cubicBezTo>
                  <a:pt x="33026" y="2322"/>
                  <a:pt x="32960" y="2312"/>
                  <a:pt x="32895" y="2312"/>
                </a:cubicBezTo>
                <a:cubicBezTo>
                  <a:pt x="32819" y="2312"/>
                  <a:pt x="32747" y="2325"/>
                  <a:pt x="32685" y="2365"/>
                </a:cubicBezTo>
                <a:cubicBezTo>
                  <a:pt x="32219" y="2062"/>
                  <a:pt x="31664" y="1906"/>
                  <a:pt x="31110" y="1906"/>
                </a:cubicBezTo>
                <a:cubicBezTo>
                  <a:pt x="30765" y="1906"/>
                  <a:pt x="30420" y="1967"/>
                  <a:pt x="30097" y="2091"/>
                </a:cubicBezTo>
                <a:cubicBezTo>
                  <a:pt x="30003" y="2128"/>
                  <a:pt x="29905" y="2170"/>
                  <a:pt x="29806" y="2170"/>
                </a:cubicBezTo>
                <a:cubicBezTo>
                  <a:pt x="29781" y="2170"/>
                  <a:pt x="29756" y="2167"/>
                  <a:pt x="29731" y="2161"/>
                </a:cubicBezTo>
                <a:cubicBezTo>
                  <a:pt x="29645" y="2140"/>
                  <a:pt x="29576" y="2083"/>
                  <a:pt x="29504" y="2032"/>
                </a:cubicBezTo>
                <a:cubicBezTo>
                  <a:pt x="29107" y="1754"/>
                  <a:pt x="28596" y="1723"/>
                  <a:pt x="28110" y="1701"/>
                </a:cubicBezTo>
                <a:cubicBezTo>
                  <a:pt x="27596" y="1676"/>
                  <a:pt x="27081" y="1652"/>
                  <a:pt x="26566" y="1652"/>
                </a:cubicBezTo>
                <a:cubicBezTo>
                  <a:pt x="26169" y="1652"/>
                  <a:pt x="25773" y="1666"/>
                  <a:pt x="25378" y="1705"/>
                </a:cubicBezTo>
                <a:cubicBezTo>
                  <a:pt x="25234" y="1720"/>
                  <a:pt x="25085" y="1737"/>
                  <a:pt x="24939" y="1737"/>
                </a:cubicBezTo>
                <a:cubicBezTo>
                  <a:pt x="24756" y="1737"/>
                  <a:pt x="24577" y="1710"/>
                  <a:pt x="24421" y="1621"/>
                </a:cubicBezTo>
                <a:cubicBezTo>
                  <a:pt x="24323" y="1564"/>
                  <a:pt x="24239" y="1486"/>
                  <a:pt x="24131" y="1457"/>
                </a:cubicBezTo>
                <a:cubicBezTo>
                  <a:pt x="24093" y="1446"/>
                  <a:pt x="24056" y="1441"/>
                  <a:pt x="24017" y="1441"/>
                </a:cubicBezTo>
                <a:cubicBezTo>
                  <a:pt x="23867" y="1441"/>
                  <a:pt x="23713" y="1509"/>
                  <a:pt x="23559" y="1509"/>
                </a:cubicBezTo>
                <a:cubicBezTo>
                  <a:pt x="23548" y="1509"/>
                  <a:pt x="23537" y="1508"/>
                  <a:pt x="23526" y="1507"/>
                </a:cubicBezTo>
                <a:cubicBezTo>
                  <a:pt x="23198" y="1487"/>
                  <a:pt x="22919" y="1135"/>
                  <a:pt x="22616" y="1135"/>
                </a:cubicBezTo>
                <a:cubicBezTo>
                  <a:pt x="22574" y="1135"/>
                  <a:pt x="22532" y="1142"/>
                  <a:pt x="22489" y="1157"/>
                </a:cubicBezTo>
                <a:cubicBezTo>
                  <a:pt x="22354" y="1206"/>
                  <a:pt x="22258" y="1331"/>
                  <a:pt x="22119" y="1368"/>
                </a:cubicBezTo>
                <a:cubicBezTo>
                  <a:pt x="22089" y="1376"/>
                  <a:pt x="22060" y="1379"/>
                  <a:pt x="22030" y="1379"/>
                </a:cubicBezTo>
                <a:cubicBezTo>
                  <a:pt x="21936" y="1379"/>
                  <a:pt x="21841" y="1348"/>
                  <a:pt x="21749" y="1320"/>
                </a:cubicBezTo>
                <a:cubicBezTo>
                  <a:pt x="21509" y="1242"/>
                  <a:pt x="21255" y="1228"/>
                  <a:pt x="20999" y="1228"/>
                </a:cubicBezTo>
                <a:cubicBezTo>
                  <a:pt x="20858" y="1228"/>
                  <a:pt x="20717" y="1233"/>
                  <a:pt x="20576" y="1233"/>
                </a:cubicBezTo>
                <a:cubicBezTo>
                  <a:pt x="20415" y="1233"/>
                  <a:pt x="20255" y="1227"/>
                  <a:pt x="20099" y="1204"/>
                </a:cubicBezTo>
                <a:cubicBezTo>
                  <a:pt x="19474" y="1114"/>
                  <a:pt x="18852" y="1020"/>
                  <a:pt x="18229" y="930"/>
                </a:cubicBezTo>
                <a:cubicBezTo>
                  <a:pt x="17690" y="851"/>
                  <a:pt x="17149" y="773"/>
                  <a:pt x="16605" y="773"/>
                </a:cubicBezTo>
                <a:cubicBezTo>
                  <a:pt x="16599" y="773"/>
                  <a:pt x="16592" y="773"/>
                  <a:pt x="16585" y="773"/>
                </a:cubicBezTo>
                <a:cubicBezTo>
                  <a:pt x="16505" y="774"/>
                  <a:pt x="16423" y="776"/>
                  <a:pt x="16341" y="776"/>
                </a:cubicBezTo>
                <a:cubicBezTo>
                  <a:pt x="16101" y="776"/>
                  <a:pt x="15863" y="759"/>
                  <a:pt x="15661" y="634"/>
                </a:cubicBezTo>
                <a:cubicBezTo>
                  <a:pt x="15577" y="719"/>
                  <a:pt x="15491" y="803"/>
                  <a:pt x="15403" y="887"/>
                </a:cubicBezTo>
                <a:cubicBezTo>
                  <a:pt x="14904" y="797"/>
                  <a:pt x="14405" y="709"/>
                  <a:pt x="13906" y="617"/>
                </a:cubicBezTo>
                <a:cubicBezTo>
                  <a:pt x="13753" y="591"/>
                  <a:pt x="13600" y="564"/>
                  <a:pt x="13446" y="554"/>
                </a:cubicBezTo>
                <a:cubicBezTo>
                  <a:pt x="13393" y="551"/>
                  <a:pt x="13340" y="549"/>
                  <a:pt x="13287" y="549"/>
                </a:cubicBezTo>
                <a:cubicBezTo>
                  <a:pt x="13088" y="549"/>
                  <a:pt x="12887" y="569"/>
                  <a:pt x="12689" y="569"/>
                </a:cubicBezTo>
                <a:cubicBezTo>
                  <a:pt x="12607" y="569"/>
                  <a:pt x="12526" y="565"/>
                  <a:pt x="12445" y="556"/>
                </a:cubicBezTo>
                <a:cubicBezTo>
                  <a:pt x="12008" y="508"/>
                  <a:pt x="11589" y="290"/>
                  <a:pt x="11156" y="290"/>
                </a:cubicBezTo>
                <a:cubicBezTo>
                  <a:pt x="11111" y="290"/>
                  <a:pt x="11066" y="293"/>
                  <a:pt x="11020" y="298"/>
                </a:cubicBezTo>
                <a:cubicBezTo>
                  <a:pt x="10870" y="313"/>
                  <a:pt x="10723" y="360"/>
                  <a:pt x="10570" y="366"/>
                </a:cubicBezTo>
                <a:cubicBezTo>
                  <a:pt x="10561" y="367"/>
                  <a:pt x="10552" y="367"/>
                  <a:pt x="10544" y="367"/>
                </a:cubicBezTo>
                <a:cubicBezTo>
                  <a:pt x="10276" y="367"/>
                  <a:pt x="10009" y="226"/>
                  <a:pt x="9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8"/>
          <p:cNvSpPr/>
          <p:nvPr/>
        </p:nvSpPr>
        <p:spPr>
          <a:xfrm flipH="1">
            <a:off x="4333890" y="4670900"/>
            <a:ext cx="828384" cy="28025"/>
          </a:xfrm>
          <a:custGeom>
            <a:rect b="b" l="l" r="r" t="t"/>
            <a:pathLst>
              <a:path extrusionOk="0" h="1121" w="22863">
                <a:moveTo>
                  <a:pt x="2977" y="1"/>
                </a:moveTo>
                <a:cubicBezTo>
                  <a:pt x="1350" y="1"/>
                  <a:pt x="100" y="99"/>
                  <a:pt x="1" y="404"/>
                </a:cubicBezTo>
                <a:cubicBezTo>
                  <a:pt x="1581" y="972"/>
                  <a:pt x="3405" y="1121"/>
                  <a:pt x="5236" y="1121"/>
                </a:cubicBezTo>
                <a:cubicBezTo>
                  <a:pt x="6891" y="1121"/>
                  <a:pt x="8552" y="999"/>
                  <a:pt x="10044" y="954"/>
                </a:cubicBezTo>
                <a:cubicBezTo>
                  <a:pt x="14074" y="835"/>
                  <a:pt x="18106" y="718"/>
                  <a:pt x="22137" y="598"/>
                </a:cubicBezTo>
                <a:cubicBezTo>
                  <a:pt x="22442" y="588"/>
                  <a:pt x="22863" y="281"/>
                  <a:pt x="22618" y="99"/>
                </a:cubicBezTo>
                <a:lnTo>
                  <a:pt x="22618" y="99"/>
                </a:lnTo>
                <a:cubicBezTo>
                  <a:pt x="18856" y="244"/>
                  <a:pt x="15094" y="319"/>
                  <a:pt x="11332" y="319"/>
                </a:cubicBezTo>
                <a:cubicBezTo>
                  <a:pt x="11189" y="319"/>
                  <a:pt x="11046" y="318"/>
                  <a:pt x="10903" y="318"/>
                </a:cubicBezTo>
                <a:cubicBezTo>
                  <a:pt x="10031" y="317"/>
                  <a:pt x="5897" y="1"/>
                  <a:pt x="297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8"/>
          <p:cNvSpPr/>
          <p:nvPr/>
        </p:nvSpPr>
        <p:spPr>
          <a:xfrm flipH="1">
            <a:off x="9" y="4804700"/>
            <a:ext cx="4998443" cy="336050"/>
          </a:xfrm>
          <a:custGeom>
            <a:rect b="b" l="l" r="r" t="t"/>
            <a:pathLst>
              <a:path extrusionOk="0" h="13442" w="91421">
                <a:moveTo>
                  <a:pt x="91421" y="1"/>
                </a:moveTo>
                <a:cubicBezTo>
                  <a:pt x="89696" y="531"/>
                  <a:pt x="87892" y="807"/>
                  <a:pt x="86085" y="807"/>
                </a:cubicBezTo>
                <a:cubicBezTo>
                  <a:pt x="86328" y="1537"/>
                  <a:pt x="87179" y="1882"/>
                  <a:pt x="87946" y="1913"/>
                </a:cubicBezTo>
                <a:cubicBezTo>
                  <a:pt x="88009" y="1915"/>
                  <a:pt x="88071" y="1917"/>
                  <a:pt x="88133" y="1917"/>
                </a:cubicBezTo>
                <a:cubicBezTo>
                  <a:pt x="88680" y="1917"/>
                  <a:pt x="89227" y="1829"/>
                  <a:pt x="89771" y="1829"/>
                </a:cubicBezTo>
                <a:cubicBezTo>
                  <a:pt x="89931" y="1829"/>
                  <a:pt x="90091" y="1837"/>
                  <a:pt x="90250" y="1856"/>
                </a:cubicBezTo>
                <a:cubicBezTo>
                  <a:pt x="90419" y="1878"/>
                  <a:pt x="90595" y="1919"/>
                  <a:pt x="90716" y="2036"/>
                </a:cubicBezTo>
                <a:cubicBezTo>
                  <a:pt x="91113" y="2422"/>
                  <a:pt x="90554" y="3056"/>
                  <a:pt x="90021" y="3215"/>
                </a:cubicBezTo>
                <a:cubicBezTo>
                  <a:pt x="89631" y="3332"/>
                  <a:pt x="89237" y="3382"/>
                  <a:pt x="88841" y="3382"/>
                </a:cubicBezTo>
                <a:cubicBezTo>
                  <a:pt x="87445" y="3382"/>
                  <a:pt x="86026" y="2766"/>
                  <a:pt x="84658" y="2322"/>
                </a:cubicBezTo>
                <a:cubicBezTo>
                  <a:pt x="81869" y="1414"/>
                  <a:pt x="78909" y="1214"/>
                  <a:pt x="75983" y="1018"/>
                </a:cubicBezTo>
                <a:cubicBezTo>
                  <a:pt x="72413" y="780"/>
                  <a:pt x="68846" y="541"/>
                  <a:pt x="65276" y="304"/>
                </a:cubicBezTo>
                <a:cubicBezTo>
                  <a:pt x="64949" y="282"/>
                  <a:pt x="64618" y="260"/>
                  <a:pt x="64289" y="260"/>
                </a:cubicBezTo>
                <a:cubicBezTo>
                  <a:pt x="63839" y="260"/>
                  <a:pt x="63392" y="301"/>
                  <a:pt x="62965" y="435"/>
                </a:cubicBezTo>
                <a:cubicBezTo>
                  <a:pt x="62223" y="668"/>
                  <a:pt x="61538" y="1247"/>
                  <a:pt x="61418" y="2017"/>
                </a:cubicBezTo>
                <a:cubicBezTo>
                  <a:pt x="67703" y="2072"/>
                  <a:pt x="73988" y="2130"/>
                  <a:pt x="80278" y="2187"/>
                </a:cubicBezTo>
                <a:cubicBezTo>
                  <a:pt x="81025" y="2195"/>
                  <a:pt x="81794" y="2205"/>
                  <a:pt x="82489" y="2488"/>
                </a:cubicBezTo>
                <a:cubicBezTo>
                  <a:pt x="83180" y="2772"/>
                  <a:pt x="83787" y="3397"/>
                  <a:pt x="83820" y="4144"/>
                </a:cubicBezTo>
                <a:cubicBezTo>
                  <a:pt x="81393" y="4152"/>
                  <a:pt x="78962" y="4156"/>
                  <a:pt x="76535" y="4164"/>
                </a:cubicBezTo>
                <a:cubicBezTo>
                  <a:pt x="76151" y="4683"/>
                  <a:pt x="77024" y="5203"/>
                  <a:pt x="77666" y="5268"/>
                </a:cubicBezTo>
                <a:cubicBezTo>
                  <a:pt x="78907" y="5393"/>
                  <a:pt x="80146" y="5515"/>
                  <a:pt x="81387" y="5640"/>
                </a:cubicBezTo>
                <a:cubicBezTo>
                  <a:pt x="81603" y="5661"/>
                  <a:pt x="81845" y="5697"/>
                  <a:pt x="81980" y="5865"/>
                </a:cubicBezTo>
                <a:cubicBezTo>
                  <a:pt x="82319" y="6290"/>
                  <a:pt x="81650" y="6789"/>
                  <a:pt x="81121" y="6914"/>
                </a:cubicBezTo>
                <a:cubicBezTo>
                  <a:pt x="77944" y="7665"/>
                  <a:pt x="74839" y="7808"/>
                  <a:pt x="71701" y="7808"/>
                </a:cubicBezTo>
                <a:cubicBezTo>
                  <a:pt x="69951" y="7808"/>
                  <a:pt x="68190" y="7763"/>
                  <a:pt x="66402" y="7756"/>
                </a:cubicBezTo>
                <a:cubicBezTo>
                  <a:pt x="60974" y="7734"/>
                  <a:pt x="55546" y="7625"/>
                  <a:pt x="50118" y="7558"/>
                </a:cubicBezTo>
                <a:cubicBezTo>
                  <a:pt x="50062" y="7557"/>
                  <a:pt x="50006" y="7557"/>
                  <a:pt x="49949" y="7557"/>
                </a:cubicBezTo>
                <a:cubicBezTo>
                  <a:pt x="48705" y="7557"/>
                  <a:pt x="47264" y="7737"/>
                  <a:pt x="46732" y="8836"/>
                </a:cubicBezTo>
                <a:cubicBezTo>
                  <a:pt x="46775" y="8836"/>
                  <a:pt x="46818" y="8836"/>
                  <a:pt x="46862" y="8836"/>
                </a:cubicBezTo>
                <a:cubicBezTo>
                  <a:pt x="50990" y="8836"/>
                  <a:pt x="55118" y="9392"/>
                  <a:pt x="59101" y="10478"/>
                </a:cubicBezTo>
                <a:cubicBezTo>
                  <a:pt x="54493" y="12390"/>
                  <a:pt x="49582" y="12954"/>
                  <a:pt x="44580" y="12954"/>
                </a:cubicBezTo>
                <a:cubicBezTo>
                  <a:pt x="39680" y="12954"/>
                  <a:pt x="34693" y="12413"/>
                  <a:pt x="29821" y="12064"/>
                </a:cubicBezTo>
                <a:cubicBezTo>
                  <a:pt x="25780" y="11776"/>
                  <a:pt x="21730" y="11633"/>
                  <a:pt x="17679" y="11633"/>
                </a:cubicBezTo>
                <a:cubicBezTo>
                  <a:pt x="12990" y="11633"/>
                  <a:pt x="8301" y="11825"/>
                  <a:pt x="3627" y="12211"/>
                </a:cubicBezTo>
                <a:cubicBezTo>
                  <a:pt x="2670" y="12289"/>
                  <a:pt x="1678" y="12387"/>
                  <a:pt x="840" y="12853"/>
                </a:cubicBezTo>
                <a:cubicBezTo>
                  <a:pt x="538" y="13019"/>
                  <a:pt x="266" y="13227"/>
                  <a:pt x="0" y="13442"/>
                </a:cubicBezTo>
                <a:lnTo>
                  <a:pt x="88500" y="13442"/>
                </a:lnTo>
                <a:cubicBezTo>
                  <a:pt x="90113" y="13442"/>
                  <a:pt x="91421" y="12132"/>
                  <a:pt x="91421" y="10521"/>
                </a:cubicBezTo>
                <a:lnTo>
                  <a:pt x="91421" y="1"/>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8"/>
          <p:cNvSpPr/>
          <p:nvPr/>
        </p:nvSpPr>
        <p:spPr>
          <a:xfrm flipH="1">
            <a:off x="177" y="4710900"/>
            <a:ext cx="569495" cy="68350"/>
          </a:xfrm>
          <a:custGeom>
            <a:rect b="b" l="l" r="r" t="t"/>
            <a:pathLst>
              <a:path extrusionOk="0" h="2734" w="10416">
                <a:moveTo>
                  <a:pt x="3984" y="0"/>
                </a:moveTo>
                <a:cubicBezTo>
                  <a:pt x="3013" y="0"/>
                  <a:pt x="2053" y="76"/>
                  <a:pt x="1116" y="300"/>
                </a:cubicBezTo>
                <a:cubicBezTo>
                  <a:pt x="668" y="407"/>
                  <a:pt x="155" y="625"/>
                  <a:pt x="67" y="1077"/>
                </a:cubicBezTo>
                <a:cubicBezTo>
                  <a:pt x="1" y="1425"/>
                  <a:pt x="228" y="1768"/>
                  <a:pt x="500" y="1995"/>
                </a:cubicBezTo>
                <a:cubicBezTo>
                  <a:pt x="1187" y="2572"/>
                  <a:pt x="2146" y="2680"/>
                  <a:pt x="3042" y="2715"/>
                </a:cubicBezTo>
                <a:cubicBezTo>
                  <a:pt x="3372" y="2728"/>
                  <a:pt x="3702" y="2734"/>
                  <a:pt x="4031" y="2734"/>
                </a:cubicBezTo>
                <a:cubicBezTo>
                  <a:pt x="5406" y="2734"/>
                  <a:pt x="6780" y="2625"/>
                  <a:pt x="8137" y="2404"/>
                </a:cubicBezTo>
                <a:cubicBezTo>
                  <a:pt x="8559" y="2335"/>
                  <a:pt x="9028" y="2281"/>
                  <a:pt x="9483" y="2281"/>
                </a:cubicBezTo>
                <a:cubicBezTo>
                  <a:pt x="9808" y="2281"/>
                  <a:pt x="10126" y="2309"/>
                  <a:pt x="10416" y="2379"/>
                </a:cubicBezTo>
                <a:lnTo>
                  <a:pt x="10416" y="343"/>
                </a:lnTo>
                <a:cubicBezTo>
                  <a:pt x="10342" y="344"/>
                  <a:pt x="10268" y="344"/>
                  <a:pt x="10194" y="344"/>
                </a:cubicBezTo>
                <a:cubicBezTo>
                  <a:pt x="8160" y="344"/>
                  <a:pt x="6049" y="0"/>
                  <a:pt x="39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8"/>
          <p:cNvSpPr/>
          <p:nvPr/>
        </p:nvSpPr>
        <p:spPr>
          <a:xfrm flipH="1">
            <a:off x="72" y="4599825"/>
            <a:ext cx="251341" cy="47975"/>
          </a:xfrm>
          <a:custGeom>
            <a:rect b="b" l="l" r="r" t="t"/>
            <a:pathLst>
              <a:path extrusionOk="0" h="1919" w="4597">
                <a:moveTo>
                  <a:pt x="4597" y="0"/>
                </a:moveTo>
                <a:cubicBezTo>
                  <a:pt x="3996" y="206"/>
                  <a:pt x="3361" y="316"/>
                  <a:pt x="2727" y="316"/>
                </a:cubicBezTo>
                <a:cubicBezTo>
                  <a:pt x="2549" y="316"/>
                  <a:pt x="2370" y="307"/>
                  <a:pt x="2193" y="290"/>
                </a:cubicBezTo>
                <a:cubicBezTo>
                  <a:pt x="1906" y="260"/>
                  <a:pt x="1613" y="211"/>
                  <a:pt x="1327" y="211"/>
                </a:cubicBezTo>
                <a:cubicBezTo>
                  <a:pt x="1156" y="211"/>
                  <a:pt x="987" y="228"/>
                  <a:pt x="823" y="278"/>
                </a:cubicBezTo>
                <a:cubicBezTo>
                  <a:pt x="383" y="409"/>
                  <a:pt x="1" y="889"/>
                  <a:pt x="171" y="1317"/>
                </a:cubicBezTo>
                <a:cubicBezTo>
                  <a:pt x="1637" y="1425"/>
                  <a:pt x="3166" y="1562"/>
                  <a:pt x="4597" y="1918"/>
                </a:cubicBezTo>
                <a:lnTo>
                  <a:pt x="4597"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8"/>
          <p:cNvSpPr/>
          <p:nvPr/>
        </p:nvSpPr>
        <p:spPr>
          <a:xfrm flipH="1">
            <a:off x="4973860" y="4565350"/>
            <a:ext cx="3991590" cy="575450"/>
          </a:xfrm>
          <a:custGeom>
            <a:rect b="b" l="l" r="r" t="t"/>
            <a:pathLst>
              <a:path extrusionOk="0" h="23018" w="110166">
                <a:moveTo>
                  <a:pt x="52849" y="1"/>
                </a:moveTo>
                <a:cubicBezTo>
                  <a:pt x="45619" y="1"/>
                  <a:pt x="38376" y="66"/>
                  <a:pt x="31102" y="254"/>
                </a:cubicBezTo>
                <a:cubicBezTo>
                  <a:pt x="28597" y="318"/>
                  <a:pt x="26076" y="341"/>
                  <a:pt x="23546" y="341"/>
                </a:cubicBezTo>
                <a:cubicBezTo>
                  <a:pt x="17517" y="341"/>
                  <a:pt x="11435" y="208"/>
                  <a:pt x="5384" y="173"/>
                </a:cubicBezTo>
                <a:cubicBezTo>
                  <a:pt x="4877" y="371"/>
                  <a:pt x="4368" y="569"/>
                  <a:pt x="3867" y="778"/>
                </a:cubicBezTo>
                <a:cubicBezTo>
                  <a:pt x="2381" y="1393"/>
                  <a:pt x="764" y="2219"/>
                  <a:pt x="273" y="3748"/>
                </a:cubicBezTo>
                <a:cubicBezTo>
                  <a:pt x="1" y="4589"/>
                  <a:pt x="130" y="5505"/>
                  <a:pt x="338" y="6363"/>
                </a:cubicBezTo>
                <a:cubicBezTo>
                  <a:pt x="1483" y="11056"/>
                  <a:pt x="4967" y="14926"/>
                  <a:pt x="9087" y="17447"/>
                </a:cubicBezTo>
                <a:cubicBezTo>
                  <a:pt x="13207" y="19966"/>
                  <a:pt x="17944" y="21286"/>
                  <a:pt x="22665" y="22303"/>
                </a:cubicBezTo>
                <a:cubicBezTo>
                  <a:pt x="23865" y="22564"/>
                  <a:pt x="25077" y="22804"/>
                  <a:pt x="26292" y="23018"/>
                </a:cubicBezTo>
                <a:lnTo>
                  <a:pt x="42879" y="23018"/>
                </a:lnTo>
                <a:cubicBezTo>
                  <a:pt x="43703" y="22703"/>
                  <a:pt x="44496" y="22067"/>
                  <a:pt x="44177" y="21309"/>
                </a:cubicBezTo>
                <a:cubicBezTo>
                  <a:pt x="44020" y="20939"/>
                  <a:pt x="43635" y="20726"/>
                  <a:pt x="43270" y="20559"/>
                </a:cubicBezTo>
                <a:cubicBezTo>
                  <a:pt x="40511" y="19309"/>
                  <a:pt x="37394" y="19205"/>
                  <a:pt x="34421" y="18629"/>
                </a:cubicBezTo>
                <a:cubicBezTo>
                  <a:pt x="30275" y="17829"/>
                  <a:pt x="26371" y="16106"/>
                  <a:pt x="22577" y="14262"/>
                </a:cubicBezTo>
                <a:cubicBezTo>
                  <a:pt x="18721" y="12387"/>
                  <a:pt x="14936" y="10375"/>
                  <a:pt x="11150" y="8365"/>
                </a:cubicBezTo>
                <a:cubicBezTo>
                  <a:pt x="10880" y="8223"/>
                  <a:pt x="10695" y="7721"/>
                  <a:pt x="10958" y="7710"/>
                </a:cubicBezTo>
                <a:lnTo>
                  <a:pt x="10958" y="7710"/>
                </a:lnTo>
                <a:cubicBezTo>
                  <a:pt x="10970" y="7710"/>
                  <a:pt x="10983" y="7711"/>
                  <a:pt x="10995" y="7711"/>
                </a:cubicBezTo>
                <a:cubicBezTo>
                  <a:pt x="10985" y="7710"/>
                  <a:pt x="10976" y="7710"/>
                  <a:pt x="10967" y="7710"/>
                </a:cubicBezTo>
                <a:cubicBezTo>
                  <a:pt x="10964" y="7710"/>
                  <a:pt x="10961" y="7710"/>
                  <a:pt x="10958" y="7710"/>
                </a:cubicBezTo>
                <a:lnTo>
                  <a:pt x="10958" y="7710"/>
                </a:lnTo>
                <a:cubicBezTo>
                  <a:pt x="9946" y="7671"/>
                  <a:pt x="8932" y="7632"/>
                  <a:pt x="7918" y="7594"/>
                </a:cubicBezTo>
                <a:cubicBezTo>
                  <a:pt x="7604" y="6230"/>
                  <a:pt x="9216" y="5163"/>
                  <a:pt x="10625" y="5163"/>
                </a:cubicBezTo>
                <a:cubicBezTo>
                  <a:pt x="10654" y="5163"/>
                  <a:pt x="10683" y="5164"/>
                  <a:pt x="10712" y="5165"/>
                </a:cubicBezTo>
                <a:cubicBezTo>
                  <a:pt x="12102" y="5209"/>
                  <a:pt x="13431" y="5847"/>
                  <a:pt x="14819" y="5847"/>
                </a:cubicBezTo>
                <a:cubicBezTo>
                  <a:pt x="14855" y="5847"/>
                  <a:pt x="14891" y="5847"/>
                  <a:pt x="14928" y="5846"/>
                </a:cubicBezTo>
                <a:cubicBezTo>
                  <a:pt x="15973" y="5818"/>
                  <a:pt x="16963" y="5413"/>
                  <a:pt x="17979" y="5165"/>
                </a:cubicBezTo>
                <a:cubicBezTo>
                  <a:pt x="19168" y="4873"/>
                  <a:pt x="20388" y="4795"/>
                  <a:pt x="21618" y="4795"/>
                </a:cubicBezTo>
                <a:cubicBezTo>
                  <a:pt x="23019" y="4795"/>
                  <a:pt x="24433" y="4896"/>
                  <a:pt x="25831" y="4896"/>
                </a:cubicBezTo>
                <a:cubicBezTo>
                  <a:pt x="27241" y="4896"/>
                  <a:pt x="28633" y="4793"/>
                  <a:pt x="29978" y="4382"/>
                </a:cubicBezTo>
                <a:cubicBezTo>
                  <a:pt x="30753" y="4145"/>
                  <a:pt x="31499" y="3806"/>
                  <a:pt x="32299" y="3667"/>
                </a:cubicBezTo>
                <a:cubicBezTo>
                  <a:pt x="32601" y="3615"/>
                  <a:pt x="32904" y="3591"/>
                  <a:pt x="33208" y="3591"/>
                </a:cubicBezTo>
                <a:cubicBezTo>
                  <a:pt x="34216" y="3591"/>
                  <a:pt x="35229" y="3849"/>
                  <a:pt x="36197" y="4155"/>
                </a:cubicBezTo>
                <a:cubicBezTo>
                  <a:pt x="42741" y="6209"/>
                  <a:pt x="48969" y="10476"/>
                  <a:pt x="55670" y="10476"/>
                </a:cubicBezTo>
                <a:cubicBezTo>
                  <a:pt x="56324" y="10476"/>
                  <a:pt x="56983" y="10435"/>
                  <a:pt x="57647" y="10348"/>
                </a:cubicBezTo>
                <a:cubicBezTo>
                  <a:pt x="53603" y="9627"/>
                  <a:pt x="49595" y="8707"/>
                  <a:pt x="45641" y="7598"/>
                </a:cubicBezTo>
                <a:cubicBezTo>
                  <a:pt x="47304" y="6913"/>
                  <a:pt x="49104" y="6559"/>
                  <a:pt x="50901" y="6559"/>
                </a:cubicBezTo>
                <a:cubicBezTo>
                  <a:pt x="51307" y="6559"/>
                  <a:pt x="51713" y="6577"/>
                  <a:pt x="52118" y="6613"/>
                </a:cubicBezTo>
                <a:cubicBezTo>
                  <a:pt x="50317" y="6194"/>
                  <a:pt x="48518" y="5773"/>
                  <a:pt x="46717" y="5356"/>
                </a:cubicBezTo>
                <a:cubicBezTo>
                  <a:pt x="48619" y="4373"/>
                  <a:pt x="50761" y="3862"/>
                  <a:pt x="52902" y="3862"/>
                </a:cubicBezTo>
                <a:cubicBezTo>
                  <a:pt x="53658" y="3862"/>
                  <a:pt x="54414" y="3926"/>
                  <a:pt x="55159" y="4055"/>
                </a:cubicBezTo>
                <a:cubicBezTo>
                  <a:pt x="54414" y="3597"/>
                  <a:pt x="53664" y="3141"/>
                  <a:pt x="52918" y="2685"/>
                </a:cubicBezTo>
                <a:cubicBezTo>
                  <a:pt x="53834" y="2642"/>
                  <a:pt x="54750" y="2621"/>
                  <a:pt x="55667" y="2621"/>
                </a:cubicBezTo>
                <a:cubicBezTo>
                  <a:pt x="61298" y="2621"/>
                  <a:pt x="66930" y="3420"/>
                  <a:pt x="72335" y="4994"/>
                </a:cubicBezTo>
                <a:cubicBezTo>
                  <a:pt x="71770" y="4198"/>
                  <a:pt x="70848" y="3669"/>
                  <a:pt x="69877" y="3585"/>
                </a:cubicBezTo>
                <a:cubicBezTo>
                  <a:pt x="71029" y="3254"/>
                  <a:pt x="72223" y="3163"/>
                  <a:pt x="73425" y="3163"/>
                </a:cubicBezTo>
                <a:cubicBezTo>
                  <a:pt x="74142" y="3163"/>
                  <a:pt x="74862" y="3196"/>
                  <a:pt x="75577" y="3229"/>
                </a:cubicBezTo>
                <a:cubicBezTo>
                  <a:pt x="84941" y="3663"/>
                  <a:pt x="94307" y="4094"/>
                  <a:pt x="103671" y="4527"/>
                </a:cubicBezTo>
                <a:cubicBezTo>
                  <a:pt x="100637" y="3932"/>
                  <a:pt x="97603" y="3336"/>
                  <a:pt x="94571" y="2743"/>
                </a:cubicBezTo>
                <a:cubicBezTo>
                  <a:pt x="99351" y="678"/>
                  <a:pt x="105532" y="2434"/>
                  <a:pt x="110165" y="350"/>
                </a:cubicBezTo>
                <a:lnTo>
                  <a:pt x="110165" y="350"/>
                </a:lnTo>
                <a:cubicBezTo>
                  <a:pt x="109613" y="352"/>
                  <a:pt x="109059" y="352"/>
                  <a:pt x="108508" y="355"/>
                </a:cubicBezTo>
                <a:cubicBezTo>
                  <a:pt x="106973" y="362"/>
                  <a:pt x="105439" y="365"/>
                  <a:pt x="103907" y="365"/>
                </a:cubicBezTo>
                <a:cubicBezTo>
                  <a:pt x="86808" y="365"/>
                  <a:pt x="69866" y="1"/>
                  <a:pt x="52849"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8"/>
          <p:cNvSpPr/>
          <p:nvPr/>
        </p:nvSpPr>
        <p:spPr>
          <a:xfrm flipH="1">
            <a:off x="4977881" y="4673250"/>
            <a:ext cx="1921808" cy="162825"/>
          </a:xfrm>
          <a:custGeom>
            <a:rect b="b" l="l" r="r" t="t"/>
            <a:pathLst>
              <a:path extrusionOk="0" h="6513" w="53041">
                <a:moveTo>
                  <a:pt x="22765" y="3794"/>
                </a:moveTo>
                <a:cubicBezTo>
                  <a:pt x="23297" y="3821"/>
                  <a:pt x="23829" y="3842"/>
                  <a:pt x="24361" y="3859"/>
                </a:cubicBezTo>
                <a:lnTo>
                  <a:pt x="24361" y="3859"/>
                </a:lnTo>
                <a:cubicBezTo>
                  <a:pt x="23830" y="3816"/>
                  <a:pt x="23298" y="3798"/>
                  <a:pt x="22765" y="3794"/>
                </a:cubicBezTo>
                <a:close/>
                <a:moveTo>
                  <a:pt x="322" y="1"/>
                </a:moveTo>
                <a:cubicBezTo>
                  <a:pt x="225" y="1"/>
                  <a:pt x="128" y="8"/>
                  <a:pt x="31" y="23"/>
                </a:cubicBezTo>
                <a:cubicBezTo>
                  <a:pt x="0" y="1661"/>
                  <a:pt x="6988" y="2792"/>
                  <a:pt x="8346" y="3060"/>
                </a:cubicBezTo>
                <a:cubicBezTo>
                  <a:pt x="11278" y="3641"/>
                  <a:pt x="14268" y="3938"/>
                  <a:pt x="17258" y="3938"/>
                </a:cubicBezTo>
                <a:cubicBezTo>
                  <a:pt x="17634" y="3938"/>
                  <a:pt x="18010" y="3933"/>
                  <a:pt x="18386" y="3924"/>
                </a:cubicBezTo>
                <a:cubicBezTo>
                  <a:pt x="19782" y="3891"/>
                  <a:pt x="21184" y="3794"/>
                  <a:pt x="22580" y="3794"/>
                </a:cubicBezTo>
                <a:cubicBezTo>
                  <a:pt x="22642" y="3794"/>
                  <a:pt x="22704" y="3794"/>
                  <a:pt x="22765" y="3794"/>
                </a:cubicBezTo>
                <a:lnTo>
                  <a:pt x="22765" y="3794"/>
                </a:lnTo>
                <a:cubicBezTo>
                  <a:pt x="17449" y="3531"/>
                  <a:pt x="12156" y="2821"/>
                  <a:pt x="6876" y="2113"/>
                </a:cubicBezTo>
                <a:cubicBezTo>
                  <a:pt x="5804" y="1970"/>
                  <a:pt x="4717" y="1823"/>
                  <a:pt x="3719" y="1412"/>
                </a:cubicBezTo>
                <a:cubicBezTo>
                  <a:pt x="2690" y="990"/>
                  <a:pt x="1482" y="1"/>
                  <a:pt x="322" y="1"/>
                </a:cubicBezTo>
                <a:close/>
                <a:moveTo>
                  <a:pt x="24361" y="3859"/>
                </a:moveTo>
                <a:cubicBezTo>
                  <a:pt x="24719" y="3888"/>
                  <a:pt x="25076" y="3928"/>
                  <a:pt x="25432" y="3982"/>
                </a:cubicBezTo>
                <a:cubicBezTo>
                  <a:pt x="26977" y="4217"/>
                  <a:pt x="28470" y="4707"/>
                  <a:pt x="30007" y="4987"/>
                </a:cubicBezTo>
                <a:cubicBezTo>
                  <a:pt x="32121" y="5368"/>
                  <a:pt x="34283" y="5343"/>
                  <a:pt x="36423" y="5533"/>
                </a:cubicBezTo>
                <a:cubicBezTo>
                  <a:pt x="38844" y="5748"/>
                  <a:pt x="41236" y="6237"/>
                  <a:pt x="43659" y="6425"/>
                </a:cubicBezTo>
                <a:cubicBezTo>
                  <a:pt x="44408" y="6484"/>
                  <a:pt x="45160" y="6513"/>
                  <a:pt x="45912" y="6513"/>
                </a:cubicBezTo>
                <a:cubicBezTo>
                  <a:pt x="48313" y="6513"/>
                  <a:pt x="50714" y="6216"/>
                  <a:pt x="53041" y="5631"/>
                </a:cubicBezTo>
                <a:cubicBezTo>
                  <a:pt x="52377" y="5349"/>
                  <a:pt x="51668" y="5262"/>
                  <a:pt x="50945" y="5262"/>
                </a:cubicBezTo>
                <a:cubicBezTo>
                  <a:pt x="50275" y="5262"/>
                  <a:pt x="49593" y="5337"/>
                  <a:pt x="48926" y="5401"/>
                </a:cubicBezTo>
                <a:cubicBezTo>
                  <a:pt x="47195" y="5571"/>
                  <a:pt x="45456" y="5655"/>
                  <a:pt x="43717" y="5655"/>
                </a:cubicBezTo>
                <a:cubicBezTo>
                  <a:pt x="40126" y="5655"/>
                  <a:pt x="36535" y="5295"/>
                  <a:pt x="33017" y="4579"/>
                </a:cubicBezTo>
                <a:cubicBezTo>
                  <a:pt x="32060" y="4388"/>
                  <a:pt x="31105" y="4164"/>
                  <a:pt x="30136" y="4045"/>
                </a:cubicBezTo>
                <a:cubicBezTo>
                  <a:pt x="28858" y="3888"/>
                  <a:pt x="27562" y="3906"/>
                  <a:pt x="26274" y="3898"/>
                </a:cubicBezTo>
                <a:cubicBezTo>
                  <a:pt x="25636" y="3893"/>
                  <a:pt x="24998" y="3880"/>
                  <a:pt x="24361" y="3859"/>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8"/>
          <p:cNvSpPr/>
          <p:nvPr/>
        </p:nvSpPr>
        <p:spPr>
          <a:xfrm flipH="1">
            <a:off x="7693575" y="4724475"/>
            <a:ext cx="527225" cy="129350"/>
          </a:xfrm>
          <a:custGeom>
            <a:rect b="b" l="l" r="r" t="t"/>
            <a:pathLst>
              <a:path extrusionOk="0" h="5174" w="21089">
                <a:moveTo>
                  <a:pt x="1174" y="0"/>
                </a:moveTo>
                <a:cubicBezTo>
                  <a:pt x="1132" y="0"/>
                  <a:pt x="1094" y="5"/>
                  <a:pt x="1061" y="15"/>
                </a:cubicBezTo>
                <a:cubicBezTo>
                  <a:pt x="0" y="344"/>
                  <a:pt x="2005" y="1853"/>
                  <a:pt x="2533" y="2037"/>
                </a:cubicBezTo>
                <a:cubicBezTo>
                  <a:pt x="3249" y="2284"/>
                  <a:pt x="4030" y="2252"/>
                  <a:pt x="4780" y="2382"/>
                </a:cubicBezTo>
                <a:cubicBezTo>
                  <a:pt x="6154" y="2622"/>
                  <a:pt x="7387" y="3396"/>
                  <a:pt x="8753" y="3683"/>
                </a:cubicBezTo>
                <a:cubicBezTo>
                  <a:pt x="10071" y="3961"/>
                  <a:pt x="11447" y="3771"/>
                  <a:pt x="12786" y="3926"/>
                </a:cubicBezTo>
                <a:cubicBezTo>
                  <a:pt x="14201" y="4088"/>
                  <a:pt x="15542" y="4633"/>
                  <a:pt x="16931" y="4948"/>
                </a:cubicBezTo>
                <a:cubicBezTo>
                  <a:pt x="17530" y="5084"/>
                  <a:pt x="18157" y="5173"/>
                  <a:pt x="18775" y="5173"/>
                </a:cubicBezTo>
                <a:cubicBezTo>
                  <a:pt x="19591" y="5173"/>
                  <a:pt x="20391" y="5017"/>
                  <a:pt x="21089" y="4603"/>
                </a:cubicBezTo>
                <a:cubicBezTo>
                  <a:pt x="18579" y="3908"/>
                  <a:pt x="15921" y="4087"/>
                  <a:pt x="13324" y="3897"/>
                </a:cubicBezTo>
                <a:cubicBezTo>
                  <a:pt x="10390" y="3681"/>
                  <a:pt x="7493" y="2977"/>
                  <a:pt x="4784" y="1830"/>
                </a:cubicBezTo>
                <a:cubicBezTo>
                  <a:pt x="4142" y="1557"/>
                  <a:pt x="1934" y="0"/>
                  <a:pt x="117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8"/>
          <p:cNvSpPr/>
          <p:nvPr/>
        </p:nvSpPr>
        <p:spPr>
          <a:xfrm flipH="1">
            <a:off x="7" y="4953025"/>
            <a:ext cx="5191118" cy="147000"/>
          </a:xfrm>
          <a:custGeom>
            <a:rect b="b" l="l" r="r" t="t"/>
            <a:pathLst>
              <a:path extrusionOk="0" h="5880" w="94945">
                <a:moveTo>
                  <a:pt x="94943" y="762"/>
                </a:moveTo>
                <a:lnTo>
                  <a:pt x="94943" y="762"/>
                </a:lnTo>
                <a:lnTo>
                  <a:pt x="94943" y="762"/>
                </a:lnTo>
                <a:cubicBezTo>
                  <a:pt x="94943" y="762"/>
                  <a:pt x="94944" y="762"/>
                  <a:pt x="94945" y="762"/>
                </a:cubicBezTo>
                <a:close/>
                <a:moveTo>
                  <a:pt x="20999" y="1"/>
                </a:moveTo>
                <a:cubicBezTo>
                  <a:pt x="18619" y="1"/>
                  <a:pt x="16225" y="189"/>
                  <a:pt x="13847" y="308"/>
                </a:cubicBezTo>
                <a:cubicBezTo>
                  <a:pt x="11930" y="404"/>
                  <a:pt x="10009" y="453"/>
                  <a:pt x="8089" y="453"/>
                </a:cubicBezTo>
                <a:cubicBezTo>
                  <a:pt x="5390" y="453"/>
                  <a:pt x="2691" y="356"/>
                  <a:pt x="1" y="153"/>
                </a:cubicBezTo>
                <a:lnTo>
                  <a:pt x="1" y="153"/>
                </a:lnTo>
                <a:cubicBezTo>
                  <a:pt x="2583" y="578"/>
                  <a:pt x="5166" y="977"/>
                  <a:pt x="7762" y="1300"/>
                </a:cubicBezTo>
                <a:cubicBezTo>
                  <a:pt x="9895" y="1566"/>
                  <a:pt x="12037" y="1780"/>
                  <a:pt x="14176" y="1993"/>
                </a:cubicBezTo>
                <a:cubicBezTo>
                  <a:pt x="18469" y="2426"/>
                  <a:pt x="22763" y="2854"/>
                  <a:pt x="27054" y="3283"/>
                </a:cubicBezTo>
                <a:cubicBezTo>
                  <a:pt x="29508" y="3528"/>
                  <a:pt x="31989" y="3773"/>
                  <a:pt x="34454" y="3773"/>
                </a:cubicBezTo>
                <a:cubicBezTo>
                  <a:pt x="36311" y="3773"/>
                  <a:pt x="38159" y="3634"/>
                  <a:pt x="39978" y="3252"/>
                </a:cubicBezTo>
                <a:cubicBezTo>
                  <a:pt x="40856" y="3068"/>
                  <a:pt x="41740" y="2824"/>
                  <a:pt x="42633" y="2824"/>
                </a:cubicBezTo>
                <a:cubicBezTo>
                  <a:pt x="42737" y="2824"/>
                  <a:pt x="42842" y="2827"/>
                  <a:pt x="42947" y="2835"/>
                </a:cubicBezTo>
                <a:cubicBezTo>
                  <a:pt x="43928" y="2901"/>
                  <a:pt x="44854" y="3299"/>
                  <a:pt x="45803" y="3557"/>
                </a:cubicBezTo>
                <a:cubicBezTo>
                  <a:pt x="46995" y="3883"/>
                  <a:pt x="48209" y="3992"/>
                  <a:pt x="49436" y="3992"/>
                </a:cubicBezTo>
                <a:cubicBezTo>
                  <a:pt x="51949" y="3992"/>
                  <a:pt x="54515" y="3533"/>
                  <a:pt x="57048" y="3533"/>
                </a:cubicBezTo>
                <a:cubicBezTo>
                  <a:pt x="57150" y="3533"/>
                  <a:pt x="57252" y="3534"/>
                  <a:pt x="57354" y="3535"/>
                </a:cubicBezTo>
                <a:cubicBezTo>
                  <a:pt x="62165" y="3606"/>
                  <a:pt x="66825" y="5477"/>
                  <a:pt x="71630" y="5477"/>
                </a:cubicBezTo>
                <a:cubicBezTo>
                  <a:pt x="71722" y="5477"/>
                  <a:pt x="71814" y="5477"/>
                  <a:pt x="71907" y="5475"/>
                </a:cubicBezTo>
                <a:cubicBezTo>
                  <a:pt x="75299" y="5426"/>
                  <a:pt x="78814" y="4433"/>
                  <a:pt x="82146" y="4433"/>
                </a:cubicBezTo>
                <a:cubicBezTo>
                  <a:pt x="83767" y="4433"/>
                  <a:pt x="85344" y="4668"/>
                  <a:pt x="86843" y="5362"/>
                </a:cubicBezTo>
                <a:cubicBezTo>
                  <a:pt x="87317" y="5579"/>
                  <a:pt x="87789" y="5845"/>
                  <a:pt x="88307" y="5876"/>
                </a:cubicBezTo>
                <a:cubicBezTo>
                  <a:pt x="88344" y="5879"/>
                  <a:pt x="88381" y="5880"/>
                  <a:pt x="88418" y="5880"/>
                </a:cubicBezTo>
                <a:cubicBezTo>
                  <a:pt x="89089" y="5880"/>
                  <a:pt x="89706" y="5504"/>
                  <a:pt x="90331" y="5238"/>
                </a:cubicBezTo>
                <a:cubicBezTo>
                  <a:pt x="91088" y="4917"/>
                  <a:pt x="91909" y="4760"/>
                  <a:pt x="92731" y="4760"/>
                </a:cubicBezTo>
                <a:cubicBezTo>
                  <a:pt x="93465" y="4760"/>
                  <a:pt x="94200" y="4885"/>
                  <a:pt x="94892" y="5129"/>
                </a:cubicBezTo>
                <a:cubicBezTo>
                  <a:pt x="94923" y="4953"/>
                  <a:pt x="94943" y="4774"/>
                  <a:pt x="94943" y="4586"/>
                </a:cubicBezTo>
                <a:lnTo>
                  <a:pt x="94943" y="762"/>
                </a:lnTo>
                <a:lnTo>
                  <a:pt x="94943" y="762"/>
                </a:lnTo>
                <a:cubicBezTo>
                  <a:pt x="93802" y="1011"/>
                  <a:pt x="92668" y="1294"/>
                  <a:pt x="91523" y="1519"/>
                </a:cubicBezTo>
                <a:cubicBezTo>
                  <a:pt x="88157" y="2177"/>
                  <a:pt x="84708" y="2302"/>
                  <a:pt x="81280" y="2428"/>
                </a:cubicBezTo>
                <a:cubicBezTo>
                  <a:pt x="70478" y="2817"/>
                  <a:pt x="59679" y="3209"/>
                  <a:pt x="48876" y="3596"/>
                </a:cubicBezTo>
                <a:cubicBezTo>
                  <a:pt x="48495" y="3610"/>
                  <a:pt x="48109" y="3624"/>
                  <a:pt x="47724" y="3624"/>
                </a:cubicBezTo>
                <a:cubicBezTo>
                  <a:pt x="46689" y="3624"/>
                  <a:pt x="45658" y="3527"/>
                  <a:pt x="44727" y="3095"/>
                </a:cubicBezTo>
                <a:cubicBezTo>
                  <a:pt x="44042" y="2778"/>
                  <a:pt x="43433" y="2285"/>
                  <a:pt x="42701" y="2097"/>
                </a:cubicBezTo>
                <a:cubicBezTo>
                  <a:pt x="42449" y="2031"/>
                  <a:pt x="42195" y="2004"/>
                  <a:pt x="41940" y="2004"/>
                </a:cubicBezTo>
                <a:cubicBezTo>
                  <a:pt x="41071" y="2004"/>
                  <a:pt x="40188" y="2318"/>
                  <a:pt x="39322" y="2506"/>
                </a:cubicBezTo>
                <a:cubicBezTo>
                  <a:pt x="38588" y="2665"/>
                  <a:pt x="37854" y="2734"/>
                  <a:pt x="37120" y="2734"/>
                </a:cubicBezTo>
                <a:cubicBezTo>
                  <a:pt x="33605" y="2734"/>
                  <a:pt x="30092" y="1161"/>
                  <a:pt x="26560" y="474"/>
                </a:cubicBezTo>
                <a:cubicBezTo>
                  <a:pt x="24725" y="117"/>
                  <a:pt x="22866" y="1"/>
                  <a:pt x="209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8"/>
          <p:cNvSpPr/>
          <p:nvPr/>
        </p:nvSpPr>
        <p:spPr>
          <a:xfrm flipH="1">
            <a:off x="7453900" y="4710950"/>
            <a:ext cx="1420525" cy="429800"/>
          </a:xfrm>
          <a:custGeom>
            <a:rect b="b" l="l" r="r" t="t"/>
            <a:pathLst>
              <a:path extrusionOk="0" h="17192" w="56821">
                <a:moveTo>
                  <a:pt x="600" y="0"/>
                </a:moveTo>
                <a:cubicBezTo>
                  <a:pt x="236" y="351"/>
                  <a:pt x="1" y="779"/>
                  <a:pt x="81" y="1269"/>
                </a:cubicBezTo>
                <a:cubicBezTo>
                  <a:pt x="147" y="1672"/>
                  <a:pt x="429" y="2005"/>
                  <a:pt x="707" y="2300"/>
                </a:cubicBezTo>
                <a:cubicBezTo>
                  <a:pt x="3093" y="4825"/>
                  <a:pt x="6307" y="6368"/>
                  <a:pt x="9447" y="7855"/>
                </a:cubicBezTo>
                <a:cubicBezTo>
                  <a:pt x="14430" y="10220"/>
                  <a:pt x="19426" y="12582"/>
                  <a:pt x="24599" y="14493"/>
                </a:cubicBezTo>
                <a:cubicBezTo>
                  <a:pt x="27337" y="15505"/>
                  <a:pt x="30123" y="16381"/>
                  <a:pt x="32925" y="17192"/>
                </a:cubicBezTo>
                <a:lnTo>
                  <a:pt x="56821" y="17192"/>
                </a:lnTo>
                <a:cubicBezTo>
                  <a:pt x="55652" y="17004"/>
                  <a:pt x="54484" y="16832"/>
                  <a:pt x="53308" y="16687"/>
                </a:cubicBezTo>
                <a:cubicBezTo>
                  <a:pt x="48663" y="16121"/>
                  <a:pt x="43973" y="15945"/>
                  <a:pt x="39344" y="15248"/>
                </a:cubicBezTo>
                <a:cubicBezTo>
                  <a:pt x="29555" y="13780"/>
                  <a:pt x="20273" y="10040"/>
                  <a:pt x="11099" y="6330"/>
                </a:cubicBezTo>
                <a:lnTo>
                  <a:pt x="2569" y="2882"/>
                </a:lnTo>
                <a:cubicBezTo>
                  <a:pt x="1698" y="2529"/>
                  <a:pt x="725" y="2063"/>
                  <a:pt x="472" y="1161"/>
                </a:cubicBezTo>
                <a:cubicBezTo>
                  <a:pt x="351" y="725"/>
                  <a:pt x="412" y="339"/>
                  <a:pt x="600"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8"/>
          <p:cNvSpPr/>
          <p:nvPr/>
        </p:nvSpPr>
        <p:spPr>
          <a:xfrm>
            <a:off x="-75900" y="4565250"/>
            <a:ext cx="2858400" cy="575550"/>
          </a:xfrm>
          <a:custGeom>
            <a:rect b="b" l="l" r="r" t="t"/>
            <a:pathLst>
              <a:path extrusionOk="0" h="23022" w="114336">
                <a:moveTo>
                  <a:pt x="60088" y="1"/>
                </a:moveTo>
                <a:cubicBezTo>
                  <a:pt x="52820" y="1"/>
                  <a:pt x="45539" y="67"/>
                  <a:pt x="38226" y="256"/>
                </a:cubicBezTo>
                <a:cubicBezTo>
                  <a:pt x="35709" y="321"/>
                  <a:pt x="33175" y="345"/>
                  <a:pt x="30633" y="345"/>
                </a:cubicBezTo>
                <a:cubicBezTo>
                  <a:pt x="23743" y="345"/>
                  <a:pt x="16782" y="170"/>
                  <a:pt x="9878" y="170"/>
                </a:cubicBezTo>
                <a:cubicBezTo>
                  <a:pt x="6845" y="170"/>
                  <a:pt x="3822" y="204"/>
                  <a:pt x="822" y="301"/>
                </a:cubicBezTo>
                <a:cubicBezTo>
                  <a:pt x="539" y="393"/>
                  <a:pt x="264" y="502"/>
                  <a:pt x="0" y="630"/>
                </a:cubicBezTo>
                <a:lnTo>
                  <a:pt x="0" y="20101"/>
                </a:lnTo>
                <a:cubicBezTo>
                  <a:pt x="0" y="21716"/>
                  <a:pt x="1310" y="23022"/>
                  <a:pt x="2923" y="23022"/>
                </a:cubicBezTo>
                <a:lnTo>
                  <a:pt x="67594" y="23022"/>
                </a:lnTo>
                <a:cubicBezTo>
                  <a:pt x="66425" y="22834"/>
                  <a:pt x="65257" y="22664"/>
                  <a:pt x="64080" y="22519"/>
                </a:cubicBezTo>
                <a:cubicBezTo>
                  <a:pt x="59434" y="21949"/>
                  <a:pt x="54744" y="21773"/>
                  <a:pt x="50117" y="21080"/>
                </a:cubicBezTo>
                <a:cubicBezTo>
                  <a:pt x="40328" y="19612"/>
                  <a:pt x="31048" y="15872"/>
                  <a:pt x="21872" y="12162"/>
                </a:cubicBezTo>
                <a:lnTo>
                  <a:pt x="13344" y="8711"/>
                </a:lnTo>
                <a:cubicBezTo>
                  <a:pt x="12473" y="8359"/>
                  <a:pt x="11498" y="7895"/>
                  <a:pt x="11245" y="6991"/>
                </a:cubicBezTo>
                <a:cubicBezTo>
                  <a:pt x="10756" y="5239"/>
                  <a:pt x="13210" y="4276"/>
                  <a:pt x="15023" y="4143"/>
                </a:cubicBezTo>
                <a:cubicBezTo>
                  <a:pt x="30959" y="2979"/>
                  <a:pt x="46914" y="1810"/>
                  <a:pt x="62889" y="1810"/>
                </a:cubicBezTo>
                <a:cubicBezTo>
                  <a:pt x="64185" y="1810"/>
                  <a:pt x="65480" y="1817"/>
                  <a:pt x="66776" y="1833"/>
                </a:cubicBezTo>
                <a:cubicBezTo>
                  <a:pt x="74517" y="1929"/>
                  <a:pt x="82257" y="2319"/>
                  <a:pt x="89994" y="2319"/>
                </a:cubicBezTo>
                <a:cubicBezTo>
                  <a:pt x="92245" y="2319"/>
                  <a:pt x="94495" y="2286"/>
                  <a:pt x="96745" y="2203"/>
                </a:cubicBezTo>
                <a:cubicBezTo>
                  <a:pt x="102635" y="1988"/>
                  <a:pt x="108513" y="1256"/>
                  <a:pt x="114336" y="361"/>
                </a:cubicBezTo>
                <a:cubicBezTo>
                  <a:pt x="114211" y="348"/>
                  <a:pt x="114086" y="343"/>
                  <a:pt x="113961" y="343"/>
                </a:cubicBezTo>
                <a:cubicBezTo>
                  <a:pt x="113637" y="343"/>
                  <a:pt x="113313" y="376"/>
                  <a:pt x="112990" y="376"/>
                </a:cubicBezTo>
                <a:cubicBezTo>
                  <a:pt x="112878" y="376"/>
                  <a:pt x="112766" y="372"/>
                  <a:pt x="112654" y="361"/>
                </a:cubicBezTo>
                <a:cubicBezTo>
                  <a:pt x="112131" y="362"/>
                  <a:pt x="111609" y="362"/>
                  <a:pt x="111086" y="362"/>
                </a:cubicBezTo>
                <a:cubicBezTo>
                  <a:pt x="94007" y="362"/>
                  <a:pt x="77085" y="1"/>
                  <a:pt x="600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8"/>
          <p:cNvSpPr/>
          <p:nvPr/>
        </p:nvSpPr>
        <p:spPr>
          <a:xfrm>
            <a:off x="500" y="3991750"/>
            <a:ext cx="1989675" cy="783600"/>
          </a:xfrm>
          <a:custGeom>
            <a:rect b="b" l="l" r="r" t="t"/>
            <a:pathLst>
              <a:path extrusionOk="0" h="31344" w="79587">
                <a:moveTo>
                  <a:pt x="28881" y="1"/>
                </a:moveTo>
                <a:lnTo>
                  <a:pt x="28881" y="1"/>
                </a:lnTo>
                <a:cubicBezTo>
                  <a:pt x="27258" y="539"/>
                  <a:pt x="25683" y="1222"/>
                  <a:pt x="24185" y="2060"/>
                </a:cubicBezTo>
                <a:cubicBezTo>
                  <a:pt x="23134" y="2651"/>
                  <a:pt x="22107" y="3313"/>
                  <a:pt x="20952" y="3661"/>
                </a:cubicBezTo>
                <a:cubicBezTo>
                  <a:pt x="19824" y="4003"/>
                  <a:pt x="18634" y="4028"/>
                  <a:pt x="17451" y="4028"/>
                </a:cubicBezTo>
                <a:cubicBezTo>
                  <a:pt x="17253" y="4028"/>
                  <a:pt x="17055" y="4027"/>
                  <a:pt x="16858" y="4027"/>
                </a:cubicBezTo>
                <a:cubicBezTo>
                  <a:pt x="16824" y="4027"/>
                  <a:pt x="16791" y="4027"/>
                  <a:pt x="16757" y="4027"/>
                </a:cubicBezTo>
                <a:cubicBezTo>
                  <a:pt x="11547" y="4043"/>
                  <a:pt x="6338" y="4767"/>
                  <a:pt x="1321" y="6176"/>
                </a:cubicBezTo>
                <a:cubicBezTo>
                  <a:pt x="881" y="6302"/>
                  <a:pt x="431" y="6441"/>
                  <a:pt x="0" y="6613"/>
                </a:cubicBezTo>
                <a:lnTo>
                  <a:pt x="0" y="7873"/>
                </a:lnTo>
                <a:cubicBezTo>
                  <a:pt x="1781" y="8175"/>
                  <a:pt x="3562" y="8476"/>
                  <a:pt x="5342" y="8778"/>
                </a:cubicBezTo>
                <a:cubicBezTo>
                  <a:pt x="5825" y="8860"/>
                  <a:pt x="6373" y="8983"/>
                  <a:pt x="6624" y="9406"/>
                </a:cubicBezTo>
                <a:cubicBezTo>
                  <a:pt x="7092" y="10197"/>
                  <a:pt x="6086" y="11082"/>
                  <a:pt x="5185" y="11248"/>
                </a:cubicBezTo>
                <a:cubicBezTo>
                  <a:pt x="4283" y="11414"/>
                  <a:pt x="3208" y="11373"/>
                  <a:pt x="2643" y="12095"/>
                </a:cubicBezTo>
                <a:cubicBezTo>
                  <a:pt x="3611" y="12278"/>
                  <a:pt x="3621" y="13839"/>
                  <a:pt x="2821" y="14419"/>
                </a:cubicBezTo>
                <a:cubicBezTo>
                  <a:pt x="2365" y="14750"/>
                  <a:pt x="1813" y="14853"/>
                  <a:pt x="1243" y="14853"/>
                </a:cubicBezTo>
                <a:cubicBezTo>
                  <a:pt x="829" y="14853"/>
                  <a:pt x="405" y="14799"/>
                  <a:pt x="0" y="14738"/>
                </a:cubicBezTo>
                <a:lnTo>
                  <a:pt x="0" y="29626"/>
                </a:lnTo>
                <a:cubicBezTo>
                  <a:pt x="939" y="29925"/>
                  <a:pt x="1963" y="30060"/>
                  <a:pt x="2976" y="30060"/>
                </a:cubicBezTo>
                <a:cubicBezTo>
                  <a:pt x="3504" y="30060"/>
                  <a:pt x="4030" y="30024"/>
                  <a:pt x="4539" y="29954"/>
                </a:cubicBezTo>
                <a:cubicBezTo>
                  <a:pt x="7459" y="29553"/>
                  <a:pt x="10291" y="28394"/>
                  <a:pt x="13229" y="28394"/>
                </a:cubicBezTo>
                <a:cubicBezTo>
                  <a:pt x="13353" y="28394"/>
                  <a:pt x="13477" y="28396"/>
                  <a:pt x="13602" y="28400"/>
                </a:cubicBezTo>
                <a:cubicBezTo>
                  <a:pt x="16841" y="28510"/>
                  <a:pt x="19828" y="30097"/>
                  <a:pt x="22989" y="30820"/>
                </a:cubicBezTo>
                <a:cubicBezTo>
                  <a:pt x="24696" y="31210"/>
                  <a:pt x="26434" y="31344"/>
                  <a:pt x="28183" y="31344"/>
                </a:cubicBezTo>
                <a:cubicBezTo>
                  <a:pt x="30293" y="31344"/>
                  <a:pt x="32420" y="31149"/>
                  <a:pt x="34524" y="30974"/>
                </a:cubicBezTo>
                <a:cubicBezTo>
                  <a:pt x="41455" y="30397"/>
                  <a:pt x="48404" y="30045"/>
                  <a:pt x="55356" y="29919"/>
                </a:cubicBezTo>
                <a:cubicBezTo>
                  <a:pt x="61510" y="29810"/>
                  <a:pt x="67770" y="29861"/>
                  <a:pt x="73666" y="28097"/>
                </a:cubicBezTo>
                <a:cubicBezTo>
                  <a:pt x="75182" y="27643"/>
                  <a:pt x="76709" y="27042"/>
                  <a:pt x="77833" y="25928"/>
                </a:cubicBezTo>
                <a:cubicBezTo>
                  <a:pt x="78956" y="24814"/>
                  <a:pt x="79587" y="23078"/>
                  <a:pt x="79015" y="21602"/>
                </a:cubicBezTo>
                <a:cubicBezTo>
                  <a:pt x="77373" y="21043"/>
                  <a:pt x="75731" y="20485"/>
                  <a:pt x="74088" y="19925"/>
                </a:cubicBezTo>
                <a:cubicBezTo>
                  <a:pt x="74133" y="19304"/>
                  <a:pt x="74331" y="18698"/>
                  <a:pt x="74660" y="18169"/>
                </a:cubicBezTo>
                <a:cubicBezTo>
                  <a:pt x="73289" y="17861"/>
                  <a:pt x="71884" y="17706"/>
                  <a:pt x="70479" y="17706"/>
                </a:cubicBezTo>
                <a:cubicBezTo>
                  <a:pt x="69913" y="17706"/>
                  <a:pt x="69346" y="17731"/>
                  <a:pt x="68782" y="17782"/>
                </a:cubicBezTo>
                <a:cubicBezTo>
                  <a:pt x="68689" y="18761"/>
                  <a:pt x="67691" y="19460"/>
                  <a:pt x="66735" y="19460"/>
                </a:cubicBezTo>
                <a:cubicBezTo>
                  <a:pt x="66376" y="19460"/>
                  <a:pt x="66023" y="19362"/>
                  <a:pt x="65726" y="19142"/>
                </a:cubicBezTo>
                <a:lnTo>
                  <a:pt x="65726" y="19142"/>
                </a:lnTo>
                <a:cubicBezTo>
                  <a:pt x="65991" y="19647"/>
                  <a:pt x="65584" y="20299"/>
                  <a:pt x="65045" y="20487"/>
                </a:cubicBezTo>
                <a:cubicBezTo>
                  <a:pt x="64867" y="20549"/>
                  <a:pt x="64682" y="20575"/>
                  <a:pt x="64495" y="20575"/>
                </a:cubicBezTo>
                <a:cubicBezTo>
                  <a:pt x="64119" y="20575"/>
                  <a:pt x="63734" y="20470"/>
                  <a:pt x="63372" y="20346"/>
                </a:cubicBezTo>
                <a:cubicBezTo>
                  <a:pt x="61978" y="19870"/>
                  <a:pt x="60671" y="19142"/>
                  <a:pt x="59535" y="18206"/>
                </a:cubicBezTo>
                <a:cubicBezTo>
                  <a:pt x="59318" y="18860"/>
                  <a:pt x="59099" y="19510"/>
                  <a:pt x="58880" y="20164"/>
                </a:cubicBezTo>
                <a:cubicBezTo>
                  <a:pt x="58729" y="20181"/>
                  <a:pt x="58577" y="20190"/>
                  <a:pt x="58425" y="20190"/>
                </a:cubicBezTo>
                <a:cubicBezTo>
                  <a:pt x="57547" y="20190"/>
                  <a:pt x="56669" y="19904"/>
                  <a:pt x="55963" y="19379"/>
                </a:cubicBezTo>
                <a:cubicBezTo>
                  <a:pt x="55920" y="19899"/>
                  <a:pt x="55693" y="20404"/>
                  <a:pt x="55331" y="20780"/>
                </a:cubicBezTo>
                <a:cubicBezTo>
                  <a:pt x="54479" y="20496"/>
                  <a:pt x="53628" y="20215"/>
                  <a:pt x="52773" y="19931"/>
                </a:cubicBezTo>
                <a:cubicBezTo>
                  <a:pt x="52446" y="19823"/>
                  <a:pt x="52117" y="19714"/>
                  <a:pt x="51810" y="19565"/>
                </a:cubicBezTo>
                <a:cubicBezTo>
                  <a:pt x="49968" y="18682"/>
                  <a:pt x="49059" y="16564"/>
                  <a:pt x="48682" y="14556"/>
                </a:cubicBezTo>
                <a:cubicBezTo>
                  <a:pt x="48242" y="14777"/>
                  <a:pt x="47758" y="14881"/>
                  <a:pt x="47273" y="14881"/>
                </a:cubicBezTo>
                <a:cubicBezTo>
                  <a:pt x="46810" y="14881"/>
                  <a:pt x="46345" y="14786"/>
                  <a:pt x="45916" y="14607"/>
                </a:cubicBezTo>
                <a:cubicBezTo>
                  <a:pt x="45538" y="14451"/>
                  <a:pt x="45161" y="14251"/>
                  <a:pt x="44794" y="14251"/>
                </a:cubicBezTo>
                <a:cubicBezTo>
                  <a:pt x="44535" y="14251"/>
                  <a:pt x="44281" y="14350"/>
                  <a:pt x="44037" y="14634"/>
                </a:cubicBezTo>
                <a:cubicBezTo>
                  <a:pt x="43829" y="14871"/>
                  <a:pt x="43710" y="15198"/>
                  <a:pt x="43436" y="15349"/>
                </a:cubicBezTo>
                <a:cubicBezTo>
                  <a:pt x="43275" y="15437"/>
                  <a:pt x="43082" y="15452"/>
                  <a:pt x="42896" y="15452"/>
                </a:cubicBezTo>
                <a:cubicBezTo>
                  <a:pt x="42496" y="15452"/>
                  <a:pt x="42072" y="15390"/>
                  <a:pt x="41768" y="15131"/>
                </a:cubicBezTo>
                <a:cubicBezTo>
                  <a:pt x="41465" y="14871"/>
                  <a:pt x="41349" y="14362"/>
                  <a:pt x="41620" y="14068"/>
                </a:cubicBezTo>
                <a:cubicBezTo>
                  <a:pt x="42083" y="14027"/>
                  <a:pt x="42536" y="13871"/>
                  <a:pt x="42925" y="13614"/>
                </a:cubicBezTo>
                <a:cubicBezTo>
                  <a:pt x="42228" y="12401"/>
                  <a:pt x="40946" y="11540"/>
                  <a:pt x="39558" y="11352"/>
                </a:cubicBezTo>
                <a:cubicBezTo>
                  <a:pt x="39124" y="11293"/>
                  <a:pt x="38680" y="11295"/>
                  <a:pt x="38249" y="11211"/>
                </a:cubicBezTo>
                <a:cubicBezTo>
                  <a:pt x="37550" y="11078"/>
                  <a:pt x="36894" y="10710"/>
                  <a:pt x="36415" y="10179"/>
                </a:cubicBezTo>
                <a:cubicBezTo>
                  <a:pt x="35857" y="11485"/>
                  <a:pt x="35058" y="13667"/>
                  <a:pt x="33757" y="14358"/>
                </a:cubicBezTo>
                <a:cubicBezTo>
                  <a:pt x="32514" y="15016"/>
                  <a:pt x="30913" y="15151"/>
                  <a:pt x="29975" y="16304"/>
                </a:cubicBezTo>
                <a:cubicBezTo>
                  <a:pt x="29539" y="16836"/>
                  <a:pt x="29323" y="17549"/>
                  <a:pt x="28793" y="17989"/>
                </a:cubicBezTo>
                <a:cubicBezTo>
                  <a:pt x="28591" y="18157"/>
                  <a:pt x="28312" y="18239"/>
                  <a:pt x="28042" y="18239"/>
                </a:cubicBezTo>
                <a:cubicBezTo>
                  <a:pt x="27604" y="18239"/>
                  <a:pt x="27192" y="18021"/>
                  <a:pt x="27180" y="17596"/>
                </a:cubicBezTo>
                <a:cubicBezTo>
                  <a:pt x="27693" y="16918"/>
                  <a:pt x="28227" y="16165"/>
                  <a:pt x="28198" y="15317"/>
                </a:cubicBezTo>
                <a:cubicBezTo>
                  <a:pt x="28186" y="14981"/>
                  <a:pt x="28008" y="14491"/>
                  <a:pt x="27712" y="14296"/>
                </a:cubicBezTo>
                <a:cubicBezTo>
                  <a:pt x="27575" y="14205"/>
                  <a:pt x="27483" y="14182"/>
                  <a:pt x="27400" y="14182"/>
                </a:cubicBezTo>
                <a:cubicBezTo>
                  <a:pt x="27311" y="14182"/>
                  <a:pt x="27232" y="14208"/>
                  <a:pt x="27119" y="14208"/>
                </a:cubicBezTo>
                <a:cubicBezTo>
                  <a:pt x="27073" y="14208"/>
                  <a:pt x="27021" y="14204"/>
                  <a:pt x="26961" y="14192"/>
                </a:cubicBezTo>
                <a:cubicBezTo>
                  <a:pt x="26295" y="14061"/>
                  <a:pt x="25814" y="13593"/>
                  <a:pt x="25644" y="12920"/>
                </a:cubicBezTo>
                <a:cubicBezTo>
                  <a:pt x="25456" y="12174"/>
                  <a:pt x="25587" y="11375"/>
                  <a:pt x="25415" y="10625"/>
                </a:cubicBezTo>
                <a:cubicBezTo>
                  <a:pt x="25360" y="10387"/>
                  <a:pt x="25276" y="10156"/>
                  <a:pt x="25262" y="9911"/>
                </a:cubicBezTo>
                <a:cubicBezTo>
                  <a:pt x="25232" y="9334"/>
                  <a:pt x="25681" y="8770"/>
                  <a:pt x="26248" y="8668"/>
                </a:cubicBezTo>
                <a:cubicBezTo>
                  <a:pt x="25559" y="7995"/>
                  <a:pt x="25849" y="6629"/>
                  <a:pt x="26755" y="6296"/>
                </a:cubicBezTo>
                <a:cubicBezTo>
                  <a:pt x="27260" y="6110"/>
                  <a:pt x="27830" y="6223"/>
                  <a:pt x="28362" y="6139"/>
                </a:cubicBezTo>
                <a:cubicBezTo>
                  <a:pt x="28897" y="6059"/>
                  <a:pt x="29474" y="5611"/>
                  <a:pt x="29341" y="5088"/>
                </a:cubicBezTo>
                <a:cubicBezTo>
                  <a:pt x="29284" y="4867"/>
                  <a:pt x="29110" y="4667"/>
                  <a:pt x="29157" y="4444"/>
                </a:cubicBezTo>
                <a:cubicBezTo>
                  <a:pt x="29212" y="4182"/>
                  <a:pt x="29525" y="4086"/>
                  <a:pt x="29764" y="3968"/>
                </a:cubicBezTo>
                <a:cubicBezTo>
                  <a:pt x="30005" y="3851"/>
                  <a:pt x="30222" y="3518"/>
                  <a:pt x="30018" y="3346"/>
                </a:cubicBezTo>
                <a:cubicBezTo>
                  <a:pt x="29069" y="3342"/>
                  <a:pt x="28120" y="3135"/>
                  <a:pt x="27254" y="2741"/>
                </a:cubicBezTo>
                <a:cubicBezTo>
                  <a:pt x="27215" y="2622"/>
                  <a:pt x="27196" y="2497"/>
                  <a:pt x="27194" y="2373"/>
                </a:cubicBezTo>
                <a:cubicBezTo>
                  <a:pt x="27178" y="1835"/>
                  <a:pt x="27470" y="1293"/>
                  <a:pt x="27849" y="890"/>
                </a:cubicBezTo>
                <a:cubicBezTo>
                  <a:pt x="28159" y="559"/>
                  <a:pt x="28527" y="287"/>
                  <a:pt x="2888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8"/>
          <p:cNvSpPr/>
          <p:nvPr/>
        </p:nvSpPr>
        <p:spPr>
          <a:xfrm>
            <a:off x="19125" y="4030375"/>
            <a:ext cx="625275" cy="286175"/>
          </a:xfrm>
          <a:custGeom>
            <a:rect b="b" l="l" r="r" t="t"/>
            <a:pathLst>
              <a:path extrusionOk="0" h="11447" w="25011">
                <a:moveTo>
                  <a:pt x="24384" y="0"/>
                </a:moveTo>
                <a:lnTo>
                  <a:pt x="24384" y="0"/>
                </a:lnTo>
                <a:cubicBezTo>
                  <a:pt x="24063" y="165"/>
                  <a:pt x="23744" y="333"/>
                  <a:pt x="23429" y="509"/>
                </a:cubicBezTo>
                <a:cubicBezTo>
                  <a:pt x="22377" y="1098"/>
                  <a:pt x="21350" y="1762"/>
                  <a:pt x="20195" y="2108"/>
                </a:cubicBezTo>
                <a:cubicBezTo>
                  <a:pt x="19057" y="2454"/>
                  <a:pt x="17855" y="2477"/>
                  <a:pt x="16661" y="2477"/>
                </a:cubicBezTo>
                <a:cubicBezTo>
                  <a:pt x="16476" y="2477"/>
                  <a:pt x="16291" y="2476"/>
                  <a:pt x="16107" y="2476"/>
                </a:cubicBezTo>
                <a:cubicBezTo>
                  <a:pt x="16072" y="2476"/>
                  <a:pt x="16036" y="2476"/>
                  <a:pt x="16000" y="2476"/>
                </a:cubicBezTo>
                <a:cubicBezTo>
                  <a:pt x="12512" y="2486"/>
                  <a:pt x="9022" y="2817"/>
                  <a:pt x="5589" y="3455"/>
                </a:cubicBezTo>
                <a:cubicBezTo>
                  <a:pt x="5755" y="3954"/>
                  <a:pt x="6184" y="4477"/>
                  <a:pt x="6104" y="4999"/>
                </a:cubicBezTo>
                <a:cubicBezTo>
                  <a:pt x="6010" y="5600"/>
                  <a:pt x="5289" y="5882"/>
                  <a:pt x="4679" y="5882"/>
                </a:cubicBezTo>
                <a:cubicBezTo>
                  <a:pt x="4677" y="5882"/>
                  <a:pt x="4675" y="5882"/>
                  <a:pt x="4673" y="5882"/>
                </a:cubicBezTo>
                <a:cubicBezTo>
                  <a:pt x="4626" y="5882"/>
                  <a:pt x="4577" y="5881"/>
                  <a:pt x="4529" y="5881"/>
                </a:cubicBezTo>
                <a:cubicBezTo>
                  <a:pt x="4377" y="5881"/>
                  <a:pt x="4225" y="5890"/>
                  <a:pt x="4096" y="5964"/>
                </a:cubicBezTo>
                <a:cubicBezTo>
                  <a:pt x="3961" y="6041"/>
                  <a:pt x="3871" y="6176"/>
                  <a:pt x="3737" y="6256"/>
                </a:cubicBezTo>
                <a:cubicBezTo>
                  <a:pt x="3643" y="6312"/>
                  <a:pt x="3543" y="6335"/>
                  <a:pt x="3439" y="6335"/>
                </a:cubicBezTo>
                <a:cubicBezTo>
                  <a:pt x="3179" y="6335"/>
                  <a:pt x="2900" y="6192"/>
                  <a:pt x="2651" y="6076"/>
                </a:cubicBezTo>
                <a:cubicBezTo>
                  <a:pt x="2489" y="5999"/>
                  <a:pt x="2290" y="5945"/>
                  <a:pt x="2107" y="5945"/>
                </a:cubicBezTo>
                <a:cubicBezTo>
                  <a:pt x="1900" y="5945"/>
                  <a:pt x="1713" y="6014"/>
                  <a:pt x="1623" y="6197"/>
                </a:cubicBezTo>
                <a:cubicBezTo>
                  <a:pt x="1421" y="5795"/>
                  <a:pt x="1065" y="5333"/>
                  <a:pt x="662" y="5333"/>
                </a:cubicBezTo>
                <a:cubicBezTo>
                  <a:pt x="594" y="5333"/>
                  <a:pt x="525" y="5346"/>
                  <a:pt x="455" y="5375"/>
                </a:cubicBezTo>
                <a:cubicBezTo>
                  <a:pt x="155" y="5500"/>
                  <a:pt x="36" y="5861"/>
                  <a:pt x="18" y="6184"/>
                </a:cubicBezTo>
                <a:cubicBezTo>
                  <a:pt x="1" y="6536"/>
                  <a:pt x="77" y="6918"/>
                  <a:pt x="337" y="7156"/>
                </a:cubicBezTo>
                <a:cubicBezTo>
                  <a:pt x="465" y="7275"/>
                  <a:pt x="644" y="7339"/>
                  <a:pt x="817" y="7339"/>
                </a:cubicBezTo>
                <a:cubicBezTo>
                  <a:pt x="996" y="7339"/>
                  <a:pt x="1169" y="7270"/>
                  <a:pt x="1269" y="7123"/>
                </a:cubicBezTo>
                <a:cubicBezTo>
                  <a:pt x="1375" y="7654"/>
                  <a:pt x="1796" y="8078"/>
                  <a:pt x="2285" y="8313"/>
                </a:cubicBezTo>
                <a:cubicBezTo>
                  <a:pt x="2770" y="8548"/>
                  <a:pt x="3322" y="8615"/>
                  <a:pt x="3863" y="8652"/>
                </a:cubicBezTo>
                <a:cubicBezTo>
                  <a:pt x="3977" y="8659"/>
                  <a:pt x="4094" y="8665"/>
                  <a:pt x="4211" y="8665"/>
                </a:cubicBezTo>
                <a:cubicBezTo>
                  <a:pt x="4512" y="8665"/>
                  <a:pt x="4812" y="8626"/>
                  <a:pt x="5070" y="8480"/>
                </a:cubicBezTo>
                <a:cubicBezTo>
                  <a:pt x="5622" y="8170"/>
                  <a:pt x="5842" y="7452"/>
                  <a:pt x="6388" y="7133"/>
                </a:cubicBezTo>
                <a:cubicBezTo>
                  <a:pt x="6610" y="7002"/>
                  <a:pt x="6850" y="6952"/>
                  <a:pt x="7098" y="6952"/>
                </a:cubicBezTo>
                <a:cubicBezTo>
                  <a:pt x="7646" y="6952"/>
                  <a:pt x="8239" y="7192"/>
                  <a:pt x="8795" y="7319"/>
                </a:cubicBezTo>
                <a:cubicBezTo>
                  <a:pt x="9334" y="7440"/>
                  <a:pt x="9889" y="7450"/>
                  <a:pt x="10439" y="7460"/>
                </a:cubicBezTo>
                <a:cubicBezTo>
                  <a:pt x="10462" y="7460"/>
                  <a:pt x="10485" y="7460"/>
                  <a:pt x="10508" y="7460"/>
                </a:cubicBezTo>
                <a:cubicBezTo>
                  <a:pt x="10644" y="7460"/>
                  <a:pt x="10783" y="7452"/>
                  <a:pt x="10903" y="7391"/>
                </a:cubicBezTo>
                <a:cubicBezTo>
                  <a:pt x="11029" y="7325"/>
                  <a:pt x="11119" y="7211"/>
                  <a:pt x="11236" y="7129"/>
                </a:cubicBezTo>
                <a:cubicBezTo>
                  <a:pt x="11379" y="7035"/>
                  <a:pt x="11549" y="6998"/>
                  <a:pt x="11720" y="6978"/>
                </a:cubicBezTo>
                <a:cubicBezTo>
                  <a:pt x="11821" y="6966"/>
                  <a:pt x="11923" y="6960"/>
                  <a:pt x="12024" y="6960"/>
                </a:cubicBezTo>
                <a:cubicBezTo>
                  <a:pt x="13409" y="6960"/>
                  <a:pt x="14744" y="8050"/>
                  <a:pt x="14963" y="9429"/>
                </a:cubicBezTo>
                <a:cubicBezTo>
                  <a:pt x="14988" y="9589"/>
                  <a:pt x="15010" y="9766"/>
                  <a:pt x="15131" y="9865"/>
                </a:cubicBezTo>
                <a:cubicBezTo>
                  <a:pt x="15347" y="10044"/>
                  <a:pt x="15763" y="9895"/>
                  <a:pt x="15901" y="10139"/>
                </a:cubicBezTo>
                <a:cubicBezTo>
                  <a:pt x="15967" y="10259"/>
                  <a:pt x="15920" y="10406"/>
                  <a:pt x="15924" y="10543"/>
                </a:cubicBezTo>
                <a:cubicBezTo>
                  <a:pt x="15940" y="11030"/>
                  <a:pt x="16539" y="11238"/>
                  <a:pt x="17018" y="11316"/>
                </a:cubicBezTo>
                <a:cubicBezTo>
                  <a:pt x="17408" y="11382"/>
                  <a:pt x="17809" y="11446"/>
                  <a:pt x="18203" y="11446"/>
                </a:cubicBezTo>
                <a:cubicBezTo>
                  <a:pt x="18487" y="11446"/>
                  <a:pt x="18767" y="11413"/>
                  <a:pt x="19036" y="11322"/>
                </a:cubicBezTo>
                <a:cubicBezTo>
                  <a:pt x="19122" y="11292"/>
                  <a:pt x="19210" y="11255"/>
                  <a:pt x="19261" y="11179"/>
                </a:cubicBezTo>
                <a:cubicBezTo>
                  <a:pt x="19394" y="10989"/>
                  <a:pt x="19199" y="10746"/>
                  <a:pt x="19142" y="10519"/>
                </a:cubicBezTo>
                <a:cubicBezTo>
                  <a:pt x="18983" y="9869"/>
                  <a:pt x="19989" y="9495"/>
                  <a:pt x="20089" y="8836"/>
                </a:cubicBezTo>
                <a:cubicBezTo>
                  <a:pt x="20136" y="8529"/>
                  <a:pt x="19972" y="8227"/>
                  <a:pt x="19952" y="7920"/>
                </a:cubicBezTo>
                <a:cubicBezTo>
                  <a:pt x="19888" y="6927"/>
                  <a:pt x="21234" y="6295"/>
                  <a:pt x="21225" y="5301"/>
                </a:cubicBezTo>
                <a:cubicBezTo>
                  <a:pt x="22379" y="5217"/>
                  <a:pt x="23532" y="5131"/>
                  <a:pt x="24687" y="5042"/>
                </a:cubicBezTo>
                <a:cubicBezTo>
                  <a:pt x="24785" y="5035"/>
                  <a:pt x="24895" y="5023"/>
                  <a:pt x="24955" y="4945"/>
                </a:cubicBezTo>
                <a:cubicBezTo>
                  <a:pt x="25006" y="4882"/>
                  <a:pt x="25010" y="4790"/>
                  <a:pt x="25006" y="4708"/>
                </a:cubicBezTo>
                <a:cubicBezTo>
                  <a:pt x="24992" y="4297"/>
                  <a:pt x="24922" y="3886"/>
                  <a:pt x="24799" y="3492"/>
                </a:cubicBezTo>
                <a:cubicBezTo>
                  <a:pt x="24286" y="3802"/>
                  <a:pt x="23687" y="3959"/>
                  <a:pt x="23088" y="3959"/>
                </a:cubicBezTo>
                <a:cubicBezTo>
                  <a:pt x="22664" y="3959"/>
                  <a:pt x="22241" y="3880"/>
                  <a:pt x="21849" y="3721"/>
                </a:cubicBezTo>
                <a:cubicBezTo>
                  <a:pt x="21686" y="3633"/>
                  <a:pt x="21706" y="3377"/>
                  <a:pt x="21835" y="3249"/>
                </a:cubicBezTo>
                <a:cubicBezTo>
                  <a:pt x="21968" y="3122"/>
                  <a:pt x="22162" y="3091"/>
                  <a:pt x="22342" y="3064"/>
                </a:cubicBezTo>
                <a:cubicBezTo>
                  <a:pt x="22792" y="2997"/>
                  <a:pt x="23241" y="2930"/>
                  <a:pt x="23691" y="2866"/>
                </a:cubicBezTo>
                <a:cubicBezTo>
                  <a:pt x="23675" y="2719"/>
                  <a:pt x="23663" y="2572"/>
                  <a:pt x="23650" y="2425"/>
                </a:cubicBezTo>
                <a:cubicBezTo>
                  <a:pt x="23621" y="2439"/>
                  <a:pt x="23592" y="2446"/>
                  <a:pt x="23562" y="2446"/>
                </a:cubicBezTo>
                <a:cubicBezTo>
                  <a:pt x="23434" y="2446"/>
                  <a:pt x="23307" y="2328"/>
                  <a:pt x="23282" y="2194"/>
                </a:cubicBezTo>
                <a:cubicBezTo>
                  <a:pt x="23250" y="2030"/>
                  <a:pt x="23321" y="1868"/>
                  <a:pt x="23395" y="1715"/>
                </a:cubicBezTo>
                <a:cubicBezTo>
                  <a:pt x="23689" y="1116"/>
                  <a:pt x="24026" y="552"/>
                  <a:pt x="243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8"/>
          <p:cNvSpPr/>
          <p:nvPr/>
        </p:nvSpPr>
        <p:spPr>
          <a:xfrm>
            <a:off x="0" y="4448125"/>
            <a:ext cx="1727650" cy="154650"/>
          </a:xfrm>
          <a:custGeom>
            <a:rect b="b" l="l" r="r" t="t"/>
            <a:pathLst>
              <a:path extrusionOk="0" h="6186" w="69106">
                <a:moveTo>
                  <a:pt x="9862" y="0"/>
                </a:moveTo>
                <a:cubicBezTo>
                  <a:pt x="9744" y="337"/>
                  <a:pt x="9306" y="398"/>
                  <a:pt x="8952" y="400"/>
                </a:cubicBezTo>
                <a:cubicBezTo>
                  <a:pt x="8714" y="401"/>
                  <a:pt x="8477" y="402"/>
                  <a:pt x="8240" y="402"/>
                </a:cubicBezTo>
                <a:cubicBezTo>
                  <a:pt x="7159" y="402"/>
                  <a:pt x="6078" y="384"/>
                  <a:pt x="4998" y="349"/>
                </a:cubicBezTo>
                <a:cubicBezTo>
                  <a:pt x="4009" y="313"/>
                  <a:pt x="3023" y="265"/>
                  <a:pt x="2036" y="216"/>
                </a:cubicBezTo>
                <a:cubicBezTo>
                  <a:pt x="1860" y="206"/>
                  <a:pt x="1686" y="200"/>
                  <a:pt x="1510" y="190"/>
                </a:cubicBezTo>
                <a:cubicBezTo>
                  <a:pt x="1282" y="178"/>
                  <a:pt x="1052" y="167"/>
                  <a:pt x="823" y="167"/>
                </a:cubicBezTo>
                <a:cubicBezTo>
                  <a:pt x="554" y="167"/>
                  <a:pt x="286" y="183"/>
                  <a:pt x="22" y="231"/>
                </a:cubicBezTo>
                <a:cubicBezTo>
                  <a:pt x="16" y="233"/>
                  <a:pt x="8" y="233"/>
                  <a:pt x="0" y="235"/>
                </a:cubicBezTo>
                <a:lnTo>
                  <a:pt x="0" y="6186"/>
                </a:lnTo>
                <a:cubicBezTo>
                  <a:pt x="2933" y="6121"/>
                  <a:pt x="5861" y="6056"/>
                  <a:pt x="8791" y="5990"/>
                </a:cubicBezTo>
                <a:cubicBezTo>
                  <a:pt x="13544" y="5880"/>
                  <a:pt x="18288" y="5775"/>
                  <a:pt x="23029" y="5669"/>
                </a:cubicBezTo>
                <a:cubicBezTo>
                  <a:pt x="38386" y="5326"/>
                  <a:pt x="53748" y="4988"/>
                  <a:pt x="69105" y="4645"/>
                </a:cubicBezTo>
                <a:cubicBezTo>
                  <a:pt x="64711" y="4391"/>
                  <a:pt x="60317" y="4146"/>
                  <a:pt x="55922" y="3913"/>
                </a:cubicBezTo>
                <a:cubicBezTo>
                  <a:pt x="54775" y="3852"/>
                  <a:pt x="53628" y="3794"/>
                  <a:pt x="52479" y="3733"/>
                </a:cubicBezTo>
                <a:cubicBezTo>
                  <a:pt x="49295" y="3565"/>
                  <a:pt x="46006" y="3173"/>
                  <a:pt x="42820" y="3009"/>
                </a:cubicBezTo>
                <a:cubicBezTo>
                  <a:pt x="42811" y="2824"/>
                  <a:pt x="42634" y="2748"/>
                  <a:pt x="42438" y="2748"/>
                </a:cubicBezTo>
                <a:cubicBezTo>
                  <a:pt x="42326" y="2748"/>
                  <a:pt x="42209" y="2773"/>
                  <a:pt x="42113" y="2817"/>
                </a:cubicBezTo>
                <a:cubicBezTo>
                  <a:pt x="41940" y="2895"/>
                  <a:pt x="41736" y="2992"/>
                  <a:pt x="41556" y="2992"/>
                </a:cubicBezTo>
                <a:cubicBezTo>
                  <a:pt x="41462" y="2992"/>
                  <a:pt x="41375" y="2965"/>
                  <a:pt x="41303" y="2895"/>
                </a:cubicBezTo>
                <a:cubicBezTo>
                  <a:pt x="41221" y="2815"/>
                  <a:pt x="41182" y="2688"/>
                  <a:pt x="41078" y="2635"/>
                </a:cubicBezTo>
                <a:cubicBezTo>
                  <a:pt x="41045" y="2618"/>
                  <a:pt x="41013" y="2611"/>
                  <a:pt x="40982" y="2611"/>
                </a:cubicBezTo>
                <a:cubicBezTo>
                  <a:pt x="40805" y="2611"/>
                  <a:pt x="40631" y="2829"/>
                  <a:pt x="40436" y="2876"/>
                </a:cubicBezTo>
                <a:cubicBezTo>
                  <a:pt x="40408" y="2882"/>
                  <a:pt x="40381" y="2885"/>
                  <a:pt x="40354" y="2885"/>
                </a:cubicBezTo>
                <a:cubicBezTo>
                  <a:pt x="40090" y="2885"/>
                  <a:pt x="39854" y="2607"/>
                  <a:pt x="39582" y="2607"/>
                </a:cubicBezTo>
                <a:cubicBezTo>
                  <a:pt x="39576" y="2607"/>
                  <a:pt x="39571" y="2607"/>
                  <a:pt x="39565" y="2608"/>
                </a:cubicBezTo>
                <a:cubicBezTo>
                  <a:pt x="39314" y="2617"/>
                  <a:pt x="39108" y="2863"/>
                  <a:pt x="38865" y="2863"/>
                </a:cubicBezTo>
                <a:cubicBezTo>
                  <a:pt x="38846" y="2863"/>
                  <a:pt x="38827" y="2861"/>
                  <a:pt x="38807" y="2858"/>
                </a:cubicBezTo>
                <a:cubicBezTo>
                  <a:pt x="38586" y="2823"/>
                  <a:pt x="38465" y="2574"/>
                  <a:pt x="38267" y="2470"/>
                </a:cubicBezTo>
                <a:cubicBezTo>
                  <a:pt x="38187" y="2428"/>
                  <a:pt x="38105" y="2411"/>
                  <a:pt x="38021" y="2411"/>
                </a:cubicBezTo>
                <a:cubicBezTo>
                  <a:pt x="37713" y="2411"/>
                  <a:pt x="37379" y="2638"/>
                  <a:pt x="37046" y="2658"/>
                </a:cubicBezTo>
                <a:cubicBezTo>
                  <a:pt x="37030" y="2659"/>
                  <a:pt x="37014" y="2660"/>
                  <a:pt x="36999" y="2660"/>
                </a:cubicBezTo>
                <a:cubicBezTo>
                  <a:pt x="36687" y="2660"/>
                  <a:pt x="36375" y="2487"/>
                  <a:pt x="36073" y="2487"/>
                </a:cubicBezTo>
                <a:cubicBezTo>
                  <a:pt x="36001" y="2487"/>
                  <a:pt x="35930" y="2497"/>
                  <a:pt x="35859" y="2521"/>
                </a:cubicBezTo>
                <a:cubicBezTo>
                  <a:pt x="35760" y="2555"/>
                  <a:pt x="35672" y="2617"/>
                  <a:pt x="35572" y="2649"/>
                </a:cubicBezTo>
                <a:cubicBezTo>
                  <a:pt x="35498" y="2673"/>
                  <a:pt x="35423" y="2682"/>
                  <a:pt x="35346" y="2682"/>
                </a:cubicBezTo>
                <a:cubicBezTo>
                  <a:pt x="35243" y="2682"/>
                  <a:pt x="35138" y="2665"/>
                  <a:pt x="35035" y="2649"/>
                </a:cubicBezTo>
                <a:lnTo>
                  <a:pt x="33090" y="2332"/>
                </a:lnTo>
                <a:cubicBezTo>
                  <a:pt x="33026" y="2322"/>
                  <a:pt x="32960" y="2312"/>
                  <a:pt x="32895" y="2312"/>
                </a:cubicBezTo>
                <a:cubicBezTo>
                  <a:pt x="32819" y="2312"/>
                  <a:pt x="32747" y="2325"/>
                  <a:pt x="32685" y="2365"/>
                </a:cubicBezTo>
                <a:cubicBezTo>
                  <a:pt x="32219" y="2062"/>
                  <a:pt x="31664" y="1906"/>
                  <a:pt x="31110" y="1906"/>
                </a:cubicBezTo>
                <a:cubicBezTo>
                  <a:pt x="30765" y="1906"/>
                  <a:pt x="30420" y="1967"/>
                  <a:pt x="30097" y="2091"/>
                </a:cubicBezTo>
                <a:cubicBezTo>
                  <a:pt x="30003" y="2128"/>
                  <a:pt x="29905" y="2170"/>
                  <a:pt x="29806" y="2170"/>
                </a:cubicBezTo>
                <a:cubicBezTo>
                  <a:pt x="29781" y="2170"/>
                  <a:pt x="29756" y="2167"/>
                  <a:pt x="29731" y="2161"/>
                </a:cubicBezTo>
                <a:cubicBezTo>
                  <a:pt x="29645" y="2140"/>
                  <a:pt x="29576" y="2083"/>
                  <a:pt x="29504" y="2032"/>
                </a:cubicBezTo>
                <a:cubicBezTo>
                  <a:pt x="29107" y="1754"/>
                  <a:pt x="28596" y="1723"/>
                  <a:pt x="28110" y="1701"/>
                </a:cubicBezTo>
                <a:cubicBezTo>
                  <a:pt x="27596" y="1676"/>
                  <a:pt x="27081" y="1652"/>
                  <a:pt x="26566" y="1652"/>
                </a:cubicBezTo>
                <a:cubicBezTo>
                  <a:pt x="26169" y="1652"/>
                  <a:pt x="25773" y="1666"/>
                  <a:pt x="25378" y="1705"/>
                </a:cubicBezTo>
                <a:cubicBezTo>
                  <a:pt x="25234" y="1720"/>
                  <a:pt x="25085" y="1737"/>
                  <a:pt x="24939" y="1737"/>
                </a:cubicBezTo>
                <a:cubicBezTo>
                  <a:pt x="24756" y="1737"/>
                  <a:pt x="24577" y="1710"/>
                  <a:pt x="24421" y="1621"/>
                </a:cubicBezTo>
                <a:cubicBezTo>
                  <a:pt x="24323" y="1564"/>
                  <a:pt x="24239" y="1486"/>
                  <a:pt x="24131" y="1457"/>
                </a:cubicBezTo>
                <a:cubicBezTo>
                  <a:pt x="24093" y="1446"/>
                  <a:pt x="24056" y="1441"/>
                  <a:pt x="24017" y="1441"/>
                </a:cubicBezTo>
                <a:cubicBezTo>
                  <a:pt x="23867" y="1441"/>
                  <a:pt x="23713" y="1509"/>
                  <a:pt x="23559" y="1509"/>
                </a:cubicBezTo>
                <a:cubicBezTo>
                  <a:pt x="23548" y="1509"/>
                  <a:pt x="23537" y="1508"/>
                  <a:pt x="23526" y="1507"/>
                </a:cubicBezTo>
                <a:cubicBezTo>
                  <a:pt x="23198" y="1487"/>
                  <a:pt x="22919" y="1135"/>
                  <a:pt x="22616" y="1135"/>
                </a:cubicBezTo>
                <a:cubicBezTo>
                  <a:pt x="22574" y="1135"/>
                  <a:pt x="22532" y="1142"/>
                  <a:pt x="22489" y="1157"/>
                </a:cubicBezTo>
                <a:cubicBezTo>
                  <a:pt x="22354" y="1206"/>
                  <a:pt x="22258" y="1331"/>
                  <a:pt x="22119" y="1368"/>
                </a:cubicBezTo>
                <a:cubicBezTo>
                  <a:pt x="22089" y="1376"/>
                  <a:pt x="22060" y="1379"/>
                  <a:pt x="22030" y="1379"/>
                </a:cubicBezTo>
                <a:cubicBezTo>
                  <a:pt x="21936" y="1379"/>
                  <a:pt x="21841" y="1348"/>
                  <a:pt x="21749" y="1320"/>
                </a:cubicBezTo>
                <a:cubicBezTo>
                  <a:pt x="21509" y="1242"/>
                  <a:pt x="21255" y="1228"/>
                  <a:pt x="20999" y="1228"/>
                </a:cubicBezTo>
                <a:cubicBezTo>
                  <a:pt x="20858" y="1228"/>
                  <a:pt x="20717" y="1233"/>
                  <a:pt x="20576" y="1233"/>
                </a:cubicBezTo>
                <a:cubicBezTo>
                  <a:pt x="20415" y="1233"/>
                  <a:pt x="20255" y="1227"/>
                  <a:pt x="20099" y="1204"/>
                </a:cubicBezTo>
                <a:cubicBezTo>
                  <a:pt x="19474" y="1114"/>
                  <a:pt x="18852" y="1020"/>
                  <a:pt x="18229" y="930"/>
                </a:cubicBezTo>
                <a:cubicBezTo>
                  <a:pt x="17690" y="851"/>
                  <a:pt x="17149" y="773"/>
                  <a:pt x="16605" y="773"/>
                </a:cubicBezTo>
                <a:cubicBezTo>
                  <a:pt x="16599" y="773"/>
                  <a:pt x="16592" y="773"/>
                  <a:pt x="16585" y="773"/>
                </a:cubicBezTo>
                <a:cubicBezTo>
                  <a:pt x="16505" y="774"/>
                  <a:pt x="16423" y="776"/>
                  <a:pt x="16341" y="776"/>
                </a:cubicBezTo>
                <a:cubicBezTo>
                  <a:pt x="16101" y="776"/>
                  <a:pt x="15863" y="759"/>
                  <a:pt x="15661" y="634"/>
                </a:cubicBezTo>
                <a:cubicBezTo>
                  <a:pt x="15577" y="719"/>
                  <a:pt x="15491" y="803"/>
                  <a:pt x="15403" y="887"/>
                </a:cubicBezTo>
                <a:cubicBezTo>
                  <a:pt x="14904" y="797"/>
                  <a:pt x="14405" y="709"/>
                  <a:pt x="13906" y="617"/>
                </a:cubicBezTo>
                <a:cubicBezTo>
                  <a:pt x="13753" y="591"/>
                  <a:pt x="13600" y="564"/>
                  <a:pt x="13446" y="554"/>
                </a:cubicBezTo>
                <a:cubicBezTo>
                  <a:pt x="13393" y="551"/>
                  <a:pt x="13340" y="549"/>
                  <a:pt x="13287" y="549"/>
                </a:cubicBezTo>
                <a:cubicBezTo>
                  <a:pt x="13088" y="549"/>
                  <a:pt x="12887" y="569"/>
                  <a:pt x="12689" y="569"/>
                </a:cubicBezTo>
                <a:cubicBezTo>
                  <a:pt x="12607" y="569"/>
                  <a:pt x="12526" y="565"/>
                  <a:pt x="12445" y="556"/>
                </a:cubicBezTo>
                <a:cubicBezTo>
                  <a:pt x="12008" y="508"/>
                  <a:pt x="11589" y="290"/>
                  <a:pt x="11156" y="290"/>
                </a:cubicBezTo>
                <a:cubicBezTo>
                  <a:pt x="11111" y="290"/>
                  <a:pt x="11066" y="293"/>
                  <a:pt x="11020" y="298"/>
                </a:cubicBezTo>
                <a:cubicBezTo>
                  <a:pt x="10870" y="313"/>
                  <a:pt x="10723" y="360"/>
                  <a:pt x="10570" y="366"/>
                </a:cubicBezTo>
                <a:cubicBezTo>
                  <a:pt x="10561" y="367"/>
                  <a:pt x="10552" y="367"/>
                  <a:pt x="10544" y="367"/>
                </a:cubicBezTo>
                <a:cubicBezTo>
                  <a:pt x="10276" y="367"/>
                  <a:pt x="10009" y="226"/>
                  <a:pt x="9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9" name="Google Shape;1889;p8"/>
          <p:cNvGrpSpPr/>
          <p:nvPr/>
        </p:nvGrpSpPr>
        <p:grpSpPr>
          <a:xfrm rot="5400000">
            <a:off x="439170" y="-1231703"/>
            <a:ext cx="2103111" cy="3943216"/>
            <a:chOff x="3238754" y="1037105"/>
            <a:chExt cx="2114316" cy="3971813"/>
          </a:xfrm>
        </p:grpSpPr>
        <p:grpSp>
          <p:nvGrpSpPr>
            <p:cNvPr id="1890" name="Google Shape;1890;p8"/>
            <p:cNvGrpSpPr/>
            <p:nvPr/>
          </p:nvGrpSpPr>
          <p:grpSpPr>
            <a:xfrm rot="352619">
              <a:off x="3514228" y="3929201"/>
              <a:ext cx="820714" cy="663927"/>
              <a:chOff x="1981897" y="1546050"/>
              <a:chExt cx="676612" cy="547354"/>
            </a:xfrm>
          </p:grpSpPr>
          <p:grpSp>
            <p:nvGrpSpPr>
              <p:cNvPr id="1891" name="Google Shape;1891;p8"/>
              <p:cNvGrpSpPr/>
              <p:nvPr/>
            </p:nvGrpSpPr>
            <p:grpSpPr>
              <a:xfrm>
                <a:off x="2240847" y="1546050"/>
                <a:ext cx="258712" cy="250429"/>
                <a:chOff x="1490538" y="753834"/>
                <a:chExt cx="470985" cy="455906"/>
              </a:xfrm>
            </p:grpSpPr>
            <p:sp>
              <p:nvSpPr>
                <p:cNvPr id="1892" name="Google Shape;1892;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 name="Google Shape;1902;p8"/>
              <p:cNvGrpSpPr/>
              <p:nvPr/>
            </p:nvGrpSpPr>
            <p:grpSpPr>
              <a:xfrm>
                <a:off x="2399797" y="1673288"/>
                <a:ext cx="258712" cy="250429"/>
                <a:chOff x="1490538" y="753834"/>
                <a:chExt cx="470985" cy="455906"/>
              </a:xfrm>
            </p:grpSpPr>
            <p:sp>
              <p:nvSpPr>
                <p:cNvPr id="1903" name="Google Shape;1903;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 name="Google Shape;1913;p8"/>
              <p:cNvGrpSpPr/>
              <p:nvPr/>
            </p:nvGrpSpPr>
            <p:grpSpPr>
              <a:xfrm>
                <a:off x="2159535" y="1742038"/>
                <a:ext cx="258712" cy="250429"/>
                <a:chOff x="1490538" y="753834"/>
                <a:chExt cx="470985" cy="455906"/>
              </a:xfrm>
            </p:grpSpPr>
            <p:sp>
              <p:nvSpPr>
                <p:cNvPr id="1914" name="Google Shape;1914;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4" name="Google Shape;1924;p8"/>
              <p:cNvGrpSpPr/>
              <p:nvPr/>
            </p:nvGrpSpPr>
            <p:grpSpPr>
              <a:xfrm>
                <a:off x="2323985" y="1842975"/>
                <a:ext cx="258712" cy="250429"/>
                <a:chOff x="1490538" y="753834"/>
                <a:chExt cx="470985" cy="455906"/>
              </a:xfrm>
            </p:grpSpPr>
            <p:sp>
              <p:nvSpPr>
                <p:cNvPr id="1925" name="Google Shape;1925;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5" name="Google Shape;1935;p8"/>
              <p:cNvGrpSpPr/>
              <p:nvPr/>
            </p:nvGrpSpPr>
            <p:grpSpPr>
              <a:xfrm>
                <a:off x="1981897" y="1804075"/>
                <a:ext cx="258712" cy="250429"/>
                <a:chOff x="1490538" y="753834"/>
                <a:chExt cx="470985" cy="455906"/>
              </a:xfrm>
            </p:grpSpPr>
            <p:sp>
              <p:nvSpPr>
                <p:cNvPr id="1936" name="Google Shape;1936;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46" name="Google Shape;1946;p8"/>
            <p:cNvGrpSpPr/>
            <p:nvPr/>
          </p:nvGrpSpPr>
          <p:grpSpPr>
            <a:xfrm flipH="1" rot="8833976">
              <a:off x="4214846" y="3438470"/>
              <a:ext cx="804524" cy="1469662"/>
              <a:chOff x="3377730" y="919968"/>
              <a:chExt cx="471039" cy="860470"/>
            </a:xfrm>
          </p:grpSpPr>
          <p:grpSp>
            <p:nvGrpSpPr>
              <p:cNvPr id="1947" name="Google Shape;1947;p8"/>
              <p:cNvGrpSpPr/>
              <p:nvPr/>
            </p:nvGrpSpPr>
            <p:grpSpPr>
              <a:xfrm>
                <a:off x="3377730" y="919968"/>
                <a:ext cx="408804" cy="692511"/>
                <a:chOff x="3377730" y="919968"/>
                <a:chExt cx="408804" cy="692511"/>
              </a:xfrm>
            </p:grpSpPr>
            <p:sp>
              <p:nvSpPr>
                <p:cNvPr id="1948" name="Google Shape;1948;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 name="Google Shape;1960;p8"/>
              <p:cNvGrpSpPr/>
              <p:nvPr/>
            </p:nvGrpSpPr>
            <p:grpSpPr>
              <a:xfrm>
                <a:off x="3487239" y="1131104"/>
                <a:ext cx="361530" cy="649334"/>
                <a:chOff x="1266852" y="1150479"/>
                <a:chExt cx="361530" cy="649334"/>
              </a:xfrm>
            </p:grpSpPr>
            <p:sp>
              <p:nvSpPr>
                <p:cNvPr id="1961" name="Google Shape;1961;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69" name="Google Shape;1969;p8"/>
            <p:cNvGrpSpPr/>
            <p:nvPr/>
          </p:nvGrpSpPr>
          <p:grpSpPr>
            <a:xfrm rot="4488281">
              <a:off x="3583731" y="2580940"/>
              <a:ext cx="887798" cy="871068"/>
              <a:chOff x="3086354" y="1785830"/>
              <a:chExt cx="887833" cy="871102"/>
            </a:xfrm>
          </p:grpSpPr>
          <p:grpSp>
            <p:nvGrpSpPr>
              <p:cNvPr id="1970" name="Google Shape;1970;p8"/>
              <p:cNvGrpSpPr/>
              <p:nvPr/>
            </p:nvGrpSpPr>
            <p:grpSpPr>
              <a:xfrm rot="-2169427">
                <a:off x="3251277" y="1839739"/>
                <a:ext cx="408803" cy="692509"/>
                <a:chOff x="3377730" y="919968"/>
                <a:chExt cx="408804" cy="692511"/>
              </a:xfrm>
            </p:grpSpPr>
            <p:sp>
              <p:nvSpPr>
                <p:cNvPr id="1971" name="Google Shape;1971;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3" name="Google Shape;1983;p8"/>
              <p:cNvGrpSpPr/>
              <p:nvPr/>
            </p:nvGrpSpPr>
            <p:grpSpPr>
              <a:xfrm rot="-2169427">
                <a:off x="3455919" y="1963478"/>
                <a:ext cx="361529" cy="649332"/>
                <a:chOff x="1266852" y="1150479"/>
                <a:chExt cx="361530" cy="649334"/>
              </a:xfrm>
            </p:grpSpPr>
            <p:sp>
              <p:nvSpPr>
                <p:cNvPr id="1984" name="Google Shape;1984;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92" name="Google Shape;1992;p8"/>
            <p:cNvGrpSpPr/>
            <p:nvPr/>
          </p:nvGrpSpPr>
          <p:grpSpPr>
            <a:xfrm>
              <a:off x="3238754" y="1938230"/>
              <a:ext cx="887833" cy="871102"/>
              <a:chOff x="3086354" y="1785830"/>
              <a:chExt cx="887833" cy="871102"/>
            </a:xfrm>
          </p:grpSpPr>
          <p:grpSp>
            <p:nvGrpSpPr>
              <p:cNvPr id="1993" name="Google Shape;1993;p8"/>
              <p:cNvGrpSpPr/>
              <p:nvPr/>
            </p:nvGrpSpPr>
            <p:grpSpPr>
              <a:xfrm rot="-2169427">
                <a:off x="3251277" y="1839739"/>
                <a:ext cx="408803" cy="692509"/>
                <a:chOff x="3377730" y="919968"/>
                <a:chExt cx="408804" cy="692511"/>
              </a:xfrm>
            </p:grpSpPr>
            <p:sp>
              <p:nvSpPr>
                <p:cNvPr id="1994" name="Google Shape;1994;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 name="Google Shape;2006;p8"/>
              <p:cNvGrpSpPr/>
              <p:nvPr/>
            </p:nvGrpSpPr>
            <p:grpSpPr>
              <a:xfrm rot="-2169427">
                <a:off x="3455919" y="1963478"/>
                <a:ext cx="361529" cy="649332"/>
                <a:chOff x="1266852" y="1150479"/>
                <a:chExt cx="361530" cy="649334"/>
              </a:xfrm>
            </p:grpSpPr>
            <p:sp>
              <p:nvSpPr>
                <p:cNvPr id="2007" name="Google Shape;2007;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15" name="Google Shape;2015;p8"/>
            <p:cNvGrpSpPr/>
            <p:nvPr/>
          </p:nvGrpSpPr>
          <p:grpSpPr>
            <a:xfrm>
              <a:off x="3490978" y="1037105"/>
              <a:ext cx="575468" cy="1051322"/>
              <a:chOff x="3377730" y="919968"/>
              <a:chExt cx="471039" cy="860470"/>
            </a:xfrm>
          </p:grpSpPr>
          <p:grpSp>
            <p:nvGrpSpPr>
              <p:cNvPr id="2016" name="Google Shape;2016;p8"/>
              <p:cNvGrpSpPr/>
              <p:nvPr/>
            </p:nvGrpSpPr>
            <p:grpSpPr>
              <a:xfrm>
                <a:off x="3377730" y="919968"/>
                <a:ext cx="408804" cy="692511"/>
                <a:chOff x="3377730" y="919968"/>
                <a:chExt cx="408804" cy="692511"/>
              </a:xfrm>
            </p:grpSpPr>
            <p:sp>
              <p:nvSpPr>
                <p:cNvPr id="2017" name="Google Shape;2017;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9" name="Google Shape;2029;p8"/>
              <p:cNvGrpSpPr/>
              <p:nvPr/>
            </p:nvGrpSpPr>
            <p:grpSpPr>
              <a:xfrm>
                <a:off x="3487239" y="1131104"/>
                <a:ext cx="361530" cy="649334"/>
                <a:chOff x="1266852" y="1150479"/>
                <a:chExt cx="361530" cy="649334"/>
              </a:xfrm>
            </p:grpSpPr>
            <p:sp>
              <p:nvSpPr>
                <p:cNvPr id="2030" name="Google Shape;2030;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38" name="Google Shape;2038;p8"/>
            <p:cNvGrpSpPr/>
            <p:nvPr/>
          </p:nvGrpSpPr>
          <p:grpSpPr>
            <a:xfrm>
              <a:off x="3517102" y="2473933"/>
              <a:ext cx="590853" cy="538858"/>
              <a:chOff x="2374102" y="2397733"/>
              <a:chExt cx="590853" cy="538858"/>
            </a:xfrm>
          </p:grpSpPr>
          <p:grpSp>
            <p:nvGrpSpPr>
              <p:cNvPr id="2039" name="Google Shape;2039;p8"/>
              <p:cNvGrpSpPr/>
              <p:nvPr/>
            </p:nvGrpSpPr>
            <p:grpSpPr>
              <a:xfrm>
                <a:off x="2374102" y="2397733"/>
                <a:ext cx="590853" cy="538858"/>
                <a:chOff x="1993102" y="2397733"/>
                <a:chExt cx="590853" cy="538858"/>
              </a:xfrm>
            </p:grpSpPr>
            <p:sp>
              <p:nvSpPr>
                <p:cNvPr id="2040" name="Google Shape;2040;p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6" name="Google Shape;2056;p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9" name="Google Shape;2059;p8"/>
              <p:cNvGrpSpPr/>
              <p:nvPr/>
            </p:nvGrpSpPr>
            <p:grpSpPr>
              <a:xfrm>
                <a:off x="2672051" y="2466803"/>
                <a:ext cx="88776" cy="97630"/>
                <a:chOff x="2291051" y="2466803"/>
                <a:chExt cx="88776" cy="97630"/>
              </a:xfrm>
            </p:grpSpPr>
            <p:sp>
              <p:nvSpPr>
                <p:cNvPr id="2060" name="Google Shape;2060;p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9" name="Google Shape;2089;p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6" name="Google Shape;2096;p8"/>
            <p:cNvGrpSpPr/>
            <p:nvPr/>
          </p:nvGrpSpPr>
          <p:grpSpPr>
            <a:xfrm rot="352659">
              <a:off x="3394332" y="1622136"/>
              <a:ext cx="676583" cy="547330"/>
              <a:chOff x="1981897" y="1546050"/>
              <a:chExt cx="676612" cy="547354"/>
            </a:xfrm>
          </p:grpSpPr>
          <p:grpSp>
            <p:nvGrpSpPr>
              <p:cNvPr id="2097" name="Google Shape;2097;p8"/>
              <p:cNvGrpSpPr/>
              <p:nvPr/>
            </p:nvGrpSpPr>
            <p:grpSpPr>
              <a:xfrm>
                <a:off x="2240847" y="1546050"/>
                <a:ext cx="258712" cy="250429"/>
                <a:chOff x="1490538" y="753834"/>
                <a:chExt cx="470985" cy="455906"/>
              </a:xfrm>
            </p:grpSpPr>
            <p:sp>
              <p:nvSpPr>
                <p:cNvPr id="2098" name="Google Shape;2098;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8" name="Google Shape;2108;p8"/>
              <p:cNvGrpSpPr/>
              <p:nvPr/>
            </p:nvGrpSpPr>
            <p:grpSpPr>
              <a:xfrm>
                <a:off x="2399797" y="1673288"/>
                <a:ext cx="258712" cy="250429"/>
                <a:chOff x="1490538" y="753834"/>
                <a:chExt cx="470985" cy="455906"/>
              </a:xfrm>
            </p:grpSpPr>
            <p:sp>
              <p:nvSpPr>
                <p:cNvPr id="2109" name="Google Shape;2109;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 name="Google Shape;2119;p8"/>
              <p:cNvGrpSpPr/>
              <p:nvPr/>
            </p:nvGrpSpPr>
            <p:grpSpPr>
              <a:xfrm>
                <a:off x="2159535" y="1742038"/>
                <a:ext cx="258712" cy="250429"/>
                <a:chOff x="1490538" y="753834"/>
                <a:chExt cx="470985" cy="455906"/>
              </a:xfrm>
            </p:grpSpPr>
            <p:sp>
              <p:nvSpPr>
                <p:cNvPr id="2120" name="Google Shape;2120;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0" name="Google Shape;2130;p8"/>
              <p:cNvGrpSpPr/>
              <p:nvPr/>
            </p:nvGrpSpPr>
            <p:grpSpPr>
              <a:xfrm>
                <a:off x="2323985" y="1842975"/>
                <a:ext cx="258712" cy="250429"/>
                <a:chOff x="1490538" y="753834"/>
                <a:chExt cx="470985" cy="455906"/>
              </a:xfrm>
            </p:grpSpPr>
            <p:sp>
              <p:nvSpPr>
                <p:cNvPr id="2131" name="Google Shape;2131;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1" name="Google Shape;2141;p8"/>
              <p:cNvGrpSpPr/>
              <p:nvPr/>
            </p:nvGrpSpPr>
            <p:grpSpPr>
              <a:xfrm>
                <a:off x="1981897" y="1804075"/>
                <a:ext cx="258712" cy="250429"/>
                <a:chOff x="1490538" y="753834"/>
                <a:chExt cx="470985" cy="455906"/>
              </a:xfrm>
            </p:grpSpPr>
            <p:sp>
              <p:nvSpPr>
                <p:cNvPr id="2142" name="Google Shape;2142;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52" name="Google Shape;2152;p8"/>
            <p:cNvGrpSpPr/>
            <p:nvPr/>
          </p:nvGrpSpPr>
          <p:grpSpPr>
            <a:xfrm flipH="1">
              <a:off x="3270102" y="2806996"/>
              <a:ext cx="590853" cy="538858"/>
              <a:chOff x="2374102" y="2397733"/>
              <a:chExt cx="590853" cy="538858"/>
            </a:xfrm>
          </p:grpSpPr>
          <p:grpSp>
            <p:nvGrpSpPr>
              <p:cNvPr id="2153" name="Google Shape;2153;p8"/>
              <p:cNvGrpSpPr/>
              <p:nvPr/>
            </p:nvGrpSpPr>
            <p:grpSpPr>
              <a:xfrm>
                <a:off x="2374102" y="2397733"/>
                <a:ext cx="590853" cy="538858"/>
                <a:chOff x="1993102" y="2397733"/>
                <a:chExt cx="590853" cy="538858"/>
              </a:xfrm>
            </p:grpSpPr>
            <p:sp>
              <p:nvSpPr>
                <p:cNvPr id="2154" name="Google Shape;2154;p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0" name="Google Shape;2170;p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3" name="Google Shape;2173;p8"/>
              <p:cNvGrpSpPr/>
              <p:nvPr/>
            </p:nvGrpSpPr>
            <p:grpSpPr>
              <a:xfrm>
                <a:off x="2672051" y="2466803"/>
                <a:ext cx="88776" cy="97630"/>
                <a:chOff x="2291051" y="2466803"/>
                <a:chExt cx="88776" cy="97630"/>
              </a:xfrm>
            </p:grpSpPr>
            <p:sp>
              <p:nvSpPr>
                <p:cNvPr id="2174" name="Google Shape;2174;p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3" name="Google Shape;2203;p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0" name="Google Shape;2210;p8"/>
            <p:cNvGrpSpPr/>
            <p:nvPr/>
          </p:nvGrpSpPr>
          <p:grpSpPr>
            <a:xfrm>
              <a:off x="3446433" y="3091192"/>
              <a:ext cx="1319021" cy="1203001"/>
              <a:chOff x="2374102" y="2397733"/>
              <a:chExt cx="590853" cy="538858"/>
            </a:xfrm>
          </p:grpSpPr>
          <p:grpSp>
            <p:nvGrpSpPr>
              <p:cNvPr id="2211" name="Google Shape;2211;p8"/>
              <p:cNvGrpSpPr/>
              <p:nvPr/>
            </p:nvGrpSpPr>
            <p:grpSpPr>
              <a:xfrm>
                <a:off x="2374102" y="2397733"/>
                <a:ext cx="590853" cy="538858"/>
                <a:chOff x="1993102" y="2397733"/>
                <a:chExt cx="590853" cy="538858"/>
              </a:xfrm>
            </p:grpSpPr>
            <p:sp>
              <p:nvSpPr>
                <p:cNvPr id="2212" name="Google Shape;2212;p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8" name="Google Shape;2228;p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1" name="Google Shape;2231;p8"/>
              <p:cNvGrpSpPr/>
              <p:nvPr/>
            </p:nvGrpSpPr>
            <p:grpSpPr>
              <a:xfrm>
                <a:off x="2672051" y="2466803"/>
                <a:ext cx="88776" cy="97630"/>
                <a:chOff x="2291051" y="2466803"/>
                <a:chExt cx="88776" cy="97630"/>
              </a:xfrm>
            </p:grpSpPr>
            <p:sp>
              <p:nvSpPr>
                <p:cNvPr id="2232" name="Google Shape;2232;p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61" name="Google Shape;2261;p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8" name="Google Shape;2268;p8"/>
            <p:cNvGrpSpPr/>
            <p:nvPr/>
          </p:nvGrpSpPr>
          <p:grpSpPr>
            <a:xfrm>
              <a:off x="4490110" y="3659885"/>
              <a:ext cx="365767" cy="351686"/>
              <a:chOff x="1490538" y="753834"/>
              <a:chExt cx="470985" cy="455906"/>
            </a:xfrm>
          </p:grpSpPr>
          <p:sp>
            <p:nvSpPr>
              <p:cNvPr id="2269" name="Google Shape;2269;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9" name="Google Shape;2279;p8"/>
            <p:cNvGrpSpPr/>
            <p:nvPr/>
          </p:nvGrpSpPr>
          <p:grpSpPr>
            <a:xfrm rot="-975329">
              <a:off x="4865699" y="3543897"/>
              <a:ext cx="365789" cy="351698"/>
              <a:chOff x="1490538" y="753834"/>
              <a:chExt cx="470985" cy="455906"/>
            </a:xfrm>
          </p:grpSpPr>
          <p:sp>
            <p:nvSpPr>
              <p:cNvPr id="2280" name="Google Shape;2280;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90" name="Google Shape;2290;p8"/>
          <p:cNvGrpSpPr/>
          <p:nvPr/>
        </p:nvGrpSpPr>
        <p:grpSpPr>
          <a:xfrm>
            <a:off x="2661327" y="678052"/>
            <a:ext cx="411494" cy="164598"/>
            <a:chOff x="2449294" y="636165"/>
            <a:chExt cx="322588" cy="124262"/>
          </a:xfrm>
        </p:grpSpPr>
        <p:sp>
          <p:nvSpPr>
            <p:cNvPr id="2291" name="Google Shape;2291;p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00" name="Google Shape;2300;p8"/>
          <p:cNvSpPr/>
          <p:nvPr/>
        </p:nvSpPr>
        <p:spPr>
          <a:xfrm>
            <a:off x="2313144" y="72068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8"/>
          <p:cNvSpPr/>
          <p:nvPr/>
        </p:nvSpPr>
        <p:spPr>
          <a:xfrm>
            <a:off x="3623354" y="218571"/>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8"/>
          <p:cNvSpPr/>
          <p:nvPr/>
        </p:nvSpPr>
        <p:spPr>
          <a:xfrm>
            <a:off x="5564029" y="6780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8"/>
          <p:cNvSpPr/>
          <p:nvPr/>
        </p:nvSpPr>
        <p:spPr>
          <a:xfrm>
            <a:off x="1906746" y="937103"/>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8"/>
          <p:cNvSpPr/>
          <p:nvPr/>
        </p:nvSpPr>
        <p:spPr>
          <a:xfrm rot="10800000">
            <a:off x="6340552" y="700240"/>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8"/>
          <p:cNvSpPr/>
          <p:nvPr/>
        </p:nvSpPr>
        <p:spPr>
          <a:xfrm rot="10800000">
            <a:off x="220786" y="1846384"/>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8"/>
          <p:cNvSpPr/>
          <p:nvPr/>
        </p:nvSpPr>
        <p:spPr>
          <a:xfrm rot="10800000">
            <a:off x="2237396" y="52020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8"/>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8"/>
          <p:cNvSpPr/>
          <p:nvPr/>
        </p:nvSpPr>
        <p:spPr>
          <a:xfrm rot="10800000">
            <a:off x="7891202" y="1767053"/>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09" name="Google Shape;2309;p8"/>
          <p:cNvGrpSpPr/>
          <p:nvPr/>
        </p:nvGrpSpPr>
        <p:grpSpPr>
          <a:xfrm flipH="1">
            <a:off x="1284972" y="1038482"/>
            <a:ext cx="411494" cy="164598"/>
            <a:chOff x="2449294" y="636165"/>
            <a:chExt cx="322588" cy="124262"/>
          </a:xfrm>
        </p:grpSpPr>
        <p:sp>
          <p:nvSpPr>
            <p:cNvPr id="2310" name="Google Shape;2310;p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9" name="Google Shape;2319;p8"/>
          <p:cNvGrpSpPr/>
          <p:nvPr/>
        </p:nvGrpSpPr>
        <p:grpSpPr>
          <a:xfrm flipH="1">
            <a:off x="6751497" y="678045"/>
            <a:ext cx="411494" cy="164598"/>
            <a:chOff x="2449294" y="636165"/>
            <a:chExt cx="322588" cy="124262"/>
          </a:xfrm>
        </p:grpSpPr>
        <p:sp>
          <p:nvSpPr>
            <p:cNvPr id="2320" name="Google Shape;2320;p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9" name="Google Shape;2329;p8"/>
          <p:cNvGrpSpPr/>
          <p:nvPr/>
        </p:nvGrpSpPr>
        <p:grpSpPr>
          <a:xfrm>
            <a:off x="8575747" y="1993670"/>
            <a:ext cx="411494" cy="164598"/>
            <a:chOff x="2449294" y="636165"/>
            <a:chExt cx="322588" cy="124262"/>
          </a:xfrm>
        </p:grpSpPr>
        <p:sp>
          <p:nvSpPr>
            <p:cNvPr id="2330" name="Google Shape;2330;p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9" name="Google Shape;2339;p8"/>
          <p:cNvGrpSpPr/>
          <p:nvPr/>
        </p:nvGrpSpPr>
        <p:grpSpPr>
          <a:xfrm flipH="1" rot="10800000">
            <a:off x="7008738" y="922775"/>
            <a:ext cx="365767" cy="351138"/>
            <a:chOff x="1490538" y="753834"/>
            <a:chExt cx="470985" cy="455906"/>
          </a:xfrm>
        </p:grpSpPr>
        <p:sp>
          <p:nvSpPr>
            <p:cNvPr id="2340" name="Google Shape;2340;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0" name="Google Shape;2350;p8"/>
          <p:cNvGrpSpPr/>
          <p:nvPr/>
        </p:nvGrpSpPr>
        <p:grpSpPr>
          <a:xfrm flipH="1" rot="-5400000">
            <a:off x="6601720" y="-1231703"/>
            <a:ext cx="2103111" cy="3943216"/>
            <a:chOff x="3238754" y="1037105"/>
            <a:chExt cx="2114316" cy="3971813"/>
          </a:xfrm>
        </p:grpSpPr>
        <p:grpSp>
          <p:nvGrpSpPr>
            <p:cNvPr id="2351" name="Google Shape;2351;p8"/>
            <p:cNvGrpSpPr/>
            <p:nvPr/>
          </p:nvGrpSpPr>
          <p:grpSpPr>
            <a:xfrm rot="352619">
              <a:off x="3514228" y="3929201"/>
              <a:ext cx="820714" cy="663927"/>
              <a:chOff x="1981897" y="1546050"/>
              <a:chExt cx="676612" cy="547354"/>
            </a:xfrm>
          </p:grpSpPr>
          <p:grpSp>
            <p:nvGrpSpPr>
              <p:cNvPr id="2352" name="Google Shape;2352;p8"/>
              <p:cNvGrpSpPr/>
              <p:nvPr/>
            </p:nvGrpSpPr>
            <p:grpSpPr>
              <a:xfrm>
                <a:off x="2240847" y="1546050"/>
                <a:ext cx="258712" cy="250429"/>
                <a:chOff x="1490538" y="753834"/>
                <a:chExt cx="470985" cy="455906"/>
              </a:xfrm>
            </p:grpSpPr>
            <p:sp>
              <p:nvSpPr>
                <p:cNvPr id="2353" name="Google Shape;2353;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3" name="Google Shape;2363;p8"/>
              <p:cNvGrpSpPr/>
              <p:nvPr/>
            </p:nvGrpSpPr>
            <p:grpSpPr>
              <a:xfrm>
                <a:off x="2399797" y="1673288"/>
                <a:ext cx="258712" cy="250429"/>
                <a:chOff x="1490538" y="753834"/>
                <a:chExt cx="470985" cy="455906"/>
              </a:xfrm>
            </p:grpSpPr>
            <p:sp>
              <p:nvSpPr>
                <p:cNvPr id="2364" name="Google Shape;2364;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4" name="Google Shape;2374;p8"/>
              <p:cNvGrpSpPr/>
              <p:nvPr/>
            </p:nvGrpSpPr>
            <p:grpSpPr>
              <a:xfrm>
                <a:off x="2159535" y="1742038"/>
                <a:ext cx="258712" cy="250429"/>
                <a:chOff x="1490538" y="753834"/>
                <a:chExt cx="470985" cy="455906"/>
              </a:xfrm>
            </p:grpSpPr>
            <p:sp>
              <p:nvSpPr>
                <p:cNvPr id="2375" name="Google Shape;2375;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5" name="Google Shape;2385;p8"/>
              <p:cNvGrpSpPr/>
              <p:nvPr/>
            </p:nvGrpSpPr>
            <p:grpSpPr>
              <a:xfrm>
                <a:off x="2323985" y="1842975"/>
                <a:ext cx="258712" cy="250429"/>
                <a:chOff x="1490538" y="753834"/>
                <a:chExt cx="470985" cy="455906"/>
              </a:xfrm>
            </p:grpSpPr>
            <p:sp>
              <p:nvSpPr>
                <p:cNvPr id="2386" name="Google Shape;2386;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6" name="Google Shape;2396;p8"/>
              <p:cNvGrpSpPr/>
              <p:nvPr/>
            </p:nvGrpSpPr>
            <p:grpSpPr>
              <a:xfrm>
                <a:off x="1981897" y="1804075"/>
                <a:ext cx="258712" cy="250429"/>
                <a:chOff x="1490538" y="753834"/>
                <a:chExt cx="470985" cy="455906"/>
              </a:xfrm>
            </p:grpSpPr>
            <p:sp>
              <p:nvSpPr>
                <p:cNvPr id="2397" name="Google Shape;2397;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07" name="Google Shape;2407;p8"/>
            <p:cNvGrpSpPr/>
            <p:nvPr/>
          </p:nvGrpSpPr>
          <p:grpSpPr>
            <a:xfrm flipH="1" rot="8833976">
              <a:off x="4214846" y="3438470"/>
              <a:ext cx="804524" cy="1469662"/>
              <a:chOff x="3377730" y="919968"/>
              <a:chExt cx="471039" cy="860470"/>
            </a:xfrm>
          </p:grpSpPr>
          <p:grpSp>
            <p:nvGrpSpPr>
              <p:cNvPr id="2408" name="Google Shape;2408;p8"/>
              <p:cNvGrpSpPr/>
              <p:nvPr/>
            </p:nvGrpSpPr>
            <p:grpSpPr>
              <a:xfrm>
                <a:off x="3377730" y="919968"/>
                <a:ext cx="408804" cy="692511"/>
                <a:chOff x="3377730" y="919968"/>
                <a:chExt cx="408804" cy="692511"/>
              </a:xfrm>
            </p:grpSpPr>
            <p:sp>
              <p:nvSpPr>
                <p:cNvPr id="2409" name="Google Shape;2409;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1" name="Google Shape;2421;p8"/>
              <p:cNvGrpSpPr/>
              <p:nvPr/>
            </p:nvGrpSpPr>
            <p:grpSpPr>
              <a:xfrm>
                <a:off x="3487239" y="1131104"/>
                <a:ext cx="361530" cy="649334"/>
                <a:chOff x="1266852" y="1150479"/>
                <a:chExt cx="361530" cy="649334"/>
              </a:xfrm>
            </p:grpSpPr>
            <p:sp>
              <p:nvSpPr>
                <p:cNvPr id="2422" name="Google Shape;2422;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30" name="Google Shape;2430;p8"/>
            <p:cNvGrpSpPr/>
            <p:nvPr/>
          </p:nvGrpSpPr>
          <p:grpSpPr>
            <a:xfrm rot="4488281">
              <a:off x="3583731" y="2580940"/>
              <a:ext cx="887798" cy="871068"/>
              <a:chOff x="3086354" y="1785830"/>
              <a:chExt cx="887833" cy="871102"/>
            </a:xfrm>
          </p:grpSpPr>
          <p:grpSp>
            <p:nvGrpSpPr>
              <p:cNvPr id="2431" name="Google Shape;2431;p8"/>
              <p:cNvGrpSpPr/>
              <p:nvPr/>
            </p:nvGrpSpPr>
            <p:grpSpPr>
              <a:xfrm rot="-2169427">
                <a:off x="3251277" y="1839739"/>
                <a:ext cx="408803" cy="692509"/>
                <a:chOff x="3377730" y="919968"/>
                <a:chExt cx="408804" cy="692511"/>
              </a:xfrm>
            </p:grpSpPr>
            <p:sp>
              <p:nvSpPr>
                <p:cNvPr id="2432" name="Google Shape;2432;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4" name="Google Shape;2444;p8"/>
              <p:cNvGrpSpPr/>
              <p:nvPr/>
            </p:nvGrpSpPr>
            <p:grpSpPr>
              <a:xfrm rot="-2169427">
                <a:off x="3455919" y="1963478"/>
                <a:ext cx="361529" cy="649332"/>
                <a:chOff x="1266852" y="1150479"/>
                <a:chExt cx="361530" cy="649334"/>
              </a:xfrm>
            </p:grpSpPr>
            <p:sp>
              <p:nvSpPr>
                <p:cNvPr id="2445" name="Google Shape;2445;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53" name="Google Shape;2453;p8"/>
            <p:cNvGrpSpPr/>
            <p:nvPr/>
          </p:nvGrpSpPr>
          <p:grpSpPr>
            <a:xfrm>
              <a:off x="3238754" y="1938230"/>
              <a:ext cx="887833" cy="871102"/>
              <a:chOff x="3086354" y="1785830"/>
              <a:chExt cx="887833" cy="871102"/>
            </a:xfrm>
          </p:grpSpPr>
          <p:grpSp>
            <p:nvGrpSpPr>
              <p:cNvPr id="2454" name="Google Shape;2454;p8"/>
              <p:cNvGrpSpPr/>
              <p:nvPr/>
            </p:nvGrpSpPr>
            <p:grpSpPr>
              <a:xfrm rot="-2169427">
                <a:off x="3251277" y="1839739"/>
                <a:ext cx="408803" cy="692509"/>
                <a:chOff x="3377730" y="919968"/>
                <a:chExt cx="408804" cy="692511"/>
              </a:xfrm>
            </p:grpSpPr>
            <p:sp>
              <p:nvSpPr>
                <p:cNvPr id="2455" name="Google Shape;2455;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7" name="Google Shape;2467;p8"/>
              <p:cNvGrpSpPr/>
              <p:nvPr/>
            </p:nvGrpSpPr>
            <p:grpSpPr>
              <a:xfrm rot="-2169427">
                <a:off x="3455919" y="1963478"/>
                <a:ext cx="361529" cy="649332"/>
                <a:chOff x="1266852" y="1150479"/>
                <a:chExt cx="361530" cy="649334"/>
              </a:xfrm>
            </p:grpSpPr>
            <p:sp>
              <p:nvSpPr>
                <p:cNvPr id="2468" name="Google Shape;2468;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76" name="Google Shape;2476;p8"/>
            <p:cNvGrpSpPr/>
            <p:nvPr/>
          </p:nvGrpSpPr>
          <p:grpSpPr>
            <a:xfrm>
              <a:off x="3490978" y="1037105"/>
              <a:ext cx="575468" cy="1051322"/>
              <a:chOff x="3377730" y="919968"/>
              <a:chExt cx="471039" cy="860470"/>
            </a:xfrm>
          </p:grpSpPr>
          <p:grpSp>
            <p:nvGrpSpPr>
              <p:cNvPr id="2477" name="Google Shape;2477;p8"/>
              <p:cNvGrpSpPr/>
              <p:nvPr/>
            </p:nvGrpSpPr>
            <p:grpSpPr>
              <a:xfrm>
                <a:off x="3377730" y="919968"/>
                <a:ext cx="408804" cy="692511"/>
                <a:chOff x="3377730" y="919968"/>
                <a:chExt cx="408804" cy="692511"/>
              </a:xfrm>
            </p:grpSpPr>
            <p:sp>
              <p:nvSpPr>
                <p:cNvPr id="2478" name="Google Shape;2478;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0" name="Google Shape;2490;p8"/>
              <p:cNvGrpSpPr/>
              <p:nvPr/>
            </p:nvGrpSpPr>
            <p:grpSpPr>
              <a:xfrm>
                <a:off x="3487239" y="1131104"/>
                <a:ext cx="361530" cy="649334"/>
                <a:chOff x="1266852" y="1150479"/>
                <a:chExt cx="361530" cy="649334"/>
              </a:xfrm>
            </p:grpSpPr>
            <p:sp>
              <p:nvSpPr>
                <p:cNvPr id="2491" name="Google Shape;2491;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99" name="Google Shape;2499;p8"/>
            <p:cNvGrpSpPr/>
            <p:nvPr/>
          </p:nvGrpSpPr>
          <p:grpSpPr>
            <a:xfrm>
              <a:off x="3517102" y="2473933"/>
              <a:ext cx="590853" cy="538858"/>
              <a:chOff x="2374102" y="2397733"/>
              <a:chExt cx="590853" cy="538858"/>
            </a:xfrm>
          </p:grpSpPr>
          <p:grpSp>
            <p:nvGrpSpPr>
              <p:cNvPr id="2500" name="Google Shape;2500;p8"/>
              <p:cNvGrpSpPr/>
              <p:nvPr/>
            </p:nvGrpSpPr>
            <p:grpSpPr>
              <a:xfrm>
                <a:off x="2374102" y="2397733"/>
                <a:ext cx="590853" cy="538858"/>
                <a:chOff x="1993102" y="2397733"/>
                <a:chExt cx="590853" cy="538858"/>
              </a:xfrm>
            </p:grpSpPr>
            <p:sp>
              <p:nvSpPr>
                <p:cNvPr id="2501" name="Google Shape;2501;p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17" name="Google Shape;2517;p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20" name="Google Shape;2520;p8"/>
              <p:cNvGrpSpPr/>
              <p:nvPr/>
            </p:nvGrpSpPr>
            <p:grpSpPr>
              <a:xfrm>
                <a:off x="2672051" y="2466803"/>
                <a:ext cx="88776" cy="97630"/>
                <a:chOff x="2291051" y="2466803"/>
                <a:chExt cx="88776" cy="97630"/>
              </a:xfrm>
            </p:grpSpPr>
            <p:sp>
              <p:nvSpPr>
                <p:cNvPr id="2521" name="Google Shape;2521;p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50" name="Google Shape;2550;p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7" name="Google Shape;2557;p8"/>
            <p:cNvGrpSpPr/>
            <p:nvPr/>
          </p:nvGrpSpPr>
          <p:grpSpPr>
            <a:xfrm rot="352659">
              <a:off x="3394332" y="1622136"/>
              <a:ext cx="676583" cy="547330"/>
              <a:chOff x="1981897" y="1546050"/>
              <a:chExt cx="676612" cy="547354"/>
            </a:xfrm>
          </p:grpSpPr>
          <p:grpSp>
            <p:nvGrpSpPr>
              <p:cNvPr id="2558" name="Google Shape;2558;p8"/>
              <p:cNvGrpSpPr/>
              <p:nvPr/>
            </p:nvGrpSpPr>
            <p:grpSpPr>
              <a:xfrm>
                <a:off x="2240847" y="1546050"/>
                <a:ext cx="258712" cy="250429"/>
                <a:chOff x="1490538" y="753834"/>
                <a:chExt cx="470985" cy="455906"/>
              </a:xfrm>
            </p:grpSpPr>
            <p:sp>
              <p:nvSpPr>
                <p:cNvPr id="2559" name="Google Shape;2559;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9" name="Google Shape;2569;p8"/>
              <p:cNvGrpSpPr/>
              <p:nvPr/>
            </p:nvGrpSpPr>
            <p:grpSpPr>
              <a:xfrm>
                <a:off x="2399797" y="1673288"/>
                <a:ext cx="258712" cy="250429"/>
                <a:chOff x="1490538" y="753834"/>
                <a:chExt cx="470985" cy="455906"/>
              </a:xfrm>
            </p:grpSpPr>
            <p:sp>
              <p:nvSpPr>
                <p:cNvPr id="2570" name="Google Shape;2570;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0" name="Google Shape;2580;p8"/>
              <p:cNvGrpSpPr/>
              <p:nvPr/>
            </p:nvGrpSpPr>
            <p:grpSpPr>
              <a:xfrm>
                <a:off x="2159535" y="1742038"/>
                <a:ext cx="258712" cy="250429"/>
                <a:chOff x="1490538" y="753834"/>
                <a:chExt cx="470985" cy="455906"/>
              </a:xfrm>
            </p:grpSpPr>
            <p:sp>
              <p:nvSpPr>
                <p:cNvPr id="2581" name="Google Shape;2581;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1" name="Google Shape;2591;p8"/>
              <p:cNvGrpSpPr/>
              <p:nvPr/>
            </p:nvGrpSpPr>
            <p:grpSpPr>
              <a:xfrm>
                <a:off x="2323985" y="1842975"/>
                <a:ext cx="258712" cy="250429"/>
                <a:chOff x="1490538" y="753834"/>
                <a:chExt cx="470985" cy="455906"/>
              </a:xfrm>
            </p:grpSpPr>
            <p:sp>
              <p:nvSpPr>
                <p:cNvPr id="2592" name="Google Shape;2592;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2" name="Google Shape;2602;p8"/>
              <p:cNvGrpSpPr/>
              <p:nvPr/>
            </p:nvGrpSpPr>
            <p:grpSpPr>
              <a:xfrm>
                <a:off x="1981897" y="1804075"/>
                <a:ext cx="258712" cy="250429"/>
                <a:chOff x="1490538" y="753834"/>
                <a:chExt cx="470985" cy="455906"/>
              </a:xfrm>
            </p:grpSpPr>
            <p:sp>
              <p:nvSpPr>
                <p:cNvPr id="2603" name="Google Shape;2603;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13" name="Google Shape;2613;p8"/>
            <p:cNvGrpSpPr/>
            <p:nvPr/>
          </p:nvGrpSpPr>
          <p:grpSpPr>
            <a:xfrm flipH="1">
              <a:off x="3270102" y="2806996"/>
              <a:ext cx="590853" cy="538858"/>
              <a:chOff x="2374102" y="2397733"/>
              <a:chExt cx="590853" cy="538858"/>
            </a:xfrm>
          </p:grpSpPr>
          <p:grpSp>
            <p:nvGrpSpPr>
              <p:cNvPr id="2614" name="Google Shape;2614;p8"/>
              <p:cNvGrpSpPr/>
              <p:nvPr/>
            </p:nvGrpSpPr>
            <p:grpSpPr>
              <a:xfrm>
                <a:off x="2374102" y="2397733"/>
                <a:ext cx="590853" cy="538858"/>
                <a:chOff x="1993102" y="2397733"/>
                <a:chExt cx="590853" cy="538858"/>
              </a:xfrm>
            </p:grpSpPr>
            <p:sp>
              <p:nvSpPr>
                <p:cNvPr id="2615" name="Google Shape;2615;p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1" name="Google Shape;2631;p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4" name="Google Shape;2634;p8"/>
              <p:cNvGrpSpPr/>
              <p:nvPr/>
            </p:nvGrpSpPr>
            <p:grpSpPr>
              <a:xfrm>
                <a:off x="2672051" y="2466803"/>
                <a:ext cx="88776" cy="97630"/>
                <a:chOff x="2291051" y="2466803"/>
                <a:chExt cx="88776" cy="97630"/>
              </a:xfrm>
            </p:grpSpPr>
            <p:sp>
              <p:nvSpPr>
                <p:cNvPr id="2635" name="Google Shape;2635;p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64" name="Google Shape;2664;p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1" name="Google Shape;2671;p8"/>
            <p:cNvGrpSpPr/>
            <p:nvPr/>
          </p:nvGrpSpPr>
          <p:grpSpPr>
            <a:xfrm>
              <a:off x="3446433" y="3091192"/>
              <a:ext cx="1319021" cy="1203001"/>
              <a:chOff x="2374102" y="2397733"/>
              <a:chExt cx="590853" cy="538858"/>
            </a:xfrm>
          </p:grpSpPr>
          <p:grpSp>
            <p:nvGrpSpPr>
              <p:cNvPr id="2672" name="Google Shape;2672;p8"/>
              <p:cNvGrpSpPr/>
              <p:nvPr/>
            </p:nvGrpSpPr>
            <p:grpSpPr>
              <a:xfrm>
                <a:off x="2374102" y="2397733"/>
                <a:ext cx="590853" cy="538858"/>
                <a:chOff x="1993102" y="2397733"/>
                <a:chExt cx="590853" cy="538858"/>
              </a:xfrm>
            </p:grpSpPr>
            <p:sp>
              <p:nvSpPr>
                <p:cNvPr id="2673" name="Google Shape;2673;p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9" name="Google Shape;2689;p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92" name="Google Shape;2692;p8"/>
              <p:cNvGrpSpPr/>
              <p:nvPr/>
            </p:nvGrpSpPr>
            <p:grpSpPr>
              <a:xfrm>
                <a:off x="2672051" y="2466803"/>
                <a:ext cx="88776" cy="97630"/>
                <a:chOff x="2291051" y="2466803"/>
                <a:chExt cx="88776" cy="97630"/>
              </a:xfrm>
            </p:grpSpPr>
            <p:sp>
              <p:nvSpPr>
                <p:cNvPr id="2693" name="Google Shape;2693;p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22" name="Google Shape;2722;p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9" name="Google Shape;2729;p8"/>
            <p:cNvGrpSpPr/>
            <p:nvPr/>
          </p:nvGrpSpPr>
          <p:grpSpPr>
            <a:xfrm>
              <a:off x="4490110" y="3659885"/>
              <a:ext cx="365767" cy="351686"/>
              <a:chOff x="1490538" y="753834"/>
              <a:chExt cx="470985" cy="455906"/>
            </a:xfrm>
          </p:grpSpPr>
          <p:sp>
            <p:nvSpPr>
              <p:cNvPr id="2730" name="Google Shape;2730;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0" name="Google Shape;2740;p8"/>
            <p:cNvGrpSpPr/>
            <p:nvPr/>
          </p:nvGrpSpPr>
          <p:grpSpPr>
            <a:xfrm rot="-975329">
              <a:off x="4865699" y="3543897"/>
              <a:ext cx="365789" cy="351698"/>
              <a:chOff x="1490538" y="753834"/>
              <a:chExt cx="470985" cy="455906"/>
            </a:xfrm>
          </p:grpSpPr>
          <p:sp>
            <p:nvSpPr>
              <p:cNvPr id="2741" name="Google Shape;2741;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751" name="Google Shape;2751;p8"/>
          <p:cNvSpPr txBox="1"/>
          <p:nvPr>
            <p:ph type="title"/>
          </p:nvPr>
        </p:nvSpPr>
        <p:spPr>
          <a:xfrm>
            <a:off x="1388100" y="1307100"/>
            <a:ext cx="6367800" cy="25293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10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2752" name="Shape 2752"/>
        <p:cNvGrpSpPr/>
        <p:nvPr/>
      </p:nvGrpSpPr>
      <p:grpSpPr>
        <a:xfrm>
          <a:off x="0" y="0"/>
          <a:ext cx="0" cy="0"/>
          <a:chOff x="0" y="0"/>
          <a:chExt cx="0" cy="0"/>
        </a:xfrm>
      </p:grpSpPr>
      <p:sp>
        <p:nvSpPr>
          <p:cNvPr id="2753" name="Google Shape;2753;p9"/>
          <p:cNvSpPr txBox="1"/>
          <p:nvPr>
            <p:ph type="title"/>
          </p:nvPr>
        </p:nvSpPr>
        <p:spPr>
          <a:xfrm>
            <a:off x="720000" y="1123800"/>
            <a:ext cx="7704000" cy="1897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10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754" name="Google Shape;2754;p9"/>
          <p:cNvSpPr txBox="1"/>
          <p:nvPr>
            <p:ph idx="1" type="subTitle"/>
          </p:nvPr>
        </p:nvSpPr>
        <p:spPr>
          <a:xfrm>
            <a:off x="2391925" y="3132175"/>
            <a:ext cx="4360200" cy="71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2755" name="Shape 2755"/>
        <p:cNvGrpSpPr/>
        <p:nvPr/>
      </p:nvGrpSpPr>
      <p:grpSpPr>
        <a:xfrm>
          <a:off x="0" y="0"/>
          <a:ext cx="0" cy="0"/>
          <a:chOff x="0" y="0"/>
          <a:chExt cx="0" cy="0"/>
        </a:xfrm>
      </p:grpSpPr>
      <p:sp>
        <p:nvSpPr>
          <p:cNvPr id="2756" name="Google Shape;2756;p10"/>
          <p:cNvSpPr txBox="1"/>
          <p:nvPr>
            <p:ph type="title"/>
          </p:nvPr>
        </p:nvSpPr>
        <p:spPr>
          <a:xfrm>
            <a:off x="720000" y="540000"/>
            <a:ext cx="7704000" cy="572700"/>
          </a:xfrm>
          <a:prstGeom prst="rect">
            <a:avLst/>
          </a:prstGeom>
          <a:solidFill>
            <a:schemeClr val="accent6"/>
          </a:solidFill>
        </p:spPr>
        <p:txBody>
          <a:bodyPr anchorCtr="0" anchor="ctr" bIns="91425" lIns="91425" spcFirstLastPara="1" rIns="91425" wrap="square" tIns="91425">
            <a:noAutofit/>
          </a:bodyPr>
          <a:lstStyle>
            <a:lvl1pPr lvl="0" rtl="0" algn="ctr">
              <a:spcBef>
                <a:spcPts val="0"/>
              </a:spcBef>
              <a:spcAft>
                <a:spcPts val="0"/>
              </a:spcAft>
              <a:buSzPts val="3500"/>
              <a:buNone/>
              <a:defRPr sz="30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2757" name="Shape 2757"/>
        <p:cNvGrpSpPr/>
        <p:nvPr/>
      </p:nvGrpSpPr>
      <p:grpSpPr>
        <a:xfrm>
          <a:off x="0" y="0"/>
          <a:ext cx="0" cy="0"/>
          <a:chOff x="0" y="0"/>
          <a:chExt cx="0" cy="0"/>
        </a:xfrm>
      </p:grpSpPr>
      <p:sp>
        <p:nvSpPr>
          <p:cNvPr id="2758" name="Google Shape;2758;p11"/>
          <p:cNvSpPr txBox="1"/>
          <p:nvPr>
            <p:ph hasCustomPrompt="1" type="title"/>
          </p:nvPr>
        </p:nvSpPr>
        <p:spPr>
          <a:xfrm>
            <a:off x="720000" y="1558475"/>
            <a:ext cx="7704000" cy="15111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10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2759" name="Google Shape;2759;p11"/>
          <p:cNvSpPr txBox="1"/>
          <p:nvPr>
            <p:ph idx="1" type="subTitle"/>
          </p:nvPr>
        </p:nvSpPr>
        <p:spPr>
          <a:xfrm>
            <a:off x="1284000" y="3069625"/>
            <a:ext cx="6576000" cy="457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2760" name="Google Shape;2760;p11"/>
          <p:cNvGrpSpPr/>
          <p:nvPr/>
        </p:nvGrpSpPr>
        <p:grpSpPr>
          <a:xfrm>
            <a:off x="5838892" y="-430047"/>
            <a:ext cx="3943216" cy="2469918"/>
            <a:chOff x="5681667" y="-311651"/>
            <a:chExt cx="3943216" cy="2469918"/>
          </a:xfrm>
        </p:grpSpPr>
        <p:sp>
          <p:nvSpPr>
            <p:cNvPr id="2761" name="Google Shape;2761;p11"/>
            <p:cNvSpPr/>
            <p:nvPr/>
          </p:nvSpPr>
          <p:spPr>
            <a:xfrm>
              <a:off x="6319579" y="6384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11"/>
            <p:cNvSpPr/>
            <p:nvPr/>
          </p:nvSpPr>
          <p:spPr>
            <a:xfrm rot="10800000">
              <a:off x="6858777" y="460665"/>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11"/>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11"/>
            <p:cNvSpPr/>
            <p:nvPr/>
          </p:nvSpPr>
          <p:spPr>
            <a:xfrm rot="10800000">
              <a:off x="8612852" y="167987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65" name="Google Shape;2765;p11"/>
            <p:cNvGrpSpPr/>
            <p:nvPr/>
          </p:nvGrpSpPr>
          <p:grpSpPr>
            <a:xfrm flipH="1">
              <a:off x="6751497" y="678045"/>
              <a:ext cx="411494" cy="164598"/>
              <a:chOff x="2449294" y="636165"/>
              <a:chExt cx="322588" cy="124262"/>
            </a:xfrm>
          </p:grpSpPr>
          <p:sp>
            <p:nvSpPr>
              <p:cNvPr id="2766" name="Google Shape;2766;p1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1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1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1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1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1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1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1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1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5" name="Google Shape;2775;p11"/>
            <p:cNvGrpSpPr/>
            <p:nvPr/>
          </p:nvGrpSpPr>
          <p:grpSpPr>
            <a:xfrm>
              <a:off x="8575747" y="1993670"/>
              <a:ext cx="411494" cy="164598"/>
              <a:chOff x="2449294" y="636165"/>
              <a:chExt cx="322588" cy="124262"/>
            </a:xfrm>
          </p:grpSpPr>
          <p:sp>
            <p:nvSpPr>
              <p:cNvPr id="2776" name="Google Shape;2776;p1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1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1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1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1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1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1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1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1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5" name="Google Shape;2785;p11"/>
            <p:cNvGrpSpPr/>
            <p:nvPr/>
          </p:nvGrpSpPr>
          <p:grpSpPr>
            <a:xfrm flipH="1" rot="10800000">
              <a:off x="7008738" y="922775"/>
              <a:ext cx="365767" cy="351138"/>
              <a:chOff x="1490538" y="753834"/>
              <a:chExt cx="470985" cy="455906"/>
            </a:xfrm>
          </p:grpSpPr>
          <p:sp>
            <p:nvSpPr>
              <p:cNvPr id="2786" name="Google Shape;2786;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6" name="Google Shape;2796;p11"/>
            <p:cNvGrpSpPr/>
            <p:nvPr/>
          </p:nvGrpSpPr>
          <p:grpSpPr>
            <a:xfrm flipH="1" rot="-5400000">
              <a:off x="6601720" y="-1231703"/>
              <a:ext cx="2103111" cy="3943216"/>
              <a:chOff x="3238754" y="1037105"/>
              <a:chExt cx="2114316" cy="3971813"/>
            </a:xfrm>
          </p:grpSpPr>
          <p:grpSp>
            <p:nvGrpSpPr>
              <p:cNvPr id="2797" name="Google Shape;2797;p11"/>
              <p:cNvGrpSpPr/>
              <p:nvPr/>
            </p:nvGrpSpPr>
            <p:grpSpPr>
              <a:xfrm rot="352619">
                <a:off x="3514228" y="3929201"/>
                <a:ext cx="820714" cy="663927"/>
                <a:chOff x="1981897" y="1546050"/>
                <a:chExt cx="676612" cy="547354"/>
              </a:xfrm>
            </p:grpSpPr>
            <p:grpSp>
              <p:nvGrpSpPr>
                <p:cNvPr id="2798" name="Google Shape;2798;p11"/>
                <p:cNvGrpSpPr/>
                <p:nvPr/>
              </p:nvGrpSpPr>
              <p:grpSpPr>
                <a:xfrm>
                  <a:off x="2240847" y="1546050"/>
                  <a:ext cx="258712" cy="250429"/>
                  <a:chOff x="1490538" y="753834"/>
                  <a:chExt cx="470985" cy="455906"/>
                </a:xfrm>
              </p:grpSpPr>
              <p:sp>
                <p:nvSpPr>
                  <p:cNvPr id="2799" name="Google Shape;2799;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9" name="Google Shape;2809;p11"/>
                <p:cNvGrpSpPr/>
                <p:nvPr/>
              </p:nvGrpSpPr>
              <p:grpSpPr>
                <a:xfrm>
                  <a:off x="2399797" y="1673288"/>
                  <a:ext cx="258712" cy="250429"/>
                  <a:chOff x="1490538" y="753834"/>
                  <a:chExt cx="470985" cy="455906"/>
                </a:xfrm>
              </p:grpSpPr>
              <p:sp>
                <p:nvSpPr>
                  <p:cNvPr id="2810" name="Google Shape;2810;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0" name="Google Shape;2820;p11"/>
                <p:cNvGrpSpPr/>
                <p:nvPr/>
              </p:nvGrpSpPr>
              <p:grpSpPr>
                <a:xfrm>
                  <a:off x="2159535" y="1742038"/>
                  <a:ext cx="258712" cy="250429"/>
                  <a:chOff x="1490538" y="753834"/>
                  <a:chExt cx="470985" cy="455906"/>
                </a:xfrm>
              </p:grpSpPr>
              <p:sp>
                <p:nvSpPr>
                  <p:cNvPr id="2821" name="Google Shape;2821;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1" name="Google Shape;2831;p11"/>
                <p:cNvGrpSpPr/>
                <p:nvPr/>
              </p:nvGrpSpPr>
              <p:grpSpPr>
                <a:xfrm>
                  <a:off x="2323985" y="1842975"/>
                  <a:ext cx="258712" cy="250429"/>
                  <a:chOff x="1490538" y="753834"/>
                  <a:chExt cx="470985" cy="455906"/>
                </a:xfrm>
              </p:grpSpPr>
              <p:sp>
                <p:nvSpPr>
                  <p:cNvPr id="2832" name="Google Shape;2832;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2" name="Google Shape;2842;p11"/>
                <p:cNvGrpSpPr/>
                <p:nvPr/>
              </p:nvGrpSpPr>
              <p:grpSpPr>
                <a:xfrm>
                  <a:off x="1981897" y="1804075"/>
                  <a:ext cx="258712" cy="250429"/>
                  <a:chOff x="1490538" y="753834"/>
                  <a:chExt cx="470985" cy="455906"/>
                </a:xfrm>
              </p:grpSpPr>
              <p:sp>
                <p:nvSpPr>
                  <p:cNvPr id="2843" name="Google Shape;2843;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53" name="Google Shape;2853;p11"/>
              <p:cNvGrpSpPr/>
              <p:nvPr/>
            </p:nvGrpSpPr>
            <p:grpSpPr>
              <a:xfrm flipH="1" rot="8833976">
                <a:off x="4214846" y="3438470"/>
                <a:ext cx="804524" cy="1469662"/>
                <a:chOff x="3377730" y="919968"/>
                <a:chExt cx="471039" cy="860470"/>
              </a:xfrm>
            </p:grpSpPr>
            <p:grpSp>
              <p:nvGrpSpPr>
                <p:cNvPr id="2854" name="Google Shape;2854;p11"/>
                <p:cNvGrpSpPr/>
                <p:nvPr/>
              </p:nvGrpSpPr>
              <p:grpSpPr>
                <a:xfrm>
                  <a:off x="3377730" y="919968"/>
                  <a:ext cx="408804" cy="692511"/>
                  <a:chOff x="3377730" y="919968"/>
                  <a:chExt cx="408804" cy="692511"/>
                </a:xfrm>
              </p:grpSpPr>
              <p:sp>
                <p:nvSpPr>
                  <p:cNvPr id="2855" name="Google Shape;2855;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7" name="Google Shape;2867;p11"/>
                <p:cNvGrpSpPr/>
                <p:nvPr/>
              </p:nvGrpSpPr>
              <p:grpSpPr>
                <a:xfrm>
                  <a:off x="3487239" y="1131104"/>
                  <a:ext cx="361530" cy="649334"/>
                  <a:chOff x="1266852" y="1150479"/>
                  <a:chExt cx="361530" cy="649334"/>
                </a:xfrm>
              </p:grpSpPr>
              <p:sp>
                <p:nvSpPr>
                  <p:cNvPr id="2868" name="Google Shape;2868;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76" name="Google Shape;2876;p11"/>
              <p:cNvGrpSpPr/>
              <p:nvPr/>
            </p:nvGrpSpPr>
            <p:grpSpPr>
              <a:xfrm rot="4488281">
                <a:off x="3583731" y="2580940"/>
                <a:ext cx="887798" cy="871068"/>
                <a:chOff x="3086354" y="1785830"/>
                <a:chExt cx="887833" cy="871102"/>
              </a:xfrm>
            </p:grpSpPr>
            <p:grpSp>
              <p:nvGrpSpPr>
                <p:cNvPr id="2877" name="Google Shape;2877;p11"/>
                <p:cNvGrpSpPr/>
                <p:nvPr/>
              </p:nvGrpSpPr>
              <p:grpSpPr>
                <a:xfrm rot="-2169427">
                  <a:off x="3251277" y="1839739"/>
                  <a:ext cx="408803" cy="692509"/>
                  <a:chOff x="3377730" y="919968"/>
                  <a:chExt cx="408804" cy="692511"/>
                </a:xfrm>
              </p:grpSpPr>
              <p:sp>
                <p:nvSpPr>
                  <p:cNvPr id="2878" name="Google Shape;2878;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0" name="Google Shape;2890;p11"/>
                <p:cNvGrpSpPr/>
                <p:nvPr/>
              </p:nvGrpSpPr>
              <p:grpSpPr>
                <a:xfrm rot="-2169427">
                  <a:off x="3455919" y="1963478"/>
                  <a:ext cx="361529" cy="649332"/>
                  <a:chOff x="1266852" y="1150479"/>
                  <a:chExt cx="361530" cy="649334"/>
                </a:xfrm>
              </p:grpSpPr>
              <p:sp>
                <p:nvSpPr>
                  <p:cNvPr id="2891" name="Google Shape;2891;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99" name="Google Shape;2899;p11"/>
              <p:cNvGrpSpPr/>
              <p:nvPr/>
            </p:nvGrpSpPr>
            <p:grpSpPr>
              <a:xfrm>
                <a:off x="3238754" y="1938230"/>
                <a:ext cx="887833" cy="871102"/>
                <a:chOff x="3086354" y="1785830"/>
                <a:chExt cx="887833" cy="871102"/>
              </a:xfrm>
            </p:grpSpPr>
            <p:grpSp>
              <p:nvGrpSpPr>
                <p:cNvPr id="2900" name="Google Shape;2900;p11"/>
                <p:cNvGrpSpPr/>
                <p:nvPr/>
              </p:nvGrpSpPr>
              <p:grpSpPr>
                <a:xfrm rot="-2169427">
                  <a:off x="3251277" y="1839739"/>
                  <a:ext cx="408803" cy="692509"/>
                  <a:chOff x="3377730" y="919968"/>
                  <a:chExt cx="408804" cy="692511"/>
                </a:xfrm>
              </p:grpSpPr>
              <p:sp>
                <p:nvSpPr>
                  <p:cNvPr id="2901" name="Google Shape;2901;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3" name="Google Shape;2913;p11"/>
                <p:cNvGrpSpPr/>
                <p:nvPr/>
              </p:nvGrpSpPr>
              <p:grpSpPr>
                <a:xfrm rot="-2169427">
                  <a:off x="3455919" y="1963478"/>
                  <a:ext cx="361529" cy="649332"/>
                  <a:chOff x="1266852" y="1150479"/>
                  <a:chExt cx="361530" cy="649334"/>
                </a:xfrm>
              </p:grpSpPr>
              <p:sp>
                <p:nvSpPr>
                  <p:cNvPr id="2914" name="Google Shape;2914;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22" name="Google Shape;2922;p11"/>
              <p:cNvGrpSpPr/>
              <p:nvPr/>
            </p:nvGrpSpPr>
            <p:grpSpPr>
              <a:xfrm>
                <a:off x="3490978" y="1037105"/>
                <a:ext cx="575468" cy="1051322"/>
                <a:chOff x="3377730" y="919968"/>
                <a:chExt cx="471039" cy="860470"/>
              </a:xfrm>
            </p:grpSpPr>
            <p:grpSp>
              <p:nvGrpSpPr>
                <p:cNvPr id="2923" name="Google Shape;2923;p11"/>
                <p:cNvGrpSpPr/>
                <p:nvPr/>
              </p:nvGrpSpPr>
              <p:grpSpPr>
                <a:xfrm>
                  <a:off x="3377730" y="919968"/>
                  <a:ext cx="408804" cy="692511"/>
                  <a:chOff x="3377730" y="919968"/>
                  <a:chExt cx="408804" cy="692511"/>
                </a:xfrm>
              </p:grpSpPr>
              <p:sp>
                <p:nvSpPr>
                  <p:cNvPr id="2924" name="Google Shape;2924;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6" name="Google Shape;2936;p11"/>
                <p:cNvGrpSpPr/>
                <p:nvPr/>
              </p:nvGrpSpPr>
              <p:grpSpPr>
                <a:xfrm>
                  <a:off x="3487239" y="1131104"/>
                  <a:ext cx="361530" cy="649334"/>
                  <a:chOff x="1266852" y="1150479"/>
                  <a:chExt cx="361530" cy="649334"/>
                </a:xfrm>
              </p:grpSpPr>
              <p:sp>
                <p:nvSpPr>
                  <p:cNvPr id="2937" name="Google Shape;2937;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45" name="Google Shape;2945;p11"/>
              <p:cNvGrpSpPr/>
              <p:nvPr/>
            </p:nvGrpSpPr>
            <p:grpSpPr>
              <a:xfrm>
                <a:off x="3517102" y="2473933"/>
                <a:ext cx="590853" cy="538858"/>
                <a:chOff x="2374102" y="2397733"/>
                <a:chExt cx="590853" cy="538858"/>
              </a:xfrm>
            </p:grpSpPr>
            <p:grpSp>
              <p:nvGrpSpPr>
                <p:cNvPr id="2946" name="Google Shape;2946;p11"/>
                <p:cNvGrpSpPr/>
                <p:nvPr/>
              </p:nvGrpSpPr>
              <p:grpSpPr>
                <a:xfrm>
                  <a:off x="2374102" y="2397733"/>
                  <a:ext cx="590853" cy="538858"/>
                  <a:chOff x="1993102" y="2397733"/>
                  <a:chExt cx="590853" cy="538858"/>
                </a:xfrm>
              </p:grpSpPr>
              <p:sp>
                <p:nvSpPr>
                  <p:cNvPr id="2947" name="Google Shape;2947;p1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1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1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1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1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1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1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1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1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1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1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1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1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1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1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1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63" name="Google Shape;2963;p1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1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1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66" name="Google Shape;2966;p11"/>
                <p:cNvGrpSpPr/>
                <p:nvPr/>
              </p:nvGrpSpPr>
              <p:grpSpPr>
                <a:xfrm>
                  <a:off x="2672051" y="2466803"/>
                  <a:ext cx="88776" cy="97630"/>
                  <a:chOff x="2291051" y="2466803"/>
                  <a:chExt cx="88776" cy="97630"/>
                </a:xfrm>
              </p:grpSpPr>
              <p:sp>
                <p:nvSpPr>
                  <p:cNvPr id="2967" name="Google Shape;2967;p1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1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1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1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1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1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1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1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1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1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1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1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1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1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1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1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1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1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1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1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1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1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1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1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1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1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1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1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1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96" name="Google Shape;2996;p1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1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1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1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1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1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1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3" name="Google Shape;3003;p11"/>
              <p:cNvGrpSpPr/>
              <p:nvPr/>
            </p:nvGrpSpPr>
            <p:grpSpPr>
              <a:xfrm rot="352659">
                <a:off x="3394332" y="1622136"/>
                <a:ext cx="676583" cy="547330"/>
                <a:chOff x="1981897" y="1546050"/>
                <a:chExt cx="676612" cy="547354"/>
              </a:xfrm>
            </p:grpSpPr>
            <p:grpSp>
              <p:nvGrpSpPr>
                <p:cNvPr id="3004" name="Google Shape;3004;p11"/>
                <p:cNvGrpSpPr/>
                <p:nvPr/>
              </p:nvGrpSpPr>
              <p:grpSpPr>
                <a:xfrm>
                  <a:off x="2240847" y="1546050"/>
                  <a:ext cx="258712" cy="250429"/>
                  <a:chOff x="1490538" y="753834"/>
                  <a:chExt cx="470985" cy="455906"/>
                </a:xfrm>
              </p:grpSpPr>
              <p:sp>
                <p:nvSpPr>
                  <p:cNvPr id="3005" name="Google Shape;3005;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5" name="Google Shape;3015;p11"/>
                <p:cNvGrpSpPr/>
                <p:nvPr/>
              </p:nvGrpSpPr>
              <p:grpSpPr>
                <a:xfrm>
                  <a:off x="2399797" y="1673288"/>
                  <a:ext cx="258712" cy="250429"/>
                  <a:chOff x="1490538" y="753834"/>
                  <a:chExt cx="470985" cy="455906"/>
                </a:xfrm>
              </p:grpSpPr>
              <p:sp>
                <p:nvSpPr>
                  <p:cNvPr id="3016" name="Google Shape;3016;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6" name="Google Shape;3026;p11"/>
                <p:cNvGrpSpPr/>
                <p:nvPr/>
              </p:nvGrpSpPr>
              <p:grpSpPr>
                <a:xfrm>
                  <a:off x="2159535" y="1742038"/>
                  <a:ext cx="258712" cy="250429"/>
                  <a:chOff x="1490538" y="753834"/>
                  <a:chExt cx="470985" cy="455906"/>
                </a:xfrm>
              </p:grpSpPr>
              <p:sp>
                <p:nvSpPr>
                  <p:cNvPr id="3027" name="Google Shape;3027;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7" name="Google Shape;3037;p11"/>
                <p:cNvGrpSpPr/>
                <p:nvPr/>
              </p:nvGrpSpPr>
              <p:grpSpPr>
                <a:xfrm>
                  <a:off x="2323985" y="1842975"/>
                  <a:ext cx="258712" cy="250429"/>
                  <a:chOff x="1490538" y="753834"/>
                  <a:chExt cx="470985" cy="455906"/>
                </a:xfrm>
              </p:grpSpPr>
              <p:sp>
                <p:nvSpPr>
                  <p:cNvPr id="3038" name="Google Shape;3038;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8" name="Google Shape;3048;p11"/>
                <p:cNvGrpSpPr/>
                <p:nvPr/>
              </p:nvGrpSpPr>
              <p:grpSpPr>
                <a:xfrm>
                  <a:off x="1981897" y="1804075"/>
                  <a:ext cx="258712" cy="250429"/>
                  <a:chOff x="1490538" y="753834"/>
                  <a:chExt cx="470985" cy="455906"/>
                </a:xfrm>
              </p:grpSpPr>
              <p:sp>
                <p:nvSpPr>
                  <p:cNvPr id="3049" name="Google Shape;3049;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59" name="Google Shape;3059;p11"/>
              <p:cNvGrpSpPr/>
              <p:nvPr/>
            </p:nvGrpSpPr>
            <p:grpSpPr>
              <a:xfrm flipH="1">
                <a:off x="3270102" y="2806996"/>
                <a:ext cx="590853" cy="538858"/>
                <a:chOff x="2374102" y="2397733"/>
                <a:chExt cx="590853" cy="538858"/>
              </a:xfrm>
            </p:grpSpPr>
            <p:grpSp>
              <p:nvGrpSpPr>
                <p:cNvPr id="3060" name="Google Shape;3060;p11"/>
                <p:cNvGrpSpPr/>
                <p:nvPr/>
              </p:nvGrpSpPr>
              <p:grpSpPr>
                <a:xfrm>
                  <a:off x="2374102" y="2397733"/>
                  <a:ext cx="590853" cy="538858"/>
                  <a:chOff x="1993102" y="2397733"/>
                  <a:chExt cx="590853" cy="538858"/>
                </a:xfrm>
              </p:grpSpPr>
              <p:sp>
                <p:nvSpPr>
                  <p:cNvPr id="3061" name="Google Shape;3061;p1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1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1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1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1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1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1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1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1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1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1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1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1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1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1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1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7" name="Google Shape;3077;p1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1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1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80" name="Google Shape;3080;p11"/>
                <p:cNvGrpSpPr/>
                <p:nvPr/>
              </p:nvGrpSpPr>
              <p:grpSpPr>
                <a:xfrm>
                  <a:off x="2672051" y="2466803"/>
                  <a:ext cx="88776" cy="97630"/>
                  <a:chOff x="2291051" y="2466803"/>
                  <a:chExt cx="88776" cy="97630"/>
                </a:xfrm>
              </p:grpSpPr>
              <p:sp>
                <p:nvSpPr>
                  <p:cNvPr id="3081" name="Google Shape;3081;p1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1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1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1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1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1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1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1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1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1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1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1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1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1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1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1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1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1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1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1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1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1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1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1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1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1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1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1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1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10" name="Google Shape;3110;p1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1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1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1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1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1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1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7" name="Google Shape;3117;p11"/>
              <p:cNvGrpSpPr/>
              <p:nvPr/>
            </p:nvGrpSpPr>
            <p:grpSpPr>
              <a:xfrm>
                <a:off x="3446433" y="3091192"/>
                <a:ext cx="1319021" cy="1203001"/>
                <a:chOff x="2374102" y="2397733"/>
                <a:chExt cx="590853" cy="538858"/>
              </a:xfrm>
            </p:grpSpPr>
            <p:grpSp>
              <p:nvGrpSpPr>
                <p:cNvPr id="3118" name="Google Shape;3118;p11"/>
                <p:cNvGrpSpPr/>
                <p:nvPr/>
              </p:nvGrpSpPr>
              <p:grpSpPr>
                <a:xfrm>
                  <a:off x="2374102" y="2397733"/>
                  <a:ext cx="590853" cy="538858"/>
                  <a:chOff x="1993102" y="2397733"/>
                  <a:chExt cx="590853" cy="538858"/>
                </a:xfrm>
              </p:grpSpPr>
              <p:sp>
                <p:nvSpPr>
                  <p:cNvPr id="3119" name="Google Shape;3119;p1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1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1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1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1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1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1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1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1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1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1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1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1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1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1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1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35" name="Google Shape;3135;p1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1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1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38" name="Google Shape;3138;p11"/>
                <p:cNvGrpSpPr/>
                <p:nvPr/>
              </p:nvGrpSpPr>
              <p:grpSpPr>
                <a:xfrm>
                  <a:off x="2672051" y="2466803"/>
                  <a:ext cx="88776" cy="97630"/>
                  <a:chOff x="2291051" y="2466803"/>
                  <a:chExt cx="88776" cy="97630"/>
                </a:xfrm>
              </p:grpSpPr>
              <p:sp>
                <p:nvSpPr>
                  <p:cNvPr id="3139" name="Google Shape;3139;p1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1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1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1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1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1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1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1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1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1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1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1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1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1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1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1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1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1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1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1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1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1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1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1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1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1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1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1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1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68" name="Google Shape;3168;p1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1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1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1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1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1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1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5" name="Google Shape;3175;p11"/>
              <p:cNvGrpSpPr/>
              <p:nvPr/>
            </p:nvGrpSpPr>
            <p:grpSpPr>
              <a:xfrm>
                <a:off x="4490110" y="3659885"/>
                <a:ext cx="365767" cy="351686"/>
                <a:chOff x="1490538" y="753834"/>
                <a:chExt cx="470985" cy="455906"/>
              </a:xfrm>
            </p:grpSpPr>
            <p:sp>
              <p:nvSpPr>
                <p:cNvPr id="3176" name="Google Shape;3176;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6" name="Google Shape;3186;p11"/>
              <p:cNvGrpSpPr/>
              <p:nvPr/>
            </p:nvGrpSpPr>
            <p:grpSpPr>
              <a:xfrm rot="-975329">
                <a:off x="4865699" y="3543897"/>
                <a:ext cx="365789" cy="351698"/>
                <a:chOff x="1490538" y="753834"/>
                <a:chExt cx="470985" cy="455906"/>
              </a:xfrm>
            </p:grpSpPr>
            <p:sp>
              <p:nvSpPr>
                <p:cNvPr id="3187" name="Google Shape;3187;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197" name="Google Shape;3197;p11"/>
          <p:cNvGrpSpPr/>
          <p:nvPr/>
        </p:nvGrpSpPr>
        <p:grpSpPr>
          <a:xfrm rot="10800000">
            <a:off x="-638108" y="3103628"/>
            <a:ext cx="3943216" cy="2469918"/>
            <a:chOff x="5681667" y="-311651"/>
            <a:chExt cx="3943216" cy="2469918"/>
          </a:xfrm>
        </p:grpSpPr>
        <p:sp>
          <p:nvSpPr>
            <p:cNvPr id="3198" name="Google Shape;3198;p11"/>
            <p:cNvSpPr/>
            <p:nvPr/>
          </p:nvSpPr>
          <p:spPr>
            <a:xfrm>
              <a:off x="6319579" y="6384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11"/>
            <p:cNvSpPr/>
            <p:nvPr/>
          </p:nvSpPr>
          <p:spPr>
            <a:xfrm rot="10800000">
              <a:off x="6858777" y="460665"/>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11"/>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11"/>
            <p:cNvSpPr/>
            <p:nvPr/>
          </p:nvSpPr>
          <p:spPr>
            <a:xfrm rot="10800000">
              <a:off x="8612852" y="167987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02" name="Google Shape;3202;p11"/>
            <p:cNvGrpSpPr/>
            <p:nvPr/>
          </p:nvGrpSpPr>
          <p:grpSpPr>
            <a:xfrm flipH="1">
              <a:off x="6751497" y="678045"/>
              <a:ext cx="411494" cy="164598"/>
              <a:chOff x="2449294" y="636165"/>
              <a:chExt cx="322588" cy="124262"/>
            </a:xfrm>
          </p:grpSpPr>
          <p:sp>
            <p:nvSpPr>
              <p:cNvPr id="3203" name="Google Shape;3203;p1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1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1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1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1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1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1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1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1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2" name="Google Shape;3212;p11"/>
            <p:cNvGrpSpPr/>
            <p:nvPr/>
          </p:nvGrpSpPr>
          <p:grpSpPr>
            <a:xfrm>
              <a:off x="8575747" y="1993670"/>
              <a:ext cx="411494" cy="164598"/>
              <a:chOff x="2449294" y="636165"/>
              <a:chExt cx="322588" cy="124262"/>
            </a:xfrm>
          </p:grpSpPr>
          <p:sp>
            <p:nvSpPr>
              <p:cNvPr id="3213" name="Google Shape;3213;p1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1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1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1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1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1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1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1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1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2" name="Google Shape;3222;p11"/>
            <p:cNvGrpSpPr/>
            <p:nvPr/>
          </p:nvGrpSpPr>
          <p:grpSpPr>
            <a:xfrm flipH="1" rot="10800000">
              <a:off x="7008738" y="922775"/>
              <a:ext cx="365767" cy="351138"/>
              <a:chOff x="1490538" y="753834"/>
              <a:chExt cx="470985" cy="455906"/>
            </a:xfrm>
          </p:grpSpPr>
          <p:sp>
            <p:nvSpPr>
              <p:cNvPr id="3223" name="Google Shape;3223;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3" name="Google Shape;3233;p11"/>
            <p:cNvGrpSpPr/>
            <p:nvPr/>
          </p:nvGrpSpPr>
          <p:grpSpPr>
            <a:xfrm flipH="1" rot="-5400000">
              <a:off x="6601720" y="-1231703"/>
              <a:ext cx="2103111" cy="3943216"/>
              <a:chOff x="3238754" y="1037105"/>
              <a:chExt cx="2114316" cy="3971813"/>
            </a:xfrm>
          </p:grpSpPr>
          <p:grpSp>
            <p:nvGrpSpPr>
              <p:cNvPr id="3234" name="Google Shape;3234;p11"/>
              <p:cNvGrpSpPr/>
              <p:nvPr/>
            </p:nvGrpSpPr>
            <p:grpSpPr>
              <a:xfrm rot="352619">
                <a:off x="3514228" y="3929201"/>
                <a:ext cx="820714" cy="663927"/>
                <a:chOff x="1981897" y="1546050"/>
                <a:chExt cx="676612" cy="547354"/>
              </a:xfrm>
            </p:grpSpPr>
            <p:grpSp>
              <p:nvGrpSpPr>
                <p:cNvPr id="3235" name="Google Shape;3235;p11"/>
                <p:cNvGrpSpPr/>
                <p:nvPr/>
              </p:nvGrpSpPr>
              <p:grpSpPr>
                <a:xfrm>
                  <a:off x="2240847" y="1546050"/>
                  <a:ext cx="258712" cy="250429"/>
                  <a:chOff x="1490538" y="753834"/>
                  <a:chExt cx="470985" cy="455906"/>
                </a:xfrm>
              </p:grpSpPr>
              <p:sp>
                <p:nvSpPr>
                  <p:cNvPr id="3236" name="Google Shape;3236;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6" name="Google Shape;3246;p11"/>
                <p:cNvGrpSpPr/>
                <p:nvPr/>
              </p:nvGrpSpPr>
              <p:grpSpPr>
                <a:xfrm>
                  <a:off x="2399797" y="1673288"/>
                  <a:ext cx="258712" cy="250429"/>
                  <a:chOff x="1490538" y="753834"/>
                  <a:chExt cx="470985" cy="455906"/>
                </a:xfrm>
              </p:grpSpPr>
              <p:sp>
                <p:nvSpPr>
                  <p:cNvPr id="3247" name="Google Shape;3247;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7" name="Google Shape;3257;p11"/>
                <p:cNvGrpSpPr/>
                <p:nvPr/>
              </p:nvGrpSpPr>
              <p:grpSpPr>
                <a:xfrm>
                  <a:off x="2159535" y="1742038"/>
                  <a:ext cx="258712" cy="250429"/>
                  <a:chOff x="1490538" y="753834"/>
                  <a:chExt cx="470985" cy="455906"/>
                </a:xfrm>
              </p:grpSpPr>
              <p:sp>
                <p:nvSpPr>
                  <p:cNvPr id="3258" name="Google Shape;3258;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8" name="Google Shape;3268;p11"/>
                <p:cNvGrpSpPr/>
                <p:nvPr/>
              </p:nvGrpSpPr>
              <p:grpSpPr>
                <a:xfrm>
                  <a:off x="2323985" y="1842975"/>
                  <a:ext cx="258712" cy="250429"/>
                  <a:chOff x="1490538" y="753834"/>
                  <a:chExt cx="470985" cy="455906"/>
                </a:xfrm>
              </p:grpSpPr>
              <p:sp>
                <p:nvSpPr>
                  <p:cNvPr id="3269" name="Google Shape;3269;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9" name="Google Shape;3279;p11"/>
                <p:cNvGrpSpPr/>
                <p:nvPr/>
              </p:nvGrpSpPr>
              <p:grpSpPr>
                <a:xfrm>
                  <a:off x="1981897" y="1804075"/>
                  <a:ext cx="258712" cy="250429"/>
                  <a:chOff x="1490538" y="753834"/>
                  <a:chExt cx="470985" cy="455906"/>
                </a:xfrm>
              </p:grpSpPr>
              <p:sp>
                <p:nvSpPr>
                  <p:cNvPr id="3280" name="Google Shape;3280;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90" name="Google Shape;3290;p11"/>
              <p:cNvGrpSpPr/>
              <p:nvPr/>
            </p:nvGrpSpPr>
            <p:grpSpPr>
              <a:xfrm flipH="1" rot="8833976">
                <a:off x="4214846" y="3438470"/>
                <a:ext cx="804524" cy="1469662"/>
                <a:chOff x="3377730" y="919968"/>
                <a:chExt cx="471039" cy="860470"/>
              </a:xfrm>
            </p:grpSpPr>
            <p:grpSp>
              <p:nvGrpSpPr>
                <p:cNvPr id="3291" name="Google Shape;3291;p11"/>
                <p:cNvGrpSpPr/>
                <p:nvPr/>
              </p:nvGrpSpPr>
              <p:grpSpPr>
                <a:xfrm>
                  <a:off x="3377730" y="919968"/>
                  <a:ext cx="408804" cy="692511"/>
                  <a:chOff x="3377730" y="919968"/>
                  <a:chExt cx="408804" cy="692511"/>
                </a:xfrm>
              </p:grpSpPr>
              <p:sp>
                <p:nvSpPr>
                  <p:cNvPr id="3292" name="Google Shape;3292;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4" name="Google Shape;3304;p11"/>
                <p:cNvGrpSpPr/>
                <p:nvPr/>
              </p:nvGrpSpPr>
              <p:grpSpPr>
                <a:xfrm>
                  <a:off x="3487239" y="1131104"/>
                  <a:ext cx="361530" cy="649334"/>
                  <a:chOff x="1266852" y="1150479"/>
                  <a:chExt cx="361530" cy="649334"/>
                </a:xfrm>
              </p:grpSpPr>
              <p:sp>
                <p:nvSpPr>
                  <p:cNvPr id="3305" name="Google Shape;3305;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13" name="Google Shape;3313;p11"/>
              <p:cNvGrpSpPr/>
              <p:nvPr/>
            </p:nvGrpSpPr>
            <p:grpSpPr>
              <a:xfrm rot="4488281">
                <a:off x="3583731" y="2580940"/>
                <a:ext cx="887798" cy="871068"/>
                <a:chOff x="3086354" y="1785830"/>
                <a:chExt cx="887833" cy="871102"/>
              </a:xfrm>
            </p:grpSpPr>
            <p:grpSp>
              <p:nvGrpSpPr>
                <p:cNvPr id="3314" name="Google Shape;3314;p11"/>
                <p:cNvGrpSpPr/>
                <p:nvPr/>
              </p:nvGrpSpPr>
              <p:grpSpPr>
                <a:xfrm rot="-2169427">
                  <a:off x="3251277" y="1839739"/>
                  <a:ext cx="408803" cy="692509"/>
                  <a:chOff x="3377730" y="919968"/>
                  <a:chExt cx="408804" cy="692511"/>
                </a:xfrm>
              </p:grpSpPr>
              <p:sp>
                <p:nvSpPr>
                  <p:cNvPr id="3315" name="Google Shape;3315;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7" name="Google Shape;3327;p11"/>
                <p:cNvGrpSpPr/>
                <p:nvPr/>
              </p:nvGrpSpPr>
              <p:grpSpPr>
                <a:xfrm rot="-2169427">
                  <a:off x="3455919" y="1963478"/>
                  <a:ext cx="361529" cy="649332"/>
                  <a:chOff x="1266852" y="1150479"/>
                  <a:chExt cx="361530" cy="649334"/>
                </a:xfrm>
              </p:grpSpPr>
              <p:sp>
                <p:nvSpPr>
                  <p:cNvPr id="3328" name="Google Shape;3328;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36" name="Google Shape;3336;p11"/>
              <p:cNvGrpSpPr/>
              <p:nvPr/>
            </p:nvGrpSpPr>
            <p:grpSpPr>
              <a:xfrm>
                <a:off x="3238754" y="1938230"/>
                <a:ext cx="887833" cy="871102"/>
                <a:chOff x="3086354" y="1785830"/>
                <a:chExt cx="887833" cy="871102"/>
              </a:xfrm>
            </p:grpSpPr>
            <p:grpSp>
              <p:nvGrpSpPr>
                <p:cNvPr id="3337" name="Google Shape;3337;p11"/>
                <p:cNvGrpSpPr/>
                <p:nvPr/>
              </p:nvGrpSpPr>
              <p:grpSpPr>
                <a:xfrm rot="-2169427">
                  <a:off x="3251277" y="1839739"/>
                  <a:ext cx="408803" cy="692509"/>
                  <a:chOff x="3377730" y="919968"/>
                  <a:chExt cx="408804" cy="692511"/>
                </a:xfrm>
              </p:grpSpPr>
              <p:sp>
                <p:nvSpPr>
                  <p:cNvPr id="3338" name="Google Shape;3338;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0" name="Google Shape;3350;p11"/>
                <p:cNvGrpSpPr/>
                <p:nvPr/>
              </p:nvGrpSpPr>
              <p:grpSpPr>
                <a:xfrm rot="-2169427">
                  <a:off x="3455919" y="1963478"/>
                  <a:ext cx="361529" cy="649332"/>
                  <a:chOff x="1266852" y="1150479"/>
                  <a:chExt cx="361530" cy="649334"/>
                </a:xfrm>
              </p:grpSpPr>
              <p:sp>
                <p:nvSpPr>
                  <p:cNvPr id="3351" name="Google Shape;3351;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59" name="Google Shape;3359;p11"/>
              <p:cNvGrpSpPr/>
              <p:nvPr/>
            </p:nvGrpSpPr>
            <p:grpSpPr>
              <a:xfrm>
                <a:off x="3490978" y="1037105"/>
                <a:ext cx="575468" cy="1051322"/>
                <a:chOff x="3377730" y="919968"/>
                <a:chExt cx="471039" cy="860470"/>
              </a:xfrm>
            </p:grpSpPr>
            <p:grpSp>
              <p:nvGrpSpPr>
                <p:cNvPr id="3360" name="Google Shape;3360;p11"/>
                <p:cNvGrpSpPr/>
                <p:nvPr/>
              </p:nvGrpSpPr>
              <p:grpSpPr>
                <a:xfrm>
                  <a:off x="3377730" y="919968"/>
                  <a:ext cx="408804" cy="692511"/>
                  <a:chOff x="3377730" y="919968"/>
                  <a:chExt cx="408804" cy="692511"/>
                </a:xfrm>
              </p:grpSpPr>
              <p:sp>
                <p:nvSpPr>
                  <p:cNvPr id="3361" name="Google Shape;3361;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3" name="Google Shape;3373;p11"/>
                <p:cNvGrpSpPr/>
                <p:nvPr/>
              </p:nvGrpSpPr>
              <p:grpSpPr>
                <a:xfrm>
                  <a:off x="3487239" y="1131104"/>
                  <a:ext cx="361530" cy="649334"/>
                  <a:chOff x="1266852" y="1150479"/>
                  <a:chExt cx="361530" cy="649334"/>
                </a:xfrm>
              </p:grpSpPr>
              <p:sp>
                <p:nvSpPr>
                  <p:cNvPr id="3374" name="Google Shape;3374;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82" name="Google Shape;3382;p11"/>
              <p:cNvGrpSpPr/>
              <p:nvPr/>
            </p:nvGrpSpPr>
            <p:grpSpPr>
              <a:xfrm>
                <a:off x="3517102" y="2473933"/>
                <a:ext cx="590853" cy="538858"/>
                <a:chOff x="2374102" y="2397733"/>
                <a:chExt cx="590853" cy="538858"/>
              </a:xfrm>
            </p:grpSpPr>
            <p:grpSp>
              <p:nvGrpSpPr>
                <p:cNvPr id="3383" name="Google Shape;3383;p11"/>
                <p:cNvGrpSpPr/>
                <p:nvPr/>
              </p:nvGrpSpPr>
              <p:grpSpPr>
                <a:xfrm>
                  <a:off x="2374102" y="2397733"/>
                  <a:ext cx="590853" cy="538858"/>
                  <a:chOff x="1993102" y="2397733"/>
                  <a:chExt cx="590853" cy="538858"/>
                </a:xfrm>
              </p:grpSpPr>
              <p:sp>
                <p:nvSpPr>
                  <p:cNvPr id="3384" name="Google Shape;3384;p1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1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1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1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1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1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1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1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1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1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1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1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1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1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1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1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0" name="Google Shape;3400;p1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1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1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3" name="Google Shape;3403;p11"/>
                <p:cNvGrpSpPr/>
                <p:nvPr/>
              </p:nvGrpSpPr>
              <p:grpSpPr>
                <a:xfrm>
                  <a:off x="2672051" y="2466803"/>
                  <a:ext cx="88776" cy="97630"/>
                  <a:chOff x="2291051" y="2466803"/>
                  <a:chExt cx="88776" cy="97630"/>
                </a:xfrm>
              </p:grpSpPr>
              <p:sp>
                <p:nvSpPr>
                  <p:cNvPr id="3404" name="Google Shape;3404;p1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1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1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1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1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1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1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1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1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1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1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1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1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1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1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1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1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1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1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1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1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1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1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1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1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1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1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1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1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33" name="Google Shape;3433;p1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1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1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1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1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1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1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0" name="Google Shape;3440;p11"/>
              <p:cNvGrpSpPr/>
              <p:nvPr/>
            </p:nvGrpSpPr>
            <p:grpSpPr>
              <a:xfrm rot="352659">
                <a:off x="3394332" y="1622136"/>
                <a:ext cx="676583" cy="547330"/>
                <a:chOff x="1981897" y="1546050"/>
                <a:chExt cx="676612" cy="547354"/>
              </a:xfrm>
            </p:grpSpPr>
            <p:grpSp>
              <p:nvGrpSpPr>
                <p:cNvPr id="3441" name="Google Shape;3441;p11"/>
                <p:cNvGrpSpPr/>
                <p:nvPr/>
              </p:nvGrpSpPr>
              <p:grpSpPr>
                <a:xfrm>
                  <a:off x="2240847" y="1546050"/>
                  <a:ext cx="258712" cy="250429"/>
                  <a:chOff x="1490538" y="753834"/>
                  <a:chExt cx="470985" cy="455906"/>
                </a:xfrm>
              </p:grpSpPr>
              <p:sp>
                <p:nvSpPr>
                  <p:cNvPr id="3442" name="Google Shape;3442;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2" name="Google Shape;3452;p11"/>
                <p:cNvGrpSpPr/>
                <p:nvPr/>
              </p:nvGrpSpPr>
              <p:grpSpPr>
                <a:xfrm>
                  <a:off x="2399797" y="1673288"/>
                  <a:ext cx="258712" cy="250429"/>
                  <a:chOff x="1490538" y="753834"/>
                  <a:chExt cx="470985" cy="455906"/>
                </a:xfrm>
              </p:grpSpPr>
              <p:sp>
                <p:nvSpPr>
                  <p:cNvPr id="3453" name="Google Shape;3453;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3" name="Google Shape;3463;p11"/>
                <p:cNvGrpSpPr/>
                <p:nvPr/>
              </p:nvGrpSpPr>
              <p:grpSpPr>
                <a:xfrm>
                  <a:off x="2159535" y="1742038"/>
                  <a:ext cx="258712" cy="250429"/>
                  <a:chOff x="1490538" y="753834"/>
                  <a:chExt cx="470985" cy="455906"/>
                </a:xfrm>
              </p:grpSpPr>
              <p:sp>
                <p:nvSpPr>
                  <p:cNvPr id="3464" name="Google Shape;3464;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4" name="Google Shape;3474;p11"/>
                <p:cNvGrpSpPr/>
                <p:nvPr/>
              </p:nvGrpSpPr>
              <p:grpSpPr>
                <a:xfrm>
                  <a:off x="2323985" y="1842975"/>
                  <a:ext cx="258712" cy="250429"/>
                  <a:chOff x="1490538" y="753834"/>
                  <a:chExt cx="470985" cy="455906"/>
                </a:xfrm>
              </p:grpSpPr>
              <p:sp>
                <p:nvSpPr>
                  <p:cNvPr id="3475" name="Google Shape;3475;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5" name="Google Shape;3485;p11"/>
                <p:cNvGrpSpPr/>
                <p:nvPr/>
              </p:nvGrpSpPr>
              <p:grpSpPr>
                <a:xfrm>
                  <a:off x="1981897" y="1804075"/>
                  <a:ext cx="258712" cy="250429"/>
                  <a:chOff x="1490538" y="753834"/>
                  <a:chExt cx="470985" cy="455906"/>
                </a:xfrm>
              </p:grpSpPr>
              <p:sp>
                <p:nvSpPr>
                  <p:cNvPr id="3486" name="Google Shape;3486;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96" name="Google Shape;3496;p11"/>
              <p:cNvGrpSpPr/>
              <p:nvPr/>
            </p:nvGrpSpPr>
            <p:grpSpPr>
              <a:xfrm flipH="1">
                <a:off x="3270102" y="2806996"/>
                <a:ext cx="590853" cy="538858"/>
                <a:chOff x="2374102" y="2397733"/>
                <a:chExt cx="590853" cy="538858"/>
              </a:xfrm>
            </p:grpSpPr>
            <p:grpSp>
              <p:nvGrpSpPr>
                <p:cNvPr id="3497" name="Google Shape;3497;p11"/>
                <p:cNvGrpSpPr/>
                <p:nvPr/>
              </p:nvGrpSpPr>
              <p:grpSpPr>
                <a:xfrm>
                  <a:off x="2374102" y="2397733"/>
                  <a:ext cx="590853" cy="538858"/>
                  <a:chOff x="1993102" y="2397733"/>
                  <a:chExt cx="590853" cy="538858"/>
                </a:xfrm>
              </p:grpSpPr>
              <p:sp>
                <p:nvSpPr>
                  <p:cNvPr id="3498" name="Google Shape;3498;p1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1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1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1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1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1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1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1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1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1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1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1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1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1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1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1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14" name="Google Shape;3514;p1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1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1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17" name="Google Shape;3517;p11"/>
                <p:cNvGrpSpPr/>
                <p:nvPr/>
              </p:nvGrpSpPr>
              <p:grpSpPr>
                <a:xfrm>
                  <a:off x="2672051" y="2466803"/>
                  <a:ext cx="88776" cy="97630"/>
                  <a:chOff x="2291051" y="2466803"/>
                  <a:chExt cx="88776" cy="97630"/>
                </a:xfrm>
              </p:grpSpPr>
              <p:sp>
                <p:nvSpPr>
                  <p:cNvPr id="3518" name="Google Shape;3518;p1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1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1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1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1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1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1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1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1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1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1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1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1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1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1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1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1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1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1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1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1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1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1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1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1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1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1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1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1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47" name="Google Shape;3547;p1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1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1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1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1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1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1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4" name="Google Shape;3554;p11"/>
              <p:cNvGrpSpPr/>
              <p:nvPr/>
            </p:nvGrpSpPr>
            <p:grpSpPr>
              <a:xfrm>
                <a:off x="3446433" y="3091192"/>
                <a:ext cx="1319021" cy="1203001"/>
                <a:chOff x="2374102" y="2397733"/>
                <a:chExt cx="590853" cy="538858"/>
              </a:xfrm>
            </p:grpSpPr>
            <p:grpSp>
              <p:nvGrpSpPr>
                <p:cNvPr id="3555" name="Google Shape;3555;p11"/>
                <p:cNvGrpSpPr/>
                <p:nvPr/>
              </p:nvGrpSpPr>
              <p:grpSpPr>
                <a:xfrm>
                  <a:off x="2374102" y="2397733"/>
                  <a:ext cx="590853" cy="538858"/>
                  <a:chOff x="1993102" y="2397733"/>
                  <a:chExt cx="590853" cy="538858"/>
                </a:xfrm>
              </p:grpSpPr>
              <p:sp>
                <p:nvSpPr>
                  <p:cNvPr id="3556" name="Google Shape;3556;p1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1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1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1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1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1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1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1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1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1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1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1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1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1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1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1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72" name="Google Shape;3572;p1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1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1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75" name="Google Shape;3575;p11"/>
                <p:cNvGrpSpPr/>
                <p:nvPr/>
              </p:nvGrpSpPr>
              <p:grpSpPr>
                <a:xfrm>
                  <a:off x="2672051" y="2466803"/>
                  <a:ext cx="88776" cy="97630"/>
                  <a:chOff x="2291051" y="2466803"/>
                  <a:chExt cx="88776" cy="97630"/>
                </a:xfrm>
              </p:grpSpPr>
              <p:sp>
                <p:nvSpPr>
                  <p:cNvPr id="3576" name="Google Shape;3576;p1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1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1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1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1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1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1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1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1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1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1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1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1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1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1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1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1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1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1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1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1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1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1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1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1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1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1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1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1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05" name="Google Shape;3605;p1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1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1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1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1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1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1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2" name="Google Shape;3612;p11"/>
              <p:cNvGrpSpPr/>
              <p:nvPr/>
            </p:nvGrpSpPr>
            <p:grpSpPr>
              <a:xfrm>
                <a:off x="4490110" y="3659885"/>
                <a:ext cx="365767" cy="351686"/>
                <a:chOff x="1490538" y="753834"/>
                <a:chExt cx="470985" cy="455906"/>
              </a:xfrm>
            </p:grpSpPr>
            <p:sp>
              <p:nvSpPr>
                <p:cNvPr id="3613" name="Google Shape;3613;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3" name="Google Shape;3623;p11"/>
              <p:cNvGrpSpPr/>
              <p:nvPr/>
            </p:nvGrpSpPr>
            <p:grpSpPr>
              <a:xfrm rot="-975329">
                <a:off x="4865699" y="3543897"/>
                <a:ext cx="365789" cy="351698"/>
                <a:chOff x="1490538" y="753834"/>
                <a:chExt cx="470985" cy="455906"/>
              </a:xfrm>
            </p:grpSpPr>
            <p:sp>
              <p:nvSpPr>
                <p:cNvPr id="3624" name="Google Shape;3624;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3634" name="Shape 3634"/>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3635" name="Shape 3635"/>
        <p:cNvGrpSpPr/>
        <p:nvPr/>
      </p:nvGrpSpPr>
      <p:grpSpPr>
        <a:xfrm>
          <a:off x="0" y="0"/>
          <a:ext cx="0" cy="0"/>
          <a:chOff x="0" y="0"/>
          <a:chExt cx="0" cy="0"/>
        </a:xfrm>
      </p:grpSpPr>
      <p:sp>
        <p:nvSpPr>
          <p:cNvPr id="3636" name="Google Shape;3636;p13"/>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3637" name="Google Shape;3637;p13"/>
          <p:cNvGrpSpPr/>
          <p:nvPr/>
        </p:nvGrpSpPr>
        <p:grpSpPr>
          <a:xfrm flipH="1">
            <a:off x="8310579" y="183377"/>
            <a:ext cx="684032" cy="697236"/>
            <a:chOff x="121063" y="211715"/>
            <a:chExt cx="684032" cy="697236"/>
          </a:xfrm>
        </p:grpSpPr>
        <p:grpSp>
          <p:nvGrpSpPr>
            <p:cNvPr id="3638" name="Google Shape;3638;p13"/>
            <p:cNvGrpSpPr/>
            <p:nvPr/>
          </p:nvGrpSpPr>
          <p:grpSpPr>
            <a:xfrm flipH="1">
              <a:off x="482506" y="211715"/>
              <a:ext cx="322588" cy="124262"/>
              <a:chOff x="2449294" y="636165"/>
              <a:chExt cx="322588" cy="124262"/>
            </a:xfrm>
          </p:grpSpPr>
          <p:sp>
            <p:nvSpPr>
              <p:cNvPr id="3639" name="Google Shape;3639;p1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1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1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1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1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1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1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1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1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8" name="Google Shape;3648;p13"/>
            <p:cNvGrpSpPr/>
            <p:nvPr/>
          </p:nvGrpSpPr>
          <p:grpSpPr>
            <a:xfrm>
              <a:off x="121063" y="377859"/>
              <a:ext cx="470985" cy="455906"/>
              <a:chOff x="1490538" y="753834"/>
              <a:chExt cx="470985" cy="455906"/>
            </a:xfrm>
          </p:grpSpPr>
          <p:sp>
            <p:nvSpPr>
              <p:cNvPr id="3649" name="Google Shape;3649;p1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1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1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1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1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1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1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1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1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1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59" name="Google Shape;3659;p13"/>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13"/>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13"/>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2" name="Google Shape;3662;p13"/>
          <p:cNvGrpSpPr/>
          <p:nvPr/>
        </p:nvGrpSpPr>
        <p:grpSpPr>
          <a:xfrm flipH="1" rot="10800000">
            <a:off x="149379" y="4254877"/>
            <a:ext cx="684032" cy="697236"/>
            <a:chOff x="121063" y="211715"/>
            <a:chExt cx="684032" cy="697236"/>
          </a:xfrm>
        </p:grpSpPr>
        <p:grpSp>
          <p:nvGrpSpPr>
            <p:cNvPr id="3663" name="Google Shape;3663;p13"/>
            <p:cNvGrpSpPr/>
            <p:nvPr/>
          </p:nvGrpSpPr>
          <p:grpSpPr>
            <a:xfrm flipH="1">
              <a:off x="482506" y="211715"/>
              <a:ext cx="322588" cy="124262"/>
              <a:chOff x="2449294" y="636165"/>
              <a:chExt cx="322588" cy="124262"/>
            </a:xfrm>
          </p:grpSpPr>
          <p:sp>
            <p:nvSpPr>
              <p:cNvPr id="3664" name="Google Shape;3664;p1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1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1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1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1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1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1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1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1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3" name="Google Shape;3673;p13"/>
            <p:cNvGrpSpPr/>
            <p:nvPr/>
          </p:nvGrpSpPr>
          <p:grpSpPr>
            <a:xfrm>
              <a:off x="121063" y="377859"/>
              <a:ext cx="470985" cy="455906"/>
              <a:chOff x="1490538" y="753834"/>
              <a:chExt cx="470985" cy="455906"/>
            </a:xfrm>
          </p:grpSpPr>
          <p:sp>
            <p:nvSpPr>
              <p:cNvPr id="3674" name="Google Shape;3674;p1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1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1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1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1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1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1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1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1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1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4" name="Google Shape;3684;p13"/>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13"/>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13"/>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3687" name="Shape 3687"/>
        <p:cNvGrpSpPr/>
        <p:nvPr/>
      </p:nvGrpSpPr>
      <p:grpSpPr>
        <a:xfrm>
          <a:off x="0" y="0"/>
          <a:ext cx="0" cy="0"/>
          <a:chOff x="0" y="0"/>
          <a:chExt cx="0" cy="0"/>
        </a:xfrm>
      </p:grpSpPr>
      <p:sp>
        <p:nvSpPr>
          <p:cNvPr id="3688" name="Google Shape;3688;p14"/>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3689" name="Google Shape;3689;p14"/>
          <p:cNvGrpSpPr/>
          <p:nvPr/>
        </p:nvGrpSpPr>
        <p:grpSpPr>
          <a:xfrm flipH="1" rot="-5400000">
            <a:off x="6536293" y="-1405817"/>
            <a:ext cx="2353234" cy="4389250"/>
            <a:chOff x="3238754" y="1037105"/>
            <a:chExt cx="2114316" cy="3971813"/>
          </a:xfrm>
        </p:grpSpPr>
        <p:grpSp>
          <p:nvGrpSpPr>
            <p:cNvPr id="3690" name="Google Shape;3690;p14"/>
            <p:cNvGrpSpPr/>
            <p:nvPr/>
          </p:nvGrpSpPr>
          <p:grpSpPr>
            <a:xfrm rot="352619">
              <a:off x="3514228" y="3929201"/>
              <a:ext cx="820714" cy="663927"/>
              <a:chOff x="1981897" y="1546050"/>
              <a:chExt cx="676612" cy="547354"/>
            </a:xfrm>
          </p:grpSpPr>
          <p:grpSp>
            <p:nvGrpSpPr>
              <p:cNvPr id="3691" name="Google Shape;3691;p14"/>
              <p:cNvGrpSpPr/>
              <p:nvPr/>
            </p:nvGrpSpPr>
            <p:grpSpPr>
              <a:xfrm>
                <a:off x="2240847" y="1546050"/>
                <a:ext cx="258712" cy="250429"/>
                <a:chOff x="1490538" y="753834"/>
                <a:chExt cx="470985" cy="455906"/>
              </a:xfrm>
            </p:grpSpPr>
            <p:sp>
              <p:nvSpPr>
                <p:cNvPr id="3692" name="Google Shape;3692;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2" name="Google Shape;3702;p14"/>
              <p:cNvGrpSpPr/>
              <p:nvPr/>
            </p:nvGrpSpPr>
            <p:grpSpPr>
              <a:xfrm>
                <a:off x="2399797" y="1673288"/>
                <a:ext cx="258712" cy="250429"/>
                <a:chOff x="1490538" y="753834"/>
                <a:chExt cx="470985" cy="455906"/>
              </a:xfrm>
            </p:grpSpPr>
            <p:sp>
              <p:nvSpPr>
                <p:cNvPr id="3703" name="Google Shape;3703;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3" name="Google Shape;3713;p14"/>
              <p:cNvGrpSpPr/>
              <p:nvPr/>
            </p:nvGrpSpPr>
            <p:grpSpPr>
              <a:xfrm>
                <a:off x="2159535" y="1742038"/>
                <a:ext cx="258712" cy="250429"/>
                <a:chOff x="1490538" y="753834"/>
                <a:chExt cx="470985" cy="455906"/>
              </a:xfrm>
            </p:grpSpPr>
            <p:sp>
              <p:nvSpPr>
                <p:cNvPr id="3714" name="Google Shape;3714;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4" name="Google Shape;3724;p14"/>
              <p:cNvGrpSpPr/>
              <p:nvPr/>
            </p:nvGrpSpPr>
            <p:grpSpPr>
              <a:xfrm>
                <a:off x="2323985" y="1842975"/>
                <a:ext cx="258712" cy="250429"/>
                <a:chOff x="1490538" y="753834"/>
                <a:chExt cx="470985" cy="455906"/>
              </a:xfrm>
            </p:grpSpPr>
            <p:sp>
              <p:nvSpPr>
                <p:cNvPr id="3725" name="Google Shape;3725;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5" name="Google Shape;3735;p14"/>
              <p:cNvGrpSpPr/>
              <p:nvPr/>
            </p:nvGrpSpPr>
            <p:grpSpPr>
              <a:xfrm>
                <a:off x="1981897" y="1804075"/>
                <a:ext cx="258712" cy="250429"/>
                <a:chOff x="1490538" y="753834"/>
                <a:chExt cx="470985" cy="455906"/>
              </a:xfrm>
            </p:grpSpPr>
            <p:sp>
              <p:nvSpPr>
                <p:cNvPr id="3736" name="Google Shape;3736;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46" name="Google Shape;3746;p14"/>
            <p:cNvGrpSpPr/>
            <p:nvPr/>
          </p:nvGrpSpPr>
          <p:grpSpPr>
            <a:xfrm flipH="1" rot="8833976">
              <a:off x="4214846" y="3438470"/>
              <a:ext cx="804524" cy="1469662"/>
              <a:chOff x="3377730" y="919968"/>
              <a:chExt cx="471039" cy="860470"/>
            </a:xfrm>
          </p:grpSpPr>
          <p:grpSp>
            <p:nvGrpSpPr>
              <p:cNvPr id="3747" name="Google Shape;3747;p14"/>
              <p:cNvGrpSpPr/>
              <p:nvPr/>
            </p:nvGrpSpPr>
            <p:grpSpPr>
              <a:xfrm>
                <a:off x="3377730" y="919968"/>
                <a:ext cx="408804" cy="692511"/>
                <a:chOff x="3377730" y="919968"/>
                <a:chExt cx="408804" cy="692511"/>
              </a:xfrm>
            </p:grpSpPr>
            <p:sp>
              <p:nvSpPr>
                <p:cNvPr id="3748" name="Google Shape;3748;p14"/>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14"/>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14"/>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14"/>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14"/>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14"/>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14"/>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14"/>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14"/>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14"/>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14"/>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14"/>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0" name="Google Shape;3760;p14"/>
              <p:cNvGrpSpPr/>
              <p:nvPr/>
            </p:nvGrpSpPr>
            <p:grpSpPr>
              <a:xfrm>
                <a:off x="3487239" y="1131104"/>
                <a:ext cx="361530" cy="649334"/>
                <a:chOff x="1266852" y="1150479"/>
                <a:chExt cx="361530" cy="649334"/>
              </a:xfrm>
            </p:grpSpPr>
            <p:sp>
              <p:nvSpPr>
                <p:cNvPr id="3761" name="Google Shape;3761;p14"/>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14"/>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14"/>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14"/>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14"/>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14"/>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14"/>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14"/>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69" name="Google Shape;3769;p14"/>
            <p:cNvGrpSpPr/>
            <p:nvPr/>
          </p:nvGrpSpPr>
          <p:grpSpPr>
            <a:xfrm rot="4488281">
              <a:off x="3583731" y="2580940"/>
              <a:ext cx="887798" cy="871068"/>
              <a:chOff x="3086354" y="1785830"/>
              <a:chExt cx="887833" cy="871102"/>
            </a:xfrm>
          </p:grpSpPr>
          <p:grpSp>
            <p:nvGrpSpPr>
              <p:cNvPr id="3770" name="Google Shape;3770;p14"/>
              <p:cNvGrpSpPr/>
              <p:nvPr/>
            </p:nvGrpSpPr>
            <p:grpSpPr>
              <a:xfrm rot="-2169427">
                <a:off x="3251277" y="1839739"/>
                <a:ext cx="408803" cy="692509"/>
                <a:chOff x="3377730" y="919968"/>
                <a:chExt cx="408804" cy="692511"/>
              </a:xfrm>
            </p:grpSpPr>
            <p:sp>
              <p:nvSpPr>
                <p:cNvPr id="3771" name="Google Shape;3771;p14"/>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14"/>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14"/>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14"/>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14"/>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14"/>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14"/>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14"/>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14"/>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14"/>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14"/>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14"/>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3" name="Google Shape;3783;p14"/>
              <p:cNvGrpSpPr/>
              <p:nvPr/>
            </p:nvGrpSpPr>
            <p:grpSpPr>
              <a:xfrm rot="-2169427">
                <a:off x="3455919" y="1963478"/>
                <a:ext cx="361529" cy="649332"/>
                <a:chOff x="1266852" y="1150479"/>
                <a:chExt cx="361530" cy="649334"/>
              </a:xfrm>
            </p:grpSpPr>
            <p:sp>
              <p:nvSpPr>
                <p:cNvPr id="3784" name="Google Shape;3784;p14"/>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14"/>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14"/>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14"/>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14"/>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14"/>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14"/>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14"/>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92" name="Google Shape;3792;p14"/>
            <p:cNvGrpSpPr/>
            <p:nvPr/>
          </p:nvGrpSpPr>
          <p:grpSpPr>
            <a:xfrm>
              <a:off x="3238754" y="1938230"/>
              <a:ext cx="887833" cy="871102"/>
              <a:chOff x="3086354" y="1785830"/>
              <a:chExt cx="887833" cy="871102"/>
            </a:xfrm>
          </p:grpSpPr>
          <p:grpSp>
            <p:nvGrpSpPr>
              <p:cNvPr id="3793" name="Google Shape;3793;p14"/>
              <p:cNvGrpSpPr/>
              <p:nvPr/>
            </p:nvGrpSpPr>
            <p:grpSpPr>
              <a:xfrm rot="-2169427">
                <a:off x="3251277" y="1839739"/>
                <a:ext cx="408803" cy="692509"/>
                <a:chOff x="3377730" y="919968"/>
                <a:chExt cx="408804" cy="692511"/>
              </a:xfrm>
            </p:grpSpPr>
            <p:sp>
              <p:nvSpPr>
                <p:cNvPr id="3794" name="Google Shape;3794;p14"/>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14"/>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14"/>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14"/>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14"/>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14"/>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14"/>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14"/>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14"/>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14"/>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14"/>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14"/>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6" name="Google Shape;3806;p14"/>
              <p:cNvGrpSpPr/>
              <p:nvPr/>
            </p:nvGrpSpPr>
            <p:grpSpPr>
              <a:xfrm rot="-2169427">
                <a:off x="3455919" y="1963478"/>
                <a:ext cx="361529" cy="649332"/>
                <a:chOff x="1266852" y="1150479"/>
                <a:chExt cx="361530" cy="649334"/>
              </a:xfrm>
            </p:grpSpPr>
            <p:sp>
              <p:nvSpPr>
                <p:cNvPr id="3807" name="Google Shape;3807;p14"/>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14"/>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14"/>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14"/>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14"/>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14"/>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14"/>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14"/>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15" name="Google Shape;3815;p14"/>
            <p:cNvGrpSpPr/>
            <p:nvPr/>
          </p:nvGrpSpPr>
          <p:grpSpPr>
            <a:xfrm>
              <a:off x="3490978" y="1037105"/>
              <a:ext cx="575468" cy="1051322"/>
              <a:chOff x="3377730" y="919968"/>
              <a:chExt cx="471039" cy="860470"/>
            </a:xfrm>
          </p:grpSpPr>
          <p:grpSp>
            <p:nvGrpSpPr>
              <p:cNvPr id="3816" name="Google Shape;3816;p14"/>
              <p:cNvGrpSpPr/>
              <p:nvPr/>
            </p:nvGrpSpPr>
            <p:grpSpPr>
              <a:xfrm>
                <a:off x="3377730" y="919968"/>
                <a:ext cx="408804" cy="692511"/>
                <a:chOff x="3377730" y="919968"/>
                <a:chExt cx="408804" cy="692511"/>
              </a:xfrm>
            </p:grpSpPr>
            <p:sp>
              <p:nvSpPr>
                <p:cNvPr id="3817" name="Google Shape;3817;p14"/>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14"/>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14"/>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14"/>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14"/>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14"/>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14"/>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14"/>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14"/>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14"/>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14"/>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14"/>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9" name="Google Shape;3829;p14"/>
              <p:cNvGrpSpPr/>
              <p:nvPr/>
            </p:nvGrpSpPr>
            <p:grpSpPr>
              <a:xfrm>
                <a:off x="3487239" y="1131104"/>
                <a:ext cx="361530" cy="649334"/>
                <a:chOff x="1266852" y="1150479"/>
                <a:chExt cx="361530" cy="649334"/>
              </a:xfrm>
            </p:grpSpPr>
            <p:sp>
              <p:nvSpPr>
                <p:cNvPr id="3830" name="Google Shape;3830;p14"/>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14"/>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14"/>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14"/>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14"/>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14"/>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14"/>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14"/>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38" name="Google Shape;3838;p14"/>
            <p:cNvGrpSpPr/>
            <p:nvPr/>
          </p:nvGrpSpPr>
          <p:grpSpPr>
            <a:xfrm>
              <a:off x="3517102" y="2473933"/>
              <a:ext cx="590853" cy="538858"/>
              <a:chOff x="2374102" y="2397733"/>
              <a:chExt cx="590853" cy="538858"/>
            </a:xfrm>
          </p:grpSpPr>
          <p:grpSp>
            <p:nvGrpSpPr>
              <p:cNvPr id="3839" name="Google Shape;3839;p14"/>
              <p:cNvGrpSpPr/>
              <p:nvPr/>
            </p:nvGrpSpPr>
            <p:grpSpPr>
              <a:xfrm>
                <a:off x="2374102" y="2397733"/>
                <a:ext cx="590853" cy="538858"/>
                <a:chOff x="1993102" y="2397733"/>
                <a:chExt cx="590853" cy="538858"/>
              </a:xfrm>
            </p:grpSpPr>
            <p:sp>
              <p:nvSpPr>
                <p:cNvPr id="3840" name="Google Shape;3840;p14"/>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14"/>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14"/>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14"/>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14"/>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14"/>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14"/>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14"/>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14"/>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14"/>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14"/>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14"/>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14"/>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14"/>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14"/>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14"/>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56" name="Google Shape;3856;p14"/>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14"/>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14"/>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59" name="Google Shape;3859;p14"/>
              <p:cNvGrpSpPr/>
              <p:nvPr/>
            </p:nvGrpSpPr>
            <p:grpSpPr>
              <a:xfrm>
                <a:off x="2672051" y="2466803"/>
                <a:ext cx="88776" cy="97630"/>
                <a:chOff x="2291051" y="2466803"/>
                <a:chExt cx="88776" cy="97630"/>
              </a:xfrm>
            </p:grpSpPr>
            <p:sp>
              <p:nvSpPr>
                <p:cNvPr id="3860" name="Google Shape;3860;p14"/>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14"/>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14"/>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14"/>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14"/>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14"/>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14"/>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14"/>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14"/>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14"/>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14"/>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14"/>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14"/>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14"/>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14"/>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14"/>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14"/>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14"/>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14"/>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14"/>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14"/>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14"/>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14"/>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14"/>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14"/>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14"/>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14"/>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14"/>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14"/>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89" name="Google Shape;3889;p14"/>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14"/>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14"/>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14"/>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14"/>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14"/>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14"/>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6" name="Google Shape;3896;p14"/>
            <p:cNvGrpSpPr/>
            <p:nvPr/>
          </p:nvGrpSpPr>
          <p:grpSpPr>
            <a:xfrm rot="352659">
              <a:off x="3394332" y="1622136"/>
              <a:ext cx="676583" cy="547330"/>
              <a:chOff x="1981897" y="1546050"/>
              <a:chExt cx="676612" cy="547354"/>
            </a:xfrm>
          </p:grpSpPr>
          <p:grpSp>
            <p:nvGrpSpPr>
              <p:cNvPr id="3897" name="Google Shape;3897;p14"/>
              <p:cNvGrpSpPr/>
              <p:nvPr/>
            </p:nvGrpSpPr>
            <p:grpSpPr>
              <a:xfrm>
                <a:off x="2240847" y="1546050"/>
                <a:ext cx="258712" cy="250429"/>
                <a:chOff x="1490538" y="753834"/>
                <a:chExt cx="470985" cy="455906"/>
              </a:xfrm>
            </p:grpSpPr>
            <p:sp>
              <p:nvSpPr>
                <p:cNvPr id="3898" name="Google Shape;3898;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8" name="Google Shape;3908;p14"/>
              <p:cNvGrpSpPr/>
              <p:nvPr/>
            </p:nvGrpSpPr>
            <p:grpSpPr>
              <a:xfrm>
                <a:off x="2399797" y="1673288"/>
                <a:ext cx="258712" cy="250429"/>
                <a:chOff x="1490538" y="753834"/>
                <a:chExt cx="470985" cy="455906"/>
              </a:xfrm>
            </p:grpSpPr>
            <p:sp>
              <p:nvSpPr>
                <p:cNvPr id="3909" name="Google Shape;3909;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9" name="Google Shape;3919;p14"/>
              <p:cNvGrpSpPr/>
              <p:nvPr/>
            </p:nvGrpSpPr>
            <p:grpSpPr>
              <a:xfrm>
                <a:off x="2159535" y="1742038"/>
                <a:ext cx="258712" cy="250429"/>
                <a:chOff x="1490538" y="753834"/>
                <a:chExt cx="470985" cy="455906"/>
              </a:xfrm>
            </p:grpSpPr>
            <p:sp>
              <p:nvSpPr>
                <p:cNvPr id="3920" name="Google Shape;3920;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0" name="Google Shape;3930;p14"/>
              <p:cNvGrpSpPr/>
              <p:nvPr/>
            </p:nvGrpSpPr>
            <p:grpSpPr>
              <a:xfrm>
                <a:off x="2323985" y="1842975"/>
                <a:ext cx="258712" cy="250429"/>
                <a:chOff x="1490538" y="753834"/>
                <a:chExt cx="470985" cy="455906"/>
              </a:xfrm>
            </p:grpSpPr>
            <p:sp>
              <p:nvSpPr>
                <p:cNvPr id="3931" name="Google Shape;3931;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1" name="Google Shape;3941;p14"/>
              <p:cNvGrpSpPr/>
              <p:nvPr/>
            </p:nvGrpSpPr>
            <p:grpSpPr>
              <a:xfrm>
                <a:off x="1981897" y="1804075"/>
                <a:ext cx="258712" cy="250429"/>
                <a:chOff x="1490538" y="753834"/>
                <a:chExt cx="470985" cy="455906"/>
              </a:xfrm>
            </p:grpSpPr>
            <p:sp>
              <p:nvSpPr>
                <p:cNvPr id="3942" name="Google Shape;3942;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52" name="Google Shape;3952;p14"/>
            <p:cNvGrpSpPr/>
            <p:nvPr/>
          </p:nvGrpSpPr>
          <p:grpSpPr>
            <a:xfrm flipH="1">
              <a:off x="3270102" y="2806996"/>
              <a:ext cx="590853" cy="538858"/>
              <a:chOff x="2374102" y="2397733"/>
              <a:chExt cx="590853" cy="538858"/>
            </a:xfrm>
          </p:grpSpPr>
          <p:grpSp>
            <p:nvGrpSpPr>
              <p:cNvPr id="3953" name="Google Shape;3953;p14"/>
              <p:cNvGrpSpPr/>
              <p:nvPr/>
            </p:nvGrpSpPr>
            <p:grpSpPr>
              <a:xfrm>
                <a:off x="2374102" y="2397733"/>
                <a:ext cx="590853" cy="538858"/>
                <a:chOff x="1993102" y="2397733"/>
                <a:chExt cx="590853" cy="538858"/>
              </a:xfrm>
            </p:grpSpPr>
            <p:sp>
              <p:nvSpPr>
                <p:cNvPr id="3954" name="Google Shape;3954;p14"/>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14"/>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14"/>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14"/>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14"/>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14"/>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14"/>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14"/>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14"/>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14"/>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14"/>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14"/>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14"/>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14"/>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14"/>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14"/>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70" name="Google Shape;3970;p14"/>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14"/>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14"/>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73" name="Google Shape;3973;p14"/>
              <p:cNvGrpSpPr/>
              <p:nvPr/>
            </p:nvGrpSpPr>
            <p:grpSpPr>
              <a:xfrm>
                <a:off x="2672051" y="2466803"/>
                <a:ext cx="88776" cy="97630"/>
                <a:chOff x="2291051" y="2466803"/>
                <a:chExt cx="88776" cy="97630"/>
              </a:xfrm>
            </p:grpSpPr>
            <p:sp>
              <p:nvSpPr>
                <p:cNvPr id="3974" name="Google Shape;3974;p14"/>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14"/>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14"/>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14"/>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14"/>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14"/>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14"/>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14"/>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14"/>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14"/>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14"/>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14"/>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14"/>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14"/>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14"/>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14"/>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14"/>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14"/>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14"/>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14"/>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14"/>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14"/>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14"/>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14"/>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14"/>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14"/>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14"/>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14"/>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14"/>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03" name="Google Shape;4003;p14"/>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14"/>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14"/>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14"/>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14"/>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14"/>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14"/>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0" name="Google Shape;4010;p14"/>
            <p:cNvGrpSpPr/>
            <p:nvPr/>
          </p:nvGrpSpPr>
          <p:grpSpPr>
            <a:xfrm>
              <a:off x="3446433" y="3091192"/>
              <a:ext cx="1319021" cy="1203001"/>
              <a:chOff x="2374102" y="2397733"/>
              <a:chExt cx="590853" cy="538858"/>
            </a:xfrm>
          </p:grpSpPr>
          <p:grpSp>
            <p:nvGrpSpPr>
              <p:cNvPr id="4011" name="Google Shape;4011;p14"/>
              <p:cNvGrpSpPr/>
              <p:nvPr/>
            </p:nvGrpSpPr>
            <p:grpSpPr>
              <a:xfrm>
                <a:off x="2374102" y="2397733"/>
                <a:ext cx="590853" cy="538858"/>
                <a:chOff x="1993102" y="2397733"/>
                <a:chExt cx="590853" cy="538858"/>
              </a:xfrm>
            </p:grpSpPr>
            <p:sp>
              <p:nvSpPr>
                <p:cNvPr id="4012" name="Google Shape;4012;p14"/>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14"/>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14"/>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14"/>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14"/>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14"/>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14"/>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14"/>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14"/>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14"/>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14"/>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14"/>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14"/>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14"/>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14"/>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14"/>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28" name="Google Shape;4028;p14"/>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14"/>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14"/>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31" name="Google Shape;4031;p14"/>
              <p:cNvGrpSpPr/>
              <p:nvPr/>
            </p:nvGrpSpPr>
            <p:grpSpPr>
              <a:xfrm>
                <a:off x="2672051" y="2466803"/>
                <a:ext cx="88776" cy="97630"/>
                <a:chOff x="2291051" y="2466803"/>
                <a:chExt cx="88776" cy="97630"/>
              </a:xfrm>
            </p:grpSpPr>
            <p:sp>
              <p:nvSpPr>
                <p:cNvPr id="4032" name="Google Shape;4032;p14"/>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14"/>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14"/>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14"/>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14"/>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14"/>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14"/>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14"/>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14"/>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14"/>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14"/>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14"/>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14"/>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14"/>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14"/>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14"/>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14"/>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14"/>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14"/>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14"/>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14"/>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14"/>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14"/>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14"/>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14"/>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14"/>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14"/>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14"/>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14"/>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61" name="Google Shape;4061;p14"/>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14"/>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14"/>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14"/>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14"/>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14"/>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14"/>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8" name="Google Shape;4068;p14"/>
            <p:cNvGrpSpPr/>
            <p:nvPr/>
          </p:nvGrpSpPr>
          <p:grpSpPr>
            <a:xfrm>
              <a:off x="4490110" y="3659885"/>
              <a:ext cx="365767" cy="351686"/>
              <a:chOff x="1490538" y="753834"/>
              <a:chExt cx="470985" cy="455906"/>
            </a:xfrm>
          </p:grpSpPr>
          <p:sp>
            <p:nvSpPr>
              <p:cNvPr id="4069" name="Google Shape;4069;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9" name="Google Shape;4079;p14"/>
            <p:cNvGrpSpPr/>
            <p:nvPr/>
          </p:nvGrpSpPr>
          <p:grpSpPr>
            <a:xfrm rot="-975329">
              <a:off x="4865699" y="3543897"/>
              <a:ext cx="365789" cy="351698"/>
              <a:chOff x="1490538" y="753834"/>
              <a:chExt cx="470985" cy="455906"/>
            </a:xfrm>
          </p:grpSpPr>
          <p:sp>
            <p:nvSpPr>
              <p:cNvPr id="4080" name="Google Shape;4080;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090" name="Google Shape;4090;p14"/>
          <p:cNvSpPr/>
          <p:nvPr/>
        </p:nvSpPr>
        <p:spPr>
          <a:xfrm>
            <a:off x="7566494" y="1060050"/>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14"/>
          <p:cNvSpPr/>
          <p:nvPr/>
        </p:nvSpPr>
        <p:spPr>
          <a:xfrm>
            <a:off x="6982654" y="971846"/>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14"/>
          <p:cNvSpPr/>
          <p:nvPr/>
        </p:nvSpPr>
        <p:spPr>
          <a:xfrm>
            <a:off x="6760829" y="67851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93" name="Google Shape;4093;p14"/>
          <p:cNvGrpSpPr/>
          <p:nvPr/>
        </p:nvGrpSpPr>
        <p:grpSpPr>
          <a:xfrm>
            <a:off x="149379" y="183377"/>
            <a:ext cx="684032" cy="697236"/>
            <a:chOff x="121063" y="211715"/>
            <a:chExt cx="684032" cy="697236"/>
          </a:xfrm>
        </p:grpSpPr>
        <p:grpSp>
          <p:nvGrpSpPr>
            <p:cNvPr id="4094" name="Google Shape;4094;p14"/>
            <p:cNvGrpSpPr/>
            <p:nvPr/>
          </p:nvGrpSpPr>
          <p:grpSpPr>
            <a:xfrm flipH="1">
              <a:off x="482506" y="211715"/>
              <a:ext cx="322588" cy="124262"/>
              <a:chOff x="2449294" y="636165"/>
              <a:chExt cx="322588" cy="124262"/>
            </a:xfrm>
          </p:grpSpPr>
          <p:sp>
            <p:nvSpPr>
              <p:cNvPr id="4095" name="Google Shape;4095;p14"/>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14"/>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14"/>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14"/>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14"/>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14"/>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14"/>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14"/>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14"/>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4" name="Google Shape;4104;p14"/>
            <p:cNvGrpSpPr/>
            <p:nvPr/>
          </p:nvGrpSpPr>
          <p:grpSpPr>
            <a:xfrm>
              <a:off x="121063" y="377859"/>
              <a:ext cx="470985" cy="455906"/>
              <a:chOff x="1490538" y="753834"/>
              <a:chExt cx="470985" cy="455906"/>
            </a:xfrm>
          </p:grpSpPr>
          <p:sp>
            <p:nvSpPr>
              <p:cNvPr id="4105" name="Google Shape;4105;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15" name="Google Shape;4115;p14"/>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14"/>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14"/>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4118" name="Shape 4118"/>
        <p:cNvGrpSpPr/>
        <p:nvPr/>
      </p:nvGrpSpPr>
      <p:grpSpPr>
        <a:xfrm>
          <a:off x="0" y="0"/>
          <a:ext cx="0" cy="0"/>
          <a:chOff x="0" y="0"/>
          <a:chExt cx="0" cy="0"/>
        </a:xfrm>
      </p:grpSpPr>
      <p:sp>
        <p:nvSpPr>
          <p:cNvPr id="4119" name="Google Shape;4119;p15"/>
          <p:cNvSpPr txBox="1"/>
          <p:nvPr>
            <p:ph idx="1" type="subTitle"/>
          </p:nvPr>
        </p:nvSpPr>
        <p:spPr>
          <a:xfrm>
            <a:off x="914463" y="1629875"/>
            <a:ext cx="3376800" cy="2469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120" name="Google Shape;4120;p15"/>
          <p:cNvSpPr txBox="1"/>
          <p:nvPr>
            <p:ph idx="2" type="subTitle"/>
          </p:nvPr>
        </p:nvSpPr>
        <p:spPr>
          <a:xfrm>
            <a:off x="4852742" y="1629875"/>
            <a:ext cx="3376800" cy="2469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121" name="Google Shape;4121;p15"/>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4122" name="Google Shape;4122;p15"/>
          <p:cNvGrpSpPr/>
          <p:nvPr/>
        </p:nvGrpSpPr>
        <p:grpSpPr>
          <a:xfrm flipH="1" rot="10800000">
            <a:off x="149392" y="4254877"/>
            <a:ext cx="684032" cy="697236"/>
            <a:chOff x="121063" y="211715"/>
            <a:chExt cx="684032" cy="697236"/>
          </a:xfrm>
        </p:grpSpPr>
        <p:grpSp>
          <p:nvGrpSpPr>
            <p:cNvPr id="4123" name="Google Shape;4123;p15"/>
            <p:cNvGrpSpPr/>
            <p:nvPr/>
          </p:nvGrpSpPr>
          <p:grpSpPr>
            <a:xfrm flipH="1">
              <a:off x="482506" y="211715"/>
              <a:ext cx="322588" cy="124262"/>
              <a:chOff x="2449294" y="636165"/>
              <a:chExt cx="322588" cy="124262"/>
            </a:xfrm>
          </p:grpSpPr>
          <p:sp>
            <p:nvSpPr>
              <p:cNvPr id="4124" name="Google Shape;4124;p15"/>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15"/>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15"/>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15"/>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15"/>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15"/>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15"/>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15"/>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15"/>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3" name="Google Shape;4133;p15"/>
            <p:cNvGrpSpPr/>
            <p:nvPr/>
          </p:nvGrpSpPr>
          <p:grpSpPr>
            <a:xfrm>
              <a:off x="121063" y="377859"/>
              <a:ext cx="470985" cy="455906"/>
              <a:chOff x="1490538" y="753834"/>
              <a:chExt cx="470985" cy="455906"/>
            </a:xfrm>
          </p:grpSpPr>
          <p:sp>
            <p:nvSpPr>
              <p:cNvPr id="4134" name="Google Shape;4134;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4" name="Google Shape;4144;p15"/>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15"/>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15"/>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7" name="Google Shape;4147;p15"/>
          <p:cNvGrpSpPr/>
          <p:nvPr/>
        </p:nvGrpSpPr>
        <p:grpSpPr>
          <a:xfrm flipH="1" rot="-5400000">
            <a:off x="6536293" y="-1405817"/>
            <a:ext cx="2353234" cy="4389250"/>
            <a:chOff x="3238754" y="1037105"/>
            <a:chExt cx="2114316" cy="3971813"/>
          </a:xfrm>
        </p:grpSpPr>
        <p:grpSp>
          <p:nvGrpSpPr>
            <p:cNvPr id="4148" name="Google Shape;4148;p15"/>
            <p:cNvGrpSpPr/>
            <p:nvPr/>
          </p:nvGrpSpPr>
          <p:grpSpPr>
            <a:xfrm rot="352619">
              <a:off x="3514228" y="3929201"/>
              <a:ext cx="820714" cy="663927"/>
              <a:chOff x="1981897" y="1546050"/>
              <a:chExt cx="676612" cy="547354"/>
            </a:xfrm>
          </p:grpSpPr>
          <p:grpSp>
            <p:nvGrpSpPr>
              <p:cNvPr id="4149" name="Google Shape;4149;p15"/>
              <p:cNvGrpSpPr/>
              <p:nvPr/>
            </p:nvGrpSpPr>
            <p:grpSpPr>
              <a:xfrm>
                <a:off x="2240847" y="1546050"/>
                <a:ext cx="258712" cy="250429"/>
                <a:chOff x="1490538" y="753834"/>
                <a:chExt cx="470985" cy="455906"/>
              </a:xfrm>
            </p:grpSpPr>
            <p:sp>
              <p:nvSpPr>
                <p:cNvPr id="4150" name="Google Shape;4150;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0" name="Google Shape;4160;p15"/>
              <p:cNvGrpSpPr/>
              <p:nvPr/>
            </p:nvGrpSpPr>
            <p:grpSpPr>
              <a:xfrm>
                <a:off x="2399797" y="1673288"/>
                <a:ext cx="258712" cy="250429"/>
                <a:chOff x="1490538" y="753834"/>
                <a:chExt cx="470985" cy="455906"/>
              </a:xfrm>
            </p:grpSpPr>
            <p:sp>
              <p:nvSpPr>
                <p:cNvPr id="4161" name="Google Shape;4161;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1" name="Google Shape;4171;p15"/>
              <p:cNvGrpSpPr/>
              <p:nvPr/>
            </p:nvGrpSpPr>
            <p:grpSpPr>
              <a:xfrm>
                <a:off x="2159535" y="1742038"/>
                <a:ext cx="258712" cy="250429"/>
                <a:chOff x="1490538" y="753834"/>
                <a:chExt cx="470985" cy="455906"/>
              </a:xfrm>
            </p:grpSpPr>
            <p:sp>
              <p:nvSpPr>
                <p:cNvPr id="4172" name="Google Shape;4172;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2" name="Google Shape;4182;p15"/>
              <p:cNvGrpSpPr/>
              <p:nvPr/>
            </p:nvGrpSpPr>
            <p:grpSpPr>
              <a:xfrm>
                <a:off x="2323985" y="1842975"/>
                <a:ext cx="258712" cy="250429"/>
                <a:chOff x="1490538" y="753834"/>
                <a:chExt cx="470985" cy="455906"/>
              </a:xfrm>
            </p:grpSpPr>
            <p:sp>
              <p:nvSpPr>
                <p:cNvPr id="4183" name="Google Shape;4183;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3" name="Google Shape;4193;p15"/>
              <p:cNvGrpSpPr/>
              <p:nvPr/>
            </p:nvGrpSpPr>
            <p:grpSpPr>
              <a:xfrm>
                <a:off x="1981897" y="1804075"/>
                <a:ext cx="258712" cy="250429"/>
                <a:chOff x="1490538" y="753834"/>
                <a:chExt cx="470985" cy="455906"/>
              </a:xfrm>
            </p:grpSpPr>
            <p:sp>
              <p:nvSpPr>
                <p:cNvPr id="4194" name="Google Shape;4194;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04" name="Google Shape;4204;p15"/>
            <p:cNvGrpSpPr/>
            <p:nvPr/>
          </p:nvGrpSpPr>
          <p:grpSpPr>
            <a:xfrm flipH="1" rot="8833976">
              <a:off x="4214846" y="3438470"/>
              <a:ext cx="804524" cy="1469662"/>
              <a:chOff x="3377730" y="919968"/>
              <a:chExt cx="471039" cy="860470"/>
            </a:xfrm>
          </p:grpSpPr>
          <p:grpSp>
            <p:nvGrpSpPr>
              <p:cNvPr id="4205" name="Google Shape;4205;p15"/>
              <p:cNvGrpSpPr/>
              <p:nvPr/>
            </p:nvGrpSpPr>
            <p:grpSpPr>
              <a:xfrm>
                <a:off x="3377730" y="919968"/>
                <a:ext cx="408804" cy="692511"/>
                <a:chOff x="3377730" y="919968"/>
                <a:chExt cx="408804" cy="692511"/>
              </a:xfrm>
            </p:grpSpPr>
            <p:sp>
              <p:nvSpPr>
                <p:cNvPr id="4206" name="Google Shape;4206;p1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1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1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1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1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1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1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1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1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1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1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1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8" name="Google Shape;4218;p15"/>
              <p:cNvGrpSpPr/>
              <p:nvPr/>
            </p:nvGrpSpPr>
            <p:grpSpPr>
              <a:xfrm>
                <a:off x="3487239" y="1131104"/>
                <a:ext cx="361530" cy="649334"/>
                <a:chOff x="1266852" y="1150479"/>
                <a:chExt cx="361530" cy="649334"/>
              </a:xfrm>
            </p:grpSpPr>
            <p:sp>
              <p:nvSpPr>
                <p:cNvPr id="4219" name="Google Shape;4219;p1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1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1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1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1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1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1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1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27" name="Google Shape;4227;p15"/>
            <p:cNvGrpSpPr/>
            <p:nvPr/>
          </p:nvGrpSpPr>
          <p:grpSpPr>
            <a:xfrm rot="4488281">
              <a:off x="3583731" y="2580940"/>
              <a:ext cx="887798" cy="871068"/>
              <a:chOff x="3086354" y="1785830"/>
              <a:chExt cx="887833" cy="871102"/>
            </a:xfrm>
          </p:grpSpPr>
          <p:grpSp>
            <p:nvGrpSpPr>
              <p:cNvPr id="4228" name="Google Shape;4228;p15"/>
              <p:cNvGrpSpPr/>
              <p:nvPr/>
            </p:nvGrpSpPr>
            <p:grpSpPr>
              <a:xfrm rot="-2169427">
                <a:off x="3251277" y="1839739"/>
                <a:ext cx="408803" cy="692509"/>
                <a:chOff x="3377730" y="919968"/>
                <a:chExt cx="408804" cy="692511"/>
              </a:xfrm>
            </p:grpSpPr>
            <p:sp>
              <p:nvSpPr>
                <p:cNvPr id="4229" name="Google Shape;4229;p1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1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1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1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1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1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1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1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1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1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1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1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1" name="Google Shape;4241;p15"/>
              <p:cNvGrpSpPr/>
              <p:nvPr/>
            </p:nvGrpSpPr>
            <p:grpSpPr>
              <a:xfrm rot="-2169427">
                <a:off x="3455919" y="1963478"/>
                <a:ext cx="361529" cy="649332"/>
                <a:chOff x="1266852" y="1150479"/>
                <a:chExt cx="361530" cy="649334"/>
              </a:xfrm>
            </p:grpSpPr>
            <p:sp>
              <p:nvSpPr>
                <p:cNvPr id="4242" name="Google Shape;4242;p1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1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1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1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1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1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1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1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50" name="Google Shape;4250;p15"/>
            <p:cNvGrpSpPr/>
            <p:nvPr/>
          </p:nvGrpSpPr>
          <p:grpSpPr>
            <a:xfrm>
              <a:off x="3238754" y="1938230"/>
              <a:ext cx="887833" cy="871102"/>
              <a:chOff x="3086354" y="1785830"/>
              <a:chExt cx="887833" cy="871102"/>
            </a:xfrm>
          </p:grpSpPr>
          <p:grpSp>
            <p:nvGrpSpPr>
              <p:cNvPr id="4251" name="Google Shape;4251;p15"/>
              <p:cNvGrpSpPr/>
              <p:nvPr/>
            </p:nvGrpSpPr>
            <p:grpSpPr>
              <a:xfrm rot="-2169427">
                <a:off x="3251277" y="1839739"/>
                <a:ext cx="408803" cy="692509"/>
                <a:chOff x="3377730" y="919968"/>
                <a:chExt cx="408804" cy="692511"/>
              </a:xfrm>
            </p:grpSpPr>
            <p:sp>
              <p:nvSpPr>
                <p:cNvPr id="4252" name="Google Shape;4252;p1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1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1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1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1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1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1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1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1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1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1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1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4" name="Google Shape;4264;p15"/>
              <p:cNvGrpSpPr/>
              <p:nvPr/>
            </p:nvGrpSpPr>
            <p:grpSpPr>
              <a:xfrm rot="-2169427">
                <a:off x="3455919" y="1963478"/>
                <a:ext cx="361529" cy="649332"/>
                <a:chOff x="1266852" y="1150479"/>
                <a:chExt cx="361530" cy="649334"/>
              </a:xfrm>
            </p:grpSpPr>
            <p:sp>
              <p:nvSpPr>
                <p:cNvPr id="4265" name="Google Shape;4265;p1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1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1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1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1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1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1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1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73" name="Google Shape;4273;p15"/>
            <p:cNvGrpSpPr/>
            <p:nvPr/>
          </p:nvGrpSpPr>
          <p:grpSpPr>
            <a:xfrm>
              <a:off x="3490978" y="1037105"/>
              <a:ext cx="575468" cy="1051322"/>
              <a:chOff x="3377730" y="919968"/>
              <a:chExt cx="471039" cy="860470"/>
            </a:xfrm>
          </p:grpSpPr>
          <p:grpSp>
            <p:nvGrpSpPr>
              <p:cNvPr id="4274" name="Google Shape;4274;p15"/>
              <p:cNvGrpSpPr/>
              <p:nvPr/>
            </p:nvGrpSpPr>
            <p:grpSpPr>
              <a:xfrm>
                <a:off x="3377730" y="919968"/>
                <a:ext cx="408804" cy="692511"/>
                <a:chOff x="3377730" y="919968"/>
                <a:chExt cx="408804" cy="692511"/>
              </a:xfrm>
            </p:grpSpPr>
            <p:sp>
              <p:nvSpPr>
                <p:cNvPr id="4275" name="Google Shape;4275;p1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1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1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1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1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1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1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1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1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1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1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1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7" name="Google Shape;4287;p15"/>
              <p:cNvGrpSpPr/>
              <p:nvPr/>
            </p:nvGrpSpPr>
            <p:grpSpPr>
              <a:xfrm>
                <a:off x="3487239" y="1131104"/>
                <a:ext cx="361530" cy="649334"/>
                <a:chOff x="1266852" y="1150479"/>
                <a:chExt cx="361530" cy="649334"/>
              </a:xfrm>
            </p:grpSpPr>
            <p:sp>
              <p:nvSpPr>
                <p:cNvPr id="4288" name="Google Shape;4288;p1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1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1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1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1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1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1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1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96" name="Google Shape;4296;p15"/>
            <p:cNvGrpSpPr/>
            <p:nvPr/>
          </p:nvGrpSpPr>
          <p:grpSpPr>
            <a:xfrm>
              <a:off x="3517102" y="2473933"/>
              <a:ext cx="590853" cy="538858"/>
              <a:chOff x="2374102" y="2397733"/>
              <a:chExt cx="590853" cy="538858"/>
            </a:xfrm>
          </p:grpSpPr>
          <p:grpSp>
            <p:nvGrpSpPr>
              <p:cNvPr id="4297" name="Google Shape;4297;p15"/>
              <p:cNvGrpSpPr/>
              <p:nvPr/>
            </p:nvGrpSpPr>
            <p:grpSpPr>
              <a:xfrm>
                <a:off x="2374102" y="2397733"/>
                <a:ext cx="590853" cy="538858"/>
                <a:chOff x="1993102" y="2397733"/>
                <a:chExt cx="590853" cy="538858"/>
              </a:xfrm>
            </p:grpSpPr>
            <p:sp>
              <p:nvSpPr>
                <p:cNvPr id="4298" name="Google Shape;4298;p15"/>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15"/>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15"/>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15"/>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15"/>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15"/>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15"/>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15"/>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15"/>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15"/>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15"/>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15"/>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15"/>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15"/>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15"/>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15"/>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14" name="Google Shape;4314;p15"/>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15"/>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15"/>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17" name="Google Shape;4317;p15"/>
              <p:cNvGrpSpPr/>
              <p:nvPr/>
            </p:nvGrpSpPr>
            <p:grpSpPr>
              <a:xfrm>
                <a:off x="2672051" y="2466803"/>
                <a:ext cx="88776" cy="97630"/>
                <a:chOff x="2291051" y="2466803"/>
                <a:chExt cx="88776" cy="97630"/>
              </a:xfrm>
            </p:grpSpPr>
            <p:sp>
              <p:nvSpPr>
                <p:cNvPr id="4318" name="Google Shape;4318;p15"/>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15"/>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15"/>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15"/>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15"/>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15"/>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15"/>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15"/>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15"/>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15"/>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15"/>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15"/>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15"/>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15"/>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15"/>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15"/>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15"/>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15"/>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15"/>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15"/>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15"/>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15"/>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15"/>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15"/>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15"/>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15"/>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15"/>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15"/>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15"/>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47" name="Google Shape;4347;p15"/>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15"/>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15"/>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15"/>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15"/>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15"/>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15"/>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4" name="Google Shape;4354;p15"/>
            <p:cNvGrpSpPr/>
            <p:nvPr/>
          </p:nvGrpSpPr>
          <p:grpSpPr>
            <a:xfrm rot="352659">
              <a:off x="3394332" y="1622136"/>
              <a:ext cx="676583" cy="547330"/>
              <a:chOff x="1981897" y="1546050"/>
              <a:chExt cx="676612" cy="547354"/>
            </a:xfrm>
          </p:grpSpPr>
          <p:grpSp>
            <p:nvGrpSpPr>
              <p:cNvPr id="4355" name="Google Shape;4355;p15"/>
              <p:cNvGrpSpPr/>
              <p:nvPr/>
            </p:nvGrpSpPr>
            <p:grpSpPr>
              <a:xfrm>
                <a:off x="2240847" y="1546050"/>
                <a:ext cx="258712" cy="250429"/>
                <a:chOff x="1490538" y="753834"/>
                <a:chExt cx="470985" cy="455906"/>
              </a:xfrm>
            </p:grpSpPr>
            <p:sp>
              <p:nvSpPr>
                <p:cNvPr id="4356" name="Google Shape;4356;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6" name="Google Shape;4366;p15"/>
              <p:cNvGrpSpPr/>
              <p:nvPr/>
            </p:nvGrpSpPr>
            <p:grpSpPr>
              <a:xfrm>
                <a:off x="2399797" y="1673288"/>
                <a:ext cx="258712" cy="250429"/>
                <a:chOff x="1490538" y="753834"/>
                <a:chExt cx="470985" cy="455906"/>
              </a:xfrm>
            </p:grpSpPr>
            <p:sp>
              <p:nvSpPr>
                <p:cNvPr id="4367" name="Google Shape;4367;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7" name="Google Shape;4377;p15"/>
              <p:cNvGrpSpPr/>
              <p:nvPr/>
            </p:nvGrpSpPr>
            <p:grpSpPr>
              <a:xfrm>
                <a:off x="2159535" y="1742038"/>
                <a:ext cx="258712" cy="250429"/>
                <a:chOff x="1490538" y="753834"/>
                <a:chExt cx="470985" cy="455906"/>
              </a:xfrm>
            </p:grpSpPr>
            <p:sp>
              <p:nvSpPr>
                <p:cNvPr id="4378" name="Google Shape;4378;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8" name="Google Shape;4388;p15"/>
              <p:cNvGrpSpPr/>
              <p:nvPr/>
            </p:nvGrpSpPr>
            <p:grpSpPr>
              <a:xfrm>
                <a:off x="2323985" y="1842975"/>
                <a:ext cx="258712" cy="250429"/>
                <a:chOff x="1490538" y="753834"/>
                <a:chExt cx="470985" cy="455906"/>
              </a:xfrm>
            </p:grpSpPr>
            <p:sp>
              <p:nvSpPr>
                <p:cNvPr id="4389" name="Google Shape;4389;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9" name="Google Shape;4399;p15"/>
              <p:cNvGrpSpPr/>
              <p:nvPr/>
            </p:nvGrpSpPr>
            <p:grpSpPr>
              <a:xfrm>
                <a:off x="1981897" y="1804075"/>
                <a:ext cx="258712" cy="250429"/>
                <a:chOff x="1490538" y="753834"/>
                <a:chExt cx="470985" cy="455906"/>
              </a:xfrm>
            </p:grpSpPr>
            <p:sp>
              <p:nvSpPr>
                <p:cNvPr id="4400" name="Google Shape;4400;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10" name="Google Shape;4410;p15"/>
            <p:cNvGrpSpPr/>
            <p:nvPr/>
          </p:nvGrpSpPr>
          <p:grpSpPr>
            <a:xfrm flipH="1">
              <a:off x="3270102" y="2806996"/>
              <a:ext cx="590853" cy="538858"/>
              <a:chOff x="2374102" y="2397733"/>
              <a:chExt cx="590853" cy="538858"/>
            </a:xfrm>
          </p:grpSpPr>
          <p:grpSp>
            <p:nvGrpSpPr>
              <p:cNvPr id="4411" name="Google Shape;4411;p15"/>
              <p:cNvGrpSpPr/>
              <p:nvPr/>
            </p:nvGrpSpPr>
            <p:grpSpPr>
              <a:xfrm>
                <a:off x="2374102" y="2397733"/>
                <a:ext cx="590853" cy="538858"/>
                <a:chOff x="1993102" y="2397733"/>
                <a:chExt cx="590853" cy="538858"/>
              </a:xfrm>
            </p:grpSpPr>
            <p:sp>
              <p:nvSpPr>
                <p:cNvPr id="4412" name="Google Shape;4412;p15"/>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15"/>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15"/>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15"/>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15"/>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15"/>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15"/>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15"/>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15"/>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15"/>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15"/>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15"/>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15"/>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15"/>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15"/>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15"/>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28" name="Google Shape;4428;p15"/>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15"/>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15"/>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1" name="Google Shape;4431;p15"/>
              <p:cNvGrpSpPr/>
              <p:nvPr/>
            </p:nvGrpSpPr>
            <p:grpSpPr>
              <a:xfrm>
                <a:off x="2672051" y="2466803"/>
                <a:ext cx="88776" cy="97630"/>
                <a:chOff x="2291051" y="2466803"/>
                <a:chExt cx="88776" cy="97630"/>
              </a:xfrm>
            </p:grpSpPr>
            <p:sp>
              <p:nvSpPr>
                <p:cNvPr id="4432" name="Google Shape;4432;p15"/>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15"/>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15"/>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15"/>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15"/>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15"/>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15"/>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15"/>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15"/>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15"/>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15"/>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15"/>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15"/>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15"/>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15"/>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15"/>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15"/>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15"/>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15"/>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15"/>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15"/>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15"/>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15"/>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15"/>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15"/>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15"/>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15"/>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15"/>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15"/>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61" name="Google Shape;4461;p15"/>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15"/>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15"/>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15"/>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15"/>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15"/>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15"/>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8" name="Google Shape;4468;p15"/>
            <p:cNvGrpSpPr/>
            <p:nvPr/>
          </p:nvGrpSpPr>
          <p:grpSpPr>
            <a:xfrm>
              <a:off x="3446433" y="3091192"/>
              <a:ext cx="1319021" cy="1203001"/>
              <a:chOff x="2374102" y="2397733"/>
              <a:chExt cx="590853" cy="538858"/>
            </a:xfrm>
          </p:grpSpPr>
          <p:grpSp>
            <p:nvGrpSpPr>
              <p:cNvPr id="4469" name="Google Shape;4469;p15"/>
              <p:cNvGrpSpPr/>
              <p:nvPr/>
            </p:nvGrpSpPr>
            <p:grpSpPr>
              <a:xfrm>
                <a:off x="2374102" y="2397733"/>
                <a:ext cx="590853" cy="538858"/>
                <a:chOff x="1993102" y="2397733"/>
                <a:chExt cx="590853" cy="538858"/>
              </a:xfrm>
            </p:grpSpPr>
            <p:sp>
              <p:nvSpPr>
                <p:cNvPr id="4470" name="Google Shape;4470;p15"/>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15"/>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15"/>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15"/>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15"/>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15"/>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15"/>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15"/>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15"/>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15"/>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15"/>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15"/>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15"/>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15"/>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15"/>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15"/>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6" name="Google Shape;4486;p15"/>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15"/>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15"/>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9" name="Google Shape;4489;p15"/>
              <p:cNvGrpSpPr/>
              <p:nvPr/>
            </p:nvGrpSpPr>
            <p:grpSpPr>
              <a:xfrm>
                <a:off x="2672051" y="2466803"/>
                <a:ext cx="88776" cy="97630"/>
                <a:chOff x="2291051" y="2466803"/>
                <a:chExt cx="88776" cy="97630"/>
              </a:xfrm>
            </p:grpSpPr>
            <p:sp>
              <p:nvSpPr>
                <p:cNvPr id="4490" name="Google Shape;4490;p15"/>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15"/>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15"/>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15"/>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15"/>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15"/>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15"/>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15"/>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15"/>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15"/>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15"/>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15"/>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15"/>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15"/>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15"/>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15"/>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15"/>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15"/>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15"/>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15"/>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15"/>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15"/>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15"/>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15"/>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15"/>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15"/>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15"/>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15"/>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15"/>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19" name="Google Shape;4519;p15"/>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15"/>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15"/>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15"/>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15"/>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15"/>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15"/>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6" name="Google Shape;4526;p15"/>
            <p:cNvGrpSpPr/>
            <p:nvPr/>
          </p:nvGrpSpPr>
          <p:grpSpPr>
            <a:xfrm>
              <a:off x="4490110" y="3659885"/>
              <a:ext cx="365767" cy="351686"/>
              <a:chOff x="1490538" y="753834"/>
              <a:chExt cx="470985" cy="455906"/>
            </a:xfrm>
          </p:grpSpPr>
          <p:sp>
            <p:nvSpPr>
              <p:cNvPr id="4527" name="Google Shape;4527;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7" name="Google Shape;4537;p15"/>
            <p:cNvGrpSpPr/>
            <p:nvPr/>
          </p:nvGrpSpPr>
          <p:grpSpPr>
            <a:xfrm rot="-975329">
              <a:off x="4865699" y="3543897"/>
              <a:ext cx="365789" cy="351698"/>
              <a:chOff x="1490538" y="753834"/>
              <a:chExt cx="470985" cy="455906"/>
            </a:xfrm>
          </p:grpSpPr>
          <p:sp>
            <p:nvSpPr>
              <p:cNvPr id="4538" name="Google Shape;4538;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4548" name="Shape 4548"/>
        <p:cNvGrpSpPr/>
        <p:nvPr/>
      </p:nvGrpSpPr>
      <p:grpSpPr>
        <a:xfrm>
          <a:off x="0" y="0"/>
          <a:ext cx="0" cy="0"/>
          <a:chOff x="0" y="0"/>
          <a:chExt cx="0" cy="0"/>
        </a:xfrm>
      </p:grpSpPr>
      <p:sp>
        <p:nvSpPr>
          <p:cNvPr id="4549" name="Google Shape;4549;p16"/>
          <p:cNvSpPr txBox="1"/>
          <p:nvPr>
            <p:ph type="title"/>
          </p:nvPr>
        </p:nvSpPr>
        <p:spPr>
          <a:xfrm>
            <a:off x="719988" y="1742775"/>
            <a:ext cx="2743200" cy="4572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550" name="Google Shape;4550;p16"/>
          <p:cNvSpPr txBox="1"/>
          <p:nvPr>
            <p:ph hasCustomPrompt="1" idx="2" type="title"/>
          </p:nvPr>
        </p:nvSpPr>
        <p:spPr>
          <a:xfrm>
            <a:off x="719988" y="1149375"/>
            <a:ext cx="9981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551" name="Google Shape;4551;p16"/>
          <p:cNvSpPr txBox="1"/>
          <p:nvPr>
            <p:ph idx="1" type="subTitle"/>
          </p:nvPr>
        </p:nvSpPr>
        <p:spPr>
          <a:xfrm>
            <a:off x="719988" y="2199975"/>
            <a:ext cx="27432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552" name="Google Shape;4552;p16"/>
          <p:cNvSpPr txBox="1"/>
          <p:nvPr>
            <p:ph idx="3" type="title"/>
          </p:nvPr>
        </p:nvSpPr>
        <p:spPr>
          <a:xfrm>
            <a:off x="3733654" y="1742775"/>
            <a:ext cx="2743200" cy="4572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553" name="Google Shape;4553;p16"/>
          <p:cNvSpPr txBox="1"/>
          <p:nvPr>
            <p:ph hasCustomPrompt="1" idx="4" type="title"/>
          </p:nvPr>
        </p:nvSpPr>
        <p:spPr>
          <a:xfrm>
            <a:off x="3733654" y="1149375"/>
            <a:ext cx="9978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554" name="Google Shape;4554;p16"/>
          <p:cNvSpPr txBox="1"/>
          <p:nvPr>
            <p:ph idx="5" type="subTitle"/>
          </p:nvPr>
        </p:nvSpPr>
        <p:spPr>
          <a:xfrm>
            <a:off x="3733654" y="2199975"/>
            <a:ext cx="27432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555" name="Google Shape;4555;p16"/>
          <p:cNvSpPr txBox="1"/>
          <p:nvPr>
            <p:ph idx="6" type="title"/>
          </p:nvPr>
        </p:nvSpPr>
        <p:spPr>
          <a:xfrm>
            <a:off x="719988" y="3588700"/>
            <a:ext cx="2743200" cy="4572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556" name="Google Shape;4556;p16"/>
          <p:cNvSpPr txBox="1"/>
          <p:nvPr>
            <p:ph hasCustomPrompt="1" idx="7" type="title"/>
          </p:nvPr>
        </p:nvSpPr>
        <p:spPr>
          <a:xfrm>
            <a:off x="719988" y="2995525"/>
            <a:ext cx="9981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557" name="Google Shape;4557;p16"/>
          <p:cNvSpPr txBox="1"/>
          <p:nvPr>
            <p:ph idx="8" type="subTitle"/>
          </p:nvPr>
        </p:nvSpPr>
        <p:spPr>
          <a:xfrm>
            <a:off x="719988" y="4045900"/>
            <a:ext cx="27432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558" name="Google Shape;4558;p16"/>
          <p:cNvSpPr txBox="1"/>
          <p:nvPr>
            <p:ph idx="9" type="title"/>
          </p:nvPr>
        </p:nvSpPr>
        <p:spPr>
          <a:xfrm>
            <a:off x="3733654" y="3588700"/>
            <a:ext cx="2743200" cy="4572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559" name="Google Shape;4559;p16"/>
          <p:cNvSpPr txBox="1"/>
          <p:nvPr>
            <p:ph hasCustomPrompt="1" idx="13" type="title"/>
          </p:nvPr>
        </p:nvSpPr>
        <p:spPr>
          <a:xfrm>
            <a:off x="3733654" y="2995525"/>
            <a:ext cx="9978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560" name="Google Shape;4560;p16"/>
          <p:cNvSpPr txBox="1"/>
          <p:nvPr>
            <p:ph idx="14" type="subTitle"/>
          </p:nvPr>
        </p:nvSpPr>
        <p:spPr>
          <a:xfrm>
            <a:off x="3733654" y="4045900"/>
            <a:ext cx="27432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561" name="Google Shape;4561;p16"/>
          <p:cNvSpPr txBox="1"/>
          <p:nvPr>
            <p:ph idx="15" type="title"/>
          </p:nvPr>
        </p:nvSpPr>
        <p:spPr>
          <a:xfrm>
            <a:off x="720000" y="3325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4562" name="Google Shape;4562;p16"/>
          <p:cNvGrpSpPr/>
          <p:nvPr/>
        </p:nvGrpSpPr>
        <p:grpSpPr>
          <a:xfrm flipH="1">
            <a:off x="6515198" y="138300"/>
            <a:ext cx="2947146" cy="5496989"/>
            <a:chOff x="3238754" y="1037105"/>
            <a:chExt cx="2114316" cy="3971813"/>
          </a:xfrm>
        </p:grpSpPr>
        <p:grpSp>
          <p:nvGrpSpPr>
            <p:cNvPr id="4563" name="Google Shape;4563;p16"/>
            <p:cNvGrpSpPr/>
            <p:nvPr/>
          </p:nvGrpSpPr>
          <p:grpSpPr>
            <a:xfrm rot="352619">
              <a:off x="3514228" y="3929201"/>
              <a:ext cx="820714" cy="663927"/>
              <a:chOff x="1981897" y="1546050"/>
              <a:chExt cx="676612" cy="547354"/>
            </a:xfrm>
          </p:grpSpPr>
          <p:grpSp>
            <p:nvGrpSpPr>
              <p:cNvPr id="4564" name="Google Shape;4564;p16"/>
              <p:cNvGrpSpPr/>
              <p:nvPr/>
            </p:nvGrpSpPr>
            <p:grpSpPr>
              <a:xfrm>
                <a:off x="2240847" y="1546050"/>
                <a:ext cx="258712" cy="250429"/>
                <a:chOff x="1490538" y="753834"/>
                <a:chExt cx="470985" cy="455906"/>
              </a:xfrm>
            </p:grpSpPr>
            <p:sp>
              <p:nvSpPr>
                <p:cNvPr id="4565" name="Google Shape;4565;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5" name="Google Shape;4575;p16"/>
              <p:cNvGrpSpPr/>
              <p:nvPr/>
            </p:nvGrpSpPr>
            <p:grpSpPr>
              <a:xfrm>
                <a:off x="2399797" y="1673288"/>
                <a:ext cx="258712" cy="250429"/>
                <a:chOff x="1490538" y="753834"/>
                <a:chExt cx="470985" cy="455906"/>
              </a:xfrm>
            </p:grpSpPr>
            <p:sp>
              <p:nvSpPr>
                <p:cNvPr id="4576" name="Google Shape;4576;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6" name="Google Shape;4586;p16"/>
              <p:cNvGrpSpPr/>
              <p:nvPr/>
            </p:nvGrpSpPr>
            <p:grpSpPr>
              <a:xfrm>
                <a:off x="2159535" y="1742038"/>
                <a:ext cx="258712" cy="250429"/>
                <a:chOff x="1490538" y="753834"/>
                <a:chExt cx="470985" cy="455906"/>
              </a:xfrm>
            </p:grpSpPr>
            <p:sp>
              <p:nvSpPr>
                <p:cNvPr id="4587" name="Google Shape;4587;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7" name="Google Shape;4597;p16"/>
              <p:cNvGrpSpPr/>
              <p:nvPr/>
            </p:nvGrpSpPr>
            <p:grpSpPr>
              <a:xfrm>
                <a:off x="2323985" y="1842975"/>
                <a:ext cx="258712" cy="250429"/>
                <a:chOff x="1490538" y="753834"/>
                <a:chExt cx="470985" cy="455906"/>
              </a:xfrm>
            </p:grpSpPr>
            <p:sp>
              <p:nvSpPr>
                <p:cNvPr id="4598" name="Google Shape;4598;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8" name="Google Shape;4608;p16"/>
              <p:cNvGrpSpPr/>
              <p:nvPr/>
            </p:nvGrpSpPr>
            <p:grpSpPr>
              <a:xfrm>
                <a:off x="1981897" y="1804075"/>
                <a:ext cx="258712" cy="250429"/>
                <a:chOff x="1490538" y="753834"/>
                <a:chExt cx="470985" cy="455906"/>
              </a:xfrm>
            </p:grpSpPr>
            <p:sp>
              <p:nvSpPr>
                <p:cNvPr id="4609" name="Google Shape;4609;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19" name="Google Shape;4619;p16"/>
            <p:cNvGrpSpPr/>
            <p:nvPr/>
          </p:nvGrpSpPr>
          <p:grpSpPr>
            <a:xfrm flipH="1" rot="8833976">
              <a:off x="4214846" y="3438470"/>
              <a:ext cx="804524" cy="1469662"/>
              <a:chOff x="3377730" y="919968"/>
              <a:chExt cx="471039" cy="860470"/>
            </a:xfrm>
          </p:grpSpPr>
          <p:grpSp>
            <p:nvGrpSpPr>
              <p:cNvPr id="4620" name="Google Shape;4620;p16"/>
              <p:cNvGrpSpPr/>
              <p:nvPr/>
            </p:nvGrpSpPr>
            <p:grpSpPr>
              <a:xfrm>
                <a:off x="3377730" y="919968"/>
                <a:ext cx="408804" cy="692511"/>
                <a:chOff x="3377730" y="919968"/>
                <a:chExt cx="408804" cy="692511"/>
              </a:xfrm>
            </p:grpSpPr>
            <p:sp>
              <p:nvSpPr>
                <p:cNvPr id="4621" name="Google Shape;4621;p16"/>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16"/>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16"/>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16"/>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16"/>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16"/>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16"/>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16"/>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16"/>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16"/>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16"/>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16"/>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3" name="Google Shape;4633;p16"/>
              <p:cNvGrpSpPr/>
              <p:nvPr/>
            </p:nvGrpSpPr>
            <p:grpSpPr>
              <a:xfrm>
                <a:off x="3487239" y="1131104"/>
                <a:ext cx="361530" cy="649334"/>
                <a:chOff x="1266852" y="1150479"/>
                <a:chExt cx="361530" cy="649334"/>
              </a:xfrm>
            </p:grpSpPr>
            <p:sp>
              <p:nvSpPr>
                <p:cNvPr id="4634" name="Google Shape;4634;p16"/>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16"/>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16"/>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16"/>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16"/>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16"/>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16"/>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16"/>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42" name="Google Shape;4642;p16"/>
            <p:cNvGrpSpPr/>
            <p:nvPr/>
          </p:nvGrpSpPr>
          <p:grpSpPr>
            <a:xfrm rot="4488281">
              <a:off x="3583731" y="2580940"/>
              <a:ext cx="887798" cy="871068"/>
              <a:chOff x="3086354" y="1785830"/>
              <a:chExt cx="887833" cy="871102"/>
            </a:xfrm>
          </p:grpSpPr>
          <p:grpSp>
            <p:nvGrpSpPr>
              <p:cNvPr id="4643" name="Google Shape;4643;p16"/>
              <p:cNvGrpSpPr/>
              <p:nvPr/>
            </p:nvGrpSpPr>
            <p:grpSpPr>
              <a:xfrm rot="-2169427">
                <a:off x="3251277" y="1839739"/>
                <a:ext cx="408803" cy="692509"/>
                <a:chOff x="3377730" y="919968"/>
                <a:chExt cx="408804" cy="692511"/>
              </a:xfrm>
            </p:grpSpPr>
            <p:sp>
              <p:nvSpPr>
                <p:cNvPr id="4644" name="Google Shape;4644;p16"/>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16"/>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16"/>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16"/>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16"/>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16"/>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16"/>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16"/>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16"/>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16"/>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16"/>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16"/>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6" name="Google Shape;4656;p16"/>
              <p:cNvGrpSpPr/>
              <p:nvPr/>
            </p:nvGrpSpPr>
            <p:grpSpPr>
              <a:xfrm rot="-2169427">
                <a:off x="3455919" y="1963478"/>
                <a:ext cx="361529" cy="649332"/>
                <a:chOff x="1266852" y="1150479"/>
                <a:chExt cx="361530" cy="649334"/>
              </a:xfrm>
            </p:grpSpPr>
            <p:sp>
              <p:nvSpPr>
                <p:cNvPr id="4657" name="Google Shape;4657;p16"/>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16"/>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16"/>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16"/>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16"/>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16"/>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16"/>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16"/>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65" name="Google Shape;4665;p16"/>
            <p:cNvGrpSpPr/>
            <p:nvPr/>
          </p:nvGrpSpPr>
          <p:grpSpPr>
            <a:xfrm>
              <a:off x="3238754" y="1938230"/>
              <a:ext cx="887833" cy="871102"/>
              <a:chOff x="3086354" y="1785830"/>
              <a:chExt cx="887833" cy="871102"/>
            </a:xfrm>
          </p:grpSpPr>
          <p:grpSp>
            <p:nvGrpSpPr>
              <p:cNvPr id="4666" name="Google Shape;4666;p16"/>
              <p:cNvGrpSpPr/>
              <p:nvPr/>
            </p:nvGrpSpPr>
            <p:grpSpPr>
              <a:xfrm rot="-2169427">
                <a:off x="3251277" y="1839739"/>
                <a:ext cx="408803" cy="692509"/>
                <a:chOff x="3377730" y="919968"/>
                <a:chExt cx="408804" cy="692511"/>
              </a:xfrm>
            </p:grpSpPr>
            <p:sp>
              <p:nvSpPr>
                <p:cNvPr id="4667" name="Google Shape;4667;p16"/>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16"/>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16"/>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16"/>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16"/>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16"/>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16"/>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16"/>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16"/>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16"/>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16"/>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16"/>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9" name="Google Shape;4679;p16"/>
              <p:cNvGrpSpPr/>
              <p:nvPr/>
            </p:nvGrpSpPr>
            <p:grpSpPr>
              <a:xfrm rot="-2169427">
                <a:off x="3455919" y="1963478"/>
                <a:ext cx="361529" cy="649332"/>
                <a:chOff x="1266852" y="1150479"/>
                <a:chExt cx="361530" cy="649334"/>
              </a:xfrm>
            </p:grpSpPr>
            <p:sp>
              <p:nvSpPr>
                <p:cNvPr id="4680" name="Google Shape;4680;p16"/>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16"/>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16"/>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16"/>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16"/>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16"/>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16"/>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16"/>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88" name="Google Shape;4688;p16"/>
            <p:cNvGrpSpPr/>
            <p:nvPr/>
          </p:nvGrpSpPr>
          <p:grpSpPr>
            <a:xfrm>
              <a:off x="3490978" y="1037105"/>
              <a:ext cx="575468" cy="1051322"/>
              <a:chOff x="3377730" y="919968"/>
              <a:chExt cx="471039" cy="860470"/>
            </a:xfrm>
          </p:grpSpPr>
          <p:grpSp>
            <p:nvGrpSpPr>
              <p:cNvPr id="4689" name="Google Shape;4689;p16"/>
              <p:cNvGrpSpPr/>
              <p:nvPr/>
            </p:nvGrpSpPr>
            <p:grpSpPr>
              <a:xfrm>
                <a:off x="3377730" y="919968"/>
                <a:ext cx="408804" cy="692511"/>
                <a:chOff x="3377730" y="919968"/>
                <a:chExt cx="408804" cy="692511"/>
              </a:xfrm>
            </p:grpSpPr>
            <p:sp>
              <p:nvSpPr>
                <p:cNvPr id="4690" name="Google Shape;4690;p16"/>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16"/>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16"/>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16"/>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16"/>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16"/>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16"/>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16"/>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16"/>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16"/>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16"/>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16"/>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2" name="Google Shape;4702;p16"/>
              <p:cNvGrpSpPr/>
              <p:nvPr/>
            </p:nvGrpSpPr>
            <p:grpSpPr>
              <a:xfrm>
                <a:off x="3487239" y="1131104"/>
                <a:ext cx="361530" cy="649334"/>
                <a:chOff x="1266852" y="1150479"/>
                <a:chExt cx="361530" cy="649334"/>
              </a:xfrm>
            </p:grpSpPr>
            <p:sp>
              <p:nvSpPr>
                <p:cNvPr id="4703" name="Google Shape;4703;p16"/>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16"/>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16"/>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16"/>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16"/>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16"/>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16"/>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16"/>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11" name="Google Shape;4711;p16"/>
            <p:cNvGrpSpPr/>
            <p:nvPr/>
          </p:nvGrpSpPr>
          <p:grpSpPr>
            <a:xfrm>
              <a:off x="3517102" y="2473933"/>
              <a:ext cx="590853" cy="538858"/>
              <a:chOff x="2374102" y="2397733"/>
              <a:chExt cx="590853" cy="538858"/>
            </a:xfrm>
          </p:grpSpPr>
          <p:grpSp>
            <p:nvGrpSpPr>
              <p:cNvPr id="4712" name="Google Shape;4712;p16"/>
              <p:cNvGrpSpPr/>
              <p:nvPr/>
            </p:nvGrpSpPr>
            <p:grpSpPr>
              <a:xfrm>
                <a:off x="2374102" y="2397733"/>
                <a:ext cx="590853" cy="538858"/>
                <a:chOff x="1993102" y="2397733"/>
                <a:chExt cx="590853" cy="538858"/>
              </a:xfrm>
            </p:grpSpPr>
            <p:sp>
              <p:nvSpPr>
                <p:cNvPr id="4713" name="Google Shape;4713;p16"/>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16"/>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16"/>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16"/>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16"/>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16"/>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16"/>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16"/>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16"/>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16"/>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16"/>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16"/>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16"/>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16"/>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16"/>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16"/>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29" name="Google Shape;4729;p16"/>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16"/>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16"/>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2" name="Google Shape;4732;p16"/>
              <p:cNvGrpSpPr/>
              <p:nvPr/>
            </p:nvGrpSpPr>
            <p:grpSpPr>
              <a:xfrm>
                <a:off x="2672051" y="2466803"/>
                <a:ext cx="88776" cy="97630"/>
                <a:chOff x="2291051" y="2466803"/>
                <a:chExt cx="88776" cy="97630"/>
              </a:xfrm>
            </p:grpSpPr>
            <p:sp>
              <p:nvSpPr>
                <p:cNvPr id="4733" name="Google Shape;4733;p16"/>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16"/>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16"/>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16"/>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16"/>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16"/>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16"/>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16"/>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16"/>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16"/>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16"/>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16"/>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16"/>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16"/>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16"/>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16"/>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16"/>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16"/>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16"/>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16"/>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16"/>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16"/>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16"/>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16"/>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16"/>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16"/>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16"/>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16"/>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16"/>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2" name="Google Shape;4762;p16"/>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16"/>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16"/>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16"/>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16"/>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16"/>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16"/>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9" name="Google Shape;4769;p16"/>
            <p:cNvGrpSpPr/>
            <p:nvPr/>
          </p:nvGrpSpPr>
          <p:grpSpPr>
            <a:xfrm rot="352659">
              <a:off x="3394332" y="1622136"/>
              <a:ext cx="676583" cy="547330"/>
              <a:chOff x="1981897" y="1546050"/>
              <a:chExt cx="676612" cy="547354"/>
            </a:xfrm>
          </p:grpSpPr>
          <p:grpSp>
            <p:nvGrpSpPr>
              <p:cNvPr id="4770" name="Google Shape;4770;p16"/>
              <p:cNvGrpSpPr/>
              <p:nvPr/>
            </p:nvGrpSpPr>
            <p:grpSpPr>
              <a:xfrm>
                <a:off x="2240847" y="1546050"/>
                <a:ext cx="258712" cy="250429"/>
                <a:chOff x="1490538" y="753834"/>
                <a:chExt cx="470985" cy="455906"/>
              </a:xfrm>
            </p:grpSpPr>
            <p:sp>
              <p:nvSpPr>
                <p:cNvPr id="4771" name="Google Shape;4771;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1" name="Google Shape;4781;p16"/>
              <p:cNvGrpSpPr/>
              <p:nvPr/>
            </p:nvGrpSpPr>
            <p:grpSpPr>
              <a:xfrm>
                <a:off x="2399797" y="1673288"/>
                <a:ext cx="258712" cy="250429"/>
                <a:chOff x="1490538" y="753834"/>
                <a:chExt cx="470985" cy="455906"/>
              </a:xfrm>
            </p:grpSpPr>
            <p:sp>
              <p:nvSpPr>
                <p:cNvPr id="4782" name="Google Shape;4782;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2" name="Google Shape;4792;p16"/>
              <p:cNvGrpSpPr/>
              <p:nvPr/>
            </p:nvGrpSpPr>
            <p:grpSpPr>
              <a:xfrm>
                <a:off x="2159535" y="1742038"/>
                <a:ext cx="258712" cy="250429"/>
                <a:chOff x="1490538" y="753834"/>
                <a:chExt cx="470985" cy="455906"/>
              </a:xfrm>
            </p:grpSpPr>
            <p:sp>
              <p:nvSpPr>
                <p:cNvPr id="4793" name="Google Shape;4793;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3" name="Google Shape;4803;p16"/>
              <p:cNvGrpSpPr/>
              <p:nvPr/>
            </p:nvGrpSpPr>
            <p:grpSpPr>
              <a:xfrm>
                <a:off x="2323985" y="1842975"/>
                <a:ext cx="258712" cy="250429"/>
                <a:chOff x="1490538" y="753834"/>
                <a:chExt cx="470985" cy="455906"/>
              </a:xfrm>
            </p:grpSpPr>
            <p:sp>
              <p:nvSpPr>
                <p:cNvPr id="4804" name="Google Shape;4804;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4" name="Google Shape;4814;p16"/>
              <p:cNvGrpSpPr/>
              <p:nvPr/>
            </p:nvGrpSpPr>
            <p:grpSpPr>
              <a:xfrm>
                <a:off x="1981897" y="1804075"/>
                <a:ext cx="258712" cy="250429"/>
                <a:chOff x="1490538" y="753834"/>
                <a:chExt cx="470985" cy="455906"/>
              </a:xfrm>
            </p:grpSpPr>
            <p:sp>
              <p:nvSpPr>
                <p:cNvPr id="4815" name="Google Shape;4815;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25" name="Google Shape;4825;p16"/>
            <p:cNvGrpSpPr/>
            <p:nvPr/>
          </p:nvGrpSpPr>
          <p:grpSpPr>
            <a:xfrm flipH="1">
              <a:off x="3270102" y="2806996"/>
              <a:ext cx="590853" cy="538858"/>
              <a:chOff x="2374102" y="2397733"/>
              <a:chExt cx="590853" cy="538858"/>
            </a:xfrm>
          </p:grpSpPr>
          <p:grpSp>
            <p:nvGrpSpPr>
              <p:cNvPr id="4826" name="Google Shape;4826;p16"/>
              <p:cNvGrpSpPr/>
              <p:nvPr/>
            </p:nvGrpSpPr>
            <p:grpSpPr>
              <a:xfrm>
                <a:off x="2374102" y="2397733"/>
                <a:ext cx="590853" cy="538858"/>
                <a:chOff x="1993102" y="2397733"/>
                <a:chExt cx="590853" cy="538858"/>
              </a:xfrm>
            </p:grpSpPr>
            <p:sp>
              <p:nvSpPr>
                <p:cNvPr id="4827" name="Google Shape;4827;p16"/>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16"/>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16"/>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16"/>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16"/>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16"/>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16"/>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16"/>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16"/>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16"/>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16"/>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16"/>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16"/>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16"/>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16"/>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16"/>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3" name="Google Shape;4843;p16"/>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16"/>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16"/>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6" name="Google Shape;4846;p16"/>
              <p:cNvGrpSpPr/>
              <p:nvPr/>
            </p:nvGrpSpPr>
            <p:grpSpPr>
              <a:xfrm>
                <a:off x="2672051" y="2466803"/>
                <a:ext cx="88776" cy="97630"/>
                <a:chOff x="2291051" y="2466803"/>
                <a:chExt cx="88776" cy="97630"/>
              </a:xfrm>
            </p:grpSpPr>
            <p:sp>
              <p:nvSpPr>
                <p:cNvPr id="4847" name="Google Shape;4847;p16"/>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16"/>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16"/>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16"/>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16"/>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16"/>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16"/>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16"/>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16"/>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16"/>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16"/>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16"/>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16"/>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16"/>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16"/>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16"/>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16"/>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16"/>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16"/>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16"/>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16"/>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16"/>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16"/>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16"/>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16"/>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16"/>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16"/>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16"/>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16"/>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76" name="Google Shape;4876;p16"/>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16"/>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16"/>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16"/>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16"/>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16"/>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16"/>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3" name="Google Shape;4883;p16"/>
            <p:cNvGrpSpPr/>
            <p:nvPr/>
          </p:nvGrpSpPr>
          <p:grpSpPr>
            <a:xfrm>
              <a:off x="3446433" y="3091192"/>
              <a:ext cx="1319021" cy="1203001"/>
              <a:chOff x="2374102" y="2397733"/>
              <a:chExt cx="590853" cy="538858"/>
            </a:xfrm>
          </p:grpSpPr>
          <p:grpSp>
            <p:nvGrpSpPr>
              <p:cNvPr id="4884" name="Google Shape;4884;p16"/>
              <p:cNvGrpSpPr/>
              <p:nvPr/>
            </p:nvGrpSpPr>
            <p:grpSpPr>
              <a:xfrm>
                <a:off x="2374102" y="2397733"/>
                <a:ext cx="590853" cy="538858"/>
                <a:chOff x="1993102" y="2397733"/>
                <a:chExt cx="590853" cy="538858"/>
              </a:xfrm>
            </p:grpSpPr>
            <p:sp>
              <p:nvSpPr>
                <p:cNvPr id="4885" name="Google Shape;4885;p16"/>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16"/>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16"/>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16"/>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16"/>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16"/>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16"/>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16"/>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16"/>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16"/>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16"/>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16"/>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16"/>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16"/>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16"/>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16"/>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01" name="Google Shape;4901;p16"/>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16"/>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16"/>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04" name="Google Shape;4904;p16"/>
              <p:cNvGrpSpPr/>
              <p:nvPr/>
            </p:nvGrpSpPr>
            <p:grpSpPr>
              <a:xfrm>
                <a:off x="2672051" y="2466803"/>
                <a:ext cx="88776" cy="97630"/>
                <a:chOff x="2291051" y="2466803"/>
                <a:chExt cx="88776" cy="97630"/>
              </a:xfrm>
            </p:grpSpPr>
            <p:sp>
              <p:nvSpPr>
                <p:cNvPr id="4905" name="Google Shape;4905;p16"/>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16"/>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16"/>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16"/>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16"/>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16"/>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16"/>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16"/>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16"/>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16"/>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16"/>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16"/>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16"/>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16"/>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16"/>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16"/>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16"/>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16"/>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16"/>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16"/>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16"/>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16"/>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16"/>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16"/>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16"/>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16"/>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16"/>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16"/>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16"/>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34" name="Google Shape;4934;p16"/>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16"/>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16"/>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16"/>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16"/>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16"/>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16"/>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1" name="Google Shape;4941;p16"/>
            <p:cNvGrpSpPr/>
            <p:nvPr/>
          </p:nvGrpSpPr>
          <p:grpSpPr>
            <a:xfrm>
              <a:off x="4490110" y="3659885"/>
              <a:ext cx="365767" cy="351686"/>
              <a:chOff x="1490538" y="753834"/>
              <a:chExt cx="470985" cy="455906"/>
            </a:xfrm>
          </p:grpSpPr>
          <p:sp>
            <p:nvSpPr>
              <p:cNvPr id="4942" name="Google Shape;4942;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2" name="Google Shape;4952;p16"/>
            <p:cNvGrpSpPr/>
            <p:nvPr/>
          </p:nvGrpSpPr>
          <p:grpSpPr>
            <a:xfrm rot="-975329">
              <a:off x="4865699" y="3543897"/>
              <a:ext cx="365789" cy="351698"/>
              <a:chOff x="1490538" y="753834"/>
              <a:chExt cx="470985" cy="455906"/>
            </a:xfrm>
          </p:grpSpPr>
          <p:sp>
            <p:nvSpPr>
              <p:cNvPr id="4953" name="Google Shape;4953;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
    <p:spTree>
      <p:nvGrpSpPr>
        <p:cNvPr id="4963" name="Shape 4963"/>
        <p:cNvGrpSpPr/>
        <p:nvPr/>
      </p:nvGrpSpPr>
      <p:grpSpPr>
        <a:xfrm>
          <a:off x="0" y="0"/>
          <a:ext cx="0" cy="0"/>
          <a:chOff x="0" y="0"/>
          <a:chExt cx="0" cy="0"/>
        </a:xfrm>
      </p:grpSpPr>
      <p:sp>
        <p:nvSpPr>
          <p:cNvPr id="4964" name="Google Shape;4964;p17"/>
          <p:cNvSpPr txBox="1"/>
          <p:nvPr>
            <p:ph idx="1" type="subTitle"/>
          </p:nvPr>
        </p:nvSpPr>
        <p:spPr>
          <a:xfrm>
            <a:off x="720000" y="1958600"/>
            <a:ext cx="2073600" cy="1203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965" name="Google Shape;4965;p17"/>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4966" name="Google Shape;4966;p17"/>
          <p:cNvGrpSpPr/>
          <p:nvPr/>
        </p:nvGrpSpPr>
        <p:grpSpPr>
          <a:xfrm flipH="1">
            <a:off x="8310579" y="183377"/>
            <a:ext cx="684032" cy="697236"/>
            <a:chOff x="121063" y="211715"/>
            <a:chExt cx="684032" cy="697236"/>
          </a:xfrm>
        </p:grpSpPr>
        <p:grpSp>
          <p:nvGrpSpPr>
            <p:cNvPr id="4967" name="Google Shape;4967;p17"/>
            <p:cNvGrpSpPr/>
            <p:nvPr/>
          </p:nvGrpSpPr>
          <p:grpSpPr>
            <a:xfrm flipH="1">
              <a:off x="482506" y="211715"/>
              <a:ext cx="322588" cy="124262"/>
              <a:chOff x="2449294" y="636165"/>
              <a:chExt cx="322588" cy="124262"/>
            </a:xfrm>
          </p:grpSpPr>
          <p:sp>
            <p:nvSpPr>
              <p:cNvPr id="4968" name="Google Shape;4968;p17"/>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17"/>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17"/>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17"/>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17"/>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17"/>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17"/>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17"/>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17"/>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7" name="Google Shape;4977;p17"/>
            <p:cNvGrpSpPr/>
            <p:nvPr/>
          </p:nvGrpSpPr>
          <p:grpSpPr>
            <a:xfrm>
              <a:off x="121063" y="377859"/>
              <a:ext cx="470985" cy="455906"/>
              <a:chOff x="1490538" y="753834"/>
              <a:chExt cx="470985" cy="455906"/>
            </a:xfrm>
          </p:grpSpPr>
          <p:sp>
            <p:nvSpPr>
              <p:cNvPr id="4978" name="Google Shape;4978;p17"/>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17"/>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17"/>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17"/>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17"/>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17"/>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17"/>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17"/>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17"/>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17"/>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88" name="Google Shape;4988;p17"/>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17"/>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17"/>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1" name="Google Shape;4991;p17"/>
          <p:cNvGrpSpPr/>
          <p:nvPr/>
        </p:nvGrpSpPr>
        <p:grpSpPr>
          <a:xfrm flipH="1" rot="10800000">
            <a:off x="149379" y="4254877"/>
            <a:ext cx="684032" cy="697236"/>
            <a:chOff x="121063" y="211715"/>
            <a:chExt cx="684032" cy="697236"/>
          </a:xfrm>
        </p:grpSpPr>
        <p:grpSp>
          <p:nvGrpSpPr>
            <p:cNvPr id="4992" name="Google Shape;4992;p17"/>
            <p:cNvGrpSpPr/>
            <p:nvPr/>
          </p:nvGrpSpPr>
          <p:grpSpPr>
            <a:xfrm flipH="1">
              <a:off x="482506" y="211715"/>
              <a:ext cx="322588" cy="124262"/>
              <a:chOff x="2449294" y="636165"/>
              <a:chExt cx="322588" cy="124262"/>
            </a:xfrm>
          </p:grpSpPr>
          <p:sp>
            <p:nvSpPr>
              <p:cNvPr id="4993" name="Google Shape;4993;p17"/>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17"/>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17"/>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17"/>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17"/>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17"/>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17"/>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17"/>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17"/>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2" name="Google Shape;5002;p17"/>
            <p:cNvGrpSpPr/>
            <p:nvPr/>
          </p:nvGrpSpPr>
          <p:grpSpPr>
            <a:xfrm>
              <a:off x="121063" y="377859"/>
              <a:ext cx="470985" cy="455906"/>
              <a:chOff x="1490538" y="753834"/>
              <a:chExt cx="470985" cy="455906"/>
            </a:xfrm>
          </p:grpSpPr>
          <p:sp>
            <p:nvSpPr>
              <p:cNvPr id="5003" name="Google Shape;5003;p17"/>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17"/>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17"/>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17"/>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17"/>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17"/>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17"/>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17"/>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17"/>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17"/>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13" name="Google Shape;5013;p17"/>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17"/>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17"/>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5016" name="Shape 5016"/>
        <p:cNvGrpSpPr/>
        <p:nvPr/>
      </p:nvGrpSpPr>
      <p:grpSpPr>
        <a:xfrm>
          <a:off x="0" y="0"/>
          <a:ext cx="0" cy="0"/>
          <a:chOff x="0" y="0"/>
          <a:chExt cx="0" cy="0"/>
        </a:xfrm>
      </p:grpSpPr>
      <p:sp>
        <p:nvSpPr>
          <p:cNvPr id="5017" name="Google Shape;5017;p18"/>
          <p:cNvSpPr txBox="1"/>
          <p:nvPr>
            <p:ph type="title"/>
          </p:nvPr>
        </p:nvSpPr>
        <p:spPr>
          <a:xfrm>
            <a:off x="720000" y="2571738"/>
            <a:ext cx="23364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18" name="Google Shape;5018;p18"/>
          <p:cNvSpPr txBox="1"/>
          <p:nvPr>
            <p:ph idx="1" type="subTitle"/>
          </p:nvPr>
        </p:nvSpPr>
        <p:spPr>
          <a:xfrm>
            <a:off x="720000" y="2952738"/>
            <a:ext cx="2336400" cy="73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19" name="Google Shape;5019;p18"/>
          <p:cNvSpPr txBox="1"/>
          <p:nvPr>
            <p:ph idx="2" type="title"/>
          </p:nvPr>
        </p:nvSpPr>
        <p:spPr>
          <a:xfrm>
            <a:off x="3403800" y="2571738"/>
            <a:ext cx="23364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20" name="Google Shape;5020;p18"/>
          <p:cNvSpPr txBox="1"/>
          <p:nvPr>
            <p:ph idx="3" type="subTitle"/>
          </p:nvPr>
        </p:nvSpPr>
        <p:spPr>
          <a:xfrm>
            <a:off x="3403800" y="2952738"/>
            <a:ext cx="2336400" cy="73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21" name="Google Shape;5021;p18"/>
          <p:cNvSpPr txBox="1"/>
          <p:nvPr>
            <p:ph idx="4" type="title"/>
          </p:nvPr>
        </p:nvSpPr>
        <p:spPr>
          <a:xfrm>
            <a:off x="6087600" y="2571738"/>
            <a:ext cx="23364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22" name="Google Shape;5022;p18"/>
          <p:cNvSpPr txBox="1"/>
          <p:nvPr>
            <p:ph idx="5" type="subTitle"/>
          </p:nvPr>
        </p:nvSpPr>
        <p:spPr>
          <a:xfrm>
            <a:off x="6087600" y="2952738"/>
            <a:ext cx="2336400" cy="73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23" name="Google Shape;5023;p18"/>
          <p:cNvSpPr txBox="1"/>
          <p:nvPr>
            <p:ph idx="6"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5024" name="Google Shape;5024;p18"/>
          <p:cNvGrpSpPr/>
          <p:nvPr/>
        </p:nvGrpSpPr>
        <p:grpSpPr>
          <a:xfrm flipH="1">
            <a:off x="8310579" y="183377"/>
            <a:ext cx="684032" cy="697236"/>
            <a:chOff x="121063" y="211715"/>
            <a:chExt cx="684032" cy="697236"/>
          </a:xfrm>
        </p:grpSpPr>
        <p:grpSp>
          <p:nvGrpSpPr>
            <p:cNvPr id="5025" name="Google Shape;5025;p18"/>
            <p:cNvGrpSpPr/>
            <p:nvPr/>
          </p:nvGrpSpPr>
          <p:grpSpPr>
            <a:xfrm flipH="1">
              <a:off x="482506" y="211715"/>
              <a:ext cx="322588" cy="124262"/>
              <a:chOff x="2449294" y="636165"/>
              <a:chExt cx="322588" cy="124262"/>
            </a:xfrm>
          </p:grpSpPr>
          <p:sp>
            <p:nvSpPr>
              <p:cNvPr id="5026" name="Google Shape;5026;p1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1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1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1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1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1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1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1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1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5" name="Google Shape;5035;p18"/>
            <p:cNvGrpSpPr/>
            <p:nvPr/>
          </p:nvGrpSpPr>
          <p:grpSpPr>
            <a:xfrm>
              <a:off x="121063" y="377859"/>
              <a:ext cx="470985" cy="455906"/>
              <a:chOff x="1490538" y="753834"/>
              <a:chExt cx="470985" cy="455906"/>
            </a:xfrm>
          </p:grpSpPr>
          <p:sp>
            <p:nvSpPr>
              <p:cNvPr id="5036" name="Google Shape;5036;p1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1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1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1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1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1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1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1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1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1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46" name="Google Shape;5046;p18"/>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18"/>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18"/>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9" name="Google Shape;5049;p18"/>
          <p:cNvGrpSpPr/>
          <p:nvPr/>
        </p:nvGrpSpPr>
        <p:grpSpPr>
          <a:xfrm flipH="1" rot="10800000">
            <a:off x="149379" y="4254877"/>
            <a:ext cx="684032" cy="697236"/>
            <a:chOff x="121063" y="211715"/>
            <a:chExt cx="684032" cy="697236"/>
          </a:xfrm>
        </p:grpSpPr>
        <p:grpSp>
          <p:nvGrpSpPr>
            <p:cNvPr id="5050" name="Google Shape;5050;p18"/>
            <p:cNvGrpSpPr/>
            <p:nvPr/>
          </p:nvGrpSpPr>
          <p:grpSpPr>
            <a:xfrm flipH="1">
              <a:off x="482506" y="211715"/>
              <a:ext cx="322588" cy="124262"/>
              <a:chOff x="2449294" y="636165"/>
              <a:chExt cx="322588" cy="124262"/>
            </a:xfrm>
          </p:grpSpPr>
          <p:sp>
            <p:nvSpPr>
              <p:cNvPr id="5051" name="Google Shape;5051;p1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1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1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1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1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1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1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1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1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0" name="Google Shape;5060;p18"/>
            <p:cNvGrpSpPr/>
            <p:nvPr/>
          </p:nvGrpSpPr>
          <p:grpSpPr>
            <a:xfrm>
              <a:off x="121063" y="377859"/>
              <a:ext cx="470985" cy="455906"/>
              <a:chOff x="1490538" y="753834"/>
              <a:chExt cx="470985" cy="455906"/>
            </a:xfrm>
          </p:grpSpPr>
          <p:sp>
            <p:nvSpPr>
              <p:cNvPr id="5061" name="Google Shape;5061;p1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1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1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1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1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1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1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1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1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1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71" name="Google Shape;5071;p18"/>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18"/>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18"/>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5074" name="Shape 5074"/>
        <p:cNvGrpSpPr/>
        <p:nvPr/>
      </p:nvGrpSpPr>
      <p:grpSpPr>
        <a:xfrm>
          <a:off x="0" y="0"/>
          <a:ext cx="0" cy="0"/>
          <a:chOff x="0" y="0"/>
          <a:chExt cx="0" cy="0"/>
        </a:xfrm>
      </p:grpSpPr>
      <p:sp>
        <p:nvSpPr>
          <p:cNvPr id="5075" name="Google Shape;5075;p19"/>
          <p:cNvSpPr txBox="1"/>
          <p:nvPr>
            <p:ph type="title"/>
          </p:nvPr>
        </p:nvSpPr>
        <p:spPr>
          <a:xfrm>
            <a:off x="720000" y="1981950"/>
            <a:ext cx="20118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76" name="Google Shape;5076;p19"/>
          <p:cNvSpPr txBox="1"/>
          <p:nvPr>
            <p:ph idx="1" type="subTitle"/>
          </p:nvPr>
        </p:nvSpPr>
        <p:spPr>
          <a:xfrm>
            <a:off x="720000" y="2286750"/>
            <a:ext cx="20118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77" name="Google Shape;5077;p19"/>
          <p:cNvSpPr txBox="1"/>
          <p:nvPr>
            <p:ph idx="2" type="title"/>
          </p:nvPr>
        </p:nvSpPr>
        <p:spPr>
          <a:xfrm>
            <a:off x="3566100" y="1981950"/>
            <a:ext cx="20118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78" name="Google Shape;5078;p19"/>
          <p:cNvSpPr txBox="1"/>
          <p:nvPr>
            <p:ph idx="3" type="subTitle"/>
          </p:nvPr>
        </p:nvSpPr>
        <p:spPr>
          <a:xfrm>
            <a:off x="3566100" y="2286750"/>
            <a:ext cx="20118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79" name="Google Shape;5079;p19"/>
          <p:cNvSpPr txBox="1"/>
          <p:nvPr>
            <p:ph idx="4" type="title"/>
          </p:nvPr>
        </p:nvSpPr>
        <p:spPr>
          <a:xfrm>
            <a:off x="720000" y="3737700"/>
            <a:ext cx="20118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80" name="Google Shape;5080;p19"/>
          <p:cNvSpPr txBox="1"/>
          <p:nvPr>
            <p:ph idx="5" type="subTitle"/>
          </p:nvPr>
        </p:nvSpPr>
        <p:spPr>
          <a:xfrm>
            <a:off x="720000" y="4042500"/>
            <a:ext cx="20118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81" name="Google Shape;5081;p19"/>
          <p:cNvSpPr txBox="1"/>
          <p:nvPr>
            <p:ph idx="6" type="title"/>
          </p:nvPr>
        </p:nvSpPr>
        <p:spPr>
          <a:xfrm>
            <a:off x="3566100" y="3737700"/>
            <a:ext cx="20118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82" name="Google Shape;5082;p19"/>
          <p:cNvSpPr txBox="1"/>
          <p:nvPr>
            <p:ph idx="7" type="subTitle"/>
          </p:nvPr>
        </p:nvSpPr>
        <p:spPr>
          <a:xfrm>
            <a:off x="3566100" y="4042500"/>
            <a:ext cx="20118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83" name="Google Shape;5083;p19"/>
          <p:cNvSpPr txBox="1"/>
          <p:nvPr>
            <p:ph idx="8" type="title"/>
          </p:nvPr>
        </p:nvSpPr>
        <p:spPr>
          <a:xfrm>
            <a:off x="6412195" y="1981950"/>
            <a:ext cx="20118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84" name="Google Shape;5084;p19"/>
          <p:cNvSpPr txBox="1"/>
          <p:nvPr>
            <p:ph idx="9" type="subTitle"/>
          </p:nvPr>
        </p:nvSpPr>
        <p:spPr>
          <a:xfrm>
            <a:off x="6412195" y="2286750"/>
            <a:ext cx="20118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85" name="Google Shape;5085;p19"/>
          <p:cNvSpPr txBox="1"/>
          <p:nvPr>
            <p:ph idx="13" type="title"/>
          </p:nvPr>
        </p:nvSpPr>
        <p:spPr>
          <a:xfrm>
            <a:off x="6412195" y="3737700"/>
            <a:ext cx="20118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86" name="Google Shape;5086;p19"/>
          <p:cNvSpPr txBox="1"/>
          <p:nvPr>
            <p:ph idx="14" type="subTitle"/>
          </p:nvPr>
        </p:nvSpPr>
        <p:spPr>
          <a:xfrm>
            <a:off x="6412195" y="4042500"/>
            <a:ext cx="20118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87" name="Google Shape;5087;p19"/>
          <p:cNvSpPr txBox="1"/>
          <p:nvPr>
            <p:ph idx="15"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5088" name="Google Shape;5088;p19"/>
          <p:cNvGrpSpPr/>
          <p:nvPr/>
        </p:nvGrpSpPr>
        <p:grpSpPr>
          <a:xfrm>
            <a:off x="149379" y="183377"/>
            <a:ext cx="684032" cy="697236"/>
            <a:chOff x="121063" y="211715"/>
            <a:chExt cx="684032" cy="697236"/>
          </a:xfrm>
        </p:grpSpPr>
        <p:grpSp>
          <p:nvGrpSpPr>
            <p:cNvPr id="5089" name="Google Shape;5089;p19"/>
            <p:cNvGrpSpPr/>
            <p:nvPr/>
          </p:nvGrpSpPr>
          <p:grpSpPr>
            <a:xfrm flipH="1">
              <a:off x="482506" y="211715"/>
              <a:ext cx="322588" cy="124262"/>
              <a:chOff x="2449294" y="636165"/>
              <a:chExt cx="322588" cy="124262"/>
            </a:xfrm>
          </p:grpSpPr>
          <p:sp>
            <p:nvSpPr>
              <p:cNvPr id="5090" name="Google Shape;5090;p19"/>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19"/>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19"/>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19"/>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19"/>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19"/>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19"/>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19"/>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19"/>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9" name="Google Shape;5099;p19"/>
            <p:cNvGrpSpPr/>
            <p:nvPr/>
          </p:nvGrpSpPr>
          <p:grpSpPr>
            <a:xfrm>
              <a:off x="121063" y="377859"/>
              <a:ext cx="470985" cy="455906"/>
              <a:chOff x="1490538" y="753834"/>
              <a:chExt cx="470985" cy="455906"/>
            </a:xfrm>
          </p:grpSpPr>
          <p:sp>
            <p:nvSpPr>
              <p:cNvPr id="5100" name="Google Shape;5100;p19"/>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19"/>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19"/>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19"/>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19"/>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19"/>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19"/>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19"/>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19"/>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19"/>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10" name="Google Shape;5110;p19"/>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19"/>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19"/>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3" name="Google Shape;5113;p19"/>
          <p:cNvGrpSpPr/>
          <p:nvPr/>
        </p:nvGrpSpPr>
        <p:grpSpPr>
          <a:xfrm rot="10800000">
            <a:off x="8310579" y="4254877"/>
            <a:ext cx="684032" cy="697236"/>
            <a:chOff x="121063" y="211715"/>
            <a:chExt cx="684032" cy="697236"/>
          </a:xfrm>
        </p:grpSpPr>
        <p:grpSp>
          <p:nvGrpSpPr>
            <p:cNvPr id="5114" name="Google Shape;5114;p19"/>
            <p:cNvGrpSpPr/>
            <p:nvPr/>
          </p:nvGrpSpPr>
          <p:grpSpPr>
            <a:xfrm flipH="1">
              <a:off x="482506" y="211715"/>
              <a:ext cx="322588" cy="124262"/>
              <a:chOff x="2449294" y="636165"/>
              <a:chExt cx="322588" cy="124262"/>
            </a:xfrm>
          </p:grpSpPr>
          <p:sp>
            <p:nvSpPr>
              <p:cNvPr id="5115" name="Google Shape;5115;p19"/>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19"/>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19"/>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19"/>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19"/>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19"/>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19"/>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19"/>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19"/>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4" name="Google Shape;5124;p19"/>
            <p:cNvGrpSpPr/>
            <p:nvPr/>
          </p:nvGrpSpPr>
          <p:grpSpPr>
            <a:xfrm>
              <a:off x="121063" y="377859"/>
              <a:ext cx="470985" cy="455906"/>
              <a:chOff x="1490538" y="753834"/>
              <a:chExt cx="470985" cy="455906"/>
            </a:xfrm>
          </p:grpSpPr>
          <p:sp>
            <p:nvSpPr>
              <p:cNvPr id="5125" name="Google Shape;5125;p19"/>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19"/>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19"/>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19"/>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19"/>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19"/>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19"/>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19"/>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19"/>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19"/>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35" name="Google Shape;5135;p19"/>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19"/>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19"/>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5138" name="Shape 5138"/>
        <p:cNvGrpSpPr/>
        <p:nvPr/>
      </p:nvGrpSpPr>
      <p:grpSpPr>
        <a:xfrm>
          <a:off x="0" y="0"/>
          <a:ext cx="0" cy="0"/>
          <a:chOff x="0" y="0"/>
          <a:chExt cx="0" cy="0"/>
        </a:xfrm>
      </p:grpSpPr>
      <p:sp>
        <p:nvSpPr>
          <p:cNvPr id="5139" name="Google Shape;5139;p20"/>
          <p:cNvSpPr txBox="1"/>
          <p:nvPr>
            <p:ph hasCustomPrompt="1" type="title"/>
          </p:nvPr>
        </p:nvSpPr>
        <p:spPr>
          <a:xfrm>
            <a:off x="2267175" y="692400"/>
            <a:ext cx="46095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5140" name="Google Shape;5140;p20"/>
          <p:cNvSpPr txBox="1"/>
          <p:nvPr>
            <p:ph idx="1" type="subTitle"/>
          </p:nvPr>
        </p:nvSpPr>
        <p:spPr>
          <a:xfrm>
            <a:off x="2267175" y="1520703"/>
            <a:ext cx="4609500" cy="274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5141" name="Google Shape;5141;p20"/>
          <p:cNvSpPr txBox="1"/>
          <p:nvPr>
            <p:ph hasCustomPrompt="1" idx="2" type="title"/>
          </p:nvPr>
        </p:nvSpPr>
        <p:spPr>
          <a:xfrm>
            <a:off x="2267175" y="2020492"/>
            <a:ext cx="46095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5142" name="Google Shape;5142;p20"/>
          <p:cNvSpPr txBox="1"/>
          <p:nvPr>
            <p:ph idx="3" type="subTitle"/>
          </p:nvPr>
        </p:nvSpPr>
        <p:spPr>
          <a:xfrm>
            <a:off x="2267175" y="2848795"/>
            <a:ext cx="4609500" cy="274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5143" name="Google Shape;5143;p20"/>
          <p:cNvSpPr txBox="1"/>
          <p:nvPr>
            <p:ph hasCustomPrompt="1" idx="4" type="title"/>
          </p:nvPr>
        </p:nvSpPr>
        <p:spPr>
          <a:xfrm>
            <a:off x="2267175" y="3348597"/>
            <a:ext cx="46095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5144" name="Google Shape;5144;p20"/>
          <p:cNvSpPr txBox="1"/>
          <p:nvPr>
            <p:ph idx="5" type="subTitle"/>
          </p:nvPr>
        </p:nvSpPr>
        <p:spPr>
          <a:xfrm>
            <a:off x="2267175" y="4176899"/>
            <a:ext cx="4609500" cy="274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5145" name="Google Shape;5145;p20"/>
          <p:cNvGrpSpPr/>
          <p:nvPr/>
        </p:nvGrpSpPr>
        <p:grpSpPr>
          <a:xfrm>
            <a:off x="5838892" y="-430047"/>
            <a:ext cx="3943216" cy="2469918"/>
            <a:chOff x="5681667" y="-311651"/>
            <a:chExt cx="3943216" cy="2469918"/>
          </a:xfrm>
        </p:grpSpPr>
        <p:sp>
          <p:nvSpPr>
            <p:cNvPr id="5146" name="Google Shape;5146;p20"/>
            <p:cNvSpPr/>
            <p:nvPr/>
          </p:nvSpPr>
          <p:spPr>
            <a:xfrm>
              <a:off x="6319579" y="6384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20"/>
            <p:cNvSpPr/>
            <p:nvPr/>
          </p:nvSpPr>
          <p:spPr>
            <a:xfrm rot="10800000">
              <a:off x="6858777" y="460665"/>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20"/>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20"/>
            <p:cNvSpPr/>
            <p:nvPr/>
          </p:nvSpPr>
          <p:spPr>
            <a:xfrm rot="10800000">
              <a:off x="8612852" y="167987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50" name="Google Shape;5150;p20"/>
            <p:cNvGrpSpPr/>
            <p:nvPr/>
          </p:nvGrpSpPr>
          <p:grpSpPr>
            <a:xfrm flipH="1">
              <a:off x="6751497" y="678045"/>
              <a:ext cx="411494" cy="164598"/>
              <a:chOff x="2449294" y="636165"/>
              <a:chExt cx="322588" cy="124262"/>
            </a:xfrm>
          </p:grpSpPr>
          <p:sp>
            <p:nvSpPr>
              <p:cNvPr id="5151" name="Google Shape;5151;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0" name="Google Shape;5160;p20"/>
            <p:cNvGrpSpPr/>
            <p:nvPr/>
          </p:nvGrpSpPr>
          <p:grpSpPr>
            <a:xfrm>
              <a:off x="8575747" y="1993670"/>
              <a:ext cx="411494" cy="164598"/>
              <a:chOff x="2449294" y="636165"/>
              <a:chExt cx="322588" cy="124262"/>
            </a:xfrm>
          </p:grpSpPr>
          <p:sp>
            <p:nvSpPr>
              <p:cNvPr id="5161" name="Google Shape;5161;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0" name="Google Shape;5170;p20"/>
            <p:cNvGrpSpPr/>
            <p:nvPr/>
          </p:nvGrpSpPr>
          <p:grpSpPr>
            <a:xfrm flipH="1" rot="10800000">
              <a:off x="7008738" y="922775"/>
              <a:ext cx="365767" cy="351138"/>
              <a:chOff x="1490538" y="753834"/>
              <a:chExt cx="470985" cy="455906"/>
            </a:xfrm>
          </p:grpSpPr>
          <p:sp>
            <p:nvSpPr>
              <p:cNvPr id="5171" name="Google Shape;517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1" name="Google Shape;5181;p20"/>
            <p:cNvGrpSpPr/>
            <p:nvPr/>
          </p:nvGrpSpPr>
          <p:grpSpPr>
            <a:xfrm flipH="1" rot="-5400000">
              <a:off x="6601720" y="-1231703"/>
              <a:ext cx="2103111" cy="3943216"/>
              <a:chOff x="3238754" y="1037105"/>
              <a:chExt cx="2114316" cy="3971813"/>
            </a:xfrm>
          </p:grpSpPr>
          <p:grpSp>
            <p:nvGrpSpPr>
              <p:cNvPr id="5182" name="Google Shape;5182;p20"/>
              <p:cNvGrpSpPr/>
              <p:nvPr/>
            </p:nvGrpSpPr>
            <p:grpSpPr>
              <a:xfrm rot="352619">
                <a:off x="3514228" y="3929201"/>
                <a:ext cx="820714" cy="663927"/>
                <a:chOff x="1981897" y="1546050"/>
                <a:chExt cx="676612" cy="547354"/>
              </a:xfrm>
            </p:grpSpPr>
            <p:grpSp>
              <p:nvGrpSpPr>
                <p:cNvPr id="5183" name="Google Shape;5183;p20"/>
                <p:cNvGrpSpPr/>
                <p:nvPr/>
              </p:nvGrpSpPr>
              <p:grpSpPr>
                <a:xfrm>
                  <a:off x="2240847" y="1546050"/>
                  <a:ext cx="258712" cy="250429"/>
                  <a:chOff x="1490538" y="753834"/>
                  <a:chExt cx="470985" cy="455906"/>
                </a:xfrm>
              </p:grpSpPr>
              <p:sp>
                <p:nvSpPr>
                  <p:cNvPr id="5184" name="Google Shape;5184;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4" name="Google Shape;5194;p20"/>
                <p:cNvGrpSpPr/>
                <p:nvPr/>
              </p:nvGrpSpPr>
              <p:grpSpPr>
                <a:xfrm>
                  <a:off x="2399797" y="1673288"/>
                  <a:ext cx="258712" cy="250429"/>
                  <a:chOff x="1490538" y="753834"/>
                  <a:chExt cx="470985" cy="455906"/>
                </a:xfrm>
              </p:grpSpPr>
              <p:sp>
                <p:nvSpPr>
                  <p:cNvPr id="5195" name="Google Shape;519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5" name="Google Shape;5205;p20"/>
                <p:cNvGrpSpPr/>
                <p:nvPr/>
              </p:nvGrpSpPr>
              <p:grpSpPr>
                <a:xfrm>
                  <a:off x="2159535" y="1742038"/>
                  <a:ext cx="258712" cy="250429"/>
                  <a:chOff x="1490538" y="753834"/>
                  <a:chExt cx="470985" cy="455906"/>
                </a:xfrm>
              </p:grpSpPr>
              <p:sp>
                <p:nvSpPr>
                  <p:cNvPr id="5206" name="Google Shape;5206;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6" name="Google Shape;5216;p20"/>
                <p:cNvGrpSpPr/>
                <p:nvPr/>
              </p:nvGrpSpPr>
              <p:grpSpPr>
                <a:xfrm>
                  <a:off x="2323985" y="1842975"/>
                  <a:ext cx="258712" cy="250429"/>
                  <a:chOff x="1490538" y="753834"/>
                  <a:chExt cx="470985" cy="455906"/>
                </a:xfrm>
              </p:grpSpPr>
              <p:sp>
                <p:nvSpPr>
                  <p:cNvPr id="5217" name="Google Shape;5217;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7" name="Google Shape;5227;p20"/>
                <p:cNvGrpSpPr/>
                <p:nvPr/>
              </p:nvGrpSpPr>
              <p:grpSpPr>
                <a:xfrm>
                  <a:off x="1981897" y="1804075"/>
                  <a:ext cx="258712" cy="250429"/>
                  <a:chOff x="1490538" y="753834"/>
                  <a:chExt cx="470985" cy="455906"/>
                </a:xfrm>
              </p:grpSpPr>
              <p:sp>
                <p:nvSpPr>
                  <p:cNvPr id="5228" name="Google Shape;522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38" name="Google Shape;5238;p20"/>
              <p:cNvGrpSpPr/>
              <p:nvPr/>
            </p:nvGrpSpPr>
            <p:grpSpPr>
              <a:xfrm flipH="1" rot="8833976">
                <a:off x="4214846" y="3438470"/>
                <a:ext cx="804524" cy="1469662"/>
                <a:chOff x="3377730" y="919968"/>
                <a:chExt cx="471039" cy="860470"/>
              </a:xfrm>
            </p:grpSpPr>
            <p:grpSp>
              <p:nvGrpSpPr>
                <p:cNvPr id="5239" name="Google Shape;5239;p20"/>
                <p:cNvGrpSpPr/>
                <p:nvPr/>
              </p:nvGrpSpPr>
              <p:grpSpPr>
                <a:xfrm>
                  <a:off x="3377730" y="919968"/>
                  <a:ext cx="408804" cy="692511"/>
                  <a:chOff x="3377730" y="919968"/>
                  <a:chExt cx="408804" cy="692511"/>
                </a:xfrm>
              </p:grpSpPr>
              <p:sp>
                <p:nvSpPr>
                  <p:cNvPr id="5240" name="Google Shape;5240;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2" name="Google Shape;5252;p20"/>
                <p:cNvGrpSpPr/>
                <p:nvPr/>
              </p:nvGrpSpPr>
              <p:grpSpPr>
                <a:xfrm>
                  <a:off x="3487239" y="1131104"/>
                  <a:ext cx="361530" cy="649334"/>
                  <a:chOff x="1266852" y="1150479"/>
                  <a:chExt cx="361530" cy="649334"/>
                </a:xfrm>
              </p:grpSpPr>
              <p:sp>
                <p:nvSpPr>
                  <p:cNvPr id="5253" name="Google Shape;5253;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61" name="Google Shape;5261;p20"/>
              <p:cNvGrpSpPr/>
              <p:nvPr/>
            </p:nvGrpSpPr>
            <p:grpSpPr>
              <a:xfrm rot="4488281">
                <a:off x="3583731" y="2580940"/>
                <a:ext cx="887798" cy="871068"/>
                <a:chOff x="3086354" y="1785830"/>
                <a:chExt cx="887833" cy="871102"/>
              </a:xfrm>
            </p:grpSpPr>
            <p:grpSp>
              <p:nvGrpSpPr>
                <p:cNvPr id="5262" name="Google Shape;5262;p20"/>
                <p:cNvGrpSpPr/>
                <p:nvPr/>
              </p:nvGrpSpPr>
              <p:grpSpPr>
                <a:xfrm rot="-2169427">
                  <a:off x="3251277" y="1839739"/>
                  <a:ext cx="408803" cy="692509"/>
                  <a:chOff x="3377730" y="919968"/>
                  <a:chExt cx="408804" cy="692511"/>
                </a:xfrm>
              </p:grpSpPr>
              <p:sp>
                <p:nvSpPr>
                  <p:cNvPr id="5263" name="Google Shape;5263;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5" name="Google Shape;5275;p20"/>
                <p:cNvGrpSpPr/>
                <p:nvPr/>
              </p:nvGrpSpPr>
              <p:grpSpPr>
                <a:xfrm rot="-2169427">
                  <a:off x="3455919" y="1963478"/>
                  <a:ext cx="361529" cy="649332"/>
                  <a:chOff x="1266852" y="1150479"/>
                  <a:chExt cx="361530" cy="649334"/>
                </a:xfrm>
              </p:grpSpPr>
              <p:sp>
                <p:nvSpPr>
                  <p:cNvPr id="5276" name="Google Shape;5276;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84" name="Google Shape;5284;p20"/>
              <p:cNvGrpSpPr/>
              <p:nvPr/>
            </p:nvGrpSpPr>
            <p:grpSpPr>
              <a:xfrm>
                <a:off x="3238754" y="1938230"/>
                <a:ext cx="887833" cy="871102"/>
                <a:chOff x="3086354" y="1785830"/>
                <a:chExt cx="887833" cy="871102"/>
              </a:xfrm>
            </p:grpSpPr>
            <p:grpSp>
              <p:nvGrpSpPr>
                <p:cNvPr id="5285" name="Google Shape;5285;p20"/>
                <p:cNvGrpSpPr/>
                <p:nvPr/>
              </p:nvGrpSpPr>
              <p:grpSpPr>
                <a:xfrm rot="-2169427">
                  <a:off x="3251277" y="1839739"/>
                  <a:ext cx="408803" cy="692509"/>
                  <a:chOff x="3377730" y="919968"/>
                  <a:chExt cx="408804" cy="692511"/>
                </a:xfrm>
              </p:grpSpPr>
              <p:sp>
                <p:nvSpPr>
                  <p:cNvPr id="5286" name="Google Shape;5286;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8" name="Google Shape;5298;p20"/>
                <p:cNvGrpSpPr/>
                <p:nvPr/>
              </p:nvGrpSpPr>
              <p:grpSpPr>
                <a:xfrm rot="-2169427">
                  <a:off x="3455919" y="1963478"/>
                  <a:ext cx="361529" cy="649332"/>
                  <a:chOff x="1266852" y="1150479"/>
                  <a:chExt cx="361530" cy="649334"/>
                </a:xfrm>
              </p:grpSpPr>
              <p:sp>
                <p:nvSpPr>
                  <p:cNvPr id="5299" name="Google Shape;5299;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07" name="Google Shape;5307;p20"/>
              <p:cNvGrpSpPr/>
              <p:nvPr/>
            </p:nvGrpSpPr>
            <p:grpSpPr>
              <a:xfrm>
                <a:off x="3490978" y="1037105"/>
                <a:ext cx="575468" cy="1051322"/>
                <a:chOff x="3377730" y="919968"/>
                <a:chExt cx="471039" cy="860470"/>
              </a:xfrm>
            </p:grpSpPr>
            <p:grpSp>
              <p:nvGrpSpPr>
                <p:cNvPr id="5308" name="Google Shape;5308;p20"/>
                <p:cNvGrpSpPr/>
                <p:nvPr/>
              </p:nvGrpSpPr>
              <p:grpSpPr>
                <a:xfrm>
                  <a:off x="3377730" y="919968"/>
                  <a:ext cx="408804" cy="692511"/>
                  <a:chOff x="3377730" y="919968"/>
                  <a:chExt cx="408804" cy="692511"/>
                </a:xfrm>
              </p:grpSpPr>
              <p:sp>
                <p:nvSpPr>
                  <p:cNvPr id="5309" name="Google Shape;5309;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1" name="Google Shape;5321;p20"/>
                <p:cNvGrpSpPr/>
                <p:nvPr/>
              </p:nvGrpSpPr>
              <p:grpSpPr>
                <a:xfrm>
                  <a:off x="3487239" y="1131104"/>
                  <a:ext cx="361530" cy="649334"/>
                  <a:chOff x="1266852" y="1150479"/>
                  <a:chExt cx="361530" cy="649334"/>
                </a:xfrm>
              </p:grpSpPr>
              <p:sp>
                <p:nvSpPr>
                  <p:cNvPr id="5322" name="Google Shape;5322;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30" name="Google Shape;5330;p20"/>
              <p:cNvGrpSpPr/>
              <p:nvPr/>
            </p:nvGrpSpPr>
            <p:grpSpPr>
              <a:xfrm>
                <a:off x="3517102" y="2473933"/>
                <a:ext cx="590853" cy="538858"/>
                <a:chOff x="2374102" y="2397733"/>
                <a:chExt cx="590853" cy="538858"/>
              </a:xfrm>
            </p:grpSpPr>
            <p:grpSp>
              <p:nvGrpSpPr>
                <p:cNvPr id="5331" name="Google Shape;5331;p20"/>
                <p:cNvGrpSpPr/>
                <p:nvPr/>
              </p:nvGrpSpPr>
              <p:grpSpPr>
                <a:xfrm>
                  <a:off x="2374102" y="2397733"/>
                  <a:ext cx="590853" cy="538858"/>
                  <a:chOff x="1993102" y="2397733"/>
                  <a:chExt cx="590853" cy="538858"/>
                </a:xfrm>
              </p:grpSpPr>
              <p:sp>
                <p:nvSpPr>
                  <p:cNvPr id="5332" name="Google Shape;5332;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48" name="Google Shape;5348;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1" name="Google Shape;5351;p20"/>
                <p:cNvGrpSpPr/>
                <p:nvPr/>
              </p:nvGrpSpPr>
              <p:grpSpPr>
                <a:xfrm>
                  <a:off x="2672051" y="2466803"/>
                  <a:ext cx="88776" cy="97630"/>
                  <a:chOff x="2291051" y="2466803"/>
                  <a:chExt cx="88776" cy="97630"/>
                </a:xfrm>
              </p:grpSpPr>
              <p:sp>
                <p:nvSpPr>
                  <p:cNvPr id="5352" name="Google Shape;5352;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1" name="Google Shape;5381;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8" name="Google Shape;5388;p20"/>
              <p:cNvGrpSpPr/>
              <p:nvPr/>
            </p:nvGrpSpPr>
            <p:grpSpPr>
              <a:xfrm rot="352659">
                <a:off x="3394332" y="1622136"/>
                <a:ext cx="676583" cy="547330"/>
                <a:chOff x="1981897" y="1546050"/>
                <a:chExt cx="676612" cy="547354"/>
              </a:xfrm>
            </p:grpSpPr>
            <p:grpSp>
              <p:nvGrpSpPr>
                <p:cNvPr id="5389" name="Google Shape;5389;p20"/>
                <p:cNvGrpSpPr/>
                <p:nvPr/>
              </p:nvGrpSpPr>
              <p:grpSpPr>
                <a:xfrm>
                  <a:off x="2240847" y="1546050"/>
                  <a:ext cx="258712" cy="250429"/>
                  <a:chOff x="1490538" y="753834"/>
                  <a:chExt cx="470985" cy="455906"/>
                </a:xfrm>
              </p:grpSpPr>
              <p:sp>
                <p:nvSpPr>
                  <p:cNvPr id="5390" name="Google Shape;5390;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0" name="Google Shape;5400;p20"/>
                <p:cNvGrpSpPr/>
                <p:nvPr/>
              </p:nvGrpSpPr>
              <p:grpSpPr>
                <a:xfrm>
                  <a:off x="2399797" y="1673288"/>
                  <a:ext cx="258712" cy="250429"/>
                  <a:chOff x="1490538" y="753834"/>
                  <a:chExt cx="470985" cy="455906"/>
                </a:xfrm>
              </p:grpSpPr>
              <p:sp>
                <p:nvSpPr>
                  <p:cNvPr id="5401" name="Google Shape;540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1" name="Google Shape;5411;p20"/>
                <p:cNvGrpSpPr/>
                <p:nvPr/>
              </p:nvGrpSpPr>
              <p:grpSpPr>
                <a:xfrm>
                  <a:off x="2159535" y="1742038"/>
                  <a:ext cx="258712" cy="250429"/>
                  <a:chOff x="1490538" y="753834"/>
                  <a:chExt cx="470985" cy="455906"/>
                </a:xfrm>
              </p:grpSpPr>
              <p:sp>
                <p:nvSpPr>
                  <p:cNvPr id="5412" name="Google Shape;541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2" name="Google Shape;5422;p20"/>
                <p:cNvGrpSpPr/>
                <p:nvPr/>
              </p:nvGrpSpPr>
              <p:grpSpPr>
                <a:xfrm>
                  <a:off x="2323985" y="1842975"/>
                  <a:ext cx="258712" cy="250429"/>
                  <a:chOff x="1490538" y="753834"/>
                  <a:chExt cx="470985" cy="455906"/>
                </a:xfrm>
              </p:grpSpPr>
              <p:sp>
                <p:nvSpPr>
                  <p:cNvPr id="5423" name="Google Shape;5423;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3" name="Google Shape;5433;p20"/>
                <p:cNvGrpSpPr/>
                <p:nvPr/>
              </p:nvGrpSpPr>
              <p:grpSpPr>
                <a:xfrm>
                  <a:off x="1981897" y="1804075"/>
                  <a:ext cx="258712" cy="250429"/>
                  <a:chOff x="1490538" y="753834"/>
                  <a:chExt cx="470985" cy="455906"/>
                </a:xfrm>
              </p:grpSpPr>
              <p:sp>
                <p:nvSpPr>
                  <p:cNvPr id="5434" name="Google Shape;5434;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44" name="Google Shape;5444;p20"/>
              <p:cNvGrpSpPr/>
              <p:nvPr/>
            </p:nvGrpSpPr>
            <p:grpSpPr>
              <a:xfrm flipH="1">
                <a:off x="3270102" y="2806996"/>
                <a:ext cx="590853" cy="538858"/>
                <a:chOff x="2374102" y="2397733"/>
                <a:chExt cx="590853" cy="538858"/>
              </a:xfrm>
            </p:grpSpPr>
            <p:grpSp>
              <p:nvGrpSpPr>
                <p:cNvPr id="5445" name="Google Shape;5445;p20"/>
                <p:cNvGrpSpPr/>
                <p:nvPr/>
              </p:nvGrpSpPr>
              <p:grpSpPr>
                <a:xfrm>
                  <a:off x="2374102" y="2397733"/>
                  <a:ext cx="590853" cy="538858"/>
                  <a:chOff x="1993102" y="2397733"/>
                  <a:chExt cx="590853" cy="538858"/>
                </a:xfrm>
              </p:grpSpPr>
              <p:sp>
                <p:nvSpPr>
                  <p:cNvPr id="5446" name="Google Shape;5446;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62" name="Google Shape;5462;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5" name="Google Shape;5465;p20"/>
                <p:cNvGrpSpPr/>
                <p:nvPr/>
              </p:nvGrpSpPr>
              <p:grpSpPr>
                <a:xfrm>
                  <a:off x="2672051" y="2466803"/>
                  <a:ext cx="88776" cy="97630"/>
                  <a:chOff x="2291051" y="2466803"/>
                  <a:chExt cx="88776" cy="97630"/>
                </a:xfrm>
              </p:grpSpPr>
              <p:sp>
                <p:nvSpPr>
                  <p:cNvPr id="5466" name="Google Shape;5466;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95" name="Google Shape;5495;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2" name="Google Shape;5502;p20"/>
              <p:cNvGrpSpPr/>
              <p:nvPr/>
            </p:nvGrpSpPr>
            <p:grpSpPr>
              <a:xfrm>
                <a:off x="3446433" y="3091192"/>
                <a:ext cx="1319021" cy="1203001"/>
                <a:chOff x="2374102" y="2397733"/>
                <a:chExt cx="590853" cy="538858"/>
              </a:xfrm>
            </p:grpSpPr>
            <p:grpSp>
              <p:nvGrpSpPr>
                <p:cNvPr id="5503" name="Google Shape;5503;p20"/>
                <p:cNvGrpSpPr/>
                <p:nvPr/>
              </p:nvGrpSpPr>
              <p:grpSpPr>
                <a:xfrm>
                  <a:off x="2374102" y="2397733"/>
                  <a:ext cx="590853" cy="538858"/>
                  <a:chOff x="1993102" y="2397733"/>
                  <a:chExt cx="590853" cy="538858"/>
                </a:xfrm>
              </p:grpSpPr>
              <p:sp>
                <p:nvSpPr>
                  <p:cNvPr id="5504" name="Google Shape;5504;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20" name="Google Shape;5520;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3" name="Google Shape;5523;p20"/>
                <p:cNvGrpSpPr/>
                <p:nvPr/>
              </p:nvGrpSpPr>
              <p:grpSpPr>
                <a:xfrm>
                  <a:off x="2672051" y="2466803"/>
                  <a:ext cx="88776" cy="97630"/>
                  <a:chOff x="2291051" y="2466803"/>
                  <a:chExt cx="88776" cy="97630"/>
                </a:xfrm>
              </p:grpSpPr>
              <p:sp>
                <p:nvSpPr>
                  <p:cNvPr id="5524" name="Google Shape;5524;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3" name="Google Shape;5553;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0" name="Google Shape;5560;p20"/>
              <p:cNvGrpSpPr/>
              <p:nvPr/>
            </p:nvGrpSpPr>
            <p:grpSpPr>
              <a:xfrm>
                <a:off x="4490110" y="3659885"/>
                <a:ext cx="365767" cy="351686"/>
                <a:chOff x="1490538" y="753834"/>
                <a:chExt cx="470985" cy="455906"/>
              </a:xfrm>
            </p:grpSpPr>
            <p:sp>
              <p:nvSpPr>
                <p:cNvPr id="5561" name="Google Shape;556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1" name="Google Shape;5571;p20"/>
              <p:cNvGrpSpPr/>
              <p:nvPr/>
            </p:nvGrpSpPr>
            <p:grpSpPr>
              <a:xfrm rot="-975329">
                <a:off x="4865699" y="3543897"/>
                <a:ext cx="365789" cy="351698"/>
                <a:chOff x="1490538" y="753834"/>
                <a:chExt cx="470985" cy="455906"/>
              </a:xfrm>
            </p:grpSpPr>
            <p:sp>
              <p:nvSpPr>
                <p:cNvPr id="5572" name="Google Shape;557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582" name="Google Shape;5582;p20"/>
          <p:cNvGrpSpPr/>
          <p:nvPr/>
        </p:nvGrpSpPr>
        <p:grpSpPr>
          <a:xfrm rot="10800000">
            <a:off x="-638108" y="3103628"/>
            <a:ext cx="3943216" cy="2469918"/>
            <a:chOff x="5681667" y="-311651"/>
            <a:chExt cx="3943216" cy="2469918"/>
          </a:xfrm>
        </p:grpSpPr>
        <p:sp>
          <p:nvSpPr>
            <p:cNvPr id="5583" name="Google Shape;5583;p20"/>
            <p:cNvSpPr/>
            <p:nvPr/>
          </p:nvSpPr>
          <p:spPr>
            <a:xfrm>
              <a:off x="6319579" y="6384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20"/>
            <p:cNvSpPr/>
            <p:nvPr/>
          </p:nvSpPr>
          <p:spPr>
            <a:xfrm rot="10800000">
              <a:off x="6858777" y="460665"/>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20"/>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20"/>
            <p:cNvSpPr/>
            <p:nvPr/>
          </p:nvSpPr>
          <p:spPr>
            <a:xfrm rot="10800000">
              <a:off x="8612852" y="167987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7" name="Google Shape;5587;p20"/>
            <p:cNvGrpSpPr/>
            <p:nvPr/>
          </p:nvGrpSpPr>
          <p:grpSpPr>
            <a:xfrm flipH="1">
              <a:off x="6751497" y="678045"/>
              <a:ext cx="411494" cy="164598"/>
              <a:chOff x="2449294" y="636165"/>
              <a:chExt cx="322588" cy="124262"/>
            </a:xfrm>
          </p:grpSpPr>
          <p:sp>
            <p:nvSpPr>
              <p:cNvPr id="5588" name="Google Shape;5588;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7" name="Google Shape;5597;p20"/>
            <p:cNvGrpSpPr/>
            <p:nvPr/>
          </p:nvGrpSpPr>
          <p:grpSpPr>
            <a:xfrm>
              <a:off x="8575747" y="1993670"/>
              <a:ext cx="411494" cy="164598"/>
              <a:chOff x="2449294" y="636165"/>
              <a:chExt cx="322588" cy="124262"/>
            </a:xfrm>
          </p:grpSpPr>
          <p:sp>
            <p:nvSpPr>
              <p:cNvPr id="5598" name="Google Shape;5598;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7" name="Google Shape;5607;p20"/>
            <p:cNvGrpSpPr/>
            <p:nvPr/>
          </p:nvGrpSpPr>
          <p:grpSpPr>
            <a:xfrm flipH="1" rot="10800000">
              <a:off x="7008738" y="922775"/>
              <a:ext cx="365767" cy="351138"/>
              <a:chOff x="1490538" y="753834"/>
              <a:chExt cx="470985" cy="455906"/>
            </a:xfrm>
          </p:grpSpPr>
          <p:sp>
            <p:nvSpPr>
              <p:cNvPr id="5608" name="Google Shape;560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8" name="Google Shape;5618;p20"/>
            <p:cNvGrpSpPr/>
            <p:nvPr/>
          </p:nvGrpSpPr>
          <p:grpSpPr>
            <a:xfrm flipH="1" rot="-5400000">
              <a:off x="6601720" y="-1231703"/>
              <a:ext cx="2103111" cy="3943216"/>
              <a:chOff x="3238754" y="1037105"/>
              <a:chExt cx="2114316" cy="3971813"/>
            </a:xfrm>
          </p:grpSpPr>
          <p:grpSp>
            <p:nvGrpSpPr>
              <p:cNvPr id="5619" name="Google Shape;5619;p20"/>
              <p:cNvGrpSpPr/>
              <p:nvPr/>
            </p:nvGrpSpPr>
            <p:grpSpPr>
              <a:xfrm rot="352619">
                <a:off x="3514228" y="3929201"/>
                <a:ext cx="820714" cy="663927"/>
                <a:chOff x="1981897" y="1546050"/>
                <a:chExt cx="676612" cy="547354"/>
              </a:xfrm>
            </p:grpSpPr>
            <p:grpSp>
              <p:nvGrpSpPr>
                <p:cNvPr id="5620" name="Google Shape;5620;p20"/>
                <p:cNvGrpSpPr/>
                <p:nvPr/>
              </p:nvGrpSpPr>
              <p:grpSpPr>
                <a:xfrm>
                  <a:off x="2240847" y="1546050"/>
                  <a:ext cx="258712" cy="250429"/>
                  <a:chOff x="1490538" y="753834"/>
                  <a:chExt cx="470985" cy="455906"/>
                </a:xfrm>
              </p:grpSpPr>
              <p:sp>
                <p:nvSpPr>
                  <p:cNvPr id="5621" name="Google Shape;562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1" name="Google Shape;5631;p20"/>
                <p:cNvGrpSpPr/>
                <p:nvPr/>
              </p:nvGrpSpPr>
              <p:grpSpPr>
                <a:xfrm>
                  <a:off x="2399797" y="1673288"/>
                  <a:ext cx="258712" cy="250429"/>
                  <a:chOff x="1490538" y="753834"/>
                  <a:chExt cx="470985" cy="455906"/>
                </a:xfrm>
              </p:grpSpPr>
              <p:sp>
                <p:nvSpPr>
                  <p:cNvPr id="5632" name="Google Shape;563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2" name="Google Shape;5642;p20"/>
                <p:cNvGrpSpPr/>
                <p:nvPr/>
              </p:nvGrpSpPr>
              <p:grpSpPr>
                <a:xfrm>
                  <a:off x="2159535" y="1742038"/>
                  <a:ext cx="258712" cy="250429"/>
                  <a:chOff x="1490538" y="753834"/>
                  <a:chExt cx="470985" cy="455906"/>
                </a:xfrm>
              </p:grpSpPr>
              <p:sp>
                <p:nvSpPr>
                  <p:cNvPr id="5643" name="Google Shape;5643;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3" name="Google Shape;5653;p20"/>
                <p:cNvGrpSpPr/>
                <p:nvPr/>
              </p:nvGrpSpPr>
              <p:grpSpPr>
                <a:xfrm>
                  <a:off x="2323985" y="1842975"/>
                  <a:ext cx="258712" cy="250429"/>
                  <a:chOff x="1490538" y="753834"/>
                  <a:chExt cx="470985" cy="455906"/>
                </a:xfrm>
              </p:grpSpPr>
              <p:sp>
                <p:nvSpPr>
                  <p:cNvPr id="5654" name="Google Shape;5654;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4" name="Google Shape;5664;p20"/>
                <p:cNvGrpSpPr/>
                <p:nvPr/>
              </p:nvGrpSpPr>
              <p:grpSpPr>
                <a:xfrm>
                  <a:off x="1981897" y="1804075"/>
                  <a:ext cx="258712" cy="250429"/>
                  <a:chOff x="1490538" y="753834"/>
                  <a:chExt cx="470985" cy="455906"/>
                </a:xfrm>
              </p:grpSpPr>
              <p:sp>
                <p:nvSpPr>
                  <p:cNvPr id="5665" name="Google Shape;566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75" name="Google Shape;5675;p20"/>
              <p:cNvGrpSpPr/>
              <p:nvPr/>
            </p:nvGrpSpPr>
            <p:grpSpPr>
              <a:xfrm flipH="1" rot="8833976">
                <a:off x="4214846" y="3438470"/>
                <a:ext cx="804524" cy="1469662"/>
                <a:chOff x="3377730" y="919968"/>
                <a:chExt cx="471039" cy="860470"/>
              </a:xfrm>
            </p:grpSpPr>
            <p:grpSp>
              <p:nvGrpSpPr>
                <p:cNvPr id="5676" name="Google Shape;5676;p20"/>
                <p:cNvGrpSpPr/>
                <p:nvPr/>
              </p:nvGrpSpPr>
              <p:grpSpPr>
                <a:xfrm>
                  <a:off x="3377730" y="919968"/>
                  <a:ext cx="408804" cy="692511"/>
                  <a:chOff x="3377730" y="919968"/>
                  <a:chExt cx="408804" cy="692511"/>
                </a:xfrm>
              </p:grpSpPr>
              <p:sp>
                <p:nvSpPr>
                  <p:cNvPr id="5677" name="Google Shape;5677;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9" name="Google Shape;5689;p20"/>
                <p:cNvGrpSpPr/>
                <p:nvPr/>
              </p:nvGrpSpPr>
              <p:grpSpPr>
                <a:xfrm>
                  <a:off x="3487239" y="1131104"/>
                  <a:ext cx="361530" cy="649334"/>
                  <a:chOff x="1266852" y="1150479"/>
                  <a:chExt cx="361530" cy="649334"/>
                </a:xfrm>
              </p:grpSpPr>
              <p:sp>
                <p:nvSpPr>
                  <p:cNvPr id="5690" name="Google Shape;5690;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98" name="Google Shape;5698;p20"/>
              <p:cNvGrpSpPr/>
              <p:nvPr/>
            </p:nvGrpSpPr>
            <p:grpSpPr>
              <a:xfrm rot="4488281">
                <a:off x="3583731" y="2580940"/>
                <a:ext cx="887798" cy="871068"/>
                <a:chOff x="3086354" y="1785830"/>
                <a:chExt cx="887833" cy="871102"/>
              </a:xfrm>
            </p:grpSpPr>
            <p:grpSp>
              <p:nvGrpSpPr>
                <p:cNvPr id="5699" name="Google Shape;5699;p20"/>
                <p:cNvGrpSpPr/>
                <p:nvPr/>
              </p:nvGrpSpPr>
              <p:grpSpPr>
                <a:xfrm rot="-2169427">
                  <a:off x="3251277" y="1839739"/>
                  <a:ext cx="408803" cy="692509"/>
                  <a:chOff x="3377730" y="919968"/>
                  <a:chExt cx="408804" cy="692511"/>
                </a:xfrm>
              </p:grpSpPr>
              <p:sp>
                <p:nvSpPr>
                  <p:cNvPr id="5700" name="Google Shape;5700;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2" name="Google Shape;5712;p20"/>
                <p:cNvGrpSpPr/>
                <p:nvPr/>
              </p:nvGrpSpPr>
              <p:grpSpPr>
                <a:xfrm rot="-2169427">
                  <a:off x="3455919" y="1963478"/>
                  <a:ext cx="361529" cy="649332"/>
                  <a:chOff x="1266852" y="1150479"/>
                  <a:chExt cx="361530" cy="649334"/>
                </a:xfrm>
              </p:grpSpPr>
              <p:sp>
                <p:nvSpPr>
                  <p:cNvPr id="5713" name="Google Shape;5713;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21" name="Google Shape;5721;p20"/>
              <p:cNvGrpSpPr/>
              <p:nvPr/>
            </p:nvGrpSpPr>
            <p:grpSpPr>
              <a:xfrm>
                <a:off x="3238754" y="1938230"/>
                <a:ext cx="887833" cy="871102"/>
                <a:chOff x="3086354" y="1785830"/>
                <a:chExt cx="887833" cy="871102"/>
              </a:xfrm>
            </p:grpSpPr>
            <p:grpSp>
              <p:nvGrpSpPr>
                <p:cNvPr id="5722" name="Google Shape;5722;p20"/>
                <p:cNvGrpSpPr/>
                <p:nvPr/>
              </p:nvGrpSpPr>
              <p:grpSpPr>
                <a:xfrm rot="-2169427">
                  <a:off x="3251277" y="1839739"/>
                  <a:ext cx="408803" cy="692509"/>
                  <a:chOff x="3377730" y="919968"/>
                  <a:chExt cx="408804" cy="692511"/>
                </a:xfrm>
              </p:grpSpPr>
              <p:sp>
                <p:nvSpPr>
                  <p:cNvPr id="5723" name="Google Shape;5723;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5" name="Google Shape;5735;p20"/>
                <p:cNvGrpSpPr/>
                <p:nvPr/>
              </p:nvGrpSpPr>
              <p:grpSpPr>
                <a:xfrm rot="-2169427">
                  <a:off x="3455919" y="1963478"/>
                  <a:ext cx="361529" cy="649332"/>
                  <a:chOff x="1266852" y="1150479"/>
                  <a:chExt cx="361530" cy="649334"/>
                </a:xfrm>
              </p:grpSpPr>
              <p:sp>
                <p:nvSpPr>
                  <p:cNvPr id="5736" name="Google Shape;5736;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44" name="Google Shape;5744;p20"/>
              <p:cNvGrpSpPr/>
              <p:nvPr/>
            </p:nvGrpSpPr>
            <p:grpSpPr>
              <a:xfrm>
                <a:off x="3490978" y="1037105"/>
                <a:ext cx="575468" cy="1051322"/>
                <a:chOff x="3377730" y="919968"/>
                <a:chExt cx="471039" cy="860470"/>
              </a:xfrm>
            </p:grpSpPr>
            <p:grpSp>
              <p:nvGrpSpPr>
                <p:cNvPr id="5745" name="Google Shape;5745;p20"/>
                <p:cNvGrpSpPr/>
                <p:nvPr/>
              </p:nvGrpSpPr>
              <p:grpSpPr>
                <a:xfrm>
                  <a:off x="3377730" y="919968"/>
                  <a:ext cx="408804" cy="692511"/>
                  <a:chOff x="3377730" y="919968"/>
                  <a:chExt cx="408804" cy="692511"/>
                </a:xfrm>
              </p:grpSpPr>
              <p:sp>
                <p:nvSpPr>
                  <p:cNvPr id="5746" name="Google Shape;5746;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8" name="Google Shape;5758;p20"/>
                <p:cNvGrpSpPr/>
                <p:nvPr/>
              </p:nvGrpSpPr>
              <p:grpSpPr>
                <a:xfrm>
                  <a:off x="3487239" y="1131104"/>
                  <a:ext cx="361530" cy="649334"/>
                  <a:chOff x="1266852" y="1150479"/>
                  <a:chExt cx="361530" cy="649334"/>
                </a:xfrm>
              </p:grpSpPr>
              <p:sp>
                <p:nvSpPr>
                  <p:cNvPr id="5759" name="Google Shape;5759;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67" name="Google Shape;5767;p20"/>
              <p:cNvGrpSpPr/>
              <p:nvPr/>
            </p:nvGrpSpPr>
            <p:grpSpPr>
              <a:xfrm>
                <a:off x="3517102" y="2473933"/>
                <a:ext cx="590853" cy="538858"/>
                <a:chOff x="2374102" y="2397733"/>
                <a:chExt cx="590853" cy="538858"/>
              </a:xfrm>
            </p:grpSpPr>
            <p:grpSp>
              <p:nvGrpSpPr>
                <p:cNvPr id="5768" name="Google Shape;5768;p20"/>
                <p:cNvGrpSpPr/>
                <p:nvPr/>
              </p:nvGrpSpPr>
              <p:grpSpPr>
                <a:xfrm>
                  <a:off x="2374102" y="2397733"/>
                  <a:ext cx="590853" cy="538858"/>
                  <a:chOff x="1993102" y="2397733"/>
                  <a:chExt cx="590853" cy="538858"/>
                </a:xfrm>
              </p:grpSpPr>
              <p:sp>
                <p:nvSpPr>
                  <p:cNvPr id="5769" name="Google Shape;5769;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85" name="Google Shape;5785;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88" name="Google Shape;5788;p20"/>
                <p:cNvGrpSpPr/>
                <p:nvPr/>
              </p:nvGrpSpPr>
              <p:grpSpPr>
                <a:xfrm>
                  <a:off x="2672051" y="2466803"/>
                  <a:ext cx="88776" cy="97630"/>
                  <a:chOff x="2291051" y="2466803"/>
                  <a:chExt cx="88776" cy="97630"/>
                </a:xfrm>
              </p:grpSpPr>
              <p:sp>
                <p:nvSpPr>
                  <p:cNvPr id="5789" name="Google Shape;5789;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18" name="Google Shape;5818;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5" name="Google Shape;5825;p20"/>
              <p:cNvGrpSpPr/>
              <p:nvPr/>
            </p:nvGrpSpPr>
            <p:grpSpPr>
              <a:xfrm rot="352659">
                <a:off x="3394332" y="1622136"/>
                <a:ext cx="676583" cy="547330"/>
                <a:chOff x="1981897" y="1546050"/>
                <a:chExt cx="676612" cy="547354"/>
              </a:xfrm>
            </p:grpSpPr>
            <p:grpSp>
              <p:nvGrpSpPr>
                <p:cNvPr id="5826" name="Google Shape;5826;p20"/>
                <p:cNvGrpSpPr/>
                <p:nvPr/>
              </p:nvGrpSpPr>
              <p:grpSpPr>
                <a:xfrm>
                  <a:off x="2240847" y="1546050"/>
                  <a:ext cx="258712" cy="250429"/>
                  <a:chOff x="1490538" y="753834"/>
                  <a:chExt cx="470985" cy="455906"/>
                </a:xfrm>
              </p:grpSpPr>
              <p:sp>
                <p:nvSpPr>
                  <p:cNvPr id="5827" name="Google Shape;5827;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7" name="Google Shape;5837;p20"/>
                <p:cNvGrpSpPr/>
                <p:nvPr/>
              </p:nvGrpSpPr>
              <p:grpSpPr>
                <a:xfrm>
                  <a:off x="2399797" y="1673288"/>
                  <a:ext cx="258712" cy="250429"/>
                  <a:chOff x="1490538" y="753834"/>
                  <a:chExt cx="470985" cy="455906"/>
                </a:xfrm>
              </p:grpSpPr>
              <p:sp>
                <p:nvSpPr>
                  <p:cNvPr id="5838" name="Google Shape;583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8" name="Google Shape;5848;p20"/>
                <p:cNvGrpSpPr/>
                <p:nvPr/>
              </p:nvGrpSpPr>
              <p:grpSpPr>
                <a:xfrm>
                  <a:off x="2159535" y="1742038"/>
                  <a:ext cx="258712" cy="250429"/>
                  <a:chOff x="1490538" y="753834"/>
                  <a:chExt cx="470985" cy="455906"/>
                </a:xfrm>
              </p:grpSpPr>
              <p:sp>
                <p:nvSpPr>
                  <p:cNvPr id="5849" name="Google Shape;5849;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9" name="Google Shape;5859;p20"/>
                <p:cNvGrpSpPr/>
                <p:nvPr/>
              </p:nvGrpSpPr>
              <p:grpSpPr>
                <a:xfrm>
                  <a:off x="2323985" y="1842975"/>
                  <a:ext cx="258712" cy="250429"/>
                  <a:chOff x="1490538" y="753834"/>
                  <a:chExt cx="470985" cy="455906"/>
                </a:xfrm>
              </p:grpSpPr>
              <p:sp>
                <p:nvSpPr>
                  <p:cNvPr id="5860" name="Google Shape;5860;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0" name="Google Shape;5870;p20"/>
                <p:cNvGrpSpPr/>
                <p:nvPr/>
              </p:nvGrpSpPr>
              <p:grpSpPr>
                <a:xfrm>
                  <a:off x="1981897" y="1804075"/>
                  <a:ext cx="258712" cy="250429"/>
                  <a:chOff x="1490538" y="753834"/>
                  <a:chExt cx="470985" cy="455906"/>
                </a:xfrm>
              </p:grpSpPr>
              <p:sp>
                <p:nvSpPr>
                  <p:cNvPr id="5871" name="Google Shape;587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81" name="Google Shape;5881;p20"/>
              <p:cNvGrpSpPr/>
              <p:nvPr/>
            </p:nvGrpSpPr>
            <p:grpSpPr>
              <a:xfrm flipH="1">
                <a:off x="3270102" y="2806996"/>
                <a:ext cx="590853" cy="538858"/>
                <a:chOff x="2374102" y="2397733"/>
                <a:chExt cx="590853" cy="538858"/>
              </a:xfrm>
            </p:grpSpPr>
            <p:grpSp>
              <p:nvGrpSpPr>
                <p:cNvPr id="5882" name="Google Shape;5882;p20"/>
                <p:cNvGrpSpPr/>
                <p:nvPr/>
              </p:nvGrpSpPr>
              <p:grpSpPr>
                <a:xfrm>
                  <a:off x="2374102" y="2397733"/>
                  <a:ext cx="590853" cy="538858"/>
                  <a:chOff x="1993102" y="2397733"/>
                  <a:chExt cx="590853" cy="538858"/>
                </a:xfrm>
              </p:grpSpPr>
              <p:sp>
                <p:nvSpPr>
                  <p:cNvPr id="5883" name="Google Shape;5883;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9" name="Google Shape;5899;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02" name="Google Shape;5902;p20"/>
                <p:cNvGrpSpPr/>
                <p:nvPr/>
              </p:nvGrpSpPr>
              <p:grpSpPr>
                <a:xfrm>
                  <a:off x="2672051" y="2466803"/>
                  <a:ext cx="88776" cy="97630"/>
                  <a:chOff x="2291051" y="2466803"/>
                  <a:chExt cx="88776" cy="97630"/>
                </a:xfrm>
              </p:grpSpPr>
              <p:sp>
                <p:nvSpPr>
                  <p:cNvPr id="5903" name="Google Shape;5903;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32" name="Google Shape;5932;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9" name="Google Shape;5939;p20"/>
              <p:cNvGrpSpPr/>
              <p:nvPr/>
            </p:nvGrpSpPr>
            <p:grpSpPr>
              <a:xfrm>
                <a:off x="3446433" y="3091192"/>
                <a:ext cx="1319021" cy="1203001"/>
                <a:chOff x="2374102" y="2397733"/>
                <a:chExt cx="590853" cy="538858"/>
              </a:xfrm>
            </p:grpSpPr>
            <p:grpSp>
              <p:nvGrpSpPr>
                <p:cNvPr id="5940" name="Google Shape;5940;p20"/>
                <p:cNvGrpSpPr/>
                <p:nvPr/>
              </p:nvGrpSpPr>
              <p:grpSpPr>
                <a:xfrm>
                  <a:off x="2374102" y="2397733"/>
                  <a:ext cx="590853" cy="538858"/>
                  <a:chOff x="1993102" y="2397733"/>
                  <a:chExt cx="590853" cy="538858"/>
                </a:xfrm>
              </p:grpSpPr>
              <p:sp>
                <p:nvSpPr>
                  <p:cNvPr id="5941" name="Google Shape;5941;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57" name="Google Shape;5957;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60" name="Google Shape;5960;p20"/>
                <p:cNvGrpSpPr/>
                <p:nvPr/>
              </p:nvGrpSpPr>
              <p:grpSpPr>
                <a:xfrm>
                  <a:off x="2672051" y="2466803"/>
                  <a:ext cx="88776" cy="97630"/>
                  <a:chOff x="2291051" y="2466803"/>
                  <a:chExt cx="88776" cy="97630"/>
                </a:xfrm>
              </p:grpSpPr>
              <p:sp>
                <p:nvSpPr>
                  <p:cNvPr id="5961" name="Google Shape;5961;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90" name="Google Shape;5990;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7" name="Google Shape;5997;p20"/>
              <p:cNvGrpSpPr/>
              <p:nvPr/>
            </p:nvGrpSpPr>
            <p:grpSpPr>
              <a:xfrm>
                <a:off x="4490110" y="3659885"/>
                <a:ext cx="365767" cy="351686"/>
                <a:chOff x="1490538" y="753834"/>
                <a:chExt cx="470985" cy="455906"/>
              </a:xfrm>
            </p:grpSpPr>
            <p:sp>
              <p:nvSpPr>
                <p:cNvPr id="5998" name="Google Shape;599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8" name="Google Shape;6008;p20"/>
              <p:cNvGrpSpPr/>
              <p:nvPr/>
            </p:nvGrpSpPr>
            <p:grpSpPr>
              <a:xfrm rot="-975329">
                <a:off x="4865699" y="3543897"/>
                <a:ext cx="365789" cy="351698"/>
                <a:chOff x="1490538" y="753834"/>
                <a:chExt cx="470985" cy="455906"/>
              </a:xfrm>
            </p:grpSpPr>
            <p:sp>
              <p:nvSpPr>
                <p:cNvPr id="6009" name="Google Shape;6009;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019" name="Google Shape;6019;p20"/>
          <p:cNvGrpSpPr/>
          <p:nvPr/>
        </p:nvGrpSpPr>
        <p:grpSpPr>
          <a:xfrm flipH="1">
            <a:off x="-638108" y="-430047"/>
            <a:ext cx="3943216" cy="2469918"/>
            <a:chOff x="5681667" y="-311651"/>
            <a:chExt cx="3943216" cy="2469918"/>
          </a:xfrm>
        </p:grpSpPr>
        <p:sp>
          <p:nvSpPr>
            <p:cNvPr id="6020" name="Google Shape;6020;p20"/>
            <p:cNvSpPr/>
            <p:nvPr/>
          </p:nvSpPr>
          <p:spPr>
            <a:xfrm>
              <a:off x="6319579" y="6384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20"/>
            <p:cNvSpPr/>
            <p:nvPr/>
          </p:nvSpPr>
          <p:spPr>
            <a:xfrm rot="10800000">
              <a:off x="6858777" y="460665"/>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20"/>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20"/>
            <p:cNvSpPr/>
            <p:nvPr/>
          </p:nvSpPr>
          <p:spPr>
            <a:xfrm rot="10800000">
              <a:off x="8612852" y="167987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24" name="Google Shape;6024;p20"/>
            <p:cNvGrpSpPr/>
            <p:nvPr/>
          </p:nvGrpSpPr>
          <p:grpSpPr>
            <a:xfrm flipH="1">
              <a:off x="6751497" y="678045"/>
              <a:ext cx="411494" cy="164598"/>
              <a:chOff x="2449294" y="636165"/>
              <a:chExt cx="322588" cy="124262"/>
            </a:xfrm>
          </p:grpSpPr>
          <p:sp>
            <p:nvSpPr>
              <p:cNvPr id="6025" name="Google Shape;6025;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4" name="Google Shape;6034;p20"/>
            <p:cNvGrpSpPr/>
            <p:nvPr/>
          </p:nvGrpSpPr>
          <p:grpSpPr>
            <a:xfrm>
              <a:off x="8575747" y="1993670"/>
              <a:ext cx="411494" cy="164598"/>
              <a:chOff x="2449294" y="636165"/>
              <a:chExt cx="322588" cy="124262"/>
            </a:xfrm>
          </p:grpSpPr>
          <p:sp>
            <p:nvSpPr>
              <p:cNvPr id="6035" name="Google Shape;6035;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4" name="Google Shape;6044;p20"/>
            <p:cNvGrpSpPr/>
            <p:nvPr/>
          </p:nvGrpSpPr>
          <p:grpSpPr>
            <a:xfrm flipH="1" rot="10800000">
              <a:off x="7008738" y="922775"/>
              <a:ext cx="365767" cy="351138"/>
              <a:chOff x="1490538" y="753834"/>
              <a:chExt cx="470985" cy="455906"/>
            </a:xfrm>
          </p:grpSpPr>
          <p:sp>
            <p:nvSpPr>
              <p:cNvPr id="6045" name="Google Shape;604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5" name="Google Shape;6055;p20"/>
            <p:cNvGrpSpPr/>
            <p:nvPr/>
          </p:nvGrpSpPr>
          <p:grpSpPr>
            <a:xfrm flipH="1" rot="-5400000">
              <a:off x="6601720" y="-1231703"/>
              <a:ext cx="2103111" cy="3943216"/>
              <a:chOff x="3238754" y="1037105"/>
              <a:chExt cx="2114316" cy="3971813"/>
            </a:xfrm>
          </p:grpSpPr>
          <p:grpSp>
            <p:nvGrpSpPr>
              <p:cNvPr id="6056" name="Google Shape;6056;p20"/>
              <p:cNvGrpSpPr/>
              <p:nvPr/>
            </p:nvGrpSpPr>
            <p:grpSpPr>
              <a:xfrm rot="352619">
                <a:off x="3514228" y="3929201"/>
                <a:ext cx="820714" cy="663927"/>
                <a:chOff x="1981897" y="1546050"/>
                <a:chExt cx="676612" cy="547354"/>
              </a:xfrm>
            </p:grpSpPr>
            <p:grpSp>
              <p:nvGrpSpPr>
                <p:cNvPr id="6057" name="Google Shape;6057;p20"/>
                <p:cNvGrpSpPr/>
                <p:nvPr/>
              </p:nvGrpSpPr>
              <p:grpSpPr>
                <a:xfrm>
                  <a:off x="2240847" y="1546050"/>
                  <a:ext cx="258712" cy="250429"/>
                  <a:chOff x="1490538" y="753834"/>
                  <a:chExt cx="470985" cy="455906"/>
                </a:xfrm>
              </p:grpSpPr>
              <p:sp>
                <p:nvSpPr>
                  <p:cNvPr id="6058" name="Google Shape;605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8" name="Google Shape;6068;p20"/>
                <p:cNvGrpSpPr/>
                <p:nvPr/>
              </p:nvGrpSpPr>
              <p:grpSpPr>
                <a:xfrm>
                  <a:off x="2399797" y="1673288"/>
                  <a:ext cx="258712" cy="250429"/>
                  <a:chOff x="1490538" y="753834"/>
                  <a:chExt cx="470985" cy="455906"/>
                </a:xfrm>
              </p:grpSpPr>
              <p:sp>
                <p:nvSpPr>
                  <p:cNvPr id="6069" name="Google Shape;6069;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9" name="Google Shape;6079;p20"/>
                <p:cNvGrpSpPr/>
                <p:nvPr/>
              </p:nvGrpSpPr>
              <p:grpSpPr>
                <a:xfrm>
                  <a:off x="2159535" y="1742038"/>
                  <a:ext cx="258712" cy="250429"/>
                  <a:chOff x="1490538" y="753834"/>
                  <a:chExt cx="470985" cy="455906"/>
                </a:xfrm>
              </p:grpSpPr>
              <p:sp>
                <p:nvSpPr>
                  <p:cNvPr id="6080" name="Google Shape;6080;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0" name="Google Shape;6090;p20"/>
                <p:cNvGrpSpPr/>
                <p:nvPr/>
              </p:nvGrpSpPr>
              <p:grpSpPr>
                <a:xfrm>
                  <a:off x="2323985" y="1842975"/>
                  <a:ext cx="258712" cy="250429"/>
                  <a:chOff x="1490538" y="753834"/>
                  <a:chExt cx="470985" cy="455906"/>
                </a:xfrm>
              </p:grpSpPr>
              <p:sp>
                <p:nvSpPr>
                  <p:cNvPr id="6091" name="Google Shape;609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1" name="Google Shape;6101;p20"/>
                <p:cNvGrpSpPr/>
                <p:nvPr/>
              </p:nvGrpSpPr>
              <p:grpSpPr>
                <a:xfrm>
                  <a:off x="1981897" y="1804075"/>
                  <a:ext cx="258712" cy="250429"/>
                  <a:chOff x="1490538" y="753834"/>
                  <a:chExt cx="470985" cy="455906"/>
                </a:xfrm>
              </p:grpSpPr>
              <p:sp>
                <p:nvSpPr>
                  <p:cNvPr id="6102" name="Google Shape;610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12" name="Google Shape;6112;p20"/>
              <p:cNvGrpSpPr/>
              <p:nvPr/>
            </p:nvGrpSpPr>
            <p:grpSpPr>
              <a:xfrm flipH="1" rot="8833976">
                <a:off x="4214846" y="3438470"/>
                <a:ext cx="804524" cy="1469662"/>
                <a:chOff x="3377730" y="919968"/>
                <a:chExt cx="471039" cy="860470"/>
              </a:xfrm>
            </p:grpSpPr>
            <p:grpSp>
              <p:nvGrpSpPr>
                <p:cNvPr id="6113" name="Google Shape;6113;p20"/>
                <p:cNvGrpSpPr/>
                <p:nvPr/>
              </p:nvGrpSpPr>
              <p:grpSpPr>
                <a:xfrm>
                  <a:off x="3377730" y="919968"/>
                  <a:ext cx="408804" cy="692511"/>
                  <a:chOff x="3377730" y="919968"/>
                  <a:chExt cx="408804" cy="692511"/>
                </a:xfrm>
              </p:grpSpPr>
              <p:sp>
                <p:nvSpPr>
                  <p:cNvPr id="6114" name="Google Shape;6114;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6" name="Google Shape;6126;p20"/>
                <p:cNvGrpSpPr/>
                <p:nvPr/>
              </p:nvGrpSpPr>
              <p:grpSpPr>
                <a:xfrm>
                  <a:off x="3487239" y="1131104"/>
                  <a:ext cx="361530" cy="649334"/>
                  <a:chOff x="1266852" y="1150479"/>
                  <a:chExt cx="361530" cy="649334"/>
                </a:xfrm>
              </p:grpSpPr>
              <p:sp>
                <p:nvSpPr>
                  <p:cNvPr id="6127" name="Google Shape;6127;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35" name="Google Shape;6135;p20"/>
              <p:cNvGrpSpPr/>
              <p:nvPr/>
            </p:nvGrpSpPr>
            <p:grpSpPr>
              <a:xfrm rot="4488281">
                <a:off x="3583731" y="2580940"/>
                <a:ext cx="887798" cy="871068"/>
                <a:chOff x="3086354" y="1785830"/>
                <a:chExt cx="887833" cy="871102"/>
              </a:xfrm>
            </p:grpSpPr>
            <p:grpSp>
              <p:nvGrpSpPr>
                <p:cNvPr id="6136" name="Google Shape;6136;p20"/>
                <p:cNvGrpSpPr/>
                <p:nvPr/>
              </p:nvGrpSpPr>
              <p:grpSpPr>
                <a:xfrm rot="-2169427">
                  <a:off x="3251277" y="1839739"/>
                  <a:ext cx="408803" cy="692509"/>
                  <a:chOff x="3377730" y="919968"/>
                  <a:chExt cx="408804" cy="692511"/>
                </a:xfrm>
              </p:grpSpPr>
              <p:sp>
                <p:nvSpPr>
                  <p:cNvPr id="6137" name="Google Shape;6137;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9" name="Google Shape;6149;p20"/>
                <p:cNvGrpSpPr/>
                <p:nvPr/>
              </p:nvGrpSpPr>
              <p:grpSpPr>
                <a:xfrm rot="-2169427">
                  <a:off x="3455919" y="1963478"/>
                  <a:ext cx="361529" cy="649332"/>
                  <a:chOff x="1266852" y="1150479"/>
                  <a:chExt cx="361530" cy="649334"/>
                </a:xfrm>
              </p:grpSpPr>
              <p:sp>
                <p:nvSpPr>
                  <p:cNvPr id="6150" name="Google Shape;6150;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58" name="Google Shape;6158;p20"/>
              <p:cNvGrpSpPr/>
              <p:nvPr/>
            </p:nvGrpSpPr>
            <p:grpSpPr>
              <a:xfrm>
                <a:off x="3238754" y="1938230"/>
                <a:ext cx="887833" cy="871102"/>
                <a:chOff x="3086354" y="1785830"/>
                <a:chExt cx="887833" cy="871102"/>
              </a:xfrm>
            </p:grpSpPr>
            <p:grpSp>
              <p:nvGrpSpPr>
                <p:cNvPr id="6159" name="Google Shape;6159;p20"/>
                <p:cNvGrpSpPr/>
                <p:nvPr/>
              </p:nvGrpSpPr>
              <p:grpSpPr>
                <a:xfrm rot="-2169427">
                  <a:off x="3251277" y="1839739"/>
                  <a:ext cx="408803" cy="692509"/>
                  <a:chOff x="3377730" y="919968"/>
                  <a:chExt cx="408804" cy="692511"/>
                </a:xfrm>
              </p:grpSpPr>
              <p:sp>
                <p:nvSpPr>
                  <p:cNvPr id="6160" name="Google Shape;6160;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2" name="Google Shape;6172;p20"/>
                <p:cNvGrpSpPr/>
                <p:nvPr/>
              </p:nvGrpSpPr>
              <p:grpSpPr>
                <a:xfrm rot="-2169427">
                  <a:off x="3455919" y="1963478"/>
                  <a:ext cx="361529" cy="649332"/>
                  <a:chOff x="1266852" y="1150479"/>
                  <a:chExt cx="361530" cy="649334"/>
                </a:xfrm>
              </p:grpSpPr>
              <p:sp>
                <p:nvSpPr>
                  <p:cNvPr id="6173" name="Google Shape;6173;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81" name="Google Shape;6181;p20"/>
              <p:cNvGrpSpPr/>
              <p:nvPr/>
            </p:nvGrpSpPr>
            <p:grpSpPr>
              <a:xfrm>
                <a:off x="3490978" y="1037105"/>
                <a:ext cx="575468" cy="1051322"/>
                <a:chOff x="3377730" y="919968"/>
                <a:chExt cx="471039" cy="860470"/>
              </a:xfrm>
            </p:grpSpPr>
            <p:grpSp>
              <p:nvGrpSpPr>
                <p:cNvPr id="6182" name="Google Shape;6182;p20"/>
                <p:cNvGrpSpPr/>
                <p:nvPr/>
              </p:nvGrpSpPr>
              <p:grpSpPr>
                <a:xfrm>
                  <a:off x="3377730" y="919968"/>
                  <a:ext cx="408804" cy="692511"/>
                  <a:chOff x="3377730" y="919968"/>
                  <a:chExt cx="408804" cy="692511"/>
                </a:xfrm>
              </p:grpSpPr>
              <p:sp>
                <p:nvSpPr>
                  <p:cNvPr id="6183" name="Google Shape;6183;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5" name="Google Shape;6195;p20"/>
                <p:cNvGrpSpPr/>
                <p:nvPr/>
              </p:nvGrpSpPr>
              <p:grpSpPr>
                <a:xfrm>
                  <a:off x="3487239" y="1131104"/>
                  <a:ext cx="361530" cy="649334"/>
                  <a:chOff x="1266852" y="1150479"/>
                  <a:chExt cx="361530" cy="649334"/>
                </a:xfrm>
              </p:grpSpPr>
              <p:sp>
                <p:nvSpPr>
                  <p:cNvPr id="6196" name="Google Shape;6196;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04" name="Google Shape;6204;p20"/>
              <p:cNvGrpSpPr/>
              <p:nvPr/>
            </p:nvGrpSpPr>
            <p:grpSpPr>
              <a:xfrm>
                <a:off x="3517102" y="2473933"/>
                <a:ext cx="590853" cy="538858"/>
                <a:chOff x="2374102" y="2397733"/>
                <a:chExt cx="590853" cy="538858"/>
              </a:xfrm>
            </p:grpSpPr>
            <p:grpSp>
              <p:nvGrpSpPr>
                <p:cNvPr id="6205" name="Google Shape;6205;p20"/>
                <p:cNvGrpSpPr/>
                <p:nvPr/>
              </p:nvGrpSpPr>
              <p:grpSpPr>
                <a:xfrm>
                  <a:off x="2374102" y="2397733"/>
                  <a:ext cx="590853" cy="538858"/>
                  <a:chOff x="1993102" y="2397733"/>
                  <a:chExt cx="590853" cy="538858"/>
                </a:xfrm>
              </p:grpSpPr>
              <p:sp>
                <p:nvSpPr>
                  <p:cNvPr id="6206" name="Google Shape;6206;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2" name="Google Shape;6222;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25" name="Google Shape;6225;p20"/>
                <p:cNvGrpSpPr/>
                <p:nvPr/>
              </p:nvGrpSpPr>
              <p:grpSpPr>
                <a:xfrm>
                  <a:off x="2672051" y="2466803"/>
                  <a:ext cx="88776" cy="97630"/>
                  <a:chOff x="2291051" y="2466803"/>
                  <a:chExt cx="88776" cy="97630"/>
                </a:xfrm>
              </p:grpSpPr>
              <p:sp>
                <p:nvSpPr>
                  <p:cNvPr id="6226" name="Google Shape;6226;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55" name="Google Shape;6255;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2" name="Google Shape;6262;p20"/>
              <p:cNvGrpSpPr/>
              <p:nvPr/>
            </p:nvGrpSpPr>
            <p:grpSpPr>
              <a:xfrm rot="352659">
                <a:off x="3394332" y="1622136"/>
                <a:ext cx="676583" cy="547330"/>
                <a:chOff x="1981897" y="1546050"/>
                <a:chExt cx="676612" cy="547354"/>
              </a:xfrm>
            </p:grpSpPr>
            <p:grpSp>
              <p:nvGrpSpPr>
                <p:cNvPr id="6263" name="Google Shape;6263;p20"/>
                <p:cNvGrpSpPr/>
                <p:nvPr/>
              </p:nvGrpSpPr>
              <p:grpSpPr>
                <a:xfrm>
                  <a:off x="2240847" y="1546050"/>
                  <a:ext cx="258712" cy="250429"/>
                  <a:chOff x="1490538" y="753834"/>
                  <a:chExt cx="470985" cy="455906"/>
                </a:xfrm>
              </p:grpSpPr>
              <p:sp>
                <p:nvSpPr>
                  <p:cNvPr id="6264" name="Google Shape;6264;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4" name="Google Shape;6274;p20"/>
                <p:cNvGrpSpPr/>
                <p:nvPr/>
              </p:nvGrpSpPr>
              <p:grpSpPr>
                <a:xfrm>
                  <a:off x="2399797" y="1673288"/>
                  <a:ext cx="258712" cy="250429"/>
                  <a:chOff x="1490538" y="753834"/>
                  <a:chExt cx="470985" cy="455906"/>
                </a:xfrm>
              </p:grpSpPr>
              <p:sp>
                <p:nvSpPr>
                  <p:cNvPr id="6275" name="Google Shape;627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5" name="Google Shape;6285;p20"/>
                <p:cNvGrpSpPr/>
                <p:nvPr/>
              </p:nvGrpSpPr>
              <p:grpSpPr>
                <a:xfrm>
                  <a:off x="2159535" y="1742038"/>
                  <a:ext cx="258712" cy="250429"/>
                  <a:chOff x="1490538" y="753834"/>
                  <a:chExt cx="470985" cy="455906"/>
                </a:xfrm>
              </p:grpSpPr>
              <p:sp>
                <p:nvSpPr>
                  <p:cNvPr id="6286" name="Google Shape;6286;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6" name="Google Shape;6296;p20"/>
                <p:cNvGrpSpPr/>
                <p:nvPr/>
              </p:nvGrpSpPr>
              <p:grpSpPr>
                <a:xfrm>
                  <a:off x="2323985" y="1842975"/>
                  <a:ext cx="258712" cy="250429"/>
                  <a:chOff x="1490538" y="753834"/>
                  <a:chExt cx="470985" cy="455906"/>
                </a:xfrm>
              </p:grpSpPr>
              <p:sp>
                <p:nvSpPr>
                  <p:cNvPr id="6297" name="Google Shape;6297;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7" name="Google Shape;6307;p20"/>
                <p:cNvGrpSpPr/>
                <p:nvPr/>
              </p:nvGrpSpPr>
              <p:grpSpPr>
                <a:xfrm>
                  <a:off x="1981897" y="1804075"/>
                  <a:ext cx="258712" cy="250429"/>
                  <a:chOff x="1490538" y="753834"/>
                  <a:chExt cx="470985" cy="455906"/>
                </a:xfrm>
              </p:grpSpPr>
              <p:sp>
                <p:nvSpPr>
                  <p:cNvPr id="6308" name="Google Shape;630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18" name="Google Shape;6318;p20"/>
              <p:cNvGrpSpPr/>
              <p:nvPr/>
            </p:nvGrpSpPr>
            <p:grpSpPr>
              <a:xfrm flipH="1">
                <a:off x="3270102" y="2806996"/>
                <a:ext cx="590853" cy="538858"/>
                <a:chOff x="2374102" y="2397733"/>
                <a:chExt cx="590853" cy="538858"/>
              </a:xfrm>
            </p:grpSpPr>
            <p:grpSp>
              <p:nvGrpSpPr>
                <p:cNvPr id="6319" name="Google Shape;6319;p20"/>
                <p:cNvGrpSpPr/>
                <p:nvPr/>
              </p:nvGrpSpPr>
              <p:grpSpPr>
                <a:xfrm>
                  <a:off x="2374102" y="2397733"/>
                  <a:ext cx="590853" cy="538858"/>
                  <a:chOff x="1993102" y="2397733"/>
                  <a:chExt cx="590853" cy="538858"/>
                </a:xfrm>
              </p:grpSpPr>
              <p:sp>
                <p:nvSpPr>
                  <p:cNvPr id="6320" name="Google Shape;6320;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36" name="Google Shape;6336;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9" name="Google Shape;6339;p20"/>
                <p:cNvGrpSpPr/>
                <p:nvPr/>
              </p:nvGrpSpPr>
              <p:grpSpPr>
                <a:xfrm>
                  <a:off x="2672051" y="2466803"/>
                  <a:ext cx="88776" cy="97630"/>
                  <a:chOff x="2291051" y="2466803"/>
                  <a:chExt cx="88776" cy="97630"/>
                </a:xfrm>
              </p:grpSpPr>
              <p:sp>
                <p:nvSpPr>
                  <p:cNvPr id="6340" name="Google Shape;6340;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69" name="Google Shape;6369;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6" name="Google Shape;6376;p20"/>
              <p:cNvGrpSpPr/>
              <p:nvPr/>
            </p:nvGrpSpPr>
            <p:grpSpPr>
              <a:xfrm>
                <a:off x="3446433" y="3091192"/>
                <a:ext cx="1319021" cy="1203001"/>
                <a:chOff x="2374102" y="2397733"/>
                <a:chExt cx="590853" cy="538858"/>
              </a:xfrm>
            </p:grpSpPr>
            <p:grpSp>
              <p:nvGrpSpPr>
                <p:cNvPr id="6377" name="Google Shape;6377;p20"/>
                <p:cNvGrpSpPr/>
                <p:nvPr/>
              </p:nvGrpSpPr>
              <p:grpSpPr>
                <a:xfrm>
                  <a:off x="2374102" y="2397733"/>
                  <a:ext cx="590853" cy="538858"/>
                  <a:chOff x="1993102" y="2397733"/>
                  <a:chExt cx="590853" cy="538858"/>
                </a:xfrm>
              </p:grpSpPr>
              <p:sp>
                <p:nvSpPr>
                  <p:cNvPr id="6378" name="Google Shape;6378;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4" name="Google Shape;6394;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7" name="Google Shape;6397;p20"/>
                <p:cNvGrpSpPr/>
                <p:nvPr/>
              </p:nvGrpSpPr>
              <p:grpSpPr>
                <a:xfrm>
                  <a:off x="2672051" y="2466803"/>
                  <a:ext cx="88776" cy="97630"/>
                  <a:chOff x="2291051" y="2466803"/>
                  <a:chExt cx="88776" cy="97630"/>
                </a:xfrm>
              </p:grpSpPr>
              <p:sp>
                <p:nvSpPr>
                  <p:cNvPr id="6398" name="Google Shape;6398;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27" name="Google Shape;6427;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4" name="Google Shape;6434;p20"/>
              <p:cNvGrpSpPr/>
              <p:nvPr/>
            </p:nvGrpSpPr>
            <p:grpSpPr>
              <a:xfrm>
                <a:off x="4490110" y="3659885"/>
                <a:ext cx="365767" cy="351686"/>
                <a:chOff x="1490538" y="753834"/>
                <a:chExt cx="470985" cy="455906"/>
              </a:xfrm>
            </p:grpSpPr>
            <p:sp>
              <p:nvSpPr>
                <p:cNvPr id="6435" name="Google Shape;643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5" name="Google Shape;6445;p20"/>
              <p:cNvGrpSpPr/>
              <p:nvPr/>
            </p:nvGrpSpPr>
            <p:grpSpPr>
              <a:xfrm rot="-975329">
                <a:off x="4865699" y="3543897"/>
                <a:ext cx="365789" cy="351698"/>
                <a:chOff x="1490538" y="753834"/>
                <a:chExt cx="470985" cy="455906"/>
              </a:xfrm>
            </p:grpSpPr>
            <p:sp>
              <p:nvSpPr>
                <p:cNvPr id="6446" name="Google Shape;6446;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456" name="Google Shape;6456;p20"/>
          <p:cNvGrpSpPr/>
          <p:nvPr/>
        </p:nvGrpSpPr>
        <p:grpSpPr>
          <a:xfrm flipH="1" rot="10800000">
            <a:off x="5838892" y="3103628"/>
            <a:ext cx="3943216" cy="2469918"/>
            <a:chOff x="5681667" y="-311651"/>
            <a:chExt cx="3943216" cy="2469918"/>
          </a:xfrm>
        </p:grpSpPr>
        <p:sp>
          <p:nvSpPr>
            <p:cNvPr id="6457" name="Google Shape;6457;p20"/>
            <p:cNvSpPr/>
            <p:nvPr/>
          </p:nvSpPr>
          <p:spPr>
            <a:xfrm>
              <a:off x="6319579" y="6384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20"/>
            <p:cNvSpPr/>
            <p:nvPr/>
          </p:nvSpPr>
          <p:spPr>
            <a:xfrm rot="10800000">
              <a:off x="6858777" y="460665"/>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20"/>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20"/>
            <p:cNvSpPr/>
            <p:nvPr/>
          </p:nvSpPr>
          <p:spPr>
            <a:xfrm rot="10800000">
              <a:off x="8612852" y="167987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1" name="Google Shape;6461;p20"/>
            <p:cNvGrpSpPr/>
            <p:nvPr/>
          </p:nvGrpSpPr>
          <p:grpSpPr>
            <a:xfrm flipH="1">
              <a:off x="6751497" y="678045"/>
              <a:ext cx="411494" cy="164598"/>
              <a:chOff x="2449294" y="636165"/>
              <a:chExt cx="322588" cy="124262"/>
            </a:xfrm>
          </p:grpSpPr>
          <p:sp>
            <p:nvSpPr>
              <p:cNvPr id="6462" name="Google Shape;6462;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1" name="Google Shape;6471;p20"/>
            <p:cNvGrpSpPr/>
            <p:nvPr/>
          </p:nvGrpSpPr>
          <p:grpSpPr>
            <a:xfrm>
              <a:off x="8575747" y="1993670"/>
              <a:ext cx="411494" cy="164598"/>
              <a:chOff x="2449294" y="636165"/>
              <a:chExt cx="322588" cy="124262"/>
            </a:xfrm>
          </p:grpSpPr>
          <p:sp>
            <p:nvSpPr>
              <p:cNvPr id="6472" name="Google Shape;6472;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1" name="Google Shape;6481;p20"/>
            <p:cNvGrpSpPr/>
            <p:nvPr/>
          </p:nvGrpSpPr>
          <p:grpSpPr>
            <a:xfrm flipH="1" rot="10800000">
              <a:off x="7008738" y="922775"/>
              <a:ext cx="365767" cy="351138"/>
              <a:chOff x="1490538" y="753834"/>
              <a:chExt cx="470985" cy="455906"/>
            </a:xfrm>
          </p:grpSpPr>
          <p:sp>
            <p:nvSpPr>
              <p:cNvPr id="6482" name="Google Shape;648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2" name="Google Shape;6492;p20"/>
            <p:cNvGrpSpPr/>
            <p:nvPr/>
          </p:nvGrpSpPr>
          <p:grpSpPr>
            <a:xfrm flipH="1" rot="-5400000">
              <a:off x="6601720" y="-1231703"/>
              <a:ext cx="2103111" cy="3943216"/>
              <a:chOff x="3238754" y="1037105"/>
              <a:chExt cx="2114316" cy="3971813"/>
            </a:xfrm>
          </p:grpSpPr>
          <p:grpSp>
            <p:nvGrpSpPr>
              <p:cNvPr id="6493" name="Google Shape;6493;p20"/>
              <p:cNvGrpSpPr/>
              <p:nvPr/>
            </p:nvGrpSpPr>
            <p:grpSpPr>
              <a:xfrm rot="352619">
                <a:off x="3514228" y="3929201"/>
                <a:ext cx="820714" cy="663927"/>
                <a:chOff x="1981897" y="1546050"/>
                <a:chExt cx="676612" cy="547354"/>
              </a:xfrm>
            </p:grpSpPr>
            <p:grpSp>
              <p:nvGrpSpPr>
                <p:cNvPr id="6494" name="Google Shape;6494;p20"/>
                <p:cNvGrpSpPr/>
                <p:nvPr/>
              </p:nvGrpSpPr>
              <p:grpSpPr>
                <a:xfrm>
                  <a:off x="2240847" y="1546050"/>
                  <a:ext cx="258712" cy="250429"/>
                  <a:chOff x="1490538" y="753834"/>
                  <a:chExt cx="470985" cy="455906"/>
                </a:xfrm>
              </p:grpSpPr>
              <p:sp>
                <p:nvSpPr>
                  <p:cNvPr id="6495" name="Google Shape;649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5" name="Google Shape;6505;p20"/>
                <p:cNvGrpSpPr/>
                <p:nvPr/>
              </p:nvGrpSpPr>
              <p:grpSpPr>
                <a:xfrm>
                  <a:off x="2399797" y="1673288"/>
                  <a:ext cx="258712" cy="250429"/>
                  <a:chOff x="1490538" y="753834"/>
                  <a:chExt cx="470985" cy="455906"/>
                </a:xfrm>
              </p:grpSpPr>
              <p:sp>
                <p:nvSpPr>
                  <p:cNvPr id="6506" name="Google Shape;6506;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6" name="Google Shape;6516;p20"/>
                <p:cNvGrpSpPr/>
                <p:nvPr/>
              </p:nvGrpSpPr>
              <p:grpSpPr>
                <a:xfrm>
                  <a:off x="2159535" y="1742038"/>
                  <a:ext cx="258712" cy="250429"/>
                  <a:chOff x="1490538" y="753834"/>
                  <a:chExt cx="470985" cy="455906"/>
                </a:xfrm>
              </p:grpSpPr>
              <p:sp>
                <p:nvSpPr>
                  <p:cNvPr id="6517" name="Google Shape;6517;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7" name="Google Shape;6527;p20"/>
                <p:cNvGrpSpPr/>
                <p:nvPr/>
              </p:nvGrpSpPr>
              <p:grpSpPr>
                <a:xfrm>
                  <a:off x="2323985" y="1842975"/>
                  <a:ext cx="258712" cy="250429"/>
                  <a:chOff x="1490538" y="753834"/>
                  <a:chExt cx="470985" cy="455906"/>
                </a:xfrm>
              </p:grpSpPr>
              <p:sp>
                <p:nvSpPr>
                  <p:cNvPr id="6528" name="Google Shape;652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8" name="Google Shape;6538;p20"/>
                <p:cNvGrpSpPr/>
                <p:nvPr/>
              </p:nvGrpSpPr>
              <p:grpSpPr>
                <a:xfrm>
                  <a:off x="1981897" y="1804075"/>
                  <a:ext cx="258712" cy="250429"/>
                  <a:chOff x="1490538" y="753834"/>
                  <a:chExt cx="470985" cy="455906"/>
                </a:xfrm>
              </p:grpSpPr>
              <p:sp>
                <p:nvSpPr>
                  <p:cNvPr id="6539" name="Google Shape;6539;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49" name="Google Shape;6549;p20"/>
              <p:cNvGrpSpPr/>
              <p:nvPr/>
            </p:nvGrpSpPr>
            <p:grpSpPr>
              <a:xfrm flipH="1" rot="8833976">
                <a:off x="4214846" y="3438470"/>
                <a:ext cx="804524" cy="1469662"/>
                <a:chOff x="3377730" y="919968"/>
                <a:chExt cx="471039" cy="860470"/>
              </a:xfrm>
            </p:grpSpPr>
            <p:grpSp>
              <p:nvGrpSpPr>
                <p:cNvPr id="6550" name="Google Shape;6550;p20"/>
                <p:cNvGrpSpPr/>
                <p:nvPr/>
              </p:nvGrpSpPr>
              <p:grpSpPr>
                <a:xfrm>
                  <a:off x="3377730" y="919968"/>
                  <a:ext cx="408804" cy="692511"/>
                  <a:chOff x="3377730" y="919968"/>
                  <a:chExt cx="408804" cy="692511"/>
                </a:xfrm>
              </p:grpSpPr>
              <p:sp>
                <p:nvSpPr>
                  <p:cNvPr id="6551" name="Google Shape;6551;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3" name="Google Shape;6563;p20"/>
                <p:cNvGrpSpPr/>
                <p:nvPr/>
              </p:nvGrpSpPr>
              <p:grpSpPr>
                <a:xfrm>
                  <a:off x="3487239" y="1131104"/>
                  <a:ext cx="361530" cy="649334"/>
                  <a:chOff x="1266852" y="1150479"/>
                  <a:chExt cx="361530" cy="649334"/>
                </a:xfrm>
              </p:grpSpPr>
              <p:sp>
                <p:nvSpPr>
                  <p:cNvPr id="6564" name="Google Shape;6564;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72" name="Google Shape;6572;p20"/>
              <p:cNvGrpSpPr/>
              <p:nvPr/>
            </p:nvGrpSpPr>
            <p:grpSpPr>
              <a:xfrm rot="4488281">
                <a:off x="3583731" y="2580940"/>
                <a:ext cx="887798" cy="871068"/>
                <a:chOff x="3086354" y="1785830"/>
                <a:chExt cx="887833" cy="871102"/>
              </a:xfrm>
            </p:grpSpPr>
            <p:grpSp>
              <p:nvGrpSpPr>
                <p:cNvPr id="6573" name="Google Shape;6573;p20"/>
                <p:cNvGrpSpPr/>
                <p:nvPr/>
              </p:nvGrpSpPr>
              <p:grpSpPr>
                <a:xfrm rot="-2169427">
                  <a:off x="3251277" y="1839739"/>
                  <a:ext cx="408803" cy="692509"/>
                  <a:chOff x="3377730" y="919968"/>
                  <a:chExt cx="408804" cy="692511"/>
                </a:xfrm>
              </p:grpSpPr>
              <p:sp>
                <p:nvSpPr>
                  <p:cNvPr id="6574" name="Google Shape;6574;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6" name="Google Shape;6586;p20"/>
                <p:cNvGrpSpPr/>
                <p:nvPr/>
              </p:nvGrpSpPr>
              <p:grpSpPr>
                <a:xfrm rot="-2169427">
                  <a:off x="3455919" y="1963478"/>
                  <a:ext cx="361529" cy="649332"/>
                  <a:chOff x="1266852" y="1150479"/>
                  <a:chExt cx="361530" cy="649334"/>
                </a:xfrm>
              </p:grpSpPr>
              <p:sp>
                <p:nvSpPr>
                  <p:cNvPr id="6587" name="Google Shape;6587;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95" name="Google Shape;6595;p20"/>
              <p:cNvGrpSpPr/>
              <p:nvPr/>
            </p:nvGrpSpPr>
            <p:grpSpPr>
              <a:xfrm>
                <a:off x="3238754" y="1938230"/>
                <a:ext cx="887833" cy="871102"/>
                <a:chOff x="3086354" y="1785830"/>
                <a:chExt cx="887833" cy="871102"/>
              </a:xfrm>
            </p:grpSpPr>
            <p:grpSp>
              <p:nvGrpSpPr>
                <p:cNvPr id="6596" name="Google Shape;6596;p20"/>
                <p:cNvGrpSpPr/>
                <p:nvPr/>
              </p:nvGrpSpPr>
              <p:grpSpPr>
                <a:xfrm rot="-2169427">
                  <a:off x="3251277" y="1839739"/>
                  <a:ext cx="408803" cy="692509"/>
                  <a:chOff x="3377730" y="919968"/>
                  <a:chExt cx="408804" cy="692511"/>
                </a:xfrm>
              </p:grpSpPr>
              <p:sp>
                <p:nvSpPr>
                  <p:cNvPr id="6597" name="Google Shape;6597;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9" name="Google Shape;6609;p20"/>
                <p:cNvGrpSpPr/>
                <p:nvPr/>
              </p:nvGrpSpPr>
              <p:grpSpPr>
                <a:xfrm rot="-2169427">
                  <a:off x="3455919" y="1963478"/>
                  <a:ext cx="361529" cy="649332"/>
                  <a:chOff x="1266852" y="1150479"/>
                  <a:chExt cx="361530" cy="649334"/>
                </a:xfrm>
              </p:grpSpPr>
              <p:sp>
                <p:nvSpPr>
                  <p:cNvPr id="6610" name="Google Shape;6610;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18" name="Google Shape;6618;p20"/>
              <p:cNvGrpSpPr/>
              <p:nvPr/>
            </p:nvGrpSpPr>
            <p:grpSpPr>
              <a:xfrm>
                <a:off x="3490978" y="1037105"/>
                <a:ext cx="575468" cy="1051322"/>
                <a:chOff x="3377730" y="919968"/>
                <a:chExt cx="471039" cy="860470"/>
              </a:xfrm>
            </p:grpSpPr>
            <p:grpSp>
              <p:nvGrpSpPr>
                <p:cNvPr id="6619" name="Google Shape;6619;p20"/>
                <p:cNvGrpSpPr/>
                <p:nvPr/>
              </p:nvGrpSpPr>
              <p:grpSpPr>
                <a:xfrm>
                  <a:off x="3377730" y="919968"/>
                  <a:ext cx="408804" cy="692511"/>
                  <a:chOff x="3377730" y="919968"/>
                  <a:chExt cx="408804" cy="692511"/>
                </a:xfrm>
              </p:grpSpPr>
              <p:sp>
                <p:nvSpPr>
                  <p:cNvPr id="6620" name="Google Shape;6620;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2" name="Google Shape;6632;p20"/>
                <p:cNvGrpSpPr/>
                <p:nvPr/>
              </p:nvGrpSpPr>
              <p:grpSpPr>
                <a:xfrm>
                  <a:off x="3487239" y="1131104"/>
                  <a:ext cx="361530" cy="649334"/>
                  <a:chOff x="1266852" y="1150479"/>
                  <a:chExt cx="361530" cy="649334"/>
                </a:xfrm>
              </p:grpSpPr>
              <p:sp>
                <p:nvSpPr>
                  <p:cNvPr id="6633" name="Google Shape;6633;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41" name="Google Shape;6641;p20"/>
              <p:cNvGrpSpPr/>
              <p:nvPr/>
            </p:nvGrpSpPr>
            <p:grpSpPr>
              <a:xfrm>
                <a:off x="3517102" y="2473933"/>
                <a:ext cx="590853" cy="538858"/>
                <a:chOff x="2374102" y="2397733"/>
                <a:chExt cx="590853" cy="538858"/>
              </a:xfrm>
            </p:grpSpPr>
            <p:grpSp>
              <p:nvGrpSpPr>
                <p:cNvPr id="6642" name="Google Shape;6642;p20"/>
                <p:cNvGrpSpPr/>
                <p:nvPr/>
              </p:nvGrpSpPr>
              <p:grpSpPr>
                <a:xfrm>
                  <a:off x="2374102" y="2397733"/>
                  <a:ext cx="590853" cy="538858"/>
                  <a:chOff x="1993102" y="2397733"/>
                  <a:chExt cx="590853" cy="538858"/>
                </a:xfrm>
              </p:grpSpPr>
              <p:sp>
                <p:nvSpPr>
                  <p:cNvPr id="6643" name="Google Shape;6643;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59" name="Google Shape;6659;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2" name="Google Shape;6662;p20"/>
                <p:cNvGrpSpPr/>
                <p:nvPr/>
              </p:nvGrpSpPr>
              <p:grpSpPr>
                <a:xfrm>
                  <a:off x="2672051" y="2466803"/>
                  <a:ext cx="88776" cy="97630"/>
                  <a:chOff x="2291051" y="2466803"/>
                  <a:chExt cx="88776" cy="97630"/>
                </a:xfrm>
              </p:grpSpPr>
              <p:sp>
                <p:nvSpPr>
                  <p:cNvPr id="6663" name="Google Shape;6663;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92" name="Google Shape;6692;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9" name="Google Shape;6699;p20"/>
              <p:cNvGrpSpPr/>
              <p:nvPr/>
            </p:nvGrpSpPr>
            <p:grpSpPr>
              <a:xfrm rot="352659">
                <a:off x="3394332" y="1622136"/>
                <a:ext cx="676583" cy="547330"/>
                <a:chOff x="1981897" y="1546050"/>
                <a:chExt cx="676612" cy="547354"/>
              </a:xfrm>
            </p:grpSpPr>
            <p:grpSp>
              <p:nvGrpSpPr>
                <p:cNvPr id="6700" name="Google Shape;6700;p20"/>
                <p:cNvGrpSpPr/>
                <p:nvPr/>
              </p:nvGrpSpPr>
              <p:grpSpPr>
                <a:xfrm>
                  <a:off x="2240847" y="1546050"/>
                  <a:ext cx="258712" cy="250429"/>
                  <a:chOff x="1490538" y="753834"/>
                  <a:chExt cx="470985" cy="455906"/>
                </a:xfrm>
              </p:grpSpPr>
              <p:sp>
                <p:nvSpPr>
                  <p:cNvPr id="6701" name="Google Shape;670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1" name="Google Shape;6711;p20"/>
                <p:cNvGrpSpPr/>
                <p:nvPr/>
              </p:nvGrpSpPr>
              <p:grpSpPr>
                <a:xfrm>
                  <a:off x="2399797" y="1673288"/>
                  <a:ext cx="258712" cy="250429"/>
                  <a:chOff x="1490538" y="753834"/>
                  <a:chExt cx="470985" cy="455906"/>
                </a:xfrm>
              </p:grpSpPr>
              <p:sp>
                <p:nvSpPr>
                  <p:cNvPr id="6712" name="Google Shape;671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2" name="Google Shape;6722;p20"/>
                <p:cNvGrpSpPr/>
                <p:nvPr/>
              </p:nvGrpSpPr>
              <p:grpSpPr>
                <a:xfrm>
                  <a:off x="2159535" y="1742038"/>
                  <a:ext cx="258712" cy="250429"/>
                  <a:chOff x="1490538" y="753834"/>
                  <a:chExt cx="470985" cy="455906"/>
                </a:xfrm>
              </p:grpSpPr>
              <p:sp>
                <p:nvSpPr>
                  <p:cNvPr id="6723" name="Google Shape;6723;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3" name="Google Shape;6733;p20"/>
                <p:cNvGrpSpPr/>
                <p:nvPr/>
              </p:nvGrpSpPr>
              <p:grpSpPr>
                <a:xfrm>
                  <a:off x="2323985" y="1842975"/>
                  <a:ext cx="258712" cy="250429"/>
                  <a:chOff x="1490538" y="753834"/>
                  <a:chExt cx="470985" cy="455906"/>
                </a:xfrm>
              </p:grpSpPr>
              <p:sp>
                <p:nvSpPr>
                  <p:cNvPr id="6734" name="Google Shape;6734;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4" name="Google Shape;6744;p20"/>
                <p:cNvGrpSpPr/>
                <p:nvPr/>
              </p:nvGrpSpPr>
              <p:grpSpPr>
                <a:xfrm>
                  <a:off x="1981897" y="1804075"/>
                  <a:ext cx="258712" cy="250429"/>
                  <a:chOff x="1490538" y="753834"/>
                  <a:chExt cx="470985" cy="455906"/>
                </a:xfrm>
              </p:grpSpPr>
              <p:sp>
                <p:nvSpPr>
                  <p:cNvPr id="6745" name="Google Shape;674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55" name="Google Shape;6755;p20"/>
              <p:cNvGrpSpPr/>
              <p:nvPr/>
            </p:nvGrpSpPr>
            <p:grpSpPr>
              <a:xfrm flipH="1">
                <a:off x="3270102" y="2806996"/>
                <a:ext cx="590853" cy="538858"/>
                <a:chOff x="2374102" y="2397733"/>
                <a:chExt cx="590853" cy="538858"/>
              </a:xfrm>
            </p:grpSpPr>
            <p:grpSp>
              <p:nvGrpSpPr>
                <p:cNvPr id="6756" name="Google Shape;6756;p20"/>
                <p:cNvGrpSpPr/>
                <p:nvPr/>
              </p:nvGrpSpPr>
              <p:grpSpPr>
                <a:xfrm>
                  <a:off x="2374102" y="2397733"/>
                  <a:ext cx="590853" cy="538858"/>
                  <a:chOff x="1993102" y="2397733"/>
                  <a:chExt cx="590853" cy="538858"/>
                </a:xfrm>
              </p:grpSpPr>
              <p:sp>
                <p:nvSpPr>
                  <p:cNvPr id="6757" name="Google Shape;6757;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73" name="Google Shape;6773;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76" name="Google Shape;6776;p20"/>
                <p:cNvGrpSpPr/>
                <p:nvPr/>
              </p:nvGrpSpPr>
              <p:grpSpPr>
                <a:xfrm>
                  <a:off x="2672051" y="2466803"/>
                  <a:ext cx="88776" cy="97630"/>
                  <a:chOff x="2291051" y="2466803"/>
                  <a:chExt cx="88776" cy="97630"/>
                </a:xfrm>
              </p:grpSpPr>
              <p:sp>
                <p:nvSpPr>
                  <p:cNvPr id="6777" name="Google Shape;6777;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06" name="Google Shape;6806;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3" name="Google Shape;6813;p20"/>
              <p:cNvGrpSpPr/>
              <p:nvPr/>
            </p:nvGrpSpPr>
            <p:grpSpPr>
              <a:xfrm>
                <a:off x="3446433" y="3091192"/>
                <a:ext cx="1319021" cy="1203001"/>
                <a:chOff x="2374102" y="2397733"/>
                <a:chExt cx="590853" cy="538858"/>
              </a:xfrm>
            </p:grpSpPr>
            <p:grpSp>
              <p:nvGrpSpPr>
                <p:cNvPr id="6814" name="Google Shape;6814;p20"/>
                <p:cNvGrpSpPr/>
                <p:nvPr/>
              </p:nvGrpSpPr>
              <p:grpSpPr>
                <a:xfrm>
                  <a:off x="2374102" y="2397733"/>
                  <a:ext cx="590853" cy="538858"/>
                  <a:chOff x="1993102" y="2397733"/>
                  <a:chExt cx="590853" cy="538858"/>
                </a:xfrm>
              </p:grpSpPr>
              <p:sp>
                <p:nvSpPr>
                  <p:cNvPr id="6815" name="Google Shape;6815;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1" name="Google Shape;6831;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4" name="Google Shape;6834;p20"/>
                <p:cNvGrpSpPr/>
                <p:nvPr/>
              </p:nvGrpSpPr>
              <p:grpSpPr>
                <a:xfrm>
                  <a:off x="2672051" y="2466803"/>
                  <a:ext cx="88776" cy="97630"/>
                  <a:chOff x="2291051" y="2466803"/>
                  <a:chExt cx="88776" cy="97630"/>
                </a:xfrm>
              </p:grpSpPr>
              <p:sp>
                <p:nvSpPr>
                  <p:cNvPr id="6835" name="Google Shape;6835;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4" name="Google Shape;6864;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1" name="Google Shape;6871;p20"/>
              <p:cNvGrpSpPr/>
              <p:nvPr/>
            </p:nvGrpSpPr>
            <p:grpSpPr>
              <a:xfrm>
                <a:off x="4490110" y="3659885"/>
                <a:ext cx="365767" cy="351686"/>
                <a:chOff x="1490538" y="753834"/>
                <a:chExt cx="470985" cy="455906"/>
              </a:xfrm>
            </p:grpSpPr>
            <p:sp>
              <p:nvSpPr>
                <p:cNvPr id="6872" name="Google Shape;687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2" name="Google Shape;6882;p20"/>
              <p:cNvGrpSpPr/>
              <p:nvPr/>
            </p:nvGrpSpPr>
            <p:grpSpPr>
              <a:xfrm rot="-975329">
                <a:off x="4865699" y="3543897"/>
                <a:ext cx="365789" cy="351698"/>
                <a:chOff x="1490538" y="753834"/>
                <a:chExt cx="470985" cy="455906"/>
              </a:xfrm>
            </p:grpSpPr>
            <p:sp>
              <p:nvSpPr>
                <p:cNvPr id="6883" name="Google Shape;6883;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6893" name="Shape 6893"/>
        <p:cNvGrpSpPr/>
        <p:nvPr/>
      </p:nvGrpSpPr>
      <p:grpSpPr>
        <a:xfrm>
          <a:off x="0" y="0"/>
          <a:ext cx="0" cy="0"/>
          <a:chOff x="0" y="0"/>
          <a:chExt cx="0" cy="0"/>
        </a:xfrm>
      </p:grpSpPr>
      <p:sp>
        <p:nvSpPr>
          <p:cNvPr id="6894" name="Google Shape;6894;p21"/>
          <p:cNvSpPr txBox="1"/>
          <p:nvPr>
            <p:ph type="ctrTitle"/>
          </p:nvPr>
        </p:nvSpPr>
        <p:spPr>
          <a:xfrm>
            <a:off x="2430025" y="540000"/>
            <a:ext cx="4284000" cy="1188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5200"/>
              <a:buNone/>
              <a:defRPr sz="8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6895" name="Google Shape;6895;p21"/>
          <p:cNvSpPr txBox="1"/>
          <p:nvPr>
            <p:ph idx="1" type="subTitle"/>
          </p:nvPr>
        </p:nvSpPr>
        <p:spPr>
          <a:xfrm>
            <a:off x="2425075" y="1537800"/>
            <a:ext cx="4293900" cy="1188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6896" name="Google Shape;6896;p21"/>
          <p:cNvSpPr/>
          <p:nvPr/>
        </p:nvSpPr>
        <p:spPr>
          <a:xfrm>
            <a:off x="350" y="3955150"/>
            <a:ext cx="3083650" cy="1188350"/>
          </a:xfrm>
          <a:custGeom>
            <a:rect b="b" l="l" r="r" t="t"/>
            <a:pathLst>
              <a:path extrusionOk="0" h="47534" w="123346">
                <a:moveTo>
                  <a:pt x="38080" y="0"/>
                </a:moveTo>
                <a:cubicBezTo>
                  <a:pt x="33242" y="0"/>
                  <a:pt x="28414" y="1154"/>
                  <a:pt x="24187" y="3524"/>
                </a:cubicBezTo>
                <a:cubicBezTo>
                  <a:pt x="23134" y="4115"/>
                  <a:pt x="22107" y="4777"/>
                  <a:pt x="20952" y="5125"/>
                </a:cubicBezTo>
                <a:cubicBezTo>
                  <a:pt x="19824" y="5467"/>
                  <a:pt x="18636" y="5492"/>
                  <a:pt x="17453" y="5492"/>
                </a:cubicBezTo>
                <a:cubicBezTo>
                  <a:pt x="17255" y="5492"/>
                  <a:pt x="17057" y="5491"/>
                  <a:pt x="16860" y="5491"/>
                </a:cubicBezTo>
                <a:cubicBezTo>
                  <a:pt x="16826" y="5491"/>
                  <a:pt x="16793" y="5491"/>
                  <a:pt x="16759" y="5491"/>
                </a:cubicBezTo>
                <a:cubicBezTo>
                  <a:pt x="11547" y="5507"/>
                  <a:pt x="6338" y="6233"/>
                  <a:pt x="1321" y="7640"/>
                </a:cubicBezTo>
                <a:cubicBezTo>
                  <a:pt x="881" y="7766"/>
                  <a:pt x="431" y="7905"/>
                  <a:pt x="0" y="8077"/>
                </a:cubicBezTo>
                <a:lnTo>
                  <a:pt x="0" y="44613"/>
                </a:lnTo>
                <a:cubicBezTo>
                  <a:pt x="0" y="46228"/>
                  <a:pt x="1310" y="47533"/>
                  <a:pt x="2923" y="47533"/>
                </a:cubicBezTo>
                <a:lnTo>
                  <a:pt x="123279" y="47533"/>
                </a:lnTo>
                <a:cubicBezTo>
                  <a:pt x="123346" y="43799"/>
                  <a:pt x="122848" y="40121"/>
                  <a:pt x="120807" y="37060"/>
                </a:cubicBezTo>
                <a:cubicBezTo>
                  <a:pt x="119353" y="34877"/>
                  <a:pt x="117293" y="33184"/>
                  <a:pt x="115794" y="31041"/>
                </a:cubicBezTo>
                <a:cubicBezTo>
                  <a:pt x="114500" y="29197"/>
                  <a:pt x="114802" y="27265"/>
                  <a:pt x="113884" y="25472"/>
                </a:cubicBezTo>
                <a:cubicBezTo>
                  <a:pt x="112836" y="23425"/>
                  <a:pt x="109024" y="22076"/>
                  <a:pt x="107092" y="20990"/>
                </a:cubicBezTo>
                <a:cubicBezTo>
                  <a:pt x="104398" y="19475"/>
                  <a:pt x="101670" y="18022"/>
                  <a:pt x="98910" y="16633"/>
                </a:cubicBezTo>
                <a:cubicBezTo>
                  <a:pt x="97157" y="15752"/>
                  <a:pt x="95288" y="14876"/>
                  <a:pt x="93349" y="14876"/>
                </a:cubicBezTo>
                <a:cubicBezTo>
                  <a:pt x="93159" y="14876"/>
                  <a:pt x="92969" y="14885"/>
                  <a:pt x="92777" y="14902"/>
                </a:cubicBezTo>
                <a:cubicBezTo>
                  <a:pt x="91611" y="15010"/>
                  <a:pt x="90503" y="15460"/>
                  <a:pt x="89352" y="15689"/>
                </a:cubicBezTo>
                <a:cubicBezTo>
                  <a:pt x="88647" y="15830"/>
                  <a:pt x="87935" y="15886"/>
                  <a:pt x="87219" y="15886"/>
                </a:cubicBezTo>
                <a:cubicBezTo>
                  <a:pt x="85764" y="15886"/>
                  <a:pt x="84297" y="15653"/>
                  <a:pt x="82854" y="15421"/>
                </a:cubicBezTo>
                <a:cubicBezTo>
                  <a:pt x="78780" y="14763"/>
                  <a:pt x="74707" y="14104"/>
                  <a:pt x="70630" y="13444"/>
                </a:cubicBezTo>
                <a:cubicBezTo>
                  <a:pt x="67488" y="12937"/>
                  <a:pt x="64247" y="12389"/>
                  <a:pt x="61579" y="10657"/>
                </a:cubicBezTo>
                <a:cubicBezTo>
                  <a:pt x="60021" y="9645"/>
                  <a:pt x="58737" y="8275"/>
                  <a:pt x="57341" y="7043"/>
                </a:cubicBezTo>
                <a:cubicBezTo>
                  <a:pt x="52087" y="2411"/>
                  <a:pt x="45073" y="0"/>
                  <a:pt x="38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21"/>
          <p:cNvSpPr/>
          <p:nvPr/>
        </p:nvSpPr>
        <p:spPr>
          <a:xfrm flipH="1">
            <a:off x="6060000" y="3955150"/>
            <a:ext cx="3083650" cy="1188350"/>
          </a:xfrm>
          <a:custGeom>
            <a:rect b="b" l="l" r="r" t="t"/>
            <a:pathLst>
              <a:path extrusionOk="0" h="47534" w="123346">
                <a:moveTo>
                  <a:pt x="38080" y="0"/>
                </a:moveTo>
                <a:cubicBezTo>
                  <a:pt x="33242" y="0"/>
                  <a:pt x="28414" y="1154"/>
                  <a:pt x="24187" y="3524"/>
                </a:cubicBezTo>
                <a:cubicBezTo>
                  <a:pt x="23134" y="4115"/>
                  <a:pt x="22107" y="4777"/>
                  <a:pt x="20952" y="5125"/>
                </a:cubicBezTo>
                <a:cubicBezTo>
                  <a:pt x="19824" y="5467"/>
                  <a:pt x="18636" y="5492"/>
                  <a:pt x="17453" y="5492"/>
                </a:cubicBezTo>
                <a:cubicBezTo>
                  <a:pt x="17255" y="5492"/>
                  <a:pt x="17057" y="5491"/>
                  <a:pt x="16860" y="5491"/>
                </a:cubicBezTo>
                <a:cubicBezTo>
                  <a:pt x="16826" y="5491"/>
                  <a:pt x="16793" y="5491"/>
                  <a:pt x="16759" y="5491"/>
                </a:cubicBezTo>
                <a:cubicBezTo>
                  <a:pt x="11547" y="5507"/>
                  <a:pt x="6338" y="6233"/>
                  <a:pt x="1321" y="7640"/>
                </a:cubicBezTo>
                <a:cubicBezTo>
                  <a:pt x="881" y="7766"/>
                  <a:pt x="431" y="7905"/>
                  <a:pt x="0" y="8077"/>
                </a:cubicBezTo>
                <a:lnTo>
                  <a:pt x="0" y="44613"/>
                </a:lnTo>
                <a:cubicBezTo>
                  <a:pt x="0" y="46228"/>
                  <a:pt x="1310" y="47533"/>
                  <a:pt x="2923" y="47533"/>
                </a:cubicBezTo>
                <a:lnTo>
                  <a:pt x="123279" y="47533"/>
                </a:lnTo>
                <a:cubicBezTo>
                  <a:pt x="123346" y="43799"/>
                  <a:pt x="122848" y="40121"/>
                  <a:pt x="120807" y="37060"/>
                </a:cubicBezTo>
                <a:cubicBezTo>
                  <a:pt x="119353" y="34877"/>
                  <a:pt x="117293" y="33184"/>
                  <a:pt x="115794" y="31041"/>
                </a:cubicBezTo>
                <a:cubicBezTo>
                  <a:pt x="114500" y="29197"/>
                  <a:pt x="114802" y="27265"/>
                  <a:pt x="113884" y="25472"/>
                </a:cubicBezTo>
                <a:cubicBezTo>
                  <a:pt x="112836" y="23425"/>
                  <a:pt x="109024" y="22076"/>
                  <a:pt x="107092" y="20990"/>
                </a:cubicBezTo>
                <a:cubicBezTo>
                  <a:pt x="104398" y="19475"/>
                  <a:pt x="101670" y="18022"/>
                  <a:pt x="98910" y="16633"/>
                </a:cubicBezTo>
                <a:cubicBezTo>
                  <a:pt x="97157" y="15752"/>
                  <a:pt x="95288" y="14876"/>
                  <a:pt x="93349" y="14876"/>
                </a:cubicBezTo>
                <a:cubicBezTo>
                  <a:pt x="93159" y="14876"/>
                  <a:pt x="92969" y="14885"/>
                  <a:pt x="92777" y="14902"/>
                </a:cubicBezTo>
                <a:cubicBezTo>
                  <a:pt x="91611" y="15010"/>
                  <a:pt x="90503" y="15460"/>
                  <a:pt x="89352" y="15689"/>
                </a:cubicBezTo>
                <a:cubicBezTo>
                  <a:pt x="88647" y="15830"/>
                  <a:pt x="87935" y="15886"/>
                  <a:pt x="87219" y="15886"/>
                </a:cubicBezTo>
                <a:cubicBezTo>
                  <a:pt x="85764" y="15886"/>
                  <a:pt x="84297" y="15653"/>
                  <a:pt x="82854" y="15421"/>
                </a:cubicBezTo>
                <a:cubicBezTo>
                  <a:pt x="78780" y="14763"/>
                  <a:pt x="74707" y="14104"/>
                  <a:pt x="70630" y="13444"/>
                </a:cubicBezTo>
                <a:cubicBezTo>
                  <a:pt x="67488" y="12937"/>
                  <a:pt x="64247" y="12389"/>
                  <a:pt x="61579" y="10657"/>
                </a:cubicBezTo>
                <a:cubicBezTo>
                  <a:pt x="60021" y="9645"/>
                  <a:pt x="58737" y="8275"/>
                  <a:pt x="57341" y="7043"/>
                </a:cubicBezTo>
                <a:cubicBezTo>
                  <a:pt x="52087" y="2411"/>
                  <a:pt x="45073" y="0"/>
                  <a:pt x="38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21"/>
          <p:cNvSpPr/>
          <p:nvPr/>
        </p:nvSpPr>
        <p:spPr>
          <a:xfrm>
            <a:off x="0" y="4566900"/>
            <a:ext cx="9144000" cy="5757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9" name="Google Shape;6899;p21"/>
          <p:cNvGrpSpPr/>
          <p:nvPr/>
        </p:nvGrpSpPr>
        <p:grpSpPr>
          <a:xfrm>
            <a:off x="6258200" y="3955075"/>
            <a:ext cx="1504025" cy="624000"/>
            <a:chOff x="2067200" y="3936025"/>
            <a:chExt cx="1504025" cy="624000"/>
          </a:xfrm>
        </p:grpSpPr>
        <p:sp>
          <p:nvSpPr>
            <p:cNvPr id="6900" name="Google Shape;6900;p21"/>
            <p:cNvSpPr/>
            <p:nvPr/>
          </p:nvSpPr>
          <p:spPr>
            <a:xfrm>
              <a:off x="2067200" y="3936025"/>
              <a:ext cx="1504025" cy="624000"/>
            </a:xfrm>
            <a:custGeom>
              <a:rect b="b" l="l" r="r" t="t"/>
              <a:pathLst>
                <a:path extrusionOk="0" h="24960" w="60161">
                  <a:moveTo>
                    <a:pt x="32138" y="1"/>
                  </a:moveTo>
                  <a:cubicBezTo>
                    <a:pt x="29141" y="1"/>
                    <a:pt x="26142" y="67"/>
                    <a:pt x="23147" y="200"/>
                  </a:cubicBezTo>
                  <a:cubicBezTo>
                    <a:pt x="21479" y="5227"/>
                    <a:pt x="17896" y="9374"/>
                    <a:pt x="14106" y="13074"/>
                  </a:cubicBezTo>
                  <a:cubicBezTo>
                    <a:pt x="9841" y="17235"/>
                    <a:pt x="3162" y="19151"/>
                    <a:pt x="275" y="24364"/>
                  </a:cubicBezTo>
                  <a:cubicBezTo>
                    <a:pt x="1" y="24859"/>
                    <a:pt x="21056" y="24960"/>
                    <a:pt x="38272" y="24960"/>
                  </a:cubicBezTo>
                  <a:cubicBezTo>
                    <a:pt x="50126" y="24960"/>
                    <a:pt x="60161" y="24912"/>
                    <a:pt x="60161" y="24912"/>
                  </a:cubicBezTo>
                  <a:cubicBezTo>
                    <a:pt x="56745" y="21077"/>
                    <a:pt x="51877" y="18936"/>
                    <a:pt x="47575" y="16137"/>
                  </a:cubicBezTo>
                  <a:cubicBezTo>
                    <a:pt x="42451" y="12806"/>
                    <a:pt x="38015" y="8423"/>
                    <a:pt x="34617" y="3344"/>
                  </a:cubicBezTo>
                  <a:cubicBezTo>
                    <a:pt x="33942" y="2336"/>
                    <a:pt x="33282" y="1218"/>
                    <a:pt x="33320" y="4"/>
                  </a:cubicBezTo>
                  <a:cubicBezTo>
                    <a:pt x="32926" y="2"/>
                    <a:pt x="32532" y="1"/>
                    <a:pt x="321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21"/>
            <p:cNvSpPr/>
            <p:nvPr/>
          </p:nvSpPr>
          <p:spPr>
            <a:xfrm>
              <a:off x="2343300" y="3960100"/>
              <a:ext cx="361125" cy="400875"/>
            </a:xfrm>
            <a:custGeom>
              <a:rect b="b" l="l" r="r" t="t"/>
              <a:pathLst>
                <a:path extrusionOk="0" h="16035" w="14445">
                  <a:moveTo>
                    <a:pt x="11827" y="0"/>
                  </a:moveTo>
                  <a:cubicBezTo>
                    <a:pt x="10066" y="4684"/>
                    <a:pt x="6656" y="8603"/>
                    <a:pt x="3062" y="12111"/>
                  </a:cubicBezTo>
                  <a:cubicBezTo>
                    <a:pt x="2134" y="13017"/>
                    <a:pt x="1091" y="13814"/>
                    <a:pt x="1" y="14565"/>
                  </a:cubicBezTo>
                  <a:cubicBezTo>
                    <a:pt x="727" y="14986"/>
                    <a:pt x="1453" y="15407"/>
                    <a:pt x="2183" y="15830"/>
                  </a:cubicBezTo>
                  <a:cubicBezTo>
                    <a:pt x="2361" y="15930"/>
                    <a:pt x="2559" y="16034"/>
                    <a:pt x="2757" y="16034"/>
                  </a:cubicBezTo>
                  <a:cubicBezTo>
                    <a:pt x="2806" y="16034"/>
                    <a:pt x="2855" y="16028"/>
                    <a:pt x="2904" y="16014"/>
                  </a:cubicBezTo>
                  <a:cubicBezTo>
                    <a:pt x="3011" y="15982"/>
                    <a:pt x="3101" y="15910"/>
                    <a:pt x="3199" y="15861"/>
                  </a:cubicBezTo>
                  <a:cubicBezTo>
                    <a:pt x="3360" y="15780"/>
                    <a:pt x="3533" y="15750"/>
                    <a:pt x="3712" y="15750"/>
                  </a:cubicBezTo>
                  <a:cubicBezTo>
                    <a:pt x="3996" y="15750"/>
                    <a:pt x="4294" y="15826"/>
                    <a:pt x="4577" y="15885"/>
                  </a:cubicBezTo>
                  <a:cubicBezTo>
                    <a:pt x="5083" y="15989"/>
                    <a:pt x="5595" y="16033"/>
                    <a:pt x="6109" y="16033"/>
                  </a:cubicBezTo>
                  <a:cubicBezTo>
                    <a:pt x="7349" y="16033"/>
                    <a:pt x="8603" y="15780"/>
                    <a:pt x="9827" y="15526"/>
                  </a:cubicBezTo>
                  <a:cubicBezTo>
                    <a:pt x="10054" y="15479"/>
                    <a:pt x="10298" y="15421"/>
                    <a:pt x="10443" y="15242"/>
                  </a:cubicBezTo>
                  <a:cubicBezTo>
                    <a:pt x="10549" y="15113"/>
                    <a:pt x="10586" y="14941"/>
                    <a:pt x="10623" y="14781"/>
                  </a:cubicBezTo>
                  <a:cubicBezTo>
                    <a:pt x="10770" y="14176"/>
                    <a:pt x="11025" y="13598"/>
                    <a:pt x="11373" y="13082"/>
                  </a:cubicBezTo>
                  <a:cubicBezTo>
                    <a:pt x="10860" y="13021"/>
                    <a:pt x="10347" y="12962"/>
                    <a:pt x="9835" y="12901"/>
                  </a:cubicBezTo>
                  <a:cubicBezTo>
                    <a:pt x="9864" y="12645"/>
                    <a:pt x="10034" y="12406"/>
                    <a:pt x="10269" y="12297"/>
                  </a:cubicBezTo>
                  <a:lnTo>
                    <a:pt x="10269" y="12297"/>
                  </a:lnTo>
                  <a:cubicBezTo>
                    <a:pt x="10258" y="12298"/>
                    <a:pt x="10247" y="12299"/>
                    <a:pt x="10236" y="12299"/>
                  </a:cubicBezTo>
                  <a:cubicBezTo>
                    <a:pt x="10014" y="12299"/>
                    <a:pt x="9909" y="11942"/>
                    <a:pt x="10069" y="11770"/>
                  </a:cubicBezTo>
                  <a:cubicBezTo>
                    <a:pt x="10166" y="11668"/>
                    <a:pt x="10302" y="11628"/>
                    <a:pt x="10444" y="11628"/>
                  </a:cubicBezTo>
                  <a:cubicBezTo>
                    <a:pt x="10550" y="11628"/>
                    <a:pt x="10660" y="11651"/>
                    <a:pt x="10758" y="11688"/>
                  </a:cubicBezTo>
                  <a:cubicBezTo>
                    <a:pt x="10989" y="11774"/>
                    <a:pt x="11197" y="11923"/>
                    <a:pt x="11438" y="11980"/>
                  </a:cubicBezTo>
                  <a:cubicBezTo>
                    <a:pt x="11518" y="11999"/>
                    <a:pt x="11597" y="12008"/>
                    <a:pt x="11676" y="12008"/>
                  </a:cubicBezTo>
                  <a:cubicBezTo>
                    <a:pt x="12253" y="12008"/>
                    <a:pt x="12775" y="11517"/>
                    <a:pt x="13180" y="11062"/>
                  </a:cubicBezTo>
                  <a:lnTo>
                    <a:pt x="13180" y="11062"/>
                  </a:lnTo>
                  <a:cubicBezTo>
                    <a:pt x="13163" y="11063"/>
                    <a:pt x="13147" y="11064"/>
                    <a:pt x="13130" y="11064"/>
                  </a:cubicBezTo>
                  <a:cubicBezTo>
                    <a:pt x="12718" y="11064"/>
                    <a:pt x="12409" y="10599"/>
                    <a:pt x="12430" y="10179"/>
                  </a:cubicBezTo>
                  <a:cubicBezTo>
                    <a:pt x="12452" y="9740"/>
                    <a:pt x="12716" y="9359"/>
                    <a:pt x="12972" y="9004"/>
                  </a:cubicBezTo>
                  <a:lnTo>
                    <a:pt x="14383" y="7037"/>
                  </a:lnTo>
                  <a:cubicBezTo>
                    <a:pt x="13957" y="6757"/>
                    <a:pt x="13456" y="6593"/>
                    <a:pt x="12943" y="6571"/>
                  </a:cubicBezTo>
                  <a:cubicBezTo>
                    <a:pt x="12900" y="6143"/>
                    <a:pt x="13614" y="5869"/>
                    <a:pt x="13487" y="5458"/>
                  </a:cubicBezTo>
                  <a:cubicBezTo>
                    <a:pt x="13383" y="5123"/>
                    <a:pt x="12890" y="5188"/>
                    <a:pt x="12575" y="5033"/>
                  </a:cubicBezTo>
                  <a:cubicBezTo>
                    <a:pt x="12242" y="4870"/>
                    <a:pt x="12125" y="4430"/>
                    <a:pt x="12213" y="4072"/>
                  </a:cubicBezTo>
                  <a:cubicBezTo>
                    <a:pt x="12301" y="3712"/>
                    <a:pt x="12542" y="3412"/>
                    <a:pt x="12780" y="3126"/>
                  </a:cubicBezTo>
                  <a:cubicBezTo>
                    <a:pt x="13264" y="2545"/>
                    <a:pt x="13745" y="1960"/>
                    <a:pt x="14231" y="1377"/>
                  </a:cubicBezTo>
                  <a:cubicBezTo>
                    <a:pt x="14333" y="1253"/>
                    <a:pt x="14444" y="1101"/>
                    <a:pt x="14397" y="946"/>
                  </a:cubicBezTo>
                  <a:cubicBezTo>
                    <a:pt x="14299" y="621"/>
                    <a:pt x="13749" y="799"/>
                    <a:pt x="13501" y="568"/>
                  </a:cubicBezTo>
                  <a:cubicBezTo>
                    <a:pt x="13432" y="502"/>
                    <a:pt x="13393" y="408"/>
                    <a:pt x="13321" y="345"/>
                  </a:cubicBezTo>
                  <a:cubicBezTo>
                    <a:pt x="13225" y="261"/>
                    <a:pt x="13090" y="249"/>
                    <a:pt x="12962" y="239"/>
                  </a:cubicBezTo>
                  <a:cubicBezTo>
                    <a:pt x="12551" y="208"/>
                    <a:pt x="12185" y="108"/>
                    <a:pt x="11827"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21"/>
            <p:cNvSpPr/>
            <p:nvPr/>
          </p:nvSpPr>
          <p:spPr>
            <a:xfrm>
              <a:off x="2657750" y="3964750"/>
              <a:ext cx="902925" cy="582775"/>
            </a:xfrm>
            <a:custGeom>
              <a:rect b="b" l="l" r="r" t="t"/>
              <a:pathLst>
                <a:path extrusionOk="0" h="23311" w="36117">
                  <a:moveTo>
                    <a:pt x="9864" y="0"/>
                  </a:moveTo>
                  <a:cubicBezTo>
                    <a:pt x="9670" y="79"/>
                    <a:pt x="9453" y="128"/>
                    <a:pt x="9179" y="132"/>
                  </a:cubicBezTo>
                  <a:cubicBezTo>
                    <a:pt x="8126" y="151"/>
                    <a:pt x="7077" y="173"/>
                    <a:pt x="6026" y="192"/>
                  </a:cubicBezTo>
                  <a:cubicBezTo>
                    <a:pt x="5977" y="368"/>
                    <a:pt x="5924" y="545"/>
                    <a:pt x="5875" y="721"/>
                  </a:cubicBezTo>
                  <a:cubicBezTo>
                    <a:pt x="5563" y="578"/>
                    <a:pt x="5234" y="433"/>
                    <a:pt x="4895" y="433"/>
                  </a:cubicBezTo>
                  <a:cubicBezTo>
                    <a:pt x="4862" y="433"/>
                    <a:pt x="4828" y="434"/>
                    <a:pt x="4794" y="437"/>
                  </a:cubicBezTo>
                  <a:cubicBezTo>
                    <a:pt x="4419" y="474"/>
                    <a:pt x="4041" y="789"/>
                    <a:pt x="4082" y="1165"/>
                  </a:cubicBezTo>
                  <a:cubicBezTo>
                    <a:pt x="4143" y="1715"/>
                    <a:pt x="4886" y="1817"/>
                    <a:pt x="5346" y="2124"/>
                  </a:cubicBezTo>
                  <a:cubicBezTo>
                    <a:pt x="5953" y="2527"/>
                    <a:pt x="6051" y="3508"/>
                    <a:pt x="5538" y="4025"/>
                  </a:cubicBezTo>
                  <a:cubicBezTo>
                    <a:pt x="5321" y="4242"/>
                    <a:pt x="4998" y="4430"/>
                    <a:pt x="5008" y="4739"/>
                  </a:cubicBezTo>
                  <a:cubicBezTo>
                    <a:pt x="5021" y="5203"/>
                    <a:pt x="5814" y="5465"/>
                    <a:pt x="5646" y="5898"/>
                  </a:cubicBezTo>
                  <a:cubicBezTo>
                    <a:pt x="3700" y="7391"/>
                    <a:pt x="3375" y="10390"/>
                    <a:pt x="1359" y="11782"/>
                  </a:cubicBezTo>
                  <a:cubicBezTo>
                    <a:pt x="1263" y="11848"/>
                    <a:pt x="1156" y="11923"/>
                    <a:pt x="1136" y="12036"/>
                  </a:cubicBezTo>
                  <a:cubicBezTo>
                    <a:pt x="1099" y="12259"/>
                    <a:pt x="1398" y="12369"/>
                    <a:pt x="1535" y="12551"/>
                  </a:cubicBezTo>
                  <a:cubicBezTo>
                    <a:pt x="1764" y="12853"/>
                    <a:pt x="1488" y="13287"/>
                    <a:pt x="1165" y="13485"/>
                  </a:cubicBezTo>
                  <a:cubicBezTo>
                    <a:pt x="844" y="13684"/>
                    <a:pt x="441" y="13816"/>
                    <a:pt x="271" y="14154"/>
                  </a:cubicBezTo>
                  <a:cubicBezTo>
                    <a:pt x="1" y="14679"/>
                    <a:pt x="565" y="15332"/>
                    <a:pt x="1156" y="15352"/>
                  </a:cubicBezTo>
                  <a:cubicBezTo>
                    <a:pt x="1170" y="15353"/>
                    <a:pt x="1183" y="15353"/>
                    <a:pt x="1197" y="15353"/>
                  </a:cubicBezTo>
                  <a:cubicBezTo>
                    <a:pt x="1773" y="15353"/>
                    <a:pt x="2279" y="14960"/>
                    <a:pt x="2669" y="14532"/>
                  </a:cubicBezTo>
                  <a:cubicBezTo>
                    <a:pt x="3072" y="14090"/>
                    <a:pt x="3407" y="13587"/>
                    <a:pt x="3663" y="13044"/>
                  </a:cubicBezTo>
                  <a:cubicBezTo>
                    <a:pt x="3859" y="12631"/>
                    <a:pt x="4019" y="12183"/>
                    <a:pt x="4352" y="11870"/>
                  </a:cubicBezTo>
                  <a:cubicBezTo>
                    <a:pt x="5057" y="11214"/>
                    <a:pt x="6276" y="11404"/>
                    <a:pt x="6969" y="10733"/>
                  </a:cubicBezTo>
                  <a:cubicBezTo>
                    <a:pt x="7956" y="9783"/>
                    <a:pt x="7124" y="7985"/>
                    <a:pt x="7830" y="6814"/>
                  </a:cubicBezTo>
                  <a:cubicBezTo>
                    <a:pt x="8331" y="5981"/>
                    <a:pt x="9369" y="5787"/>
                    <a:pt x="10387" y="5787"/>
                  </a:cubicBezTo>
                  <a:cubicBezTo>
                    <a:pt x="10647" y="5787"/>
                    <a:pt x="10906" y="5800"/>
                    <a:pt x="11154" y="5818"/>
                  </a:cubicBezTo>
                  <a:cubicBezTo>
                    <a:pt x="11424" y="6284"/>
                    <a:pt x="10984" y="6845"/>
                    <a:pt x="10529" y="7137"/>
                  </a:cubicBezTo>
                  <a:cubicBezTo>
                    <a:pt x="10073" y="7429"/>
                    <a:pt x="9514" y="7714"/>
                    <a:pt x="9426" y="8247"/>
                  </a:cubicBezTo>
                  <a:cubicBezTo>
                    <a:pt x="9386" y="8490"/>
                    <a:pt x="9461" y="8736"/>
                    <a:pt x="9461" y="8985"/>
                  </a:cubicBezTo>
                  <a:cubicBezTo>
                    <a:pt x="9473" y="10380"/>
                    <a:pt x="7466" y="10846"/>
                    <a:pt x="6859" y="12107"/>
                  </a:cubicBezTo>
                  <a:cubicBezTo>
                    <a:pt x="7059" y="12428"/>
                    <a:pt x="7498" y="12510"/>
                    <a:pt x="7781" y="12766"/>
                  </a:cubicBezTo>
                  <a:cubicBezTo>
                    <a:pt x="8316" y="13246"/>
                    <a:pt x="8140" y="14099"/>
                    <a:pt x="8218" y="14812"/>
                  </a:cubicBezTo>
                  <a:cubicBezTo>
                    <a:pt x="8329" y="15832"/>
                    <a:pt x="9056" y="16703"/>
                    <a:pt x="9927" y="17247"/>
                  </a:cubicBezTo>
                  <a:cubicBezTo>
                    <a:pt x="10798" y="17789"/>
                    <a:pt x="11810" y="18055"/>
                    <a:pt x="12802" y="18316"/>
                  </a:cubicBezTo>
                  <a:cubicBezTo>
                    <a:pt x="13683" y="16900"/>
                    <a:pt x="14562" y="15487"/>
                    <a:pt x="15442" y="14076"/>
                  </a:cubicBezTo>
                  <a:cubicBezTo>
                    <a:pt x="16748" y="15573"/>
                    <a:pt x="18449" y="16722"/>
                    <a:pt x="20326" y="17374"/>
                  </a:cubicBezTo>
                  <a:cubicBezTo>
                    <a:pt x="21943" y="17936"/>
                    <a:pt x="23671" y="18130"/>
                    <a:pt x="25300" y="18656"/>
                  </a:cubicBezTo>
                  <a:cubicBezTo>
                    <a:pt x="27656" y="19419"/>
                    <a:pt x="29731" y="20850"/>
                    <a:pt x="31976" y="21890"/>
                  </a:cubicBezTo>
                  <a:cubicBezTo>
                    <a:pt x="33303" y="22504"/>
                    <a:pt x="34693" y="22978"/>
                    <a:pt x="36116" y="23311"/>
                  </a:cubicBezTo>
                  <a:cubicBezTo>
                    <a:pt x="32728" y="19760"/>
                    <a:pt x="28083" y="17675"/>
                    <a:pt x="23951" y="14988"/>
                  </a:cubicBezTo>
                  <a:cubicBezTo>
                    <a:pt x="18829" y="11657"/>
                    <a:pt x="14393" y="7274"/>
                    <a:pt x="10993" y="2195"/>
                  </a:cubicBezTo>
                  <a:cubicBezTo>
                    <a:pt x="10537" y="1512"/>
                    <a:pt x="10093" y="778"/>
                    <a:pt x="986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3" name="Google Shape;6903;p21"/>
          <p:cNvGrpSpPr/>
          <p:nvPr/>
        </p:nvGrpSpPr>
        <p:grpSpPr>
          <a:xfrm rot="5400000">
            <a:off x="439170" y="-1231703"/>
            <a:ext cx="2103111" cy="3943216"/>
            <a:chOff x="3238754" y="1037105"/>
            <a:chExt cx="2114316" cy="3971813"/>
          </a:xfrm>
        </p:grpSpPr>
        <p:grpSp>
          <p:nvGrpSpPr>
            <p:cNvPr id="6904" name="Google Shape;6904;p21"/>
            <p:cNvGrpSpPr/>
            <p:nvPr/>
          </p:nvGrpSpPr>
          <p:grpSpPr>
            <a:xfrm rot="352619">
              <a:off x="3514228" y="3929201"/>
              <a:ext cx="820714" cy="663927"/>
              <a:chOff x="1981897" y="1546050"/>
              <a:chExt cx="676612" cy="547354"/>
            </a:xfrm>
          </p:grpSpPr>
          <p:grpSp>
            <p:nvGrpSpPr>
              <p:cNvPr id="6905" name="Google Shape;6905;p21"/>
              <p:cNvGrpSpPr/>
              <p:nvPr/>
            </p:nvGrpSpPr>
            <p:grpSpPr>
              <a:xfrm>
                <a:off x="2240847" y="1546050"/>
                <a:ext cx="258712" cy="250429"/>
                <a:chOff x="1490538" y="753834"/>
                <a:chExt cx="470985" cy="455906"/>
              </a:xfrm>
            </p:grpSpPr>
            <p:sp>
              <p:nvSpPr>
                <p:cNvPr id="6906" name="Google Shape;6906;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6" name="Google Shape;6916;p21"/>
              <p:cNvGrpSpPr/>
              <p:nvPr/>
            </p:nvGrpSpPr>
            <p:grpSpPr>
              <a:xfrm>
                <a:off x="2399797" y="1673288"/>
                <a:ext cx="258712" cy="250429"/>
                <a:chOff x="1490538" y="753834"/>
                <a:chExt cx="470985" cy="455906"/>
              </a:xfrm>
            </p:grpSpPr>
            <p:sp>
              <p:nvSpPr>
                <p:cNvPr id="6917" name="Google Shape;6917;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7" name="Google Shape;6927;p21"/>
              <p:cNvGrpSpPr/>
              <p:nvPr/>
            </p:nvGrpSpPr>
            <p:grpSpPr>
              <a:xfrm>
                <a:off x="2159535" y="1742038"/>
                <a:ext cx="258712" cy="250429"/>
                <a:chOff x="1490538" y="753834"/>
                <a:chExt cx="470985" cy="455906"/>
              </a:xfrm>
            </p:grpSpPr>
            <p:sp>
              <p:nvSpPr>
                <p:cNvPr id="6928" name="Google Shape;6928;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8" name="Google Shape;6938;p21"/>
              <p:cNvGrpSpPr/>
              <p:nvPr/>
            </p:nvGrpSpPr>
            <p:grpSpPr>
              <a:xfrm>
                <a:off x="2323985" y="1842975"/>
                <a:ext cx="258712" cy="250429"/>
                <a:chOff x="1490538" y="753834"/>
                <a:chExt cx="470985" cy="455906"/>
              </a:xfrm>
            </p:grpSpPr>
            <p:sp>
              <p:nvSpPr>
                <p:cNvPr id="6939" name="Google Shape;6939;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9" name="Google Shape;6949;p21"/>
              <p:cNvGrpSpPr/>
              <p:nvPr/>
            </p:nvGrpSpPr>
            <p:grpSpPr>
              <a:xfrm>
                <a:off x="1981897" y="1804075"/>
                <a:ext cx="258712" cy="250429"/>
                <a:chOff x="1490538" y="753834"/>
                <a:chExt cx="470985" cy="455906"/>
              </a:xfrm>
            </p:grpSpPr>
            <p:sp>
              <p:nvSpPr>
                <p:cNvPr id="6950" name="Google Shape;6950;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60" name="Google Shape;6960;p21"/>
            <p:cNvGrpSpPr/>
            <p:nvPr/>
          </p:nvGrpSpPr>
          <p:grpSpPr>
            <a:xfrm flipH="1" rot="8833976">
              <a:off x="4214846" y="3438470"/>
              <a:ext cx="804524" cy="1469662"/>
              <a:chOff x="3377730" y="919968"/>
              <a:chExt cx="471039" cy="860470"/>
            </a:xfrm>
          </p:grpSpPr>
          <p:grpSp>
            <p:nvGrpSpPr>
              <p:cNvPr id="6961" name="Google Shape;6961;p21"/>
              <p:cNvGrpSpPr/>
              <p:nvPr/>
            </p:nvGrpSpPr>
            <p:grpSpPr>
              <a:xfrm>
                <a:off x="3377730" y="919968"/>
                <a:ext cx="408804" cy="692511"/>
                <a:chOff x="3377730" y="919968"/>
                <a:chExt cx="408804" cy="692511"/>
              </a:xfrm>
            </p:grpSpPr>
            <p:sp>
              <p:nvSpPr>
                <p:cNvPr id="6962" name="Google Shape;6962;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4" name="Google Shape;6974;p21"/>
              <p:cNvGrpSpPr/>
              <p:nvPr/>
            </p:nvGrpSpPr>
            <p:grpSpPr>
              <a:xfrm>
                <a:off x="3487239" y="1131104"/>
                <a:ext cx="361530" cy="649334"/>
                <a:chOff x="1266852" y="1150479"/>
                <a:chExt cx="361530" cy="649334"/>
              </a:xfrm>
            </p:grpSpPr>
            <p:sp>
              <p:nvSpPr>
                <p:cNvPr id="6975" name="Google Shape;6975;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83" name="Google Shape;6983;p21"/>
            <p:cNvGrpSpPr/>
            <p:nvPr/>
          </p:nvGrpSpPr>
          <p:grpSpPr>
            <a:xfrm rot="4488281">
              <a:off x="3583731" y="2580940"/>
              <a:ext cx="887798" cy="871068"/>
              <a:chOff x="3086354" y="1785830"/>
              <a:chExt cx="887833" cy="871102"/>
            </a:xfrm>
          </p:grpSpPr>
          <p:grpSp>
            <p:nvGrpSpPr>
              <p:cNvPr id="6984" name="Google Shape;6984;p21"/>
              <p:cNvGrpSpPr/>
              <p:nvPr/>
            </p:nvGrpSpPr>
            <p:grpSpPr>
              <a:xfrm rot="-2169427">
                <a:off x="3251277" y="1839739"/>
                <a:ext cx="408803" cy="692509"/>
                <a:chOff x="3377730" y="919968"/>
                <a:chExt cx="408804" cy="692511"/>
              </a:xfrm>
            </p:grpSpPr>
            <p:sp>
              <p:nvSpPr>
                <p:cNvPr id="6985" name="Google Shape;6985;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7" name="Google Shape;6997;p21"/>
              <p:cNvGrpSpPr/>
              <p:nvPr/>
            </p:nvGrpSpPr>
            <p:grpSpPr>
              <a:xfrm rot="-2169427">
                <a:off x="3455919" y="1963478"/>
                <a:ext cx="361529" cy="649332"/>
                <a:chOff x="1266852" y="1150479"/>
                <a:chExt cx="361530" cy="649334"/>
              </a:xfrm>
            </p:grpSpPr>
            <p:sp>
              <p:nvSpPr>
                <p:cNvPr id="6998" name="Google Shape;6998;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06" name="Google Shape;7006;p21"/>
            <p:cNvGrpSpPr/>
            <p:nvPr/>
          </p:nvGrpSpPr>
          <p:grpSpPr>
            <a:xfrm>
              <a:off x="3238754" y="1938230"/>
              <a:ext cx="887833" cy="871102"/>
              <a:chOff x="3086354" y="1785830"/>
              <a:chExt cx="887833" cy="871102"/>
            </a:xfrm>
          </p:grpSpPr>
          <p:grpSp>
            <p:nvGrpSpPr>
              <p:cNvPr id="7007" name="Google Shape;7007;p21"/>
              <p:cNvGrpSpPr/>
              <p:nvPr/>
            </p:nvGrpSpPr>
            <p:grpSpPr>
              <a:xfrm rot="-2169427">
                <a:off x="3251277" y="1839739"/>
                <a:ext cx="408803" cy="692509"/>
                <a:chOff x="3377730" y="919968"/>
                <a:chExt cx="408804" cy="692511"/>
              </a:xfrm>
            </p:grpSpPr>
            <p:sp>
              <p:nvSpPr>
                <p:cNvPr id="7008" name="Google Shape;7008;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0" name="Google Shape;7020;p21"/>
              <p:cNvGrpSpPr/>
              <p:nvPr/>
            </p:nvGrpSpPr>
            <p:grpSpPr>
              <a:xfrm rot="-2169427">
                <a:off x="3455919" y="1963478"/>
                <a:ext cx="361529" cy="649332"/>
                <a:chOff x="1266852" y="1150479"/>
                <a:chExt cx="361530" cy="649334"/>
              </a:xfrm>
            </p:grpSpPr>
            <p:sp>
              <p:nvSpPr>
                <p:cNvPr id="7021" name="Google Shape;7021;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29" name="Google Shape;7029;p21"/>
            <p:cNvGrpSpPr/>
            <p:nvPr/>
          </p:nvGrpSpPr>
          <p:grpSpPr>
            <a:xfrm>
              <a:off x="3490978" y="1037105"/>
              <a:ext cx="575468" cy="1051322"/>
              <a:chOff x="3377730" y="919968"/>
              <a:chExt cx="471039" cy="860470"/>
            </a:xfrm>
          </p:grpSpPr>
          <p:grpSp>
            <p:nvGrpSpPr>
              <p:cNvPr id="7030" name="Google Shape;7030;p21"/>
              <p:cNvGrpSpPr/>
              <p:nvPr/>
            </p:nvGrpSpPr>
            <p:grpSpPr>
              <a:xfrm>
                <a:off x="3377730" y="919968"/>
                <a:ext cx="408804" cy="692511"/>
                <a:chOff x="3377730" y="919968"/>
                <a:chExt cx="408804" cy="692511"/>
              </a:xfrm>
            </p:grpSpPr>
            <p:sp>
              <p:nvSpPr>
                <p:cNvPr id="7031" name="Google Shape;7031;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3" name="Google Shape;7043;p21"/>
              <p:cNvGrpSpPr/>
              <p:nvPr/>
            </p:nvGrpSpPr>
            <p:grpSpPr>
              <a:xfrm>
                <a:off x="3487239" y="1131104"/>
                <a:ext cx="361530" cy="649334"/>
                <a:chOff x="1266852" y="1150479"/>
                <a:chExt cx="361530" cy="649334"/>
              </a:xfrm>
            </p:grpSpPr>
            <p:sp>
              <p:nvSpPr>
                <p:cNvPr id="7044" name="Google Shape;7044;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52" name="Google Shape;7052;p21"/>
            <p:cNvGrpSpPr/>
            <p:nvPr/>
          </p:nvGrpSpPr>
          <p:grpSpPr>
            <a:xfrm>
              <a:off x="3517102" y="2473933"/>
              <a:ext cx="590853" cy="538858"/>
              <a:chOff x="2374102" y="2397733"/>
              <a:chExt cx="590853" cy="538858"/>
            </a:xfrm>
          </p:grpSpPr>
          <p:grpSp>
            <p:nvGrpSpPr>
              <p:cNvPr id="7053" name="Google Shape;7053;p21"/>
              <p:cNvGrpSpPr/>
              <p:nvPr/>
            </p:nvGrpSpPr>
            <p:grpSpPr>
              <a:xfrm>
                <a:off x="2374102" y="2397733"/>
                <a:ext cx="590853" cy="538858"/>
                <a:chOff x="1993102" y="2397733"/>
                <a:chExt cx="590853" cy="538858"/>
              </a:xfrm>
            </p:grpSpPr>
            <p:sp>
              <p:nvSpPr>
                <p:cNvPr id="7054" name="Google Shape;7054;p2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2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2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2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2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2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2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2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2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2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2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2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2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2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2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2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0" name="Google Shape;7070;p2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2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2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3" name="Google Shape;7073;p21"/>
              <p:cNvGrpSpPr/>
              <p:nvPr/>
            </p:nvGrpSpPr>
            <p:grpSpPr>
              <a:xfrm>
                <a:off x="2672051" y="2466803"/>
                <a:ext cx="88776" cy="97630"/>
                <a:chOff x="2291051" y="2466803"/>
                <a:chExt cx="88776" cy="97630"/>
              </a:xfrm>
            </p:grpSpPr>
            <p:sp>
              <p:nvSpPr>
                <p:cNvPr id="7074" name="Google Shape;7074;p2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2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2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2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2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2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2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2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2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2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2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2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2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2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2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2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2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2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2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2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2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2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2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2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2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2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2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2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2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3" name="Google Shape;7103;p2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2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2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2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2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2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2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0" name="Google Shape;7110;p21"/>
            <p:cNvGrpSpPr/>
            <p:nvPr/>
          </p:nvGrpSpPr>
          <p:grpSpPr>
            <a:xfrm rot="352659">
              <a:off x="3394332" y="1622136"/>
              <a:ext cx="676583" cy="547330"/>
              <a:chOff x="1981897" y="1546050"/>
              <a:chExt cx="676612" cy="547354"/>
            </a:xfrm>
          </p:grpSpPr>
          <p:grpSp>
            <p:nvGrpSpPr>
              <p:cNvPr id="7111" name="Google Shape;7111;p21"/>
              <p:cNvGrpSpPr/>
              <p:nvPr/>
            </p:nvGrpSpPr>
            <p:grpSpPr>
              <a:xfrm>
                <a:off x="2240847" y="1546050"/>
                <a:ext cx="258712" cy="250429"/>
                <a:chOff x="1490538" y="753834"/>
                <a:chExt cx="470985" cy="455906"/>
              </a:xfrm>
            </p:grpSpPr>
            <p:sp>
              <p:nvSpPr>
                <p:cNvPr id="7112" name="Google Shape;7112;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2" name="Google Shape;7122;p21"/>
              <p:cNvGrpSpPr/>
              <p:nvPr/>
            </p:nvGrpSpPr>
            <p:grpSpPr>
              <a:xfrm>
                <a:off x="2399797" y="1673288"/>
                <a:ext cx="258712" cy="250429"/>
                <a:chOff x="1490538" y="753834"/>
                <a:chExt cx="470985" cy="455906"/>
              </a:xfrm>
            </p:grpSpPr>
            <p:sp>
              <p:nvSpPr>
                <p:cNvPr id="7123" name="Google Shape;7123;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3" name="Google Shape;7133;p21"/>
              <p:cNvGrpSpPr/>
              <p:nvPr/>
            </p:nvGrpSpPr>
            <p:grpSpPr>
              <a:xfrm>
                <a:off x="2159535" y="1742038"/>
                <a:ext cx="258712" cy="250429"/>
                <a:chOff x="1490538" y="753834"/>
                <a:chExt cx="470985" cy="455906"/>
              </a:xfrm>
            </p:grpSpPr>
            <p:sp>
              <p:nvSpPr>
                <p:cNvPr id="7134" name="Google Shape;7134;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4" name="Google Shape;7144;p21"/>
              <p:cNvGrpSpPr/>
              <p:nvPr/>
            </p:nvGrpSpPr>
            <p:grpSpPr>
              <a:xfrm>
                <a:off x="2323985" y="1842975"/>
                <a:ext cx="258712" cy="250429"/>
                <a:chOff x="1490538" y="753834"/>
                <a:chExt cx="470985" cy="455906"/>
              </a:xfrm>
            </p:grpSpPr>
            <p:sp>
              <p:nvSpPr>
                <p:cNvPr id="7145" name="Google Shape;7145;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5" name="Google Shape;7155;p21"/>
              <p:cNvGrpSpPr/>
              <p:nvPr/>
            </p:nvGrpSpPr>
            <p:grpSpPr>
              <a:xfrm>
                <a:off x="1981897" y="1804075"/>
                <a:ext cx="258712" cy="250429"/>
                <a:chOff x="1490538" y="753834"/>
                <a:chExt cx="470985" cy="455906"/>
              </a:xfrm>
            </p:grpSpPr>
            <p:sp>
              <p:nvSpPr>
                <p:cNvPr id="7156" name="Google Shape;7156;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66" name="Google Shape;7166;p21"/>
            <p:cNvGrpSpPr/>
            <p:nvPr/>
          </p:nvGrpSpPr>
          <p:grpSpPr>
            <a:xfrm flipH="1">
              <a:off x="3270102" y="2806996"/>
              <a:ext cx="590853" cy="538858"/>
              <a:chOff x="2374102" y="2397733"/>
              <a:chExt cx="590853" cy="538858"/>
            </a:xfrm>
          </p:grpSpPr>
          <p:grpSp>
            <p:nvGrpSpPr>
              <p:cNvPr id="7167" name="Google Shape;7167;p21"/>
              <p:cNvGrpSpPr/>
              <p:nvPr/>
            </p:nvGrpSpPr>
            <p:grpSpPr>
              <a:xfrm>
                <a:off x="2374102" y="2397733"/>
                <a:ext cx="590853" cy="538858"/>
                <a:chOff x="1993102" y="2397733"/>
                <a:chExt cx="590853" cy="538858"/>
              </a:xfrm>
            </p:grpSpPr>
            <p:sp>
              <p:nvSpPr>
                <p:cNvPr id="7168" name="Google Shape;7168;p2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2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2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2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2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2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2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2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2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2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2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2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2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2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2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2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84" name="Google Shape;7184;p2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2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2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87" name="Google Shape;7187;p21"/>
              <p:cNvGrpSpPr/>
              <p:nvPr/>
            </p:nvGrpSpPr>
            <p:grpSpPr>
              <a:xfrm>
                <a:off x="2672051" y="2466803"/>
                <a:ext cx="88776" cy="97630"/>
                <a:chOff x="2291051" y="2466803"/>
                <a:chExt cx="88776" cy="97630"/>
              </a:xfrm>
            </p:grpSpPr>
            <p:sp>
              <p:nvSpPr>
                <p:cNvPr id="7188" name="Google Shape;7188;p2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2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2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2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2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2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2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2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2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2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2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2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2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2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2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2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2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2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2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2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2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2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2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2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2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2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2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2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2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7" name="Google Shape;7217;p2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2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2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2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2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2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2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4" name="Google Shape;7224;p21"/>
            <p:cNvGrpSpPr/>
            <p:nvPr/>
          </p:nvGrpSpPr>
          <p:grpSpPr>
            <a:xfrm>
              <a:off x="3446433" y="3091192"/>
              <a:ext cx="1319021" cy="1203001"/>
              <a:chOff x="2374102" y="2397733"/>
              <a:chExt cx="590853" cy="538858"/>
            </a:xfrm>
          </p:grpSpPr>
          <p:grpSp>
            <p:nvGrpSpPr>
              <p:cNvPr id="7225" name="Google Shape;7225;p21"/>
              <p:cNvGrpSpPr/>
              <p:nvPr/>
            </p:nvGrpSpPr>
            <p:grpSpPr>
              <a:xfrm>
                <a:off x="2374102" y="2397733"/>
                <a:ext cx="590853" cy="538858"/>
                <a:chOff x="1993102" y="2397733"/>
                <a:chExt cx="590853" cy="538858"/>
              </a:xfrm>
            </p:grpSpPr>
            <p:sp>
              <p:nvSpPr>
                <p:cNvPr id="7226" name="Google Shape;7226;p2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2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2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2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2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2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2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2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2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2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2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2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2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2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2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2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42" name="Google Shape;7242;p2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2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2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45" name="Google Shape;7245;p21"/>
              <p:cNvGrpSpPr/>
              <p:nvPr/>
            </p:nvGrpSpPr>
            <p:grpSpPr>
              <a:xfrm>
                <a:off x="2672051" y="2466803"/>
                <a:ext cx="88776" cy="97630"/>
                <a:chOff x="2291051" y="2466803"/>
                <a:chExt cx="88776" cy="97630"/>
              </a:xfrm>
            </p:grpSpPr>
            <p:sp>
              <p:nvSpPr>
                <p:cNvPr id="7246" name="Google Shape;7246;p2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2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2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2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2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2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2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2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2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2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2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2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2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2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2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2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2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2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2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2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2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2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2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2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2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2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2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2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2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75" name="Google Shape;7275;p2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2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2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2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2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2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2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2" name="Google Shape;7282;p21"/>
            <p:cNvGrpSpPr/>
            <p:nvPr/>
          </p:nvGrpSpPr>
          <p:grpSpPr>
            <a:xfrm>
              <a:off x="4490110" y="3659885"/>
              <a:ext cx="365767" cy="351686"/>
              <a:chOff x="1490538" y="753834"/>
              <a:chExt cx="470985" cy="455906"/>
            </a:xfrm>
          </p:grpSpPr>
          <p:sp>
            <p:nvSpPr>
              <p:cNvPr id="7283" name="Google Shape;7283;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3" name="Google Shape;7293;p21"/>
            <p:cNvGrpSpPr/>
            <p:nvPr/>
          </p:nvGrpSpPr>
          <p:grpSpPr>
            <a:xfrm rot="-975329">
              <a:off x="4865699" y="3543897"/>
              <a:ext cx="365789" cy="351698"/>
              <a:chOff x="1490538" y="753834"/>
              <a:chExt cx="470985" cy="455906"/>
            </a:xfrm>
          </p:grpSpPr>
          <p:sp>
            <p:nvSpPr>
              <p:cNvPr id="7294" name="Google Shape;7294;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04" name="Google Shape;7304;p21"/>
          <p:cNvGrpSpPr/>
          <p:nvPr/>
        </p:nvGrpSpPr>
        <p:grpSpPr>
          <a:xfrm>
            <a:off x="514252" y="1954402"/>
            <a:ext cx="411494" cy="164598"/>
            <a:chOff x="2449294" y="636165"/>
            <a:chExt cx="322588" cy="124262"/>
          </a:xfrm>
        </p:grpSpPr>
        <p:sp>
          <p:nvSpPr>
            <p:cNvPr id="7305" name="Google Shape;7305;p2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2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2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2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2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2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2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2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2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14" name="Google Shape;7314;p21"/>
          <p:cNvSpPr/>
          <p:nvPr/>
        </p:nvSpPr>
        <p:spPr>
          <a:xfrm>
            <a:off x="2313144" y="72068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21"/>
          <p:cNvSpPr/>
          <p:nvPr/>
        </p:nvSpPr>
        <p:spPr>
          <a:xfrm>
            <a:off x="3623354" y="218571"/>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21"/>
          <p:cNvSpPr/>
          <p:nvPr/>
        </p:nvSpPr>
        <p:spPr>
          <a:xfrm>
            <a:off x="1906746" y="937103"/>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21"/>
          <p:cNvSpPr/>
          <p:nvPr/>
        </p:nvSpPr>
        <p:spPr>
          <a:xfrm rot="10800000">
            <a:off x="6340552" y="700240"/>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21"/>
          <p:cNvSpPr/>
          <p:nvPr/>
        </p:nvSpPr>
        <p:spPr>
          <a:xfrm rot="10800000">
            <a:off x="220786" y="1846384"/>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21"/>
          <p:cNvSpPr/>
          <p:nvPr/>
        </p:nvSpPr>
        <p:spPr>
          <a:xfrm rot="10800000">
            <a:off x="2237396" y="52020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21"/>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21"/>
          <p:cNvSpPr/>
          <p:nvPr/>
        </p:nvSpPr>
        <p:spPr>
          <a:xfrm rot="10800000">
            <a:off x="7891202" y="1767053"/>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2" name="Google Shape;7322;p21"/>
          <p:cNvGrpSpPr/>
          <p:nvPr/>
        </p:nvGrpSpPr>
        <p:grpSpPr>
          <a:xfrm flipH="1">
            <a:off x="1284972" y="1038482"/>
            <a:ext cx="411494" cy="164598"/>
            <a:chOff x="2449294" y="636165"/>
            <a:chExt cx="322588" cy="124262"/>
          </a:xfrm>
        </p:grpSpPr>
        <p:sp>
          <p:nvSpPr>
            <p:cNvPr id="7323" name="Google Shape;7323;p2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2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2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2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2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2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2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2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2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2" name="Google Shape;7332;p21"/>
          <p:cNvGrpSpPr/>
          <p:nvPr/>
        </p:nvGrpSpPr>
        <p:grpSpPr>
          <a:xfrm flipH="1">
            <a:off x="6751497" y="678045"/>
            <a:ext cx="411494" cy="164598"/>
            <a:chOff x="2449294" y="636165"/>
            <a:chExt cx="322588" cy="124262"/>
          </a:xfrm>
        </p:grpSpPr>
        <p:sp>
          <p:nvSpPr>
            <p:cNvPr id="7333" name="Google Shape;7333;p2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2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2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2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2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2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2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2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2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2" name="Google Shape;7342;p21"/>
          <p:cNvGrpSpPr/>
          <p:nvPr/>
        </p:nvGrpSpPr>
        <p:grpSpPr>
          <a:xfrm>
            <a:off x="8575747" y="1993670"/>
            <a:ext cx="411494" cy="164598"/>
            <a:chOff x="2449294" y="636165"/>
            <a:chExt cx="322588" cy="124262"/>
          </a:xfrm>
        </p:grpSpPr>
        <p:sp>
          <p:nvSpPr>
            <p:cNvPr id="7343" name="Google Shape;7343;p2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2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2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2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2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2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2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2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2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2" name="Google Shape;7352;p21"/>
          <p:cNvGrpSpPr/>
          <p:nvPr/>
        </p:nvGrpSpPr>
        <p:grpSpPr>
          <a:xfrm flipH="1" rot="10800000">
            <a:off x="7008738" y="922775"/>
            <a:ext cx="365767" cy="351138"/>
            <a:chOff x="1490538" y="753834"/>
            <a:chExt cx="470985" cy="455906"/>
          </a:xfrm>
        </p:grpSpPr>
        <p:sp>
          <p:nvSpPr>
            <p:cNvPr id="7353" name="Google Shape;7353;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3" name="Google Shape;7363;p21"/>
          <p:cNvGrpSpPr/>
          <p:nvPr/>
        </p:nvGrpSpPr>
        <p:grpSpPr>
          <a:xfrm flipH="1" rot="-5400000">
            <a:off x="6601720" y="-1231703"/>
            <a:ext cx="2103111" cy="3943216"/>
            <a:chOff x="3238754" y="1037105"/>
            <a:chExt cx="2114316" cy="3971813"/>
          </a:xfrm>
        </p:grpSpPr>
        <p:grpSp>
          <p:nvGrpSpPr>
            <p:cNvPr id="7364" name="Google Shape;7364;p21"/>
            <p:cNvGrpSpPr/>
            <p:nvPr/>
          </p:nvGrpSpPr>
          <p:grpSpPr>
            <a:xfrm rot="352619">
              <a:off x="3514228" y="3929201"/>
              <a:ext cx="820714" cy="663927"/>
              <a:chOff x="1981897" y="1546050"/>
              <a:chExt cx="676612" cy="547354"/>
            </a:xfrm>
          </p:grpSpPr>
          <p:grpSp>
            <p:nvGrpSpPr>
              <p:cNvPr id="7365" name="Google Shape;7365;p21"/>
              <p:cNvGrpSpPr/>
              <p:nvPr/>
            </p:nvGrpSpPr>
            <p:grpSpPr>
              <a:xfrm>
                <a:off x="2240847" y="1546050"/>
                <a:ext cx="258712" cy="250429"/>
                <a:chOff x="1490538" y="753834"/>
                <a:chExt cx="470985" cy="455906"/>
              </a:xfrm>
            </p:grpSpPr>
            <p:sp>
              <p:nvSpPr>
                <p:cNvPr id="7366" name="Google Shape;7366;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6" name="Google Shape;7376;p21"/>
              <p:cNvGrpSpPr/>
              <p:nvPr/>
            </p:nvGrpSpPr>
            <p:grpSpPr>
              <a:xfrm>
                <a:off x="2399797" y="1673288"/>
                <a:ext cx="258712" cy="250429"/>
                <a:chOff x="1490538" y="753834"/>
                <a:chExt cx="470985" cy="455906"/>
              </a:xfrm>
            </p:grpSpPr>
            <p:sp>
              <p:nvSpPr>
                <p:cNvPr id="7377" name="Google Shape;7377;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7" name="Google Shape;7387;p21"/>
              <p:cNvGrpSpPr/>
              <p:nvPr/>
            </p:nvGrpSpPr>
            <p:grpSpPr>
              <a:xfrm>
                <a:off x="2159535" y="1742038"/>
                <a:ext cx="258712" cy="250429"/>
                <a:chOff x="1490538" y="753834"/>
                <a:chExt cx="470985" cy="455906"/>
              </a:xfrm>
            </p:grpSpPr>
            <p:sp>
              <p:nvSpPr>
                <p:cNvPr id="7388" name="Google Shape;7388;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8" name="Google Shape;7398;p21"/>
              <p:cNvGrpSpPr/>
              <p:nvPr/>
            </p:nvGrpSpPr>
            <p:grpSpPr>
              <a:xfrm>
                <a:off x="2323985" y="1842975"/>
                <a:ext cx="258712" cy="250429"/>
                <a:chOff x="1490538" y="753834"/>
                <a:chExt cx="470985" cy="455906"/>
              </a:xfrm>
            </p:grpSpPr>
            <p:sp>
              <p:nvSpPr>
                <p:cNvPr id="7399" name="Google Shape;7399;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9" name="Google Shape;7409;p21"/>
              <p:cNvGrpSpPr/>
              <p:nvPr/>
            </p:nvGrpSpPr>
            <p:grpSpPr>
              <a:xfrm>
                <a:off x="1981897" y="1804075"/>
                <a:ext cx="258712" cy="250429"/>
                <a:chOff x="1490538" y="753834"/>
                <a:chExt cx="470985" cy="455906"/>
              </a:xfrm>
            </p:grpSpPr>
            <p:sp>
              <p:nvSpPr>
                <p:cNvPr id="7410" name="Google Shape;7410;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20" name="Google Shape;7420;p21"/>
            <p:cNvGrpSpPr/>
            <p:nvPr/>
          </p:nvGrpSpPr>
          <p:grpSpPr>
            <a:xfrm flipH="1" rot="8833976">
              <a:off x="4214846" y="3438470"/>
              <a:ext cx="804524" cy="1469662"/>
              <a:chOff x="3377730" y="919968"/>
              <a:chExt cx="471039" cy="860470"/>
            </a:xfrm>
          </p:grpSpPr>
          <p:grpSp>
            <p:nvGrpSpPr>
              <p:cNvPr id="7421" name="Google Shape;7421;p21"/>
              <p:cNvGrpSpPr/>
              <p:nvPr/>
            </p:nvGrpSpPr>
            <p:grpSpPr>
              <a:xfrm>
                <a:off x="3377730" y="919968"/>
                <a:ext cx="408804" cy="692511"/>
                <a:chOff x="3377730" y="919968"/>
                <a:chExt cx="408804" cy="692511"/>
              </a:xfrm>
            </p:grpSpPr>
            <p:sp>
              <p:nvSpPr>
                <p:cNvPr id="7422" name="Google Shape;7422;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4" name="Google Shape;7434;p21"/>
              <p:cNvGrpSpPr/>
              <p:nvPr/>
            </p:nvGrpSpPr>
            <p:grpSpPr>
              <a:xfrm>
                <a:off x="3487239" y="1131104"/>
                <a:ext cx="361530" cy="649334"/>
                <a:chOff x="1266852" y="1150479"/>
                <a:chExt cx="361530" cy="649334"/>
              </a:xfrm>
            </p:grpSpPr>
            <p:sp>
              <p:nvSpPr>
                <p:cNvPr id="7435" name="Google Shape;7435;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43" name="Google Shape;7443;p21"/>
            <p:cNvGrpSpPr/>
            <p:nvPr/>
          </p:nvGrpSpPr>
          <p:grpSpPr>
            <a:xfrm rot="4488281">
              <a:off x="3583731" y="2580940"/>
              <a:ext cx="887798" cy="871068"/>
              <a:chOff x="3086354" y="1785830"/>
              <a:chExt cx="887833" cy="871102"/>
            </a:xfrm>
          </p:grpSpPr>
          <p:grpSp>
            <p:nvGrpSpPr>
              <p:cNvPr id="7444" name="Google Shape;7444;p21"/>
              <p:cNvGrpSpPr/>
              <p:nvPr/>
            </p:nvGrpSpPr>
            <p:grpSpPr>
              <a:xfrm rot="-2169427">
                <a:off x="3251277" y="1839739"/>
                <a:ext cx="408803" cy="692509"/>
                <a:chOff x="3377730" y="919968"/>
                <a:chExt cx="408804" cy="692511"/>
              </a:xfrm>
            </p:grpSpPr>
            <p:sp>
              <p:nvSpPr>
                <p:cNvPr id="7445" name="Google Shape;7445;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7" name="Google Shape;7457;p21"/>
              <p:cNvGrpSpPr/>
              <p:nvPr/>
            </p:nvGrpSpPr>
            <p:grpSpPr>
              <a:xfrm rot="-2169427">
                <a:off x="3455919" y="1963478"/>
                <a:ext cx="361529" cy="649332"/>
                <a:chOff x="1266852" y="1150479"/>
                <a:chExt cx="361530" cy="649334"/>
              </a:xfrm>
            </p:grpSpPr>
            <p:sp>
              <p:nvSpPr>
                <p:cNvPr id="7458" name="Google Shape;7458;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66" name="Google Shape;7466;p21"/>
            <p:cNvGrpSpPr/>
            <p:nvPr/>
          </p:nvGrpSpPr>
          <p:grpSpPr>
            <a:xfrm>
              <a:off x="3238754" y="1938230"/>
              <a:ext cx="887833" cy="871102"/>
              <a:chOff x="3086354" y="1785830"/>
              <a:chExt cx="887833" cy="871102"/>
            </a:xfrm>
          </p:grpSpPr>
          <p:grpSp>
            <p:nvGrpSpPr>
              <p:cNvPr id="7467" name="Google Shape;7467;p21"/>
              <p:cNvGrpSpPr/>
              <p:nvPr/>
            </p:nvGrpSpPr>
            <p:grpSpPr>
              <a:xfrm rot="-2169427">
                <a:off x="3251277" y="1839739"/>
                <a:ext cx="408803" cy="692509"/>
                <a:chOff x="3377730" y="919968"/>
                <a:chExt cx="408804" cy="692511"/>
              </a:xfrm>
            </p:grpSpPr>
            <p:sp>
              <p:nvSpPr>
                <p:cNvPr id="7468" name="Google Shape;7468;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0" name="Google Shape;7480;p21"/>
              <p:cNvGrpSpPr/>
              <p:nvPr/>
            </p:nvGrpSpPr>
            <p:grpSpPr>
              <a:xfrm rot="-2169427">
                <a:off x="3455919" y="1963478"/>
                <a:ext cx="361529" cy="649332"/>
                <a:chOff x="1266852" y="1150479"/>
                <a:chExt cx="361530" cy="649334"/>
              </a:xfrm>
            </p:grpSpPr>
            <p:sp>
              <p:nvSpPr>
                <p:cNvPr id="7481" name="Google Shape;7481;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89" name="Google Shape;7489;p21"/>
            <p:cNvGrpSpPr/>
            <p:nvPr/>
          </p:nvGrpSpPr>
          <p:grpSpPr>
            <a:xfrm>
              <a:off x="3490978" y="1037105"/>
              <a:ext cx="575468" cy="1051322"/>
              <a:chOff x="3377730" y="919968"/>
              <a:chExt cx="471039" cy="860470"/>
            </a:xfrm>
          </p:grpSpPr>
          <p:grpSp>
            <p:nvGrpSpPr>
              <p:cNvPr id="7490" name="Google Shape;7490;p21"/>
              <p:cNvGrpSpPr/>
              <p:nvPr/>
            </p:nvGrpSpPr>
            <p:grpSpPr>
              <a:xfrm>
                <a:off x="3377730" y="919968"/>
                <a:ext cx="408804" cy="692511"/>
                <a:chOff x="3377730" y="919968"/>
                <a:chExt cx="408804" cy="692511"/>
              </a:xfrm>
            </p:grpSpPr>
            <p:sp>
              <p:nvSpPr>
                <p:cNvPr id="7491" name="Google Shape;7491;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3" name="Google Shape;7503;p21"/>
              <p:cNvGrpSpPr/>
              <p:nvPr/>
            </p:nvGrpSpPr>
            <p:grpSpPr>
              <a:xfrm>
                <a:off x="3487239" y="1131104"/>
                <a:ext cx="361530" cy="649334"/>
                <a:chOff x="1266852" y="1150479"/>
                <a:chExt cx="361530" cy="649334"/>
              </a:xfrm>
            </p:grpSpPr>
            <p:sp>
              <p:nvSpPr>
                <p:cNvPr id="7504" name="Google Shape;7504;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12" name="Google Shape;7512;p21"/>
            <p:cNvGrpSpPr/>
            <p:nvPr/>
          </p:nvGrpSpPr>
          <p:grpSpPr>
            <a:xfrm>
              <a:off x="3517102" y="2473933"/>
              <a:ext cx="590853" cy="538858"/>
              <a:chOff x="2374102" y="2397733"/>
              <a:chExt cx="590853" cy="538858"/>
            </a:xfrm>
          </p:grpSpPr>
          <p:grpSp>
            <p:nvGrpSpPr>
              <p:cNvPr id="7513" name="Google Shape;7513;p21"/>
              <p:cNvGrpSpPr/>
              <p:nvPr/>
            </p:nvGrpSpPr>
            <p:grpSpPr>
              <a:xfrm>
                <a:off x="2374102" y="2397733"/>
                <a:ext cx="590853" cy="538858"/>
                <a:chOff x="1993102" y="2397733"/>
                <a:chExt cx="590853" cy="538858"/>
              </a:xfrm>
            </p:grpSpPr>
            <p:sp>
              <p:nvSpPr>
                <p:cNvPr id="7514" name="Google Shape;7514;p2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2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2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2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2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2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2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2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2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2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2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2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2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2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2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2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0" name="Google Shape;7530;p2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2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2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3" name="Google Shape;7533;p21"/>
              <p:cNvGrpSpPr/>
              <p:nvPr/>
            </p:nvGrpSpPr>
            <p:grpSpPr>
              <a:xfrm>
                <a:off x="2672051" y="2466803"/>
                <a:ext cx="88776" cy="97630"/>
                <a:chOff x="2291051" y="2466803"/>
                <a:chExt cx="88776" cy="97630"/>
              </a:xfrm>
            </p:grpSpPr>
            <p:sp>
              <p:nvSpPr>
                <p:cNvPr id="7534" name="Google Shape;7534;p2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2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2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2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2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2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2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2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2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2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2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2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2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2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2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2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2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2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2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2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2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2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2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2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2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2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2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2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2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3" name="Google Shape;7563;p2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2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2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2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2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2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2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0" name="Google Shape;7570;p21"/>
            <p:cNvGrpSpPr/>
            <p:nvPr/>
          </p:nvGrpSpPr>
          <p:grpSpPr>
            <a:xfrm rot="352659">
              <a:off x="3394332" y="1622136"/>
              <a:ext cx="676583" cy="547330"/>
              <a:chOff x="1981897" y="1546050"/>
              <a:chExt cx="676612" cy="547354"/>
            </a:xfrm>
          </p:grpSpPr>
          <p:grpSp>
            <p:nvGrpSpPr>
              <p:cNvPr id="7571" name="Google Shape;7571;p21"/>
              <p:cNvGrpSpPr/>
              <p:nvPr/>
            </p:nvGrpSpPr>
            <p:grpSpPr>
              <a:xfrm>
                <a:off x="2240847" y="1546050"/>
                <a:ext cx="258712" cy="250429"/>
                <a:chOff x="1490538" y="753834"/>
                <a:chExt cx="470985" cy="455906"/>
              </a:xfrm>
            </p:grpSpPr>
            <p:sp>
              <p:nvSpPr>
                <p:cNvPr id="7572" name="Google Shape;7572;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2" name="Google Shape;7582;p21"/>
              <p:cNvGrpSpPr/>
              <p:nvPr/>
            </p:nvGrpSpPr>
            <p:grpSpPr>
              <a:xfrm>
                <a:off x="2399797" y="1673288"/>
                <a:ext cx="258712" cy="250429"/>
                <a:chOff x="1490538" y="753834"/>
                <a:chExt cx="470985" cy="455906"/>
              </a:xfrm>
            </p:grpSpPr>
            <p:sp>
              <p:nvSpPr>
                <p:cNvPr id="7583" name="Google Shape;7583;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3" name="Google Shape;7593;p21"/>
              <p:cNvGrpSpPr/>
              <p:nvPr/>
            </p:nvGrpSpPr>
            <p:grpSpPr>
              <a:xfrm>
                <a:off x="2159535" y="1742038"/>
                <a:ext cx="258712" cy="250429"/>
                <a:chOff x="1490538" y="753834"/>
                <a:chExt cx="470985" cy="455906"/>
              </a:xfrm>
            </p:grpSpPr>
            <p:sp>
              <p:nvSpPr>
                <p:cNvPr id="7594" name="Google Shape;7594;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4" name="Google Shape;7604;p21"/>
              <p:cNvGrpSpPr/>
              <p:nvPr/>
            </p:nvGrpSpPr>
            <p:grpSpPr>
              <a:xfrm>
                <a:off x="2323985" y="1842975"/>
                <a:ext cx="258712" cy="250429"/>
                <a:chOff x="1490538" y="753834"/>
                <a:chExt cx="470985" cy="455906"/>
              </a:xfrm>
            </p:grpSpPr>
            <p:sp>
              <p:nvSpPr>
                <p:cNvPr id="7605" name="Google Shape;7605;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5" name="Google Shape;7615;p21"/>
              <p:cNvGrpSpPr/>
              <p:nvPr/>
            </p:nvGrpSpPr>
            <p:grpSpPr>
              <a:xfrm>
                <a:off x="1981897" y="1804075"/>
                <a:ext cx="258712" cy="250429"/>
                <a:chOff x="1490538" y="753834"/>
                <a:chExt cx="470985" cy="455906"/>
              </a:xfrm>
            </p:grpSpPr>
            <p:sp>
              <p:nvSpPr>
                <p:cNvPr id="7616" name="Google Shape;7616;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26" name="Google Shape;7626;p21"/>
            <p:cNvGrpSpPr/>
            <p:nvPr/>
          </p:nvGrpSpPr>
          <p:grpSpPr>
            <a:xfrm flipH="1">
              <a:off x="3270102" y="2806996"/>
              <a:ext cx="590853" cy="538858"/>
              <a:chOff x="2374102" y="2397733"/>
              <a:chExt cx="590853" cy="538858"/>
            </a:xfrm>
          </p:grpSpPr>
          <p:grpSp>
            <p:nvGrpSpPr>
              <p:cNvPr id="7627" name="Google Shape;7627;p21"/>
              <p:cNvGrpSpPr/>
              <p:nvPr/>
            </p:nvGrpSpPr>
            <p:grpSpPr>
              <a:xfrm>
                <a:off x="2374102" y="2397733"/>
                <a:ext cx="590853" cy="538858"/>
                <a:chOff x="1993102" y="2397733"/>
                <a:chExt cx="590853" cy="538858"/>
              </a:xfrm>
            </p:grpSpPr>
            <p:sp>
              <p:nvSpPr>
                <p:cNvPr id="7628" name="Google Shape;7628;p2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2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2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2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2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2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2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2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2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2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2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2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2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2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2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2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44" name="Google Shape;7644;p2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2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2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47" name="Google Shape;7647;p21"/>
              <p:cNvGrpSpPr/>
              <p:nvPr/>
            </p:nvGrpSpPr>
            <p:grpSpPr>
              <a:xfrm>
                <a:off x="2672051" y="2466803"/>
                <a:ext cx="88776" cy="97630"/>
                <a:chOff x="2291051" y="2466803"/>
                <a:chExt cx="88776" cy="97630"/>
              </a:xfrm>
            </p:grpSpPr>
            <p:sp>
              <p:nvSpPr>
                <p:cNvPr id="7648" name="Google Shape;7648;p2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2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2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2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2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2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2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2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2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2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2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2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2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2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2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2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2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2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2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2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2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2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2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2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2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2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2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2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2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77" name="Google Shape;7677;p2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2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2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2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2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2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2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4" name="Google Shape;7684;p21"/>
            <p:cNvGrpSpPr/>
            <p:nvPr/>
          </p:nvGrpSpPr>
          <p:grpSpPr>
            <a:xfrm>
              <a:off x="3446433" y="3091192"/>
              <a:ext cx="1319021" cy="1203001"/>
              <a:chOff x="2374102" y="2397733"/>
              <a:chExt cx="590853" cy="538858"/>
            </a:xfrm>
          </p:grpSpPr>
          <p:grpSp>
            <p:nvGrpSpPr>
              <p:cNvPr id="7685" name="Google Shape;7685;p21"/>
              <p:cNvGrpSpPr/>
              <p:nvPr/>
            </p:nvGrpSpPr>
            <p:grpSpPr>
              <a:xfrm>
                <a:off x="2374102" y="2397733"/>
                <a:ext cx="590853" cy="538858"/>
                <a:chOff x="1993102" y="2397733"/>
                <a:chExt cx="590853" cy="538858"/>
              </a:xfrm>
            </p:grpSpPr>
            <p:sp>
              <p:nvSpPr>
                <p:cNvPr id="7686" name="Google Shape;7686;p2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2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2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2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2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2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2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2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2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2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2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2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2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2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2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2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02" name="Google Shape;7702;p2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2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2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05" name="Google Shape;7705;p21"/>
              <p:cNvGrpSpPr/>
              <p:nvPr/>
            </p:nvGrpSpPr>
            <p:grpSpPr>
              <a:xfrm>
                <a:off x="2672051" y="2466803"/>
                <a:ext cx="88776" cy="97630"/>
                <a:chOff x="2291051" y="2466803"/>
                <a:chExt cx="88776" cy="97630"/>
              </a:xfrm>
            </p:grpSpPr>
            <p:sp>
              <p:nvSpPr>
                <p:cNvPr id="7706" name="Google Shape;7706;p2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2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2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2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2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2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2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2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2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2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2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2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2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2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2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2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2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2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2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2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2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2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2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2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2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2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2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2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2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5" name="Google Shape;7735;p2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2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2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2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2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2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2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2" name="Google Shape;7742;p21"/>
            <p:cNvGrpSpPr/>
            <p:nvPr/>
          </p:nvGrpSpPr>
          <p:grpSpPr>
            <a:xfrm>
              <a:off x="4490110" y="3659885"/>
              <a:ext cx="365767" cy="351686"/>
              <a:chOff x="1490538" y="753834"/>
              <a:chExt cx="470985" cy="455906"/>
            </a:xfrm>
          </p:grpSpPr>
          <p:sp>
            <p:nvSpPr>
              <p:cNvPr id="7743" name="Google Shape;7743;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3" name="Google Shape;7753;p21"/>
            <p:cNvGrpSpPr/>
            <p:nvPr/>
          </p:nvGrpSpPr>
          <p:grpSpPr>
            <a:xfrm rot="-975329">
              <a:off x="4865699" y="3543897"/>
              <a:ext cx="365789" cy="351698"/>
              <a:chOff x="1490538" y="753834"/>
              <a:chExt cx="470985" cy="455906"/>
            </a:xfrm>
          </p:grpSpPr>
          <p:sp>
            <p:nvSpPr>
              <p:cNvPr id="7754" name="Google Shape;7754;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764" name="Google Shape;7764;p21"/>
          <p:cNvSpPr/>
          <p:nvPr/>
        </p:nvSpPr>
        <p:spPr>
          <a:xfrm>
            <a:off x="3013125" y="4815625"/>
            <a:ext cx="1143175" cy="77275"/>
          </a:xfrm>
          <a:custGeom>
            <a:rect b="b" l="l" r="r" t="t"/>
            <a:pathLst>
              <a:path extrusionOk="0" h="3091" w="45727">
                <a:moveTo>
                  <a:pt x="12301" y="0"/>
                </a:moveTo>
                <a:cubicBezTo>
                  <a:pt x="11605" y="0"/>
                  <a:pt x="10910" y="27"/>
                  <a:pt x="10216" y="96"/>
                </a:cubicBezTo>
                <a:cubicBezTo>
                  <a:pt x="9584" y="161"/>
                  <a:pt x="8947" y="258"/>
                  <a:pt x="8364" y="509"/>
                </a:cubicBezTo>
                <a:cubicBezTo>
                  <a:pt x="7838" y="734"/>
                  <a:pt x="7370" y="1077"/>
                  <a:pt x="6843" y="1302"/>
                </a:cubicBezTo>
                <a:cubicBezTo>
                  <a:pt x="6041" y="1648"/>
                  <a:pt x="5148" y="1701"/>
                  <a:pt x="4277" y="1750"/>
                </a:cubicBezTo>
                <a:cubicBezTo>
                  <a:pt x="2850" y="1830"/>
                  <a:pt x="1427" y="1910"/>
                  <a:pt x="0" y="1993"/>
                </a:cubicBezTo>
                <a:cubicBezTo>
                  <a:pt x="1204" y="2167"/>
                  <a:pt x="2439" y="2339"/>
                  <a:pt x="3655" y="2339"/>
                </a:cubicBezTo>
                <a:cubicBezTo>
                  <a:pt x="4654" y="2339"/>
                  <a:pt x="5641" y="2223"/>
                  <a:pt x="6587" y="1895"/>
                </a:cubicBezTo>
                <a:cubicBezTo>
                  <a:pt x="7526" y="1568"/>
                  <a:pt x="8393" y="1045"/>
                  <a:pt x="9347" y="769"/>
                </a:cubicBezTo>
                <a:cubicBezTo>
                  <a:pt x="9970" y="589"/>
                  <a:pt x="10606" y="520"/>
                  <a:pt x="11248" y="520"/>
                </a:cubicBezTo>
                <a:cubicBezTo>
                  <a:pt x="12649" y="520"/>
                  <a:pt x="14081" y="849"/>
                  <a:pt x="15481" y="1065"/>
                </a:cubicBezTo>
                <a:cubicBezTo>
                  <a:pt x="18871" y="1591"/>
                  <a:pt x="22324" y="1447"/>
                  <a:pt x="25755" y="1494"/>
                </a:cubicBezTo>
                <a:cubicBezTo>
                  <a:pt x="29885" y="1550"/>
                  <a:pt x="34006" y="1887"/>
                  <a:pt x="38110" y="2320"/>
                </a:cubicBezTo>
                <a:cubicBezTo>
                  <a:pt x="40025" y="2523"/>
                  <a:pt x="41933" y="2776"/>
                  <a:pt x="43845" y="2985"/>
                </a:cubicBezTo>
                <a:cubicBezTo>
                  <a:pt x="44031" y="3006"/>
                  <a:pt x="44400" y="3090"/>
                  <a:pt x="44729" y="3090"/>
                </a:cubicBezTo>
                <a:cubicBezTo>
                  <a:pt x="44991" y="3090"/>
                  <a:pt x="45227" y="3036"/>
                  <a:pt x="45323" y="2852"/>
                </a:cubicBezTo>
                <a:cubicBezTo>
                  <a:pt x="45727" y="2076"/>
                  <a:pt x="44595" y="1932"/>
                  <a:pt x="44037" y="1932"/>
                </a:cubicBezTo>
                <a:cubicBezTo>
                  <a:pt x="43965" y="1932"/>
                  <a:pt x="43902" y="1934"/>
                  <a:pt x="43853" y="1938"/>
                </a:cubicBezTo>
                <a:cubicBezTo>
                  <a:pt x="43700" y="1950"/>
                  <a:pt x="43547" y="1956"/>
                  <a:pt x="43395" y="1956"/>
                </a:cubicBezTo>
                <a:cubicBezTo>
                  <a:pt x="41633" y="1956"/>
                  <a:pt x="39931" y="1198"/>
                  <a:pt x="38171" y="944"/>
                </a:cubicBezTo>
                <a:cubicBezTo>
                  <a:pt x="37404" y="832"/>
                  <a:pt x="36629" y="819"/>
                  <a:pt x="35852" y="819"/>
                </a:cubicBezTo>
                <a:cubicBezTo>
                  <a:pt x="35687" y="819"/>
                  <a:pt x="35522" y="820"/>
                  <a:pt x="35356" y="820"/>
                </a:cubicBezTo>
                <a:cubicBezTo>
                  <a:pt x="35082" y="821"/>
                  <a:pt x="34808" y="822"/>
                  <a:pt x="34534" y="822"/>
                </a:cubicBezTo>
                <a:cubicBezTo>
                  <a:pt x="28501" y="822"/>
                  <a:pt x="22471" y="615"/>
                  <a:pt x="16454" y="202"/>
                </a:cubicBezTo>
                <a:cubicBezTo>
                  <a:pt x="15072" y="107"/>
                  <a:pt x="13685" y="0"/>
                  <a:pt x="123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21"/>
          <p:cNvSpPr/>
          <p:nvPr/>
        </p:nvSpPr>
        <p:spPr>
          <a:xfrm>
            <a:off x="6909950" y="3197825"/>
            <a:ext cx="2233875" cy="830250"/>
          </a:xfrm>
          <a:custGeom>
            <a:rect b="b" l="l" r="r" t="t"/>
            <a:pathLst>
              <a:path extrusionOk="0" h="33210" w="89355">
                <a:moveTo>
                  <a:pt x="85343" y="1"/>
                </a:moveTo>
                <a:cubicBezTo>
                  <a:pt x="85205" y="1"/>
                  <a:pt x="85068" y="14"/>
                  <a:pt x="84931" y="46"/>
                </a:cubicBezTo>
                <a:cubicBezTo>
                  <a:pt x="82870" y="516"/>
                  <a:pt x="82515" y="4325"/>
                  <a:pt x="80613" y="4325"/>
                </a:cubicBezTo>
                <a:cubicBezTo>
                  <a:pt x="80513" y="4325"/>
                  <a:pt x="80410" y="4315"/>
                  <a:pt x="80302" y="4293"/>
                </a:cubicBezTo>
                <a:cubicBezTo>
                  <a:pt x="79687" y="4172"/>
                  <a:pt x="79237" y="3665"/>
                  <a:pt x="78695" y="3351"/>
                </a:cubicBezTo>
                <a:cubicBezTo>
                  <a:pt x="78354" y="3156"/>
                  <a:pt x="77986" y="3068"/>
                  <a:pt x="77616" y="3068"/>
                </a:cubicBezTo>
                <a:cubicBezTo>
                  <a:pt x="75937" y="3068"/>
                  <a:pt x="74218" y="4873"/>
                  <a:pt x="74794" y="6564"/>
                </a:cubicBezTo>
                <a:cubicBezTo>
                  <a:pt x="74554" y="6390"/>
                  <a:pt x="74300" y="6314"/>
                  <a:pt x="74043" y="6314"/>
                </a:cubicBezTo>
                <a:cubicBezTo>
                  <a:pt x="73087" y="6314"/>
                  <a:pt x="72088" y="7369"/>
                  <a:pt x="71613" y="8362"/>
                </a:cubicBezTo>
                <a:cubicBezTo>
                  <a:pt x="71045" y="9554"/>
                  <a:pt x="70250" y="11044"/>
                  <a:pt x="68996" y="11044"/>
                </a:cubicBezTo>
                <a:cubicBezTo>
                  <a:pt x="68924" y="11044"/>
                  <a:pt x="68849" y="11039"/>
                  <a:pt x="68773" y="11028"/>
                </a:cubicBezTo>
                <a:cubicBezTo>
                  <a:pt x="67256" y="10823"/>
                  <a:pt x="66620" y="8523"/>
                  <a:pt x="65087" y="8507"/>
                </a:cubicBezTo>
                <a:cubicBezTo>
                  <a:pt x="65081" y="8507"/>
                  <a:pt x="65075" y="8507"/>
                  <a:pt x="65069" y="8507"/>
                </a:cubicBezTo>
                <a:cubicBezTo>
                  <a:pt x="63949" y="8507"/>
                  <a:pt x="63291" y="9730"/>
                  <a:pt x="62680" y="10676"/>
                </a:cubicBezTo>
                <a:cubicBezTo>
                  <a:pt x="62242" y="11359"/>
                  <a:pt x="61409" y="11989"/>
                  <a:pt x="60687" y="11989"/>
                </a:cubicBezTo>
                <a:cubicBezTo>
                  <a:pt x="60400" y="11989"/>
                  <a:pt x="60130" y="11889"/>
                  <a:pt x="59910" y="11653"/>
                </a:cubicBezTo>
                <a:cubicBezTo>
                  <a:pt x="59201" y="10889"/>
                  <a:pt x="59744" y="9296"/>
                  <a:pt x="58802" y="8854"/>
                </a:cubicBezTo>
                <a:cubicBezTo>
                  <a:pt x="58675" y="8794"/>
                  <a:pt x="58549" y="8768"/>
                  <a:pt x="58424" y="8768"/>
                </a:cubicBezTo>
                <a:cubicBezTo>
                  <a:pt x="57736" y="8768"/>
                  <a:pt x="57080" y="9563"/>
                  <a:pt x="56348" y="9828"/>
                </a:cubicBezTo>
                <a:cubicBezTo>
                  <a:pt x="56132" y="9907"/>
                  <a:pt x="55907" y="9938"/>
                  <a:pt x="55675" y="9938"/>
                </a:cubicBezTo>
                <a:cubicBezTo>
                  <a:pt x="54673" y="9938"/>
                  <a:pt x="53559" y="9342"/>
                  <a:pt x="52649" y="9342"/>
                </a:cubicBezTo>
                <a:cubicBezTo>
                  <a:pt x="52261" y="9342"/>
                  <a:pt x="51910" y="9451"/>
                  <a:pt x="51621" y="9762"/>
                </a:cubicBezTo>
                <a:cubicBezTo>
                  <a:pt x="51155" y="10263"/>
                  <a:pt x="51116" y="11136"/>
                  <a:pt x="50505" y="11449"/>
                </a:cubicBezTo>
                <a:cubicBezTo>
                  <a:pt x="50360" y="11523"/>
                  <a:pt x="50212" y="11553"/>
                  <a:pt x="50060" y="11553"/>
                </a:cubicBezTo>
                <a:cubicBezTo>
                  <a:pt x="49549" y="11553"/>
                  <a:pt x="49005" y="11215"/>
                  <a:pt x="48475" y="11087"/>
                </a:cubicBezTo>
                <a:cubicBezTo>
                  <a:pt x="48311" y="11047"/>
                  <a:pt x="48148" y="11029"/>
                  <a:pt x="47986" y="11029"/>
                </a:cubicBezTo>
                <a:cubicBezTo>
                  <a:pt x="46817" y="11029"/>
                  <a:pt x="45739" y="12006"/>
                  <a:pt x="45146" y="13072"/>
                </a:cubicBezTo>
                <a:cubicBezTo>
                  <a:pt x="44627" y="14002"/>
                  <a:pt x="44394" y="15197"/>
                  <a:pt x="43678" y="15978"/>
                </a:cubicBezTo>
                <a:cubicBezTo>
                  <a:pt x="43210" y="16485"/>
                  <a:pt x="42466" y="17572"/>
                  <a:pt x="41742" y="17697"/>
                </a:cubicBezTo>
                <a:cubicBezTo>
                  <a:pt x="41680" y="17707"/>
                  <a:pt x="41619" y="17712"/>
                  <a:pt x="41559" y="17712"/>
                </a:cubicBezTo>
                <a:cubicBezTo>
                  <a:pt x="41031" y="17712"/>
                  <a:pt x="40543" y="17344"/>
                  <a:pt x="40039" y="17135"/>
                </a:cubicBezTo>
                <a:cubicBezTo>
                  <a:pt x="39842" y="17055"/>
                  <a:pt x="39624" y="17000"/>
                  <a:pt x="39412" y="17000"/>
                </a:cubicBezTo>
                <a:cubicBezTo>
                  <a:pt x="39229" y="17000"/>
                  <a:pt x="39050" y="17041"/>
                  <a:pt x="38896" y="17143"/>
                </a:cubicBezTo>
                <a:cubicBezTo>
                  <a:pt x="38594" y="17341"/>
                  <a:pt x="38463" y="17740"/>
                  <a:pt x="38520" y="18098"/>
                </a:cubicBezTo>
                <a:cubicBezTo>
                  <a:pt x="38575" y="18455"/>
                  <a:pt x="38794" y="18770"/>
                  <a:pt x="39062" y="19012"/>
                </a:cubicBezTo>
                <a:cubicBezTo>
                  <a:pt x="39297" y="19224"/>
                  <a:pt x="39606" y="19478"/>
                  <a:pt x="39512" y="19778"/>
                </a:cubicBezTo>
                <a:cubicBezTo>
                  <a:pt x="39405" y="20128"/>
                  <a:pt x="38845" y="20148"/>
                  <a:pt x="38710" y="20490"/>
                </a:cubicBezTo>
                <a:cubicBezTo>
                  <a:pt x="38643" y="20662"/>
                  <a:pt x="38712" y="20854"/>
                  <a:pt x="38708" y="21040"/>
                </a:cubicBezTo>
                <a:cubicBezTo>
                  <a:pt x="38690" y="21647"/>
                  <a:pt x="38271" y="21857"/>
                  <a:pt x="37792" y="21857"/>
                </a:cubicBezTo>
                <a:cubicBezTo>
                  <a:pt x="37363" y="21857"/>
                  <a:pt x="36887" y="21689"/>
                  <a:pt x="36610" y="21486"/>
                </a:cubicBezTo>
                <a:cubicBezTo>
                  <a:pt x="35862" y="20940"/>
                  <a:pt x="35228" y="19934"/>
                  <a:pt x="34210" y="19903"/>
                </a:cubicBezTo>
                <a:cubicBezTo>
                  <a:pt x="34193" y="19902"/>
                  <a:pt x="34175" y="19902"/>
                  <a:pt x="34158" y="19902"/>
                </a:cubicBezTo>
                <a:cubicBezTo>
                  <a:pt x="33088" y="19902"/>
                  <a:pt x="32392" y="21039"/>
                  <a:pt x="31469" y="21606"/>
                </a:cubicBezTo>
                <a:cubicBezTo>
                  <a:pt x="30964" y="21917"/>
                  <a:pt x="30427" y="22046"/>
                  <a:pt x="29875" y="22046"/>
                </a:cubicBezTo>
                <a:cubicBezTo>
                  <a:pt x="28298" y="22046"/>
                  <a:pt x="26598" y="20990"/>
                  <a:pt x="25157" y="20099"/>
                </a:cubicBezTo>
                <a:cubicBezTo>
                  <a:pt x="24103" y="19447"/>
                  <a:pt x="22722" y="18950"/>
                  <a:pt x="21504" y="18950"/>
                </a:cubicBezTo>
                <a:cubicBezTo>
                  <a:pt x="20471" y="18950"/>
                  <a:pt x="19555" y="19308"/>
                  <a:pt x="19056" y="20232"/>
                </a:cubicBezTo>
                <a:cubicBezTo>
                  <a:pt x="18825" y="20655"/>
                  <a:pt x="18713" y="21175"/>
                  <a:pt x="18324" y="21461"/>
                </a:cubicBezTo>
                <a:cubicBezTo>
                  <a:pt x="17944" y="21743"/>
                  <a:pt x="17423" y="21710"/>
                  <a:pt x="16961" y="21809"/>
                </a:cubicBezTo>
                <a:cubicBezTo>
                  <a:pt x="15636" y="22095"/>
                  <a:pt x="14787" y="23493"/>
                  <a:pt x="13475" y="23829"/>
                </a:cubicBezTo>
                <a:cubicBezTo>
                  <a:pt x="13251" y="23887"/>
                  <a:pt x="13024" y="23911"/>
                  <a:pt x="12796" y="23911"/>
                </a:cubicBezTo>
                <a:cubicBezTo>
                  <a:pt x="11653" y="23911"/>
                  <a:pt x="10474" y="23305"/>
                  <a:pt x="9344" y="23305"/>
                </a:cubicBezTo>
                <a:cubicBezTo>
                  <a:pt x="9065" y="23305"/>
                  <a:pt x="8789" y="23342"/>
                  <a:pt x="8517" y="23434"/>
                </a:cubicBezTo>
                <a:cubicBezTo>
                  <a:pt x="7122" y="23906"/>
                  <a:pt x="6384" y="25675"/>
                  <a:pt x="4930" y="25900"/>
                </a:cubicBezTo>
                <a:cubicBezTo>
                  <a:pt x="4825" y="25916"/>
                  <a:pt x="4721" y="25924"/>
                  <a:pt x="4618" y="25924"/>
                </a:cubicBezTo>
                <a:cubicBezTo>
                  <a:pt x="3856" y="25924"/>
                  <a:pt x="3121" y="25522"/>
                  <a:pt x="2381" y="25276"/>
                </a:cubicBezTo>
                <a:cubicBezTo>
                  <a:pt x="2077" y="25176"/>
                  <a:pt x="1737" y="25115"/>
                  <a:pt x="1406" y="25115"/>
                </a:cubicBezTo>
                <a:cubicBezTo>
                  <a:pt x="821" y="25115"/>
                  <a:pt x="266" y="25305"/>
                  <a:pt x="1" y="25804"/>
                </a:cubicBezTo>
                <a:cubicBezTo>
                  <a:pt x="2164" y="26292"/>
                  <a:pt x="4329" y="26779"/>
                  <a:pt x="6492" y="27265"/>
                </a:cubicBezTo>
                <a:cubicBezTo>
                  <a:pt x="7594" y="27514"/>
                  <a:pt x="8712" y="27764"/>
                  <a:pt x="9841" y="27764"/>
                </a:cubicBezTo>
                <a:cubicBezTo>
                  <a:pt x="9924" y="27764"/>
                  <a:pt x="10008" y="27763"/>
                  <a:pt x="10091" y="27760"/>
                </a:cubicBezTo>
                <a:cubicBezTo>
                  <a:pt x="11938" y="27698"/>
                  <a:pt x="13890" y="26949"/>
                  <a:pt x="15672" y="26949"/>
                </a:cubicBezTo>
                <a:cubicBezTo>
                  <a:pt x="16480" y="26949"/>
                  <a:pt x="17253" y="27103"/>
                  <a:pt x="17966" y="27545"/>
                </a:cubicBezTo>
                <a:cubicBezTo>
                  <a:pt x="18688" y="27989"/>
                  <a:pt x="19244" y="28693"/>
                  <a:pt x="20021" y="29030"/>
                </a:cubicBezTo>
                <a:cubicBezTo>
                  <a:pt x="20388" y="29187"/>
                  <a:pt x="20761" y="29250"/>
                  <a:pt x="21140" y="29250"/>
                </a:cubicBezTo>
                <a:cubicBezTo>
                  <a:pt x="22620" y="29250"/>
                  <a:pt x="24180" y="28291"/>
                  <a:pt x="25738" y="28232"/>
                </a:cubicBezTo>
                <a:cubicBezTo>
                  <a:pt x="25790" y="28230"/>
                  <a:pt x="25841" y="28229"/>
                  <a:pt x="25892" y="28229"/>
                </a:cubicBezTo>
                <a:cubicBezTo>
                  <a:pt x="28067" y="28229"/>
                  <a:pt x="30112" y="29925"/>
                  <a:pt x="32198" y="29925"/>
                </a:cubicBezTo>
                <a:cubicBezTo>
                  <a:pt x="32517" y="29925"/>
                  <a:pt x="32837" y="29885"/>
                  <a:pt x="33159" y="29794"/>
                </a:cubicBezTo>
                <a:cubicBezTo>
                  <a:pt x="34126" y="29516"/>
                  <a:pt x="34940" y="28791"/>
                  <a:pt x="35936" y="28650"/>
                </a:cubicBezTo>
                <a:cubicBezTo>
                  <a:pt x="36062" y="28633"/>
                  <a:pt x="36188" y="28624"/>
                  <a:pt x="36314" y="28624"/>
                </a:cubicBezTo>
                <a:cubicBezTo>
                  <a:pt x="37719" y="28624"/>
                  <a:pt x="39119" y="29646"/>
                  <a:pt x="40462" y="29646"/>
                </a:cubicBezTo>
                <a:cubicBezTo>
                  <a:pt x="40751" y="29646"/>
                  <a:pt x="41038" y="29599"/>
                  <a:pt x="41321" y="29484"/>
                </a:cubicBezTo>
                <a:cubicBezTo>
                  <a:pt x="41887" y="29255"/>
                  <a:pt x="42313" y="28785"/>
                  <a:pt x="42789" y="28400"/>
                </a:cubicBezTo>
                <a:cubicBezTo>
                  <a:pt x="43812" y="27572"/>
                  <a:pt x="45129" y="27148"/>
                  <a:pt x="46444" y="27148"/>
                </a:cubicBezTo>
                <a:cubicBezTo>
                  <a:pt x="47516" y="27148"/>
                  <a:pt x="48586" y="27429"/>
                  <a:pt x="49495" y="28003"/>
                </a:cubicBezTo>
                <a:cubicBezTo>
                  <a:pt x="50720" y="28773"/>
                  <a:pt x="52025" y="30056"/>
                  <a:pt x="53311" y="30056"/>
                </a:cubicBezTo>
                <a:cubicBezTo>
                  <a:pt x="53609" y="30056"/>
                  <a:pt x="53906" y="29987"/>
                  <a:pt x="54200" y="29827"/>
                </a:cubicBezTo>
                <a:cubicBezTo>
                  <a:pt x="54688" y="29563"/>
                  <a:pt x="55026" y="29083"/>
                  <a:pt x="55502" y="28797"/>
                </a:cubicBezTo>
                <a:cubicBezTo>
                  <a:pt x="55848" y="28590"/>
                  <a:pt x="56206" y="28503"/>
                  <a:pt x="56572" y="28503"/>
                </a:cubicBezTo>
                <a:cubicBezTo>
                  <a:pt x="58431" y="28503"/>
                  <a:pt x="60501" y="30742"/>
                  <a:pt x="62371" y="30742"/>
                </a:cubicBezTo>
                <a:cubicBezTo>
                  <a:pt x="62729" y="30742"/>
                  <a:pt x="63081" y="30659"/>
                  <a:pt x="63422" y="30463"/>
                </a:cubicBezTo>
                <a:cubicBezTo>
                  <a:pt x="64138" y="30050"/>
                  <a:pt x="64510" y="29245"/>
                  <a:pt x="65048" y="28613"/>
                </a:cubicBezTo>
                <a:cubicBezTo>
                  <a:pt x="65844" y="27679"/>
                  <a:pt x="67072" y="27193"/>
                  <a:pt x="68294" y="27193"/>
                </a:cubicBezTo>
                <a:cubicBezTo>
                  <a:pt x="69250" y="27193"/>
                  <a:pt x="70201" y="27490"/>
                  <a:pt x="70940" y="28102"/>
                </a:cubicBezTo>
                <a:cubicBezTo>
                  <a:pt x="71331" y="28425"/>
                  <a:pt x="71670" y="28825"/>
                  <a:pt x="72124" y="29054"/>
                </a:cubicBezTo>
                <a:cubicBezTo>
                  <a:pt x="72486" y="29236"/>
                  <a:pt x="72887" y="29299"/>
                  <a:pt x="73306" y="29299"/>
                </a:cubicBezTo>
                <a:cubicBezTo>
                  <a:pt x="74237" y="29299"/>
                  <a:pt x="75256" y="28989"/>
                  <a:pt x="76122" y="28989"/>
                </a:cubicBezTo>
                <a:cubicBezTo>
                  <a:pt x="76715" y="28989"/>
                  <a:pt x="77237" y="29134"/>
                  <a:pt x="77610" y="29621"/>
                </a:cubicBezTo>
                <a:cubicBezTo>
                  <a:pt x="78133" y="30306"/>
                  <a:pt x="78131" y="31506"/>
                  <a:pt x="78969" y="31723"/>
                </a:cubicBezTo>
                <a:cubicBezTo>
                  <a:pt x="79045" y="31743"/>
                  <a:pt x="79121" y="31752"/>
                  <a:pt x="79197" y="31752"/>
                </a:cubicBezTo>
                <a:cubicBezTo>
                  <a:pt x="79576" y="31752"/>
                  <a:pt x="79951" y="31533"/>
                  <a:pt x="80312" y="31371"/>
                </a:cubicBezTo>
                <a:cubicBezTo>
                  <a:pt x="80931" y="31092"/>
                  <a:pt x="81575" y="30976"/>
                  <a:pt x="82231" y="30976"/>
                </a:cubicBezTo>
                <a:cubicBezTo>
                  <a:pt x="83943" y="30976"/>
                  <a:pt x="85732" y="31765"/>
                  <a:pt x="87360" y="32477"/>
                </a:cubicBezTo>
                <a:cubicBezTo>
                  <a:pt x="87992" y="32753"/>
                  <a:pt x="88668" y="33009"/>
                  <a:pt x="89355" y="33209"/>
                </a:cubicBezTo>
                <a:lnTo>
                  <a:pt x="89355" y="1790"/>
                </a:lnTo>
                <a:cubicBezTo>
                  <a:pt x="88570" y="1286"/>
                  <a:pt x="87761" y="817"/>
                  <a:pt x="86898" y="427"/>
                </a:cubicBezTo>
                <a:cubicBezTo>
                  <a:pt x="86404" y="206"/>
                  <a:pt x="85873" y="1"/>
                  <a:pt x="85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21"/>
          <p:cNvSpPr/>
          <p:nvPr/>
        </p:nvSpPr>
        <p:spPr>
          <a:xfrm>
            <a:off x="298600" y="4781400"/>
            <a:ext cx="1679775" cy="359250"/>
          </a:xfrm>
          <a:custGeom>
            <a:rect b="b" l="l" r="r" t="t"/>
            <a:pathLst>
              <a:path extrusionOk="0" h="14370" w="67191">
                <a:moveTo>
                  <a:pt x="1029" y="1"/>
                </a:moveTo>
                <a:cubicBezTo>
                  <a:pt x="936" y="1"/>
                  <a:pt x="843" y="16"/>
                  <a:pt x="752" y="52"/>
                </a:cubicBezTo>
                <a:cubicBezTo>
                  <a:pt x="0" y="347"/>
                  <a:pt x="380" y="1389"/>
                  <a:pt x="625" y="1935"/>
                </a:cubicBezTo>
                <a:cubicBezTo>
                  <a:pt x="1580" y="4070"/>
                  <a:pt x="2774" y="6100"/>
                  <a:pt x="4177" y="7969"/>
                </a:cubicBezTo>
                <a:cubicBezTo>
                  <a:pt x="5125" y="9232"/>
                  <a:pt x="6176" y="10430"/>
                  <a:pt x="7442" y="11375"/>
                </a:cubicBezTo>
                <a:cubicBezTo>
                  <a:pt x="8900" y="12461"/>
                  <a:pt x="10594" y="13176"/>
                  <a:pt x="12269" y="13881"/>
                </a:cubicBezTo>
                <a:cubicBezTo>
                  <a:pt x="12659" y="14043"/>
                  <a:pt x="13048" y="14207"/>
                  <a:pt x="13440" y="14370"/>
                </a:cubicBezTo>
                <a:lnTo>
                  <a:pt x="67191" y="14370"/>
                </a:lnTo>
                <a:cubicBezTo>
                  <a:pt x="66887" y="14237"/>
                  <a:pt x="66519" y="14166"/>
                  <a:pt x="66134" y="14166"/>
                </a:cubicBezTo>
                <a:cubicBezTo>
                  <a:pt x="65870" y="14170"/>
                  <a:pt x="65600" y="14189"/>
                  <a:pt x="65334" y="14189"/>
                </a:cubicBezTo>
                <a:cubicBezTo>
                  <a:pt x="64967" y="14189"/>
                  <a:pt x="64608" y="14152"/>
                  <a:pt x="64286" y="13984"/>
                </a:cubicBezTo>
                <a:cubicBezTo>
                  <a:pt x="64077" y="13877"/>
                  <a:pt x="63891" y="13716"/>
                  <a:pt x="63662" y="13652"/>
                </a:cubicBezTo>
                <a:cubicBezTo>
                  <a:pt x="63462" y="13597"/>
                  <a:pt x="63247" y="13622"/>
                  <a:pt x="63039" y="13607"/>
                </a:cubicBezTo>
                <a:cubicBezTo>
                  <a:pt x="62485" y="13560"/>
                  <a:pt x="62006" y="13215"/>
                  <a:pt x="61475" y="13051"/>
                </a:cubicBezTo>
                <a:cubicBezTo>
                  <a:pt x="61078" y="12927"/>
                  <a:pt x="60661" y="12906"/>
                  <a:pt x="60246" y="12886"/>
                </a:cubicBezTo>
                <a:cubicBezTo>
                  <a:pt x="58931" y="12824"/>
                  <a:pt x="57617" y="12761"/>
                  <a:pt x="56300" y="12698"/>
                </a:cubicBezTo>
                <a:cubicBezTo>
                  <a:pt x="55840" y="12677"/>
                  <a:pt x="55378" y="12653"/>
                  <a:pt x="54918" y="12630"/>
                </a:cubicBezTo>
                <a:cubicBezTo>
                  <a:pt x="49363" y="12328"/>
                  <a:pt x="43834" y="11600"/>
                  <a:pt x="38396" y="10447"/>
                </a:cubicBezTo>
                <a:cubicBezTo>
                  <a:pt x="37535" y="10265"/>
                  <a:pt x="36666" y="10070"/>
                  <a:pt x="35787" y="10066"/>
                </a:cubicBezTo>
                <a:cubicBezTo>
                  <a:pt x="35775" y="10066"/>
                  <a:pt x="35763" y="10066"/>
                  <a:pt x="35751" y="10066"/>
                </a:cubicBezTo>
                <a:cubicBezTo>
                  <a:pt x="34938" y="10066"/>
                  <a:pt x="34126" y="10222"/>
                  <a:pt x="33317" y="10222"/>
                </a:cubicBezTo>
                <a:cubicBezTo>
                  <a:pt x="33108" y="10222"/>
                  <a:pt x="32899" y="10211"/>
                  <a:pt x="32690" y="10185"/>
                </a:cubicBezTo>
                <a:cubicBezTo>
                  <a:pt x="31698" y="10058"/>
                  <a:pt x="30803" y="9594"/>
                  <a:pt x="29858" y="9304"/>
                </a:cubicBezTo>
                <a:cubicBezTo>
                  <a:pt x="29388" y="9159"/>
                  <a:pt x="28934" y="9085"/>
                  <a:pt x="28445" y="9060"/>
                </a:cubicBezTo>
                <a:cubicBezTo>
                  <a:pt x="28438" y="9059"/>
                  <a:pt x="28430" y="9059"/>
                  <a:pt x="28423" y="9059"/>
                </a:cubicBezTo>
                <a:cubicBezTo>
                  <a:pt x="28313" y="9059"/>
                  <a:pt x="28192" y="9093"/>
                  <a:pt x="28080" y="9093"/>
                </a:cubicBezTo>
                <a:cubicBezTo>
                  <a:pt x="28016" y="9093"/>
                  <a:pt x="27954" y="9082"/>
                  <a:pt x="27901" y="9046"/>
                </a:cubicBezTo>
                <a:cubicBezTo>
                  <a:pt x="27762" y="8950"/>
                  <a:pt x="27879" y="8660"/>
                  <a:pt x="27685" y="8568"/>
                </a:cubicBezTo>
                <a:cubicBezTo>
                  <a:pt x="27656" y="8553"/>
                  <a:pt x="27627" y="8547"/>
                  <a:pt x="27600" y="8547"/>
                </a:cubicBezTo>
                <a:cubicBezTo>
                  <a:pt x="27424" y="8547"/>
                  <a:pt x="27287" y="8818"/>
                  <a:pt x="27131" y="8962"/>
                </a:cubicBezTo>
                <a:cubicBezTo>
                  <a:pt x="27036" y="9050"/>
                  <a:pt x="26917" y="9088"/>
                  <a:pt x="26793" y="9088"/>
                </a:cubicBezTo>
                <a:cubicBezTo>
                  <a:pt x="26561" y="9088"/>
                  <a:pt x="26308" y="8957"/>
                  <a:pt x="26143" y="8782"/>
                </a:cubicBezTo>
                <a:cubicBezTo>
                  <a:pt x="25888" y="8510"/>
                  <a:pt x="25738" y="8149"/>
                  <a:pt x="25468" y="7897"/>
                </a:cubicBezTo>
                <a:cubicBezTo>
                  <a:pt x="24914" y="7388"/>
                  <a:pt x="24052" y="7474"/>
                  <a:pt x="23344" y="7227"/>
                </a:cubicBezTo>
                <a:cubicBezTo>
                  <a:pt x="22543" y="6946"/>
                  <a:pt x="21892" y="6219"/>
                  <a:pt x="21046" y="6198"/>
                </a:cubicBezTo>
                <a:cubicBezTo>
                  <a:pt x="21033" y="6198"/>
                  <a:pt x="21019" y="6197"/>
                  <a:pt x="21006" y="6197"/>
                </a:cubicBezTo>
                <a:cubicBezTo>
                  <a:pt x="20652" y="6197"/>
                  <a:pt x="20311" y="6320"/>
                  <a:pt x="19964" y="6388"/>
                </a:cubicBezTo>
                <a:cubicBezTo>
                  <a:pt x="19703" y="6440"/>
                  <a:pt x="19439" y="6462"/>
                  <a:pt x="19173" y="6462"/>
                </a:cubicBezTo>
                <a:cubicBezTo>
                  <a:pt x="18660" y="6462"/>
                  <a:pt x="18143" y="6379"/>
                  <a:pt x="17640" y="6272"/>
                </a:cubicBezTo>
                <a:cubicBezTo>
                  <a:pt x="16935" y="6124"/>
                  <a:pt x="16241" y="5928"/>
                  <a:pt x="15563" y="5685"/>
                </a:cubicBezTo>
                <a:cubicBezTo>
                  <a:pt x="15128" y="5532"/>
                  <a:pt x="14685" y="5357"/>
                  <a:pt x="14227" y="5357"/>
                </a:cubicBezTo>
                <a:cubicBezTo>
                  <a:pt x="14203" y="5357"/>
                  <a:pt x="14180" y="5357"/>
                  <a:pt x="14156" y="5358"/>
                </a:cubicBezTo>
                <a:cubicBezTo>
                  <a:pt x="14065" y="5362"/>
                  <a:pt x="13970" y="5372"/>
                  <a:pt x="13877" y="5372"/>
                </a:cubicBezTo>
                <a:cubicBezTo>
                  <a:pt x="13769" y="5372"/>
                  <a:pt x="13663" y="5358"/>
                  <a:pt x="13571" y="5303"/>
                </a:cubicBezTo>
                <a:cubicBezTo>
                  <a:pt x="13363" y="5182"/>
                  <a:pt x="13307" y="4912"/>
                  <a:pt x="13181" y="4706"/>
                </a:cubicBezTo>
                <a:cubicBezTo>
                  <a:pt x="12940" y="4311"/>
                  <a:pt x="12424" y="4145"/>
                  <a:pt x="12197" y="3743"/>
                </a:cubicBezTo>
                <a:cubicBezTo>
                  <a:pt x="12095" y="3565"/>
                  <a:pt x="12062" y="3356"/>
                  <a:pt x="11974" y="3170"/>
                </a:cubicBezTo>
                <a:cubicBezTo>
                  <a:pt x="11690" y="2563"/>
                  <a:pt x="10936" y="2356"/>
                  <a:pt x="10269" y="2297"/>
                </a:cubicBezTo>
                <a:cubicBezTo>
                  <a:pt x="9603" y="2236"/>
                  <a:pt x="8875" y="2234"/>
                  <a:pt x="8350" y="1819"/>
                </a:cubicBezTo>
                <a:cubicBezTo>
                  <a:pt x="8206" y="1706"/>
                  <a:pt x="8076" y="1561"/>
                  <a:pt x="7896" y="1512"/>
                </a:cubicBezTo>
                <a:cubicBezTo>
                  <a:pt x="7850" y="1499"/>
                  <a:pt x="7804" y="1494"/>
                  <a:pt x="7757" y="1494"/>
                </a:cubicBezTo>
                <a:cubicBezTo>
                  <a:pt x="7604" y="1494"/>
                  <a:pt x="7448" y="1550"/>
                  <a:pt x="7297" y="1582"/>
                </a:cubicBezTo>
                <a:cubicBezTo>
                  <a:pt x="7167" y="1612"/>
                  <a:pt x="7034" y="1627"/>
                  <a:pt x="6900" y="1627"/>
                </a:cubicBezTo>
                <a:cubicBezTo>
                  <a:pt x="6467" y="1627"/>
                  <a:pt x="6033" y="1474"/>
                  <a:pt x="5702" y="1191"/>
                </a:cubicBezTo>
                <a:cubicBezTo>
                  <a:pt x="5542" y="1053"/>
                  <a:pt x="5373" y="874"/>
                  <a:pt x="5166" y="874"/>
                </a:cubicBezTo>
                <a:cubicBezTo>
                  <a:pt x="5156" y="874"/>
                  <a:pt x="5145" y="875"/>
                  <a:pt x="5135" y="876"/>
                </a:cubicBezTo>
                <a:cubicBezTo>
                  <a:pt x="4999" y="888"/>
                  <a:pt x="4882" y="976"/>
                  <a:pt x="4751" y="997"/>
                </a:cubicBezTo>
                <a:cubicBezTo>
                  <a:pt x="4729" y="1001"/>
                  <a:pt x="4706" y="1003"/>
                  <a:pt x="4684" y="1003"/>
                </a:cubicBezTo>
                <a:cubicBezTo>
                  <a:pt x="4552" y="1003"/>
                  <a:pt x="4421" y="943"/>
                  <a:pt x="4301" y="888"/>
                </a:cubicBezTo>
                <a:cubicBezTo>
                  <a:pt x="4252" y="866"/>
                  <a:pt x="4205" y="846"/>
                  <a:pt x="4156" y="829"/>
                </a:cubicBezTo>
                <a:cubicBezTo>
                  <a:pt x="3498" y="572"/>
                  <a:pt x="2829" y="533"/>
                  <a:pt x="2151" y="347"/>
                </a:cubicBezTo>
                <a:cubicBezTo>
                  <a:pt x="1810" y="254"/>
                  <a:pt x="1414" y="1"/>
                  <a:pt x="10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21"/>
          <p:cNvSpPr/>
          <p:nvPr/>
        </p:nvSpPr>
        <p:spPr>
          <a:xfrm>
            <a:off x="-75900" y="4565250"/>
            <a:ext cx="2858400" cy="575550"/>
          </a:xfrm>
          <a:custGeom>
            <a:rect b="b" l="l" r="r" t="t"/>
            <a:pathLst>
              <a:path extrusionOk="0" h="23022" w="114336">
                <a:moveTo>
                  <a:pt x="60088" y="1"/>
                </a:moveTo>
                <a:cubicBezTo>
                  <a:pt x="52820" y="1"/>
                  <a:pt x="45539" y="67"/>
                  <a:pt x="38226" y="256"/>
                </a:cubicBezTo>
                <a:cubicBezTo>
                  <a:pt x="35709" y="321"/>
                  <a:pt x="33175" y="345"/>
                  <a:pt x="30633" y="345"/>
                </a:cubicBezTo>
                <a:cubicBezTo>
                  <a:pt x="23743" y="345"/>
                  <a:pt x="16782" y="170"/>
                  <a:pt x="9878" y="170"/>
                </a:cubicBezTo>
                <a:cubicBezTo>
                  <a:pt x="6845" y="170"/>
                  <a:pt x="3822" y="204"/>
                  <a:pt x="822" y="301"/>
                </a:cubicBezTo>
                <a:cubicBezTo>
                  <a:pt x="539" y="393"/>
                  <a:pt x="264" y="502"/>
                  <a:pt x="0" y="630"/>
                </a:cubicBezTo>
                <a:lnTo>
                  <a:pt x="0" y="20101"/>
                </a:lnTo>
                <a:cubicBezTo>
                  <a:pt x="0" y="21716"/>
                  <a:pt x="1310" y="23022"/>
                  <a:pt x="2923" y="23022"/>
                </a:cubicBezTo>
                <a:lnTo>
                  <a:pt x="67594" y="23022"/>
                </a:lnTo>
                <a:cubicBezTo>
                  <a:pt x="66425" y="22834"/>
                  <a:pt x="65257" y="22664"/>
                  <a:pt x="64080" y="22519"/>
                </a:cubicBezTo>
                <a:cubicBezTo>
                  <a:pt x="59434" y="21949"/>
                  <a:pt x="54744" y="21773"/>
                  <a:pt x="50117" y="21080"/>
                </a:cubicBezTo>
                <a:cubicBezTo>
                  <a:pt x="40328" y="19612"/>
                  <a:pt x="31048" y="15872"/>
                  <a:pt x="21872" y="12162"/>
                </a:cubicBezTo>
                <a:lnTo>
                  <a:pt x="13344" y="8711"/>
                </a:lnTo>
                <a:cubicBezTo>
                  <a:pt x="12473" y="8359"/>
                  <a:pt x="11498" y="7895"/>
                  <a:pt x="11245" y="6991"/>
                </a:cubicBezTo>
                <a:cubicBezTo>
                  <a:pt x="10756" y="5239"/>
                  <a:pt x="13210" y="4276"/>
                  <a:pt x="15023" y="4143"/>
                </a:cubicBezTo>
                <a:cubicBezTo>
                  <a:pt x="30959" y="2979"/>
                  <a:pt x="46914" y="1810"/>
                  <a:pt x="62889" y="1810"/>
                </a:cubicBezTo>
                <a:cubicBezTo>
                  <a:pt x="64185" y="1810"/>
                  <a:pt x="65480" y="1817"/>
                  <a:pt x="66776" y="1833"/>
                </a:cubicBezTo>
                <a:cubicBezTo>
                  <a:pt x="74517" y="1929"/>
                  <a:pt x="82257" y="2319"/>
                  <a:pt x="89994" y="2319"/>
                </a:cubicBezTo>
                <a:cubicBezTo>
                  <a:pt x="92245" y="2319"/>
                  <a:pt x="94495" y="2286"/>
                  <a:pt x="96745" y="2203"/>
                </a:cubicBezTo>
                <a:cubicBezTo>
                  <a:pt x="102635" y="1988"/>
                  <a:pt x="108513" y="1256"/>
                  <a:pt x="114336" y="361"/>
                </a:cubicBezTo>
                <a:cubicBezTo>
                  <a:pt x="114211" y="348"/>
                  <a:pt x="114086" y="343"/>
                  <a:pt x="113961" y="343"/>
                </a:cubicBezTo>
                <a:cubicBezTo>
                  <a:pt x="113637" y="343"/>
                  <a:pt x="113313" y="376"/>
                  <a:pt x="112990" y="376"/>
                </a:cubicBezTo>
                <a:cubicBezTo>
                  <a:pt x="112878" y="376"/>
                  <a:pt x="112766" y="372"/>
                  <a:pt x="112654" y="361"/>
                </a:cubicBezTo>
                <a:cubicBezTo>
                  <a:pt x="112131" y="362"/>
                  <a:pt x="111609" y="362"/>
                  <a:pt x="111086" y="362"/>
                </a:cubicBezTo>
                <a:cubicBezTo>
                  <a:pt x="94007" y="362"/>
                  <a:pt x="77085" y="1"/>
                  <a:pt x="600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21"/>
          <p:cNvSpPr/>
          <p:nvPr/>
        </p:nvSpPr>
        <p:spPr>
          <a:xfrm>
            <a:off x="1418800" y="4747150"/>
            <a:ext cx="466800" cy="92200"/>
          </a:xfrm>
          <a:custGeom>
            <a:rect b="b" l="l" r="r" t="t"/>
            <a:pathLst>
              <a:path extrusionOk="0" h="3688" w="18672">
                <a:moveTo>
                  <a:pt x="18" y="1"/>
                </a:moveTo>
                <a:lnTo>
                  <a:pt x="18" y="1"/>
                </a:lnTo>
                <a:cubicBezTo>
                  <a:pt x="0" y="754"/>
                  <a:pt x="1275" y="1590"/>
                  <a:pt x="1991" y="2070"/>
                </a:cubicBezTo>
                <a:cubicBezTo>
                  <a:pt x="2318" y="2287"/>
                  <a:pt x="2709" y="2391"/>
                  <a:pt x="3095" y="2449"/>
                </a:cubicBezTo>
                <a:cubicBezTo>
                  <a:pt x="3456" y="2504"/>
                  <a:pt x="3818" y="2523"/>
                  <a:pt x="4182" y="2523"/>
                </a:cubicBezTo>
                <a:cubicBezTo>
                  <a:pt x="5091" y="2523"/>
                  <a:pt x="6007" y="2400"/>
                  <a:pt x="6920" y="2385"/>
                </a:cubicBezTo>
                <a:cubicBezTo>
                  <a:pt x="6984" y="2384"/>
                  <a:pt x="7047" y="2383"/>
                  <a:pt x="7111" y="2383"/>
                </a:cubicBezTo>
                <a:cubicBezTo>
                  <a:pt x="10337" y="2383"/>
                  <a:pt x="13540" y="3688"/>
                  <a:pt x="16714" y="3688"/>
                </a:cubicBezTo>
                <a:cubicBezTo>
                  <a:pt x="17367" y="3688"/>
                  <a:pt x="18020" y="3632"/>
                  <a:pt x="18672" y="3499"/>
                </a:cubicBezTo>
                <a:cubicBezTo>
                  <a:pt x="18032" y="2635"/>
                  <a:pt x="16767" y="2661"/>
                  <a:pt x="15698" y="2561"/>
                </a:cubicBezTo>
                <a:cubicBezTo>
                  <a:pt x="14113" y="2412"/>
                  <a:pt x="12600" y="1805"/>
                  <a:pt x="11020" y="1592"/>
                </a:cubicBezTo>
                <a:cubicBezTo>
                  <a:pt x="10431" y="1513"/>
                  <a:pt x="9832" y="1488"/>
                  <a:pt x="9229" y="1488"/>
                </a:cubicBezTo>
                <a:cubicBezTo>
                  <a:pt x="8236" y="1488"/>
                  <a:pt x="7234" y="1555"/>
                  <a:pt x="6250" y="1555"/>
                </a:cubicBezTo>
                <a:cubicBezTo>
                  <a:pt x="4938" y="1555"/>
                  <a:pt x="3659" y="1436"/>
                  <a:pt x="2476" y="882"/>
                </a:cubicBezTo>
                <a:cubicBezTo>
                  <a:pt x="1627" y="484"/>
                  <a:pt x="958" y="24"/>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21"/>
          <p:cNvSpPr/>
          <p:nvPr/>
        </p:nvSpPr>
        <p:spPr>
          <a:xfrm>
            <a:off x="7277450" y="3358125"/>
            <a:ext cx="1866325" cy="669600"/>
          </a:xfrm>
          <a:custGeom>
            <a:rect b="b" l="l" r="r" t="t"/>
            <a:pathLst>
              <a:path extrusionOk="0" h="26784" w="74653">
                <a:moveTo>
                  <a:pt x="74182" y="1"/>
                </a:moveTo>
                <a:cubicBezTo>
                  <a:pt x="73253" y="1"/>
                  <a:pt x="72327" y="367"/>
                  <a:pt x="71791" y="1167"/>
                </a:cubicBezTo>
                <a:cubicBezTo>
                  <a:pt x="71705" y="1148"/>
                  <a:pt x="71620" y="1138"/>
                  <a:pt x="71536" y="1138"/>
                </a:cubicBezTo>
                <a:cubicBezTo>
                  <a:pt x="70734" y="1138"/>
                  <a:pt x="70040" y="1988"/>
                  <a:pt x="69994" y="2829"/>
                </a:cubicBezTo>
                <a:cubicBezTo>
                  <a:pt x="69939" y="3755"/>
                  <a:pt x="70419" y="4622"/>
                  <a:pt x="70885" y="5429"/>
                </a:cubicBezTo>
                <a:cubicBezTo>
                  <a:pt x="70782" y="5341"/>
                  <a:pt x="70671" y="5303"/>
                  <a:pt x="70560" y="5303"/>
                </a:cubicBezTo>
                <a:cubicBezTo>
                  <a:pt x="70112" y="5303"/>
                  <a:pt x="69652" y="5926"/>
                  <a:pt x="69607" y="6470"/>
                </a:cubicBezTo>
                <a:cubicBezTo>
                  <a:pt x="69550" y="7147"/>
                  <a:pt x="69609" y="8003"/>
                  <a:pt x="69008" y="8316"/>
                </a:cubicBezTo>
                <a:cubicBezTo>
                  <a:pt x="68879" y="8383"/>
                  <a:pt x="68754" y="8413"/>
                  <a:pt x="68631" y="8413"/>
                </a:cubicBezTo>
                <a:cubicBezTo>
                  <a:pt x="67579" y="8413"/>
                  <a:pt x="66713" y="6214"/>
                  <a:pt x="65715" y="6214"/>
                </a:cubicBezTo>
                <a:cubicBezTo>
                  <a:pt x="65580" y="6214"/>
                  <a:pt x="65443" y="6254"/>
                  <a:pt x="65302" y="6345"/>
                </a:cubicBezTo>
                <a:cubicBezTo>
                  <a:pt x="64985" y="6550"/>
                  <a:pt x="64870" y="6953"/>
                  <a:pt x="64791" y="7325"/>
                </a:cubicBezTo>
                <a:cubicBezTo>
                  <a:pt x="64302" y="9643"/>
                  <a:pt x="64339" y="12072"/>
                  <a:pt x="64899" y="14372"/>
                </a:cubicBezTo>
                <a:cubicBezTo>
                  <a:pt x="65077" y="15106"/>
                  <a:pt x="65204" y="16086"/>
                  <a:pt x="64529" y="16423"/>
                </a:cubicBezTo>
                <a:cubicBezTo>
                  <a:pt x="64288" y="16544"/>
                  <a:pt x="64005" y="16535"/>
                  <a:pt x="63735" y="16564"/>
                </a:cubicBezTo>
                <a:cubicBezTo>
                  <a:pt x="62754" y="16678"/>
                  <a:pt x="61926" y="17347"/>
                  <a:pt x="60981" y="17627"/>
                </a:cubicBezTo>
                <a:cubicBezTo>
                  <a:pt x="60786" y="17684"/>
                  <a:pt x="60575" y="17712"/>
                  <a:pt x="60362" y="17712"/>
                </a:cubicBezTo>
                <a:cubicBezTo>
                  <a:pt x="59541" y="17712"/>
                  <a:pt x="58696" y="17293"/>
                  <a:pt x="58675" y="16507"/>
                </a:cubicBezTo>
                <a:cubicBezTo>
                  <a:pt x="58661" y="15959"/>
                  <a:pt x="59072" y="15439"/>
                  <a:pt x="58947" y="14906"/>
                </a:cubicBezTo>
                <a:cubicBezTo>
                  <a:pt x="58839" y="14438"/>
                  <a:pt x="58369" y="14164"/>
                  <a:pt x="57943" y="13943"/>
                </a:cubicBezTo>
                <a:cubicBezTo>
                  <a:pt x="57189" y="13552"/>
                  <a:pt x="56259" y="13192"/>
                  <a:pt x="55437" y="13192"/>
                </a:cubicBezTo>
                <a:cubicBezTo>
                  <a:pt x="54867" y="13192"/>
                  <a:pt x="54349" y="13365"/>
                  <a:pt x="53977" y="13822"/>
                </a:cubicBezTo>
                <a:cubicBezTo>
                  <a:pt x="53141" y="12733"/>
                  <a:pt x="53053" y="11248"/>
                  <a:pt x="52419" y="10032"/>
                </a:cubicBezTo>
                <a:cubicBezTo>
                  <a:pt x="51983" y="9199"/>
                  <a:pt x="51001" y="8532"/>
                  <a:pt x="50141" y="8532"/>
                </a:cubicBezTo>
                <a:cubicBezTo>
                  <a:pt x="49744" y="8532"/>
                  <a:pt x="49374" y="8673"/>
                  <a:pt x="49095" y="9005"/>
                </a:cubicBezTo>
                <a:cubicBezTo>
                  <a:pt x="48825" y="7444"/>
                  <a:pt x="47212" y="6424"/>
                  <a:pt x="45666" y="6424"/>
                </a:cubicBezTo>
                <a:cubicBezTo>
                  <a:pt x="44937" y="6424"/>
                  <a:pt x="44223" y="6651"/>
                  <a:pt x="43672" y="7155"/>
                </a:cubicBezTo>
                <a:cubicBezTo>
                  <a:pt x="43231" y="7558"/>
                  <a:pt x="42908" y="8075"/>
                  <a:pt x="42611" y="8594"/>
                </a:cubicBezTo>
                <a:cubicBezTo>
                  <a:pt x="41751" y="10077"/>
                  <a:pt x="41221" y="12364"/>
                  <a:pt x="42724" y="13193"/>
                </a:cubicBezTo>
                <a:cubicBezTo>
                  <a:pt x="42644" y="13173"/>
                  <a:pt x="42565" y="13163"/>
                  <a:pt x="42488" y="13163"/>
                </a:cubicBezTo>
                <a:cubicBezTo>
                  <a:pt x="41786" y="13163"/>
                  <a:pt x="41238" y="13974"/>
                  <a:pt x="41039" y="14706"/>
                </a:cubicBezTo>
                <a:cubicBezTo>
                  <a:pt x="40820" y="15517"/>
                  <a:pt x="40683" y="16482"/>
                  <a:pt x="39954" y="16903"/>
                </a:cubicBezTo>
                <a:cubicBezTo>
                  <a:pt x="39729" y="17033"/>
                  <a:pt x="39485" y="17087"/>
                  <a:pt x="39235" y="17087"/>
                </a:cubicBezTo>
                <a:cubicBezTo>
                  <a:pt x="38671" y="17087"/>
                  <a:pt x="38073" y="16811"/>
                  <a:pt x="37574" y="16501"/>
                </a:cubicBezTo>
                <a:cubicBezTo>
                  <a:pt x="36928" y="16100"/>
                  <a:pt x="36237" y="15624"/>
                  <a:pt x="35493" y="15624"/>
                </a:cubicBezTo>
                <a:cubicBezTo>
                  <a:pt x="35411" y="15624"/>
                  <a:pt x="35327" y="15630"/>
                  <a:pt x="35243" y="15642"/>
                </a:cubicBezTo>
                <a:cubicBezTo>
                  <a:pt x="34405" y="15767"/>
                  <a:pt x="33846" y="17046"/>
                  <a:pt x="34585" y="17460"/>
                </a:cubicBezTo>
                <a:cubicBezTo>
                  <a:pt x="34353" y="17944"/>
                  <a:pt x="33824" y="18163"/>
                  <a:pt x="33275" y="18163"/>
                </a:cubicBezTo>
                <a:cubicBezTo>
                  <a:pt x="32960" y="18163"/>
                  <a:pt x="32640" y="18091"/>
                  <a:pt x="32364" y="17956"/>
                </a:cubicBezTo>
                <a:cubicBezTo>
                  <a:pt x="31604" y="17584"/>
                  <a:pt x="31064" y="16889"/>
                  <a:pt x="30432" y="16329"/>
                </a:cubicBezTo>
                <a:cubicBezTo>
                  <a:pt x="29925" y="15879"/>
                  <a:pt x="29268" y="15493"/>
                  <a:pt x="28612" y="15493"/>
                </a:cubicBezTo>
                <a:cubicBezTo>
                  <a:pt x="28452" y="15493"/>
                  <a:pt x="28293" y="15516"/>
                  <a:pt x="28136" y="15566"/>
                </a:cubicBezTo>
                <a:cubicBezTo>
                  <a:pt x="27329" y="15822"/>
                  <a:pt x="26973" y="17118"/>
                  <a:pt x="27719" y="17513"/>
                </a:cubicBezTo>
                <a:cubicBezTo>
                  <a:pt x="27011" y="17885"/>
                  <a:pt x="26216" y="18080"/>
                  <a:pt x="25416" y="18080"/>
                </a:cubicBezTo>
                <a:cubicBezTo>
                  <a:pt x="25378" y="18080"/>
                  <a:pt x="25340" y="18080"/>
                  <a:pt x="25302" y="18079"/>
                </a:cubicBezTo>
                <a:lnTo>
                  <a:pt x="25302" y="18079"/>
                </a:lnTo>
                <a:cubicBezTo>
                  <a:pt x="25358" y="18705"/>
                  <a:pt x="25411" y="19332"/>
                  <a:pt x="25468" y="19960"/>
                </a:cubicBezTo>
                <a:cubicBezTo>
                  <a:pt x="24881" y="20046"/>
                  <a:pt x="24249" y="20112"/>
                  <a:pt x="23628" y="20112"/>
                </a:cubicBezTo>
                <a:cubicBezTo>
                  <a:pt x="22294" y="20112"/>
                  <a:pt x="21012" y="19806"/>
                  <a:pt x="20332" y="18725"/>
                </a:cubicBezTo>
                <a:cubicBezTo>
                  <a:pt x="19911" y="18057"/>
                  <a:pt x="19743" y="17118"/>
                  <a:pt x="19007" y="16836"/>
                </a:cubicBezTo>
                <a:cubicBezTo>
                  <a:pt x="18880" y="16788"/>
                  <a:pt x="18753" y="16766"/>
                  <a:pt x="18628" y="16766"/>
                </a:cubicBezTo>
                <a:cubicBezTo>
                  <a:pt x="17959" y="16766"/>
                  <a:pt x="17325" y="17393"/>
                  <a:pt x="17012" y="18042"/>
                </a:cubicBezTo>
                <a:cubicBezTo>
                  <a:pt x="16640" y="18813"/>
                  <a:pt x="16435" y="19721"/>
                  <a:pt x="15767" y="20254"/>
                </a:cubicBezTo>
                <a:cubicBezTo>
                  <a:pt x="15451" y="20506"/>
                  <a:pt x="15050" y="20629"/>
                  <a:pt x="14647" y="20629"/>
                </a:cubicBezTo>
                <a:cubicBezTo>
                  <a:pt x="14149" y="20629"/>
                  <a:pt x="13648" y="20440"/>
                  <a:pt x="13305" y="20076"/>
                </a:cubicBezTo>
                <a:cubicBezTo>
                  <a:pt x="12686" y="19414"/>
                  <a:pt x="12679" y="18277"/>
                  <a:pt x="13289" y="17609"/>
                </a:cubicBezTo>
                <a:cubicBezTo>
                  <a:pt x="13187" y="17309"/>
                  <a:pt x="12927" y="17186"/>
                  <a:pt x="12623" y="17186"/>
                </a:cubicBezTo>
                <a:cubicBezTo>
                  <a:pt x="12229" y="17186"/>
                  <a:pt x="11761" y="17393"/>
                  <a:pt x="11473" y="17686"/>
                </a:cubicBezTo>
                <a:cubicBezTo>
                  <a:pt x="10994" y="18172"/>
                  <a:pt x="10507" y="18842"/>
                  <a:pt x="9853" y="18842"/>
                </a:cubicBezTo>
                <a:cubicBezTo>
                  <a:pt x="9809" y="18842"/>
                  <a:pt x="9766" y="18839"/>
                  <a:pt x="9721" y="18833"/>
                </a:cubicBezTo>
                <a:cubicBezTo>
                  <a:pt x="8778" y="18705"/>
                  <a:pt x="8476" y="17257"/>
                  <a:pt x="7535" y="17114"/>
                </a:cubicBezTo>
                <a:cubicBezTo>
                  <a:pt x="7481" y="17106"/>
                  <a:pt x="7430" y="17102"/>
                  <a:pt x="7380" y="17102"/>
                </a:cubicBezTo>
                <a:cubicBezTo>
                  <a:pt x="6441" y="17102"/>
                  <a:pt x="6028" y="18461"/>
                  <a:pt x="5270" y="19126"/>
                </a:cubicBezTo>
                <a:cubicBezTo>
                  <a:pt x="3868" y="20359"/>
                  <a:pt x="1203" y="19107"/>
                  <a:pt x="28" y="20557"/>
                </a:cubicBezTo>
                <a:cubicBezTo>
                  <a:pt x="18" y="20569"/>
                  <a:pt x="11" y="20582"/>
                  <a:pt x="1" y="20594"/>
                </a:cubicBezTo>
                <a:cubicBezTo>
                  <a:pt x="334" y="20553"/>
                  <a:pt x="663" y="20527"/>
                  <a:pt x="987" y="20527"/>
                </a:cubicBezTo>
                <a:cubicBezTo>
                  <a:pt x="1788" y="20527"/>
                  <a:pt x="2557" y="20682"/>
                  <a:pt x="3264" y="21121"/>
                </a:cubicBezTo>
                <a:cubicBezTo>
                  <a:pt x="3986" y="21565"/>
                  <a:pt x="4542" y="22270"/>
                  <a:pt x="5319" y="22604"/>
                </a:cubicBezTo>
                <a:cubicBezTo>
                  <a:pt x="5686" y="22762"/>
                  <a:pt x="6060" y="22825"/>
                  <a:pt x="6439" y="22825"/>
                </a:cubicBezTo>
                <a:cubicBezTo>
                  <a:pt x="7918" y="22825"/>
                  <a:pt x="9476" y="21865"/>
                  <a:pt x="11034" y="21808"/>
                </a:cubicBezTo>
                <a:cubicBezTo>
                  <a:pt x="11086" y="21806"/>
                  <a:pt x="11137" y="21805"/>
                  <a:pt x="11188" y="21805"/>
                </a:cubicBezTo>
                <a:cubicBezTo>
                  <a:pt x="13364" y="21805"/>
                  <a:pt x="15410" y="23499"/>
                  <a:pt x="17495" y="23499"/>
                </a:cubicBezTo>
                <a:cubicBezTo>
                  <a:pt x="17814" y="23499"/>
                  <a:pt x="18135" y="23460"/>
                  <a:pt x="18457" y="23368"/>
                </a:cubicBezTo>
                <a:cubicBezTo>
                  <a:pt x="19422" y="23092"/>
                  <a:pt x="20238" y="22368"/>
                  <a:pt x="21232" y="22227"/>
                </a:cubicBezTo>
                <a:cubicBezTo>
                  <a:pt x="21358" y="22209"/>
                  <a:pt x="21484" y="22201"/>
                  <a:pt x="21610" y="22201"/>
                </a:cubicBezTo>
                <a:cubicBezTo>
                  <a:pt x="23017" y="22201"/>
                  <a:pt x="24417" y="23223"/>
                  <a:pt x="25760" y="23223"/>
                </a:cubicBezTo>
                <a:cubicBezTo>
                  <a:pt x="26049" y="23223"/>
                  <a:pt x="26336" y="23175"/>
                  <a:pt x="26619" y="23061"/>
                </a:cubicBezTo>
                <a:cubicBezTo>
                  <a:pt x="27183" y="22830"/>
                  <a:pt x="27611" y="22360"/>
                  <a:pt x="28087" y="21976"/>
                </a:cubicBezTo>
                <a:cubicBezTo>
                  <a:pt x="29109" y="21147"/>
                  <a:pt x="30426" y="20723"/>
                  <a:pt x="31742" y="20723"/>
                </a:cubicBezTo>
                <a:cubicBezTo>
                  <a:pt x="32813" y="20723"/>
                  <a:pt x="33884" y="21005"/>
                  <a:pt x="34793" y="21577"/>
                </a:cubicBezTo>
                <a:cubicBezTo>
                  <a:pt x="36018" y="22348"/>
                  <a:pt x="37324" y="23632"/>
                  <a:pt x="38609" y="23632"/>
                </a:cubicBezTo>
                <a:cubicBezTo>
                  <a:pt x="38907" y="23632"/>
                  <a:pt x="39204" y="23563"/>
                  <a:pt x="39498" y="23403"/>
                </a:cubicBezTo>
                <a:cubicBezTo>
                  <a:pt x="39984" y="23139"/>
                  <a:pt x="40324" y="22659"/>
                  <a:pt x="40800" y="22373"/>
                </a:cubicBezTo>
                <a:cubicBezTo>
                  <a:pt x="41146" y="22166"/>
                  <a:pt x="41504" y="22079"/>
                  <a:pt x="41870" y="22079"/>
                </a:cubicBezTo>
                <a:cubicBezTo>
                  <a:pt x="43728" y="22079"/>
                  <a:pt x="45799" y="24318"/>
                  <a:pt x="47669" y="24318"/>
                </a:cubicBezTo>
                <a:cubicBezTo>
                  <a:pt x="48027" y="24318"/>
                  <a:pt x="48379" y="24235"/>
                  <a:pt x="48720" y="24039"/>
                </a:cubicBezTo>
                <a:cubicBezTo>
                  <a:pt x="49436" y="23624"/>
                  <a:pt x="49808" y="22820"/>
                  <a:pt x="50346" y="22189"/>
                </a:cubicBezTo>
                <a:cubicBezTo>
                  <a:pt x="51142" y="21255"/>
                  <a:pt x="52371" y="20769"/>
                  <a:pt x="53594" y="20769"/>
                </a:cubicBezTo>
                <a:cubicBezTo>
                  <a:pt x="54549" y="20769"/>
                  <a:pt x="55500" y="21066"/>
                  <a:pt x="56238" y="21677"/>
                </a:cubicBezTo>
                <a:cubicBezTo>
                  <a:pt x="56629" y="22000"/>
                  <a:pt x="56968" y="22399"/>
                  <a:pt x="57422" y="22630"/>
                </a:cubicBezTo>
                <a:cubicBezTo>
                  <a:pt x="57783" y="22812"/>
                  <a:pt x="58184" y="22875"/>
                  <a:pt x="58603" y="22875"/>
                </a:cubicBezTo>
                <a:cubicBezTo>
                  <a:pt x="59533" y="22875"/>
                  <a:pt x="60552" y="22565"/>
                  <a:pt x="61419" y="22565"/>
                </a:cubicBezTo>
                <a:cubicBezTo>
                  <a:pt x="62012" y="22565"/>
                  <a:pt x="62534" y="22710"/>
                  <a:pt x="62909" y="23198"/>
                </a:cubicBezTo>
                <a:cubicBezTo>
                  <a:pt x="63431" y="23883"/>
                  <a:pt x="63429" y="25081"/>
                  <a:pt x="64265" y="25298"/>
                </a:cubicBezTo>
                <a:cubicBezTo>
                  <a:pt x="64342" y="25318"/>
                  <a:pt x="64419" y="25327"/>
                  <a:pt x="64496" y="25327"/>
                </a:cubicBezTo>
                <a:cubicBezTo>
                  <a:pt x="64875" y="25327"/>
                  <a:pt x="65248" y="25107"/>
                  <a:pt x="65610" y="24945"/>
                </a:cubicBezTo>
                <a:cubicBezTo>
                  <a:pt x="66228" y="24666"/>
                  <a:pt x="66872" y="24551"/>
                  <a:pt x="67527" y="24551"/>
                </a:cubicBezTo>
                <a:cubicBezTo>
                  <a:pt x="69239" y="24551"/>
                  <a:pt x="71030" y="25341"/>
                  <a:pt x="72658" y="26051"/>
                </a:cubicBezTo>
                <a:cubicBezTo>
                  <a:pt x="73288" y="26329"/>
                  <a:pt x="73964" y="26586"/>
                  <a:pt x="74653" y="26783"/>
                </a:cubicBezTo>
                <a:lnTo>
                  <a:pt x="74653" y="32"/>
                </a:lnTo>
                <a:cubicBezTo>
                  <a:pt x="74497" y="11"/>
                  <a:pt x="74340" y="1"/>
                  <a:pt x="74182"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21"/>
          <p:cNvSpPr/>
          <p:nvPr/>
        </p:nvSpPr>
        <p:spPr>
          <a:xfrm>
            <a:off x="1958925" y="4321625"/>
            <a:ext cx="867525" cy="241275"/>
          </a:xfrm>
          <a:custGeom>
            <a:rect b="b" l="l" r="r" t="t"/>
            <a:pathLst>
              <a:path extrusionOk="0" h="9651" w="34701">
                <a:moveTo>
                  <a:pt x="1" y="1"/>
                </a:moveTo>
                <a:cubicBezTo>
                  <a:pt x="412" y="333"/>
                  <a:pt x="848" y="637"/>
                  <a:pt x="1287" y="928"/>
                </a:cubicBezTo>
                <a:cubicBezTo>
                  <a:pt x="1641" y="1175"/>
                  <a:pt x="2011" y="1406"/>
                  <a:pt x="2377" y="1643"/>
                </a:cubicBezTo>
                <a:cubicBezTo>
                  <a:pt x="2747" y="1883"/>
                  <a:pt x="2884" y="2259"/>
                  <a:pt x="3242" y="2494"/>
                </a:cubicBezTo>
                <a:cubicBezTo>
                  <a:pt x="3324" y="2549"/>
                  <a:pt x="3410" y="2594"/>
                  <a:pt x="3502" y="2637"/>
                </a:cubicBezTo>
                <a:cubicBezTo>
                  <a:pt x="3857" y="2790"/>
                  <a:pt x="4264" y="2843"/>
                  <a:pt x="4638" y="2886"/>
                </a:cubicBezTo>
                <a:cubicBezTo>
                  <a:pt x="4754" y="2898"/>
                  <a:pt x="4870" y="2912"/>
                  <a:pt x="4985" y="2912"/>
                </a:cubicBezTo>
                <a:cubicBezTo>
                  <a:pt x="5070" y="2912"/>
                  <a:pt x="5154" y="2904"/>
                  <a:pt x="5237" y="2884"/>
                </a:cubicBezTo>
                <a:cubicBezTo>
                  <a:pt x="5793" y="2749"/>
                  <a:pt x="6004" y="2287"/>
                  <a:pt x="6303" y="1850"/>
                </a:cubicBezTo>
                <a:cubicBezTo>
                  <a:pt x="6337" y="1801"/>
                  <a:pt x="6374" y="1752"/>
                  <a:pt x="6427" y="1729"/>
                </a:cubicBezTo>
                <a:cubicBezTo>
                  <a:pt x="6455" y="1717"/>
                  <a:pt x="6486" y="1713"/>
                  <a:pt x="6517" y="1713"/>
                </a:cubicBezTo>
                <a:cubicBezTo>
                  <a:pt x="6537" y="1713"/>
                  <a:pt x="6557" y="1715"/>
                  <a:pt x="6578" y="1717"/>
                </a:cubicBezTo>
                <a:cubicBezTo>
                  <a:pt x="6848" y="1741"/>
                  <a:pt x="7114" y="1762"/>
                  <a:pt x="7384" y="1788"/>
                </a:cubicBezTo>
                <a:cubicBezTo>
                  <a:pt x="7417" y="1790"/>
                  <a:pt x="7454" y="1795"/>
                  <a:pt x="7482" y="1817"/>
                </a:cubicBezTo>
                <a:cubicBezTo>
                  <a:pt x="7505" y="1837"/>
                  <a:pt x="7517" y="1866"/>
                  <a:pt x="7527" y="1895"/>
                </a:cubicBezTo>
                <a:cubicBezTo>
                  <a:pt x="7576" y="2022"/>
                  <a:pt x="7631" y="2144"/>
                  <a:pt x="7693" y="2265"/>
                </a:cubicBezTo>
                <a:cubicBezTo>
                  <a:pt x="7775" y="2422"/>
                  <a:pt x="7873" y="2578"/>
                  <a:pt x="8026" y="2663"/>
                </a:cubicBezTo>
                <a:cubicBezTo>
                  <a:pt x="8197" y="2761"/>
                  <a:pt x="8431" y="2790"/>
                  <a:pt x="8669" y="2790"/>
                </a:cubicBezTo>
                <a:cubicBezTo>
                  <a:pt x="8901" y="2790"/>
                  <a:pt x="9137" y="2762"/>
                  <a:pt x="9324" y="2745"/>
                </a:cubicBezTo>
                <a:cubicBezTo>
                  <a:pt x="9866" y="2692"/>
                  <a:pt x="10392" y="2580"/>
                  <a:pt x="10923" y="2451"/>
                </a:cubicBezTo>
                <a:cubicBezTo>
                  <a:pt x="11528" y="2300"/>
                  <a:pt x="12133" y="2152"/>
                  <a:pt x="12737" y="2005"/>
                </a:cubicBezTo>
                <a:cubicBezTo>
                  <a:pt x="12817" y="1985"/>
                  <a:pt x="12900" y="1966"/>
                  <a:pt x="12982" y="1966"/>
                </a:cubicBezTo>
                <a:cubicBezTo>
                  <a:pt x="13014" y="1966"/>
                  <a:pt x="13045" y="1969"/>
                  <a:pt x="13076" y="1975"/>
                </a:cubicBezTo>
                <a:cubicBezTo>
                  <a:pt x="13164" y="1995"/>
                  <a:pt x="13240" y="2044"/>
                  <a:pt x="13319" y="2091"/>
                </a:cubicBezTo>
                <a:cubicBezTo>
                  <a:pt x="13884" y="2437"/>
                  <a:pt x="14509" y="2690"/>
                  <a:pt x="15157" y="2833"/>
                </a:cubicBezTo>
                <a:cubicBezTo>
                  <a:pt x="15411" y="2888"/>
                  <a:pt x="15699" y="2946"/>
                  <a:pt x="15842" y="3166"/>
                </a:cubicBezTo>
                <a:cubicBezTo>
                  <a:pt x="15938" y="3308"/>
                  <a:pt x="15944" y="3490"/>
                  <a:pt x="15949" y="3661"/>
                </a:cubicBezTo>
                <a:cubicBezTo>
                  <a:pt x="15959" y="3997"/>
                  <a:pt x="15969" y="4334"/>
                  <a:pt x="15979" y="4669"/>
                </a:cubicBezTo>
                <a:cubicBezTo>
                  <a:pt x="15981" y="4780"/>
                  <a:pt x="15990" y="4904"/>
                  <a:pt x="16077" y="4978"/>
                </a:cubicBezTo>
                <a:cubicBezTo>
                  <a:pt x="16120" y="5014"/>
                  <a:pt x="16172" y="5028"/>
                  <a:pt x="16227" y="5028"/>
                </a:cubicBezTo>
                <a:cubicBezTo>
                  <a:pt x="16313" y="5028"/>
                  <a:pt x="16407" y="4995"/>
                  <a:pt x="16488" y="4960"/>
                </a:cubicBezTo>
                <a:cubicBezTo>
                  <a:pt x="17043" y="4727"/>
                  <a:pt x="17587" y="4590"/>
                  <a:pt x="18114" y="4590"/>
                </a:cubicBezTo>
                <a:cubicBezTo>
                  <a:pt x="18777" y="4590"/>
                  <a:pt x="19413" y="4807"/>
                  <a:pt x="20013" y="5325"/>
                </a:cubicBezTo>
                <a:cubicBezTo>
                  <a:pt x="20275" y="5550"/>
                  <a:pt x="20508" y="5818"/>
                  <a:pt x="20806" y="5994"/>
                </a:cubicBezTo>
                <a:cubicBezTo>
                  <a:pt x="21200" y="6224"/>
                  <a:pt x="21658" y="6271"/>
                  <a:pt x="22122" y="6271"/>
                </a:cubicBezTo>
                <a:cubicBezTo>
                  <a:pt x="22340" y="6271"/>
                  <a:pt x="22559" y="6261"/>
                  <a:pt x="22773" y="6254"/>
                </a:cubicBezTo>
                <a:cubicBezTo>
                  <a:pt x="22913" y="6250"/>
                  <a:pt x="23053" y="6248"/>
                  <a:pt x="23193" y="6248"/>
                </a:cubicBezTo>
                <a:cubicBezTo>
                  <a:pt x="27214" y="6248"/>
                  <a:pt x="31039" y="7906"/>
                  <a:pt x="34701" y="9650"/>
                </a:cubicBezTo>
                <a:cubicBezTo>
                  <a:pt x="33127" y="8221"/>
                  <a:pt x="30379" y="7184"/>
                  <a:pt x="28833" y="6313"/>
                </a:cubicBezTo>
                <a:cubicBezTo>
                  <a:pt x="26139" y="4800"/>
                  <a:pt x="23411" y="3346"/>
                  <a:pt x="20651" y="1956"/>
                </a:cubicBezTo>
                <a:cubicBezTo>
                  <a:pt x="18900" y="1075"/>
                  <a:pt x="17031" y="200"/>
                  <a:pt x="15093" y="200"/>
                </a:cubicBezTo>
                <a:cubicBezTo>
                  <a:pt x="14903" y="200"/>
                  <a:pt x="14712" y="208"/>
                  <a:pt x="14521" y="226"/>
                </a:cubicBezTo>
                <a:cubicBezTo>
                  <a:pt x="13354" y="333"/>
                  <a:pt x="12244" y="783"/>
                  <a:pt x="11095" y="1014"/>
                </a:cubicBezTo>
                <a:cubicBezTo>
                  <a:pt x="10390" y="1154"/>
                  <a:pt x="9678" y="1211"/>
                  <a:pt x="8963" y="1211"/>
                </a:cubicBezTo>
                <a:cubicBezTo>
                  <a:pt x="7508" y="1211"/>
                  <a:pt x="6040" y="978"/>
                  <a:pt x="4597" y="744"/>
                </a:cubicBezTo>
                <a:cubicBezTo>
                  <a:pt x="3064" y="498"/>
                  <a:pt x="1533" y="251"/>
                  <a:pt x="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21"/>
          <p:cNvSpPr/>
          <p:nvPr/>
        </p:nvSpPr>
        <p:spPr>
          <a:xfrm>
            <a:off x="500" y="3991750"/>
            <a:ext cx="1989675" cy="783600"/>
          </a:xfrm>
          <a:custGeom>
            <a:rect b="b" l="l" r="r" t="t"/>
            <a:pathLst>
              <a:path extrusionOk="0" h="31344" w="79587">
                <a:moveTo>
                  <a:pt x="28881" y="1"/>
                </a:moveTo>
                <a:lnTo>
                  <a:pt x="28881" y="1"/>
                </a:lnTo>
                <a:cubicBezTo>
                  <a:pt x="27258" y="539"/>
                  <a:pt x="25683" y="1222"/>
                  <a:pt x="24185" y="2060"/>
                </a:cubicBezTo>
                <a:cubicBezTo>
                  <a:pt x="23134" y="2651"/>
                  <a:pt x="22107" y="3313"/>
                  <a:pt x="20952" y="3661"/>
                </a:cubicBezTo>
                <a:cubicBezTo>
                  <a:pt x="19824" y="4003"/>
                  <a:pt x="18634" y="4028"/>
                  <a:pt x="17451" y="4028"/>
                </a:cubicBezTo>
                <a:cubicBezTo>
                  <a:pt x="17253" y="4028"/>
                  <a:pt x="17055" y="4027"/>
                  <a:pt x="16858" y="4027"/>
                </a:cubicBezTo>
                <a:cubicBezTo>
                  <a:pt x="16824" y="4027"/>
                  <a:pt x="16791" y="4027"/>
                  <a:pt x="16757" y="4027"/>
                </a:cubicBezTo>
                <a:cubicBezTo>
                  <a:pt x="11547" y="4043"/>
                  <a:pt x="6338" y="4767"/>
                  <a:pt x="1321" y="6176"/>
                </a:cubicBezTo>
                <a:cubicBezTo>
                  <a:pt x="881" y="6302"/>
                  <a:pt x="431" y="6441"/>
                  <a:pt x="0" y="6613"/>
                </a:cubicBezTo>
                <a:lnTo>
                  <a:pt x="0" y="7873"/>
                </a:lnTo>
                <a:cubicBezTo>
                  <a:pt x="1781" y="8175"/>
                  <a:pt x="3562" y="8476"/>
                  <a:pt x="5342" y="8778"/>
                </a:cubicBezTo>
                <a:cubicBezTo>
                  <a:pt x="5825" y="8860"/>
                  <a:pt x="6373" y="8983"/>
                  <a:pt x="6624" y="9406"/>
                </a:cubicBezTo>
                <a:cubicBezTo>
                  <a:pt x="7092" y="10197"/>
                  <a:pt x="6086" y="11082"/>
                  <a:pt x="5185" y="11248"/>
                </a:cubicBezTo>
                <a:cubicBezTo>
                  <a:pt x="4283" y="11414"/>
                  <a:pt x="3208" y="11373"/>
                  <a:pt x="2643" y="12095"/>
                </a:cubicBezTo>
                <a:cubicBezTo>
                  <a:pt x="3611" y="12278"/>
                  <a:pt x="3621" y="13839"/>
                  <a:pt x="2821" y="14419"/>
                </a:cubicBezTo>
                <a:cubicBezTo>
                  <a:pt x="2365" y="14750"/>
                  <a:pt x="1813" y="14853"/>
                  <a:pt x="1243" y="14853"/>
                </a:cubicBezTo>
                <a:cubicBezTo>
                  <a:pt x="829" y="14853"/>
                  <a:pt x="405" y="14799"/>
                  <a:pt x="0" y="14738"/>
                </a:cubicBezTo>
                <a:lnTo>
                  <a:pt x="0" y="29626"/>
                </a:lnTo>
                <a:cubicBezTo>
                  <a:pt x="939" y="29925"/>
                  <a:pt x="1963" y="30060"/>
                  <a:pt x="2976" y="30060"/>
                </a:cubicBezTo>
                <a:cubicBezTo>
                  <a:pt x="3504" y="30060"/>
                  <a:pt x="4030" y="30024"/>
                  <a:pt x="4539" y="29954"/>
                </a:cubicBezTo>
                <a:cubicBezTo>
                  <a:pt x="7459" y="29553"/>
                  <a:pt x="10291" y="28394"/>
                  <a:pt x="13229" y="28394"/>
                </a:cubicBezTo>
                <a:cubicBezTo>
                  <a:pt x="13353" y="28394"/>
                  <a:pt x="13477" y="28396"/>
                  <a:pt x="13602" y="28400"/>
                </a:cubicBezTo>
                <a:cubicBezTo>
                  <a:pt x="16841" y="28510"/>
                  <a:pt x="19828" y="30097"/>
                  <a:pt x="22989" y="30820"/>
                </a:cubicBezTo>
                <a:cubicBezTo>
                  <a:pt x="24696" y="31210"/>
                  <a:pt x="26434" y="31344"/>
                  <a:pt x="28183" y="31344"/>
                </a:cubicBezTo>
                <a:cubicBezTo>
                  <a:pt x="30293" y="31344"/>
                  <a:pt x="32420" y="31149"/>
                  <a:pt x="34524" y="30974"/>
                </a:cubicBezTo>
                <a:cubicBezTo>
                  <a:pt x="41455" y="30397"/>
                  <a:pt x="48404" y="30045"/>
                  <a:pt x="55356" y="29919"/>
                </a:cubicBezTo>
                <a:cubicBezTo>
                  <a:pt x="61510" y="29810"/>
                  <a:pt x="67770" y="29861"/>
                  <a:pt x="73666" y="28097"/>
                </a:cubicBezTo>
                <a:cubicBezTo>
                  <a:pt x="75182" y="27643"/>
                  <a:pt x="76709" y="27042"/>
                  <a:pt x="77833" y="25928"/>
                </a:cubicBezTo>
                <a:cubicBezTo>
                  <a:pt x="78956" y="24814"/>
                  <a:pt x="79587" y="23078"/>
                  <a:pt x="79015" y="21602"/>
                </a:cubicBezTo>
                <a:cubicBezTo>
                  <a:pt x="77373" y="21043"/>
                  <a:pt x="75731" y="20485"/>
                  <a:pt x="74088" y="19925"/>
                </a:cubicBezTo>
                <a:cubicBezTo>
                  <a:pt x="74133" y="19304"/>
                  <a:pt x="74331" y="18698"/>
                  <a:pt x="74660" y="18169"/>
                </a:cubicBezTo>
                <a:cubicBezTo>
                  <a:pt x="73289" y="17861"/>
                  <a:pt x="71884" y="17706"/>
                  <a:pt x="70479" y="17706"/>
                </a:cubicBezTo>
                <a:cubicBezTo>
                  <a:pt x="69913" y="17706"/>
                  <a:pt x="69346" y="17731"/>
                  <a:pt x="68782" y="17782"/>
                </a:cubicBezTo>
                <a:cubicBezTo>
                  <a:pt x="68689" y="18761"/>
                  <a:pt x="67691" y="19460"/>
                  <a:pt x="66735" y="19460"/>
                </a:cubicBezTo>
                <a:cubicBezTo>
                  <a:pt x="66376" y="19460"/>
                  <a:pt x="66023" y="19362"/>
                  <a:pt x="65726" y="19142"/>
                </a:cubicBezTo>
                <a:lnTo>
                  <a:pt x="65726" y="19142"/>
                </a:lnTo>
                <a:cubicBezTo>
                  <a:pt x="65991" y="19647"/>
                  <a:pt x="65584" y="20299"/>
                  <a:pt x="65045" y="20487"/>
                </a:cubicBezTo>
                <a:cubicBezTo>
                  <a:pt x="64867" y="20549"/>
                  <a:pt x="64682" y="20575"/>
                  <a:pt x="64495" y="20575"/>
                </a:cubicBezTo>
                <a:cubicBezTo>
                  <a:pt x="64119" y="20575"/>
                  <a:pt x="63734" y="20470"/>
                  <a:pt x="63372" y="20346"/>
                </a:cubicBezTo>
                <a:cubicBezTo>
                  <a:pt x="61978" y="19870"/>
                  <a:pt x="60671" y="19142"/>
                  <a:pt x="59535" y="18206"/>
                </a:cubicBezTo>
                <a:cubicBezTo>
                  <a:pt x="59318" y="18860"/>
                  <a:pt x="59099" y="19510"/>
                  <a:pt x="58880" y="20164"/>
                </a:cubicBezTo>
                <a:cubicBezTo>
                  <a:pt x="58729" y="20181"/>
                  <a:pt x="58577" y="20190"/>
                  <a:pt x="58425" y="20190"/>
                </a:cubicBezTo>
                <a:cubicBezTo>
                  <a:pt x="57547" y="20190"/>
                  <a:pt x="56669" y="19904"/>
                  <a:pt x="55963" y="19379"/>
                </a:cubicBezTo>
                <a:cubicBezTo>
                  <a:pt x="55920" y="19899"/>
                  <a:pt x="55693" y="20404"/>
                  <a:pt x="55331" y="20780"/>
                </a:cubicBezTo>
                <a:cubicBezTo>
                  <a:pt x="54479" y="20496"/>
                  <a:pt x="53628" y="20215"/>
                  <a:pt x="52773" y="19931"/>
                </a:cubicBezTo>
                <a:cubicBezTo>
                  <a:pt x="52446" y="19823"/>
                  <a:pt x="52117" y="19714"/>
                  <a:pt x="51810" y="19565"/>
                </a:cubicBezTo>
                <a:cubicBezTo>
                  <a:pt x="49968" y="18682"/>
                  <a:pt x="49059" y="16564"/>
                  <a:pt x="48682" y="14556"/>
                </a:cubicBezTo>
                <a:cubicBezTo>
                  <a:pt x="48242" y="14777"/>
                  <a:pt x="47758" y="14881"/>
                  <a:pt x="47273" y="14881"/>
                </a:cubicBezTo>
                <a:cubicBezTo>
                  <a:pt x="46810" y="14881"/>
                  <a:pt x="46345" y="14786"/>
                  <a:pt x="45916" y="14607"/>
                </a:cubicBezTo>
                <a:cubicBezTo>
                  <a:pt x="45538" y="14451"/>
                  <a:pt x="45161" y="14251"/>
                  <a:pt x="44794" y="14251"/>
                </a:cubicBezTo>
                <a:cubicBezTo>
                  <a:pt x="44535" y="14251"/>
                  <a:pt x="44281" y="14350"/>
                  <a:pt x="44037" y="14634"/>
                </a:cubicBezTo>
                <a:cubicBezTo>
                  <a:pt x="43829" y="14871"/>
                  <a:pt x="43710" y="15198"/>
                  <a:pt x="43436" y="15349"/>
                </a:cubicBezTo>
                <a:cubicBezTo>
                  <a:pt x="43275" y="15437"/>
                  <a:pt x="43082" y="15452"/>
                  <a:pt x="42896" y="15452"/>
                </a:cubicBezTo>
                <a:cubicBezTo>
                  <a:pt x="42496" y="15452"/>
                  <a:pt x="42072" y="15390"/>
                  <a:pt x="41768" y="15131"/>
                </a:cubicBezTo>
                <a:cubicBezTo>
                  <a:pt x="41465" y="14871"/>
                  <a:pt x="41349" y="14362"/>
                  <a:pt x="41620" y="14068"/>
                </a:cubicBezTo>
                <a:cubicBezTo>
                  <a:pt x="42083" y="14027"/>
                  <a:pt x="42536" y="13871"/>
                  <a:pt x="42925" y="13614"/>
                </a:cubicBezTo>
                <a:cubicBezTo>
                  <a:pt x="42228" y="12401"/>
                  <a:pt x="40946" y="11540"/>
                  <a:pt x="39558" y="11352"/>
                </a:cubicBezTo>
                <a:cubicBezTo>
                  <a:pt x="39124" y="11293"/>
                  <a:pt x="38680" y="11295"/>
                  <a:pt x="38249" y="11211"/>
                </a:cubicBezTo>
                <a:cubicBezTo>
                  <a:pt x="37550" y="11078"/>
                  <a:pt x="36894" y="10710"/>
                  <a:pt x="36415" y="10179"/>
                </a:cubicBezTo>
                <a:cubicBezTo>
                  <a:pt x="35857" y="11485"/>
                  <a:pt x="35058" y="13667"/>
                  <a:pt x="33757" y="14358"/>
                </a:cubicBezTo>
                <a:cubicBezTo>
                  <a:pt x="32514" y="15016"/>
                  <a:pt x="30913" y="15151"/>
                  <a:pt x="29975" y="16304"/>
                </a:cubicBezTo>
                <a:cubicBezTo>
                  <a:pt x="29539" y="16836"/>
                  <a:pt x="29323" y="17549"/>
                  <a:pt x="28793" y="17989"/>
                </a:cubicBezTo>
                <a:cubicBezTo>
                  <a:pt x="28591" y="18157"/>
                  <a:pt x="28312" y="18239"/>
                  <a:pt x="28042" y="18239"/>
                </a:cubicBezTo>
                <a:cubicBezTo>
                  <a:pt x="27604" y="18239"/>
                  <a:pt x="27192" y="18021"/>
                  <a:pt x="27180" y="17596"/>
                </a:cubicBezTo>
                <a:cubicBezTo>
                  <a:pt x="27693" y="16918"/>
                  <a:pt x="28227" y="16165"/>
                  <a:pt x="28198" y="15317"/>
                </a:cubicBezTo>
                <a:cubicBezTo>
                  <a:pt x="28186" y="14981"/>
                  <a:pt x="28008" y="14491"/>
                  <a:pt x="27712" y="14296"/>
                </a:cubicBezTo>
                <a:cubicBezTo>
                  <a:pt x="27575" y="14205"/>
                  <a:pt x="27483" y="14182"/>
                  <a:pt x="27400" y="14182"/>
                </a:cubicBezTo>
                <a:cubicBezTo>
                  <a:pt x="27311" y="14182"/>
                  <a:pt x="27232" y="14208"/>
                  <a:pt x="27119" y="14208"/>
                </a:cubicBezTo>
                <a:cubicBezTo>
                  <a:pt x="27073" y="14208"/>
                  <a:pt x="27021" y="14204"/>
                  <a:pt x="26961" y="14192"/>
                </a:cubicBezTo>
                <a:cubicBezTo>
                  <a:pt x="26295" y="14061"/>
                  <a:pt x="25814" y="13593"/>
                  <a:pt x="25644" y="12920"/>
                </a:cubicBezTo>
                <a:cubicBezTo>
                  <a:pt x="25456" y="12174"/>
                  <a:pt x="25587" y="11375"/>
                  <a:pt x="25415" y="10625"/>
                </a:cubicBezTo>
                <a:cubicBezTo>
                  <a:pt x="25360" y="10387"/>
                  <a:pt x="25276" y="10156"/>
                  <a:pt x="25262" y="9911"/>
                </a:cubicBezTo>
                <a:cubicBezTo>
                  <a:pt x="25232" y="9334"/>
                  <a:pt x="25681" y="8770"/>
                  <a:pt x="26248" y="8668"/>
                </a:cubicBezTo>
                <a:cubicBezTo>
                  <a:pt x="25559" y="7995"/>
                  <a:pt x="25849" y="6629"/>
                  <a:pt x="26755" y="6296"/>
                </a:cubicBezTo>
                <a:cubicBezTo>
                  <a:pt x="27260" y="6110"/>
                  <a:pt x="27830" y="6223"/>
                  <a:pt x="28362" y="6139"/>
                </a:cubicBezTo>
                <a:cubicBezTo>
                  <a:pt x="28897" y="6059"/>
                  <a:pt x="29474" y="5611"/>
                  <a:pt x="29341" y="5088"/>
                </a:cubicBezTo>
                <a:cubicBezTo>
                  <a:pt x="29284" y="4867"/>
                  <a:pt x="29110" y="4667"/>
                  <a:pt x="29157" y="4444"/>
                </a:cubicBezTo>
                <a:cubicBezTo>
                  <a:pt x="29212" y="4182"/>
                  <a:pt x="29525" y="4086"/>
                  <a:pt x="29764" y="3968"/>
                </a:cubicBezTo>
                <a:cubicBezTo>
                  <a:pt x="30005" y="3851"/>
                  <a:pt x="30222" y="3518"/>
                  <a:pt x="30018" y="3346"/>
                </a:cubicBezTo>
                <a:cubicBezTo>
                  <a:pt x="29069" y="3342"/>
                  <a:pt x="28120" y="3135"/>
                  <a:pt x="27254" y="2741"/>
                </a:cubicBezTo>
                <a:cubicBezTo>
                  <a:pt x="27215" y="2622"/>
                  <a:pt x="27196" y="2497"/>
                  <a:pt x="27194" y="2373"/>
                </a:cubicBezTo>
                <a:cubicBezTo>
                  <a:pt x="27178" y="1835"/>
                  <a:pt x="27470" y="1293"/>
                  <a:pt x="27849" y="890"/>
                </a:cubicBezTo>
                <a:cubicBezTo>
                  <a:pt x="28159" y="559"/>
                  <a:pt x="28527" y="287"/>
                  <a:pt x="2888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21"/>
          <p:cNvSpPr/>
          <p:nvPr/>
        </p:nvSpPr>
        <p:spPr>
          <a:xfrm>
            <a:off x="1729775" y="4365325"/>
            <a:ext cx="684050" cy="273675"/>
          </a:xfrm>
          <a:custGeom>
            <a:rect b="b" l="l" r="r" t="t"/>
            <a:pathLst>
              <a:path extrusionOk="0" h="10947" w="27362">
                <a:moveTo>
                  <a:pt x="6610" y="0"/>
                </a:moveTo>
                <a:lnTo>
                  <a:pt x="6610" y="0"/>
                </a:lnTo>
                <a:cubicBezTo>
                  <a:pt x="6624" y="856"/>
                  <a:pt x="5769" y="1420"/>
                  <a:pt x="5078" y="1923"/>
                </a:cubicBezTo>
                <a:cubicBezTo>
                  <a:pt x="4387" y="2428"/>
                  <a:pt x="3717" y="3349"/>
                  <a:pt x="4189" y="4062"/>
                </a:cubicBezTo>
                <a:cubicBezTo>
                  <a:pt x="3175" y="4142"/>
                  <a:pt x="1970" y="4356"/>
                  <a:pt x="1574" y="5293"/>
                </a:cubicBezTo>
                <a:cubicBezTo>
                  <a:pt x="1427" y="5640"/>
                  <a:pt x="1427" y="6027"/>
                  <a:pt x="1361" y="6399"/>
                </a:cubicBezTo>
                <a:cubicBezTo>
                  <a:pt x="1189" y="7362"/>
                  <a:pt x="588" y="8186"/>
                  <a:pt x="0" y="8973"/>
                </a:cubicBezTo>
                <a:cubicBezTo>
                  <a:pt x="668" y="9486"/>
                  <a:pt x="1576" y="9505"/>
                  <a:pt x="2412" y="9613"/>
                </a:cubicBezTo>
                <a:cubicBezTo>
                  <a:pt x="3854" y="9799"/>
                  <a:pt x="5236" y="10306"/>
                  <a:pt x="6659" y="10590"/>
                </a:cubicBezTo>
                <a:cubicBezTo>
                  <a:pt x="8143" y="10884"/>
                  <a:pt x="9657" y="10936"/>
                  <a:pt x="11170" y="10936"/>
                </a:cubicBezTo>
                <a:cubicBezTo>
                  <a:pt x="11577" y="10936"/>
                  <a:pt x="11984" y="10932"/>
                  <a:pt x="12391" y="10928"/>
                </a:cubicBezTo>
                <a:cubicBezTo>
                  <a:pt x="15131" y="10903"/>
                  <a:pt x="17871" y="10878"/>
                  <a:pt x="20611" y="10850"/>
                </a:cubicBezTo>
                <a:cubicBezTo>
                  <a:pt x="20631" y="10850"/>
                  <a:pt x="20651" y="10850"/>
                  <a:pt x="20671" y="10850"/>
                </a:cubicBezTo>
                <a:cubicBezTo>
                  <a:pt x="21337" y="10850"/>
                  <a:pt x="22196" y="10947"/>
                  <a:pt x="23043" y="10947"/>
                </a:cubicBezTo>
                <a:cubicBezTo>
                  <a:pt x="24377" y="10947"/>
                  <a:pt x="25679" y="10706"/>
                  <a:pt x="26143" y="9468"/>
                </a:cubicBezTo>
                <a:cubicBezTo>
                  <a:pt x="27361" y="6225"/>
                  <a:pt x="24090" y="5130"/>
                  <a:pt x="21226" y="5130"/>
                </a:cubicBezTo>
                <a:cubicBezTo>
                  <a:pt x="20109" y="5130"/>
                  <a:pt x="19054" y="5296"/>
                  <a:pt x="18351" y="5567"/>
                </a:cubicBezTo>
                <a:cubicBezTo>
                  <a:pt x="17906" y="5737"/>
                  <a:pt x="17412" y="5925"/>
                  <a:pt x="16952" y="5925"/>
                </a:cubicBezTo>
                <a:cubicBezTo>
                  <a:pt x="16707" y="5925"/>
                  <a:pt x="16473" y="5872"/>
                  <a:pt x="16260" y="5736"/>
                </a:cubicBezTo>
                <a:cubicBezTo>
                  <a:pt x="16043" y="5597"/>
                  <a:pt x="15882" y="5383"/>
                  <a:pt x="15663" y="5246"/>
                </a:cubicBezTo>
                <a:cubicBezTo>
                  <a:pt x="15390" y="5072"/>
                  <a:pt x="15075" y="5035"/>
                  <a:pt x="14748" y="5035"/>
                </a:cubicBezTo>
                <a:cubicBezTo>
                  <a:pt x="14504" y="5035"/>
                  <a:pt x="14253" y="5056"/>
                  <a:pt x="14008" y="5056"/>
                </a:cubicBezTo>
                <a:cubicBezTo>
                  <a:pt x="13952" y="5056"/>
                  <a:pt x="13897" y="5055"/>
                  <a:pt x="13843" y="5052"/>
                </a:cubicBezTo>
                <a:cubicBezTo>
                  <a:pt x="12657" y="5000"/>
                  <a:pt x="11655" y="4201"/>
                  <a:pt x="10740" y="3440"/>
                </a:cubicBezTo>
                <a:cubicBezTo>
                  <a:pt x="9364" y="2293"/>
                  <a:pt x="7986" y="1145"/>
                  <a:pt x="6610"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21"/>
          <p:cNvSpPr/>
          <p:nvPr/>
        </p:nvSpPr>
        <p:spPr>
          <a:xfrm>
            <a:off x="1079675" y="4095400"/>
            <a:ext cx="352200" cy="513275"/>
          </a:xfrm>
          <a:custGeom>
            <a:rect b="b" l="l" r="r" t="t"/>
            <a:pathLst>
              <a:path extrusionOk="0" h="20531" w="14088">
                <a:moveTo>
                  <a:pt x="236" y="1"/>
                </a:moveTo>
                <a:cubicBezTo>
                  <a:pt x="1" y="412"/>
                  <a:pt x="67" y="924"/>
                  <a:pt x="179" y="1384"/>
                </a:cubicBezTo>
                <a:cubicBezTo>
                  <a:pt x="521" y="2792"/>
                  <a:pt x="1232" y="4107"/>
                  <a:pt x="2220" y="5168"/>
                </a:cubicBezTo>
                <a:cubicBezTo>
                  <a:pt x="1972" y="5168"/>
                  <a:pt x="1755" y="5419"/>
                  <a:pt x="1792" y="5663"/>
                </a:cubicBezTo>
                <a:cubicBezTo>
                  <a:pt x="1815" y="5828"/>
                  <a:pt x="1933" y="5963"/>
                  <a:pt x="2044" y="6088"/>
                </a:cubicBezTo>
                <a:cubicBezTo>
                  <a:pt x="2624" y="6736"/>
                  <a:pt x="3201" y="7382"/>
                  <a:pt x="3780" y="8030"/>
                </a:cubicBezTo>
                <a:cubicBezTo>
                  <a:pt x="4123" y="8411"/>
                  <a:pt x="4468" y="8799"/>
                  <a:pt x="4708" y="9253"/>
                </a:cubicBezTo>
                <a:cubicBezTo>
                  <a:pt x="5200" y="10183"/>
                  <a:pt x="5196" y="11287"/>
                  <a:pt x="5178" y="12336"/>
                </a:cubicBezTo>
                <a:cubicBezTo>
                  <a:pt x="5003" y="12294"/>
                  <a:pt x="4823" y="12252"/>
                  <a:pt x="4645" y="12252"/>
                </a:cubicBezTo>
                <a:cubicBezTo>
                  <a:pt x="4576" y="12252"/>
                  <a:pt x="4507" y="12259"/>
                  <a:pt x="4438" y="12273"/>
                </a:cubicBezTo>
                <a:cubicBezTo>
                  <a:pt x="4193" y="12324"/>
                  <a:pt x="3964" y="12520"/>
                  <a:pt x="3955" y="12768"/>
                </a:cubicBezTo>
                <a:cubicBezTo>
                  <a:pt x="3949" y="12960"/>
                  <a:pt x="4070" y="13129"/>
                  <a:pt x="4193" y="13272"/>
                </a:cubicBezTo>
                <a:cubicBezTo>
                  <a:pt x="4507" y="13634"/>
                  <a:pt x="4906" y="13976"/>
                  <a:pt x="4976" y="14448"/>
                </a:cubicBezTo>
                <a:cubicBezTo>
                  <a:pt x="5082" y="15151"/>
                  <a:pt x="4415" y="15783"/>
                  <a:pt x="4477" y="16487"/>
                </a:cubicBezTo>
                <a:cubicBezTo>
                  <a:pt x="4501" y="16732"/>
                  <a:pt x="4612" y="16973"/>
                  <a:pt x="4579" y="17218"/>
                </a:cubicBezTo>
                <a:cubicBezTo>
                  <a:pt x="4554" y="17384"/>
                  <a:pt x="4466" y="17533"/>
                  <a:pt x="4393" y="17681"/>
                </a:cubicBezTo>
                <a:cubicBezTo>
                  <a:pt x="4193" y="18091"/>
                  <a:pt x="4101" y="18549"/>
                  <a:pt x="4123" y="19001"/>
                </a:cubicBezTo>
                <a:cubicBezTo>
                  <a:pt x="4250" y="18995"/>
                  <a:pt x="4378" y="18992"/>
                  <a:pt x="4505" y="18992"/>
                </a:cubicBezTo>
                <a:cubicBezTo>
                  <a:pt x="5627" y="18992"/>
                  <a:pt x="6748" y="19223"/>
                  <a:pt x="7781" y="19664"/>
                </a:cubicBezTo>
                <a:cubicBezTo>
                  <a:pt x="8300" y="19887"/>
                  <a:pt x="8799" y="20163"/>
                  <a:pt x="9339" y="20324"/>
                </a:cubicBezTo>
                <a:cubicBezTo>
                  <a:pt x="9900" y="20493"/>
                  <a:pt x="10488" y="20530"/>
                  <a:pt x="11076" y="20530"/>
                </a:cubicBezTo>
                <a:cubicBezTo>
                  <a:pt x="11320" y="20530"/>
                  <a:pt x="11564" y="20524"/>
                  <a:pt x="11806" y="20518"/>
                </a:cubicBezTo>
                <a:cubicBezTo>
                  <a:pt x="12385" y="20500"/>
                  <a:pt x="13006" y="20475"/>
                  <a:pt x="13471" y="20132"/>
                </a:cubicBezTo>
                <a:cubicBezTo>
                  <a:pt x="14088" y="19678"/>
                  <a:pt x="13859" y="19183"/>
                  <a:pt x="13745" y="18590"/>
                </a:cubicBezTo>
                <a:cubicBezTo>
                  <a:pt x="13593" y="17777"/>
                  <a:pt x="13681" y="16867"/>
                  <a:pt x="13820" y="16061"/>
                </a:cubicBezTo>
                <a:cubicBezTo>
                  <a:pt x="13877" y="15738"/>
                  <a:pt x="13941" y="15372"/>
                  <a:pt x="13753" y="15104"/>
                </a:cubicBezTo>
                <a:cubicBezTo>
                  <a:pt x="13628" y="14926"/>
                  <a:pt x="13421" y="14830"/>
                  <a:pt x="13235" y="14714"/>
                </a:cubicBezTo>
                <a:cubicBezTo>
                  <a:pt x="12565" y="14303"/>
                  <a:pt x="12119" y="13546"/>
                  <a:pt x="12090" y="12759"/>
                </a:cubicBezTo>
                <a:cubicBezTo>
                  <a:pt x="12066" y="12111"/>
                  <a:pt x="12301" y="11436"/>
                  <a:pt x="12080" y="10825"/>
                </a:cubicBezTo>
                <a:cubicBezTo>
                  <a:pt x="11847" y="10179"/>
                  <a:pt x="11187" y="9811"/>
                  <a:pt x="10590" y="9470"/>
                </a:cubicBezTo>
                <a:cubicBezTo>
                  <a:pt x="9052" y="8595"/>
                  <a:pt x="7615" y="7542"/>
                  <a:pt x="6317" y="6342"/>
                </a:cubicBezTo>
                <a:cubicBezTo>
                  <a:pt x="5789" y="5853"/>
                  <a:pt x="5278" y="5334"/>
                  <a:pt x="4671" y="4945"/>
                </a:cubicBezTo>
                <a:cubicBezTo>
                  <a:pt x="4229" y="4661"/>
                  <a:pt x="3734" y="4450"/>
                  <a:pt x="3326" y="4121"/>
                </a:cubicBezTo>
                <a:cubicBezTo>
                  <a:pt x="2504" y="3457"/>
                  <a:pt x="2115" y="2410"/>
                  <a:pt x="1526" y="1533"/>
                </a:cubicBezTo>
                <a:cubicBezTo>
                  <a:pt x="1150" y="979"/>
                  <a:pt x="694" y="486"/>
                  <a:pt x="236"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21"/>
          <p:cNvSpPr/>
          <p:nvPr/>
        </p:nvSpPr>
        <p:spPr>
          <a:xfrm>
            <a:off x="1108400" y="3973350"/>
            <a:ext cx="544925" cy="433150"/>
          </a:xfrm>
          <a:custGeom>
            <a:rect b="b" l="l" r="r" t="t"/>
            <a:pathLst>
              <a:path extrusionOk="0" h="17326" w="21797">
                <a:moveTo>
                  <a:pt x="400" y="1"/>
                </a:moveTo>
                <a:lnTo>
                  <a:pt x="400" y="1"/>
                </a:lnTo>
                <a:cubicBezTo>
                  <a:pt x="441" y="298"/>
                  <a:pt x="371" y="635"/>
                  <a:pt x="157" y="1001"/>
                </a:cubicBezTo>
                <a:cubicBezTo>
                  <a:pt x="87" y="1121"/>
                  <a:pt x="1" y="1265"/>
                  <a:pt x="65" y="1391"/>
                </a:cubicBezTo>
                <a:cubicBezTo>
                  <a:pt x="99" y="1459"/>
                  <a:pt x="173" y="1498"/>
                  <a:pt x="242" y="1532"/>
                </a:cubicBezTo>
                <a:cubicBezTo>
                  <a:pt x="422" y="1626"/>
                  <a:pt x="606" y="1718"/>
                  <a:pt x="786" y="1813"/>
                </a:cubicBezTo>
                <a:cubicBezTo>
                  <a:pt x="936" y="1890"/>
                  <a:pt x="1085" y="1968"/>
                  <a:pt x="1234" y="2044"/>
                </a:cubicBezTo>
                <a:cubicBezTo>
                  <a:pt x="1299" y="2076"/>
                  <a:pt x="1367" y="2115"/>
                  <a:pt x="1396" y="2178"/>
                </a:cubicBezTo>
                <a:cubicBezTo>
                  <a:pt x="1436" y="2262"/>
                  <a:pt x="1398" y="2358"/>
                  <a:pt x="1391" y="2448"/>
                </a:cubicBezTo>
                <a:cubicBezTo>
                  <a:pt x="1371" y="2671"/>
                  <a:pt x="1535" y="2876"/>
                  <a:pt x="1731" y="2988"/>
                </a:cubicBezTo>
                <a:cubicBezTo>
                  <a:pt x="1927" y="3101"/>
                  <a:pt x="2152" y="3143"/>
                  <a:pt x="2365" y="3213"/>
                </a:cubicBezTo>
                <a:cubicBezTo>
                  <a:pt x="3041" y="3430"/>
                  <a:pt x="3598" y="3914"/>
                  <a:pt x="4058" y="4454"/>
                </a:cubicBezTo>
                <a:cubicBezTo>
                  <a:pt x="4516" y="4994"/>
                  <a:pt x="4892" y="5599"/>
                  <a:pt x="5325" y="6161"/>
                </a:cubicBezTo>
                <a:cubicBezTo>
                  <a:pt x="5423" y="6288"/>
                  <a:pt x="5526" y="6413"/>
                  <a:pt x="5658" y="6503"/>
                </a:cubicBezTo>
                <a:cubicBezTo>
                  <a:pt x="5752" y="6568"/>
                  <a:pt x="5857" y="6611"/>
                  <a:pt x="5939" y="6687"/>
                </a:cubicBezTo>
                <a:cubicBezTo>
                  <a:pt x="6026" y="6768"/>
                  <a:pt x="6078" y="6879"/>
                  <a:pt x="6125" y="6987"/>
                </a:cubicBezTo>
                <a:cubicBezTo>
                  <a:pt x="6356" y="7492"/>
                  <a:pt x="6548" y="8016"/>
                  <a:pt x="6705" y="8553"/>
                </a:cubicBezTo>
                <a:cubicBezTo>
                  <a:pt x="6812" y="8921"/>
                  <a:pt x="6828" y="9502"/>
                  <a:pt x="7192" y="9729"/>
                </a:cubicBezTo>
                <a:cubicBezTo>
                  <a:pt x="7276" y="9780"/>
                  <a:pt x="7378" y="9786"/>
                  <a:pt x="7476" y="9792"/>
                </a:cubicBezTo>
                <a:cubicBezTo>
                  <a:pt x="8190" y="9837"/>
                  <a:pt x="8895" y="10007"/>
                  <a:pt x="9549" y="10295"/>
                </a:cubicBezTo>
                <a:cubicBezTo>
                  <a:pt x="9780" y="10397"/>
                  <a:pt x="10015" y="10518"/>
                  <a:pt x="10185" y="10708"/>
                </a:cubicBezTo>
                <a:cubicBezTo>
                  <a:pt x="10279" y="10815"/>
                  <a:pt x="10355" y="10943"/>
                  <a:pt x="10471" y="11029"/>
                </a:cubicBezTo>
                <a:cubicBezTo>
                  <a:pt x="10613" y="11134"/>
                  <a:pt x="10787" y="11159"/>
                  <a:pt x="10970" y="11159"/>
                </a:cubicBezTo>
                <a:cubicBezTo>
                  <a:pt x="11123" y="11159"/>
                  <a:pt x="11282" y="11142"/>
                  <a:pt x="11434" y="11142"/>
                </a:cubicBezTo>
                <a:cubicBezTo>
                  <a:pt x="11625" y="11142"/>
                  <a:pt x="11806" y="11168"/>
                  <a:pt x="11949" y="11289"/>
                </a:cubicBezTo>
                <a:cubicBezTo>
                  <a:pt x="12195" y="11500"/>
                  <a:pt x="12185" y="11872"/>
                  <a:pt x="12225" y="12195"/>
                </a:cubicBezTo>
                <a:cubicBezTo>
                  <a:pt x="12293" y="12753"/>
                  <a:pt x="12557" y="13262"/>
                  <a:pt x="12759" y="13787"/>
                </a:cubicBezTo>
                <a:cubicBezTo>
                  <a:pt x="13133" y="14771"/>
                  <a:pt x="12751" y="15918"/>
                  <a:pt x="13368" y="16834"/>
                </a:cubicBezTo>
                <a:cubicBezTo>
                  <a:pt x="13567" y="17130"/>
                  <a:pt x="13945" y="17325"/>
                  <a:pt x="14289" y="17325"/>
                </a:cubicBezTo>
                <a:cubicBezTo>
                  <a:pt x="14504" y="17325"/>
                  <a:pt x="14707" y="17248"/>
                  <a:pt x="14843" y="17071"/>
                </a:cubicBezTo>
                <a:cubicBezTo>
                  <a:pt x="14975" y="16899"/>
                  <a:pt x="15014" y="16674"/>
                  <a:pt x="15037" y="16458"/>
                </a:cubicBezTo>
                <a:cubicBezTo>
                  <a:pt x="15131" y="15493"/>
                  <a:pt x="14926" y="14499"/>
                  <a:pt x="14456" y="13654"/>
                </a:cubicBezTo>
                <a:cubicBezTo>
                  <a:pt x="14666" y="13588"/>
                  <a:pt x="14872" y="13559"/>
                  <a:pt x="15073" y="13559"/>
                </a:cubicBezTo>
                <a:cubicBezTo>
                  <a:pt x="16880" y="13559"/>
                  <a:pt x="18370" y="15937"/>
                  <a:pt x="20334" y="16141"/>
                </a:cubicBezTo>
                <a:cubicBezTo>
                  <a:pt x="20745" y="14975"/>
                  <a:pt x="21156" y="13804"/>
                  <a:pt x="21567" y="12638"/>
                </a:cubicBezTo>
                <a:cubicBezTo>
                  <a:pt x="21659" y="12373"/>
                  <a:pt x="21751" y="12101"/>
                  <a:pt x="21796" y="11827"/>
                </a:cubicBezTo>
                <a:cubicBezTo>
                  <a:pt x="20189" y="11407"/>
                  <a:pt x="18641" y="10827"/>
                  <a:pt x="17249" y="9921"/>
                </a:cubicBezTo>
                <a:cubicBezTo>
                  <a:pt x="15689" y="8909"/>
                  <a:pt x="14405" y="7539"/>
                  <a:pt x="13011" y="6308"/>
                </a:cubicBezTo>
                <a:cubicBezTo>
                  <a:pt x="9435" y="3156"/>
                  <a:pt x="5045" y="1036"/>
                  <a:pt x="400"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21"/>
          <p:cNvSpPr/>
          <p:nvPr/>
        </p:nvSpPr>
        <p:spPr>
          <a:xfrm>
            <a:off x="19125" y="4030375"/>
            <a:ext cx="625275" cy="286175"/>
          </a:xfrm>
          <a:custGeom>
            <a:rect b="b" l="l" r="r" t="t"/>
            <a:pathLst>
              <a:path extrusionOk="0" h="11447" w="25011">
                <a:moveTo>
                  <a:pt x="24384" y="0"/>
                </a:moveTo>
                <a:lnTo>
                  <a:pt x="24384" y="0"/>
                </a:lnTo>
                <a:cubicBezTo>
                  <a:pt x="24063" y="165"/>
                  <a:pt x="23744" y="333"/>
                  <a:pt x="23429" y="509"/>
                </a:cubicBezTo>
                <a:cubicBezTo>
                  <a:pt x="22377" y="1098"/>
                  <a:pt x="21350" y="1762"/>
                  <a:pt x="20195" y="2108"/>
                </a:cubicBezTo>
                <a:cubicBezTo>
                  <a:pt x="19057" y="2454"/>
                  <a:pt x="17855" y="2477"/>
                  <a:pt x="16661" y="2477"/>
                </a:cubicBezTo>
                <a:cubicBezTo>
                  <a:pt x="16476" y="2477"/>
                  <a:pt x="16291" y="2476"/>
                  <a:pt x="16107" y="2476"/>
                </a:cubicBezTo>
                <a:cubicBezTo>
                  <a:pt x="16072" y="2476"/>
                  <a:pt x="16036" y="2476"/>
                  <a:pt x="16000" y="2476"/>
                </a:cubicBezTo>
                <a:cubicBezTo>
                  <a:pt x="12512" y="2486"/>
                  <a:pt x="9022" y="2817"/>
                  <a:pt x="5589" y="3455"/>
                </a:cubicBezTo>
                <a:cubicBezTo>
                  <a:pt x="5755" y="3954"/>
                  <a:pt x="6184" y="4477"/>
                  <a:pt x="6104" y="4999"/>
                </a:cubicBezTo>
                <a:cubicBezTo>
                  <a:pt x="6010" y="5600"/>
                  <a:pt x="5289" y="5882"/>
                  <a:pt x="4679" y="5882"/>
                </a:cubicBezTo>
                <a:cubicBezTo>
                  <a:pt x="4677" y="5882"/>
                  <a:pt x="4675" y="5882"/>
                  <a:pt x="4673" y="5882"/>
                </a:cubicBezTo>
                <a:cubicBezTo>
                  <a:pt x="4626" y="5882"/>
                  <a:pt x="4577" y="5881"/>
                  <a:pt x="4529" y="5881"/>
                </a:cubicBezTo>
                <a:cubicBezTo>
                  <a:pt x="4377" y="5881"/>
                  <a:pt x="4225" y="5890"/>
                  <a:pt x="4096" y="5964"/>
                </a:cubicBezTo>
                <a:cubicBezTo>
                  <a:pt x="3961" y="6041"/>
                  <a:pt x="3871" y="6176"/>
                  <a:pt x="3737" y="6256"/>
                </a:cubicBezTo>
                <a:cubicBezTo>
                  <a:pt x="3643" y="6312"/>
                  <a:pt x="3543" y="6335"/>
                  <a:pt x="3439" y="6335"/>
                </a:cubicBezTo>
                <a:cubicBezTo>
                  <a:pt x="3179" y="6335"/>
                  <a:pt x="2900" y="6192"/>
                  <a:pt x="2651" y="6076"/>
                </a:cubicBezTo>
                <a:cubicBezTo>
                  <a:pt x="2489" y="5999"/>
                  <a:pt x="2290" y="5945"/>
                  <a:pt x="2107" y="5945"/>
                </a:cubicBezTo>
                <a:cubicBezTo>
                  <a:pt x="1900" y="5945"/>
                  <a:pt x="1713" y="6014"/>
                  <a:pt x="1623" y="6197"/>
                </a:cubicBezTo>
                <a:cubicBezTo>
                  <a:pt x="1421" y="5795"/>
                  <a:pt x="1065" y="5333"/>
                  <a:pt x="662" y="5333"/>
                </a:cubicBezTo>
                <a:cubicBezTo>
                  <a:pt x="594" y="5333"/>
                  <a:pt x="525" y="5346"/>
                  <a:pt x="455" y="5375"/>
                </a:cubicBezTo>
                <a:cubicBezTo>
                  <a:pt x="155" y="5500"/>
                  <a:pt x="36" y="5861"/>
                  <a:pt x="18" y="6184"/>
                </a:cubicBezTo>
                <a:cubicBezTo>
                  <a:pt x="1" y="6536"/>
                  <a:pt x="77" y="6918"/>
                  <a:pt x="337" y="7156"/>
                </a:cubicBezTo>
                <a:cubicBezTo>
                  <a:pt x="465" y="7275"/>
                  <a:pt x="644" y="7339"/>
                  <a:pt x="817" y="7339"/>
                </a:cubicBezTo>
                <a:cubicBezTo>
                  <a:pt x="996" y="7339"/>
                  <a:pt x="1169" y="7270"/>
                  <a:pt x="1269" y="7123"/>
                </a:cubicBezTo>
                <a:cubicBezTo>
                  <a:pt x="1375" y="7654"/>
                  <a:pt x="1796" y="8078"/>
                  <a:pt x="2285" y="8313"/>
                </a:cubicBezTo>
                <a:cubicBezTo>
                  <a:pt x="2770" y="8548"/>
                  <a:pt x="3322" y="8615"/>
                  <a:pt x="3863" y="8652"/>
                </a:cubicBezTo>
                <a:cubicBezTo>
                  <a:pt x="3977" y="8659"/>
                  <a:pt x="4094" y="8665"/>
                  <a:pt x="4211" y="8665"/>
                </a:cubicBezTo>
                <a:cubicBezTo>
                  <a:pt x="4512" y="8665"/>
                  <a:pt x="4812" y="8626"/>
                  <a:pt x="5070" y="8480"/>
                </a:cubicBezTo>
                <a:cubicBezTo>
                  <a:pt x="5622" y="8170"/>
                  <a:pt x="5842" y="7452"/>
                  <a:pt x="6388" y="7133"/>
                </a:cubicBezTo>
                <a:cubicBezTo>
                  <a:pt x="6610" y="7002"/>
                  <a:pt x="6850" y="6952"/>
                  <a:pt x="7098" y="6952"/>
                </a:cubicBezTo>
                <a:cubicBezTo>
                  <a:pt x="7646" y="6952"/>
                  <a:pt x="8239" y="7192"/>
                  <a:pt x="8795" y="7319"/>
                </a:cubicBezTo>
                <a:cubicBezTo>
                  <a:pt x="9334" y="7440"/>
                  <a:pt x="9889" y="7450"/>
                  <a:pt x="10439" y="7460"/>
                </a:cubicBezTo>
                <a:cubicBezTo>
                  <a:pt x="10462" y="7460"/>
                  <a:pt x="10485" y="7460"/>
                  <a:pt x="10508" y="7460"/>
                </a:cubicBezTo>
                <a:cubicBezTo>
                  <a:pt x="10644" y="7460"/>
                  <a:pt x="10783" y="7452"/>
                  <a:pt x="10903" y="7391"/>
                </a:cubicBezTo>
                <a:cubicBezTo>
                  <a:pt x="11029" y="7325"/>
                  <a:pt x="11119" y="7211"/>
                  <a:pt x="11236" y="7129"/>
                </a:cubicBezTo>
                <a:cubicBezTo>
                  <a:pt x="11379" y="7035"/>
                  <a:pt x="11549" y="6998"/>
                  <a:pt x="11720" y="6978"/>
                </a:cubicBezTo>
                <a:cubicBezTo>
                  <a:pt x="11821" y="6966"/>
                  <a:pt x="11923" y="6960"/>
                  <a:pt x="12024" y="6960"/>
                </a:cubicBezTo>
                <a:cubicBezTo>
                  <a:pt x="13409" y="6960"/>
                  <a:pt x="14744" y="8050"/>
                  <a:pt x="14963" y="9429"/>
                </a:cubicBezTo>
                <a:cubicBezTo>
                  <a:pt x="14988" y="9589"/>
                  <a:pt x="15010" y="9766"/>
                  <a:pt x="15131" y="9865"/>
                </a:cubicBezTo>
                <a:cubicBezTo>
                  <a:pt x="15347" y="10044"/>
                  <a:pt x="15763" y="9895"/>
                  <a:pt x="15901" y="10139"/>
                </a:cubicBezTo>
                <a:cubicBezTo>
                  <a:pt x="15967" y="10259"/>
                  <a:pt x="15920" y="10406"/>
                  <a:pt x="15924" y="10543"/>
                </a:cubicBezTo>
                <a:cubicBezTo>
                  <a:pt x="15940" y="11030"/>
                  <a:pt x="16539" y="11238"/>
                  <a:pt x="17018" y="11316"/>
                </a:cubicBezTo>
                <a:cubicBezTo>
                  <a:pt x="17408" y="11382"/>
                  <a:pt x="17809" y="11446"/>
                  <a:pt x="18203" y="11446"/>
                </a:cubicBezTo>
                <a:cubicBezTo>
                  <a:pt x="18487" y="11446"/>
                  <a:pt x="18767" y="11413"/>
                  <a:pt x="19036" y="11322"/>
                </a:cubicBezTo>
                <a:cubicBezTo>
                  <a:pt x="19122" y="11292"/>
                  <a:pt x="19210" y="11255"/>
                  <a:pt x="19261" y="11179"/>
                </a:cubicBezTo>
                <a:cubicBezTo>
                  <a:pt x="19394" y="10989"/>
                  <a:pt x="19199" y="10746"/>
                  <a:pt x="19142" y="10519"/>
                </a:cubicBezTo>
                <a:cubicBezTo>
                  <a:pt x="18983" y="9869"/>
                  <a:pt x="19989" y="9495"/>
                  <a:pt x="20089" y="8836"/>
                </a:cubicBezTo>
                <a:cubicBezTo>
                  <a:pt x="20136" y="8529"/>
                  <a:pt x="19972" y="8227"/>
                  <a:pt x="19952" y="7920"/>
                </a:cubicBezTo>
                <a:cubicBezTo>
                  <a:pt x="19888" y="6927"/>
                  <a:pt x="21234" y="6295"/>
                  <a:pt x="21225" y="5301"/>
                </a:cubicBezTo>
                <a:cubicBezTo>
                  <a:pt x="22379" y="5217"/>
                  <a:pt x="23532" y="5131"/>
                  <a:pt x="24687" y="5042"/>
                </a:cubicBezTo>
                <a:cubicBezTo>
                  <a:pt x="24785" y="5035"/>
                  <a:pt x="24895" y="5023"/>
                  <a:pt x="24955" y="4945"/>
                </a:cubicBezTo>
                <a:cubicBezTo>
                  <a:pt x="25006" y="4882"/>
                  <a:pt x="25010" y="4790"/>
                  <a:pt x="25006" y="4708"/>
                </a:cubicBezTo>
                <a:cubicBezTo>
                  <a:pt x="24992" y="4297"/>
                  <a:pt x="24922" y="3886"/>
                  <a:pt x="24799" y="3492"/>
                </a:cubicBezTo>
                <a:cubicBezTo>
                  <a:pt x="24286" y="3802"/>
                  <a:pt x="23687" y="3959"/>
                  <a:pt x="23088" y="3959"/>
                </a:cubicBezTo>
                <a:cubicBezTo>
                  <a:pt x="22664" y="3959"/>
                  <a:pt x="22241" y="3880"/>
                  <a:pt x="21849" y="3721"/>
                </a:cubicBezTo>
                <a:cubicBezTo>
                  <a:pt x="21686" y="3633"/>
                  <a:pt x="21706" y="3377"/>
                  <a:pt x="21835" y="3249"/>
                </a:cubicBezTo>
                <a:cubicBezTo>
                  <a:pt x="21968" y="3122"/>
                  <a:pt x="22162" y="3091"/>
                  <a:pt x="22342" y="3064"/>
                </a:cubicBezTo>
                <a:cubicBezTo>
                  <a:pt x="22792" y="2997"/>
                  <a:pt x="23241" y="2930"/>
                  <a:pt x="23691" y="2866"/>
                </a:cubicBezTo>
                <a:cubicBezTo>
                  <a:pt x="23675" y="2719"/>
                  <a:pt x="23663" y="2572"/>
                  <a:pt x="23650" y="2425"/>
                </a:cubicBezTo>
                <a:cubicBezTo>
                  <a:pt x="23621" y="2439"/>
                  <a:pt x="23592" y="2446"/>
                  <a:pt x="23562" y="2446"/>
                </a:cubicBezTo>
                <a:cubicBezTo>
                  <a:pt x="23434" y="2446"/>
                  <a:pt x="23307" y="2328"/>
                  <a:pt x="23282" y="2194"/>
                </a:cubicBezTo>
                <a:cubicBezTo>
                  <a:pt x="23250" y="2030"/>
                  <a:pt x="23321" y="1868"/>
                  <a:pt x="23395" y="1715"/>
                </a:cubicBezTo>
                <a:cubicBezTo>
                  <a:pt x="23689" y="1116"/>
                  <a:pt x="24026" y="552"/>
                  <a:pt x="243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21"/>
          <p:cNvSpPr/>
          <p:nvPr/>
        </p:nvSpPr>
        <p:spPr>
          <a:xfrm>
            <a:off x="0" y="4448125"/>
            <a:ext cx="1727650" cy="154650"/>
          </a:xfrm>
          <a:custGeom>
            <a:rect b="b" l="l" r="r" t="t"/>
            <a:pathLst>
              <a:path extrusionOk="0" h="6186" w="69106">
                <a:moveTo>
                  <a:pt x="9862" y="0"/>
                </a:moveTo>
                <a:cubicBezTo>
                  <a:pt x="9744" y="337"/>
                  <a:pt x="9306" y="398"/>
                  <a:pt x="8952" y="400"/>
                </a:cubicBezTo>
                <a:cubicBezTo>
                  <a:pt x="8714" y="401"/>
                  <a:pt x="8477" y="402"/>
                  <a:pt x="8240" y="402"/>
                </a:cubicBezTo>
                <a:cubicBezTo>
                  <a:pt x="7159" y="402"/>
                  <a:pt x="6078" y="384"/>
                  <a:pt x="4998" y="349"/>
                </a:cubicBezTo>
                <a:cubicBezTo>
                  <a:pt x="4009" y="313"/>
                  <a:pt x="3023" y="265"/>
                  <a:pt x="2036" y="216"/>
                </a:cubicBezTo>
                <a:cubicBezTo>
                  <a:pt x="1860" y="206"/>
                  <a:pt x="1686" y="200"/>
                  <a:pt x="1510" y="190"/>
                </a:cubicBezTo>
                <a:cubicBezTo>
                  <a:pt x="1282" y="178"/>
                  <a:pt x="1052" y="167"/>
                  <a:pt x="823" y="167"/>
                </a:cubicBezTo>
                <a:cubicBezTo>
                  <a:pt x="554" y="167"/>
                  <a:pt x="286" y="183"/>
                  <a:pt x="22" y="231"/>
                </a:cubicBezTo>
                <a:cubicBezTo>
                  <a:pt x="16" y="233"/>
                  <a:pt x="8" y="233"/>
                  <a:pt x="0" y="235"/>
                </a:cubicBezTo>
                <a:lnTo>
                  <a:pt x="0" y="6186"/>
                </a:lnTo>
                <a:cubicBezTo>
                  <a:pt x="2933" y="6121"/>
                  <a:pt x="5861" y="6056"/>
                  <a:pt x="8791" y="5990"/>
                </a:cubicBezTo>
                <a:cubicBezTo>
                  <a:pt x="13544" y="5880"/>
                  <a:pt x="18288" y="5775"/>
                  <a:pt x="23029" y="5669"/>
                </a:cubicBezTo>
                <a:cubicBezTo>
                  <a:pt x="38386" y="5326"/>
                  <a:pt x="53748" y="4988"/>
                  <a:pt x="69105" y="4645"/>
                </a:cubicBezTo>
                <a:cubicBezTo>
                  <a:pt x="64711" y="4391"/>
                  <a:pt x="60317" y="4146"/>
                  <a:pt x="55922" y="3913"/>
                </a:cubicBezTo>
                <a:cubicBezTo>
                  <a:pt x="54775" y="3852"/>
                  <a:pt x="53628" y="3794"/>
                  <a:pt x="52479" y="3733"/>
                </a:cubicBezTo>
                <a:cubicBezTo>
                  <a:pt x="49295" y="3565"/>
                  <a:pt x="46006" y="3173"/>
                  <a:pt x="42820" y="3009"/>
                </a:cubicBezTo>
                <a:cubicBezTo>
                  <a:pt x="42811" y="2824"/>
                  <a:pt x="42634" y="2748"/>
                  <a:pt x="42438" y="2748"/>
                </a:cubicBezTo>
                <a:cubicBezTo>
                  <a:pt x="42326" y="2748"/>
                  <a:pt x="42209" y="2773"/>
                  <a:pt x="42113" y="2817"/>
                </a:cubicBezTo>
                <a:cubicBezTo>
                  <a:pt x="41940" y="2895"/>
                  <a:pt x="41736" y="2992"/>
                  <a:pt x="41556" y="2992"/>
                </a:cubicBezTo>
                <a:cubicBezTo>
                  <a:pt x="41462" y="2992"/>
                  <a:pt x="41375" y="2965"/>
                  <a:pt x="41303" y="2895"/>
                </a:cubicBezTo>
                <a:cubicBezTo>
                  <a:pt x="41221" y="2815"/>
                  <a:pt x="41182" y="2688"/>
                  <a:pt x="41078" y="2635"/>
                </a:cubicBezTo>
                <a:cubicBezTo>
                  <a:pt x="41045" y="2618"/>
                  <a:pt x="41013" y="2611"/>
                  <a:pt x="40982" y="2611"/>
                </a:cubicBezTo>
                <a:cubicBezTo>
                  <a:pt x="40805" y="2611"/>
                  <a:pt x="40631" y="2829"/>
                  <a:pt x="40436" y="2876"/>
                </a:cubicBezTo>
                <a:cubicBezTo>
                  <a:pt x="40408" y="2882"/>
                  <a:pt x="40381" y="2885"/>
                  <a:pt x="40354" y="2885"/>
                </a:cubicBezTo>
                <a:cubicBezTo>
                  <a:pt x="40090" y="2885"/>
                  <a:pt x="39854" y="2607"/>
                  <a:pt x="39582" y="2607"/>
                </a:cubicBezTo>
                <a:cubicBezTo>
                  <a:pt x="39576" y="2607"/>
                  <a:pt x="39571" y="2607"/>
                  <a:pt x="39565" y="2608"/>
                </a:cubicBezTo>
                <a:cubicBezTo>
                  <a:pt x="39314" y="2617"/>
                  <a:pt x="39108" y="2863"/>
                  <a:pt x="38865" y="2863"/>
                </a:cubicBezTo>
                <a:cubicBezTo>
                  <a:pt x="38846" y="2863"/>
                  <a:pt x="38827" y="2861"/>
                  <a:pt x="38807" y="2858"/>
                </a:cubicBezTo>
                <a:cubicBezTo>
                  <a:pt x="38586" y="2823"/>
                  <a:pt x="38465" y="2574"/>
                  <a:pt x="38267" y="2470"/>
                </a:cubicBezTo>
                <a:cubicBezTo>
                  <a:pt x="38187" y="2428"/>
                  <a:pt x="38105" y="2411"/>
                  <a:pt x="38021" y="2411"/>
                </a:cubicBezTo>
                <a:cubicBezTo>
                  <a:pt x="37713" y="2411"/>
                  <a:pt x="37379" y="2638"/>
                  <a:pt x="37046" y="2658"/>
                </a:cubicBezTo>
                <a:cubicBezTo>
                  <a:pt x="37030" y="2659"/>
                  <a:pt x="37014" y="2660"/>
                  <a:pt x="36999" y="2660"/>
                </a:cubicBezTo>
                <a:cubicBezTo>
                  <a:pt x="36687" y="2660"/>
                  <a:pt x="36375" y="2487"/>
                  <a:pt x="36073" y="2487"/>
                </a:cubicBezTo>
                <a:cubicBezTo>
                  <a:pt x="36001" y="2487"/>
                  <a:pt x="35930" y="2497"/>
                  <a:pt x="35859" y="2521"/>
                </a:cubicBezTo>
                <a:cubicBezTo>
                  <a:pt x="35760" y="2555"/>
                  <a:pt x="35672" y="2617"/>
                  <a:pt x="35572" y="2649"/>
                </a:cubicBezTo>
                <a:cubicBezTo>
                  <a:pt x="35498" y="2673"/>
                  <a:pt x="35423" y="2682"/>
                  <a:pt x="35346" y="2682"/>
                </a:cubicBezTo>
                <a:cubicBezTo>
                  <a:pt x="35243" y="2682"/>
                  <a:pt x="35138" y="2665"/>
                  <a:pt x="35035" y="2649"/>
                </a:cubicBezTo>
                <a:lnTo>
                  <a:pt x="33090" y="2332"/>
                </a:lnTo>
                <a:cubicBezTo>
                  <a:pt x="33026" y="2322"/>
                  <a:pt x="32960" y="2312"/>
                  <a:pt x="32895" y="2312"/>
                </a:cubicBezTo>
                <a:cubicBezTo>
                  <a:pt x="32819" y="2312"/>
                  <a:pt x="32747" y="2325"/>
                  <a:pt x="32685" y="2365"/>
                </a:cubicBezTo>
                <a:cubicBezTo>
                  <a:pt x="32219" y="2062"/>
                  <a:pt x="31664" y="1906"/>
                  <a:pt x="31110" y="1906"/>
                </a:cubicBezTo>
                <a:cubicBezTo>
                  <a:pt x="30765" y="1906"/>
                  <a:pt x="30420" y="1967"/>
                  <a:pt x="30097" y="2091"/>
                </a:cubicBezTo>
                <a:cubicBezTo>
                  <a:pt x="30003" y="2128"/>
                  <a:pt x="29905" y="2170"/>
                  <a:pt x="29806" y="2170"/>
                </a:cubicBezTo>
                <a:cubicBezTo>
                  <a:pt x="29781" y="2170"/>
                  <a:pt x="29756" y="2167"/>
                  <a:pt x="29731" y="2161"/>
                </a:cubicBezTo>
                <a:cubicBezTo>
                  <a:pt x="29645" y="2140"/>
                  <a:pt x="29576" y="2083"/>
                  <a:pt x="29504" y="2032"/>
                </a:cubicBezTo>
                <a:cubicBezTo>
                  <a:pt x="29107" y="1754"/>
                  <a:pt x="28596" y="1723"/>
                  <a:pt x="28110" y="1701"/>
                </a:cubicBezTo>
                <a:cubicBezTo>
                  <a:pt x="27596" y="1676"/>
                  <a:pt x="27081" y="1652"/>
                  <a:pt x="26566" y="1652"/>
                </a:cubicBezTo>
                <a:cubicBezTo>
                  <a:pt x="26169" y="1652"/>
                  <a:pt x="25773" y="1666"/>
                  <a:pt x="25378" y="1705"/>
                </a:cubicBezTo>
                <a:cubicBezTo>
                  <a:pt x="25234" y="1720"/>
                  <a:pt x="25085" y="1737"/>
                  <a:pt x="24939" y="1737"/>
                </a:cubicBezTo>
                <a:cubicBezTo>
                  <a:pt x="24756" y="1737"/>
                  <a:pt x="24577" y="1710"/>
                  <a:pt x="24421" y="1621"/>
                </a:cubicBezTo>
                <a:cubicBezTo>
                  <a:pt x="24323" y="1564"/>
                  <a:pt x="24239" y="1486"/>
                  <a:pt x="24131" y="1457"/>
                </a:cubicBezTo>
                <a:cubicBezTo>
                  <a:pt x="24093" y="1446"/>
                  <a:pt x="24056" y="1441"/>
                  <a:pt x="24017" y="1441"/>
                </a:cubicBezTo>
                <a:cubicBezTo>
                  <a:pt x="23867" y="1441"/>
                  <a:pt x="23713" y="1509"/>
                  <a:pt x="23559" y="1509"/>
                </a:cubicBezTo>
                <a:cubicBezTo>
                  <a:pt x="23548" y="1509"/>
                  <a:pt x="23537" y="1508"/>
                  <a:pt x="23526" y="1507"/>
                </a:cubicBezTo>
                <a:cubicBezTo>
                  <a:pt x="23198" y="1487"/>
                  <a:pt x="22919" y="1135"/>
                  <a:pt x="22616" y="1135"/>
                </a:cubicBezTo>
                <a:cubicBezTo>
                  <a:pt x="22574" y="1135"/>
                  <a:pt x="22532" y="1142"/>
                  <a:pt x="22489" y="1157"/>
                </a:cubicBezTo>
                <a:cubicBezTo>
                  <a:pt x="22354" y="1206"/>
                  <a:pt x="22258" y="1331"/>
                  <a:pt x="22119" y="1368"/>
                </a:cubicBezTo>
                <a:cubicBezTo>
                  <a:pt x="22089" y="1376"/>
                  <a:pt x="22060" y="1379"/>
                  <a:pt x="22030" y="1379"/>
                </a:cubicBezTo>
                <a:cubicBezTo>
                  <a:pt x="21936" y="1379"/>
                  <a:pt x="21841" y="1348"/>
                  <a:pt x="21749" y="1320"/>
                </a:cubicBezTo>
                <a:cubicBezTo>
                  <a:pt x="21509" y="1242"/>
                  <a:pt x="21255" y="1228"/>
                  <a:pt x="20999" y="1228"/>
                </a:cubicBezTo>
                <a:cubicBezTo>
                  <a:pt x="20858" y="1228"/>
                  <a:pt x="20717" y="1233"/>
                  <a:pt x="20576" y="1233"/>
                </a:cubicBezTo>
                <a:cubicBezTo>
                  <a:pt x="20415" y="1233"/>
                  <a:pt x="20255" y="1227"/>
                  <a:pt x="20099" y="1204"/>
                </a:cubicBezTo>
                <a:cubicBezTo>
                  <a:pt x="19474" y="1114"/>
                  <a:pt x="18852" y="1020"/>
                  <a:pt x="18229" y="930"/>
                </a:cubicBezTo>
                <a:cubicBezTo>
                  <a:pt x="17690" y="851"/>
                  <a:pt x="17149" y="773"/>
                  <a:pt x="16605" y="773"/>
                </a:cubicBezTo>
                <a:cubicBezTo>
                  <a:pt x="16599" y="773"/>
                  <a:pt x="16592" y="773"/>
                  <a:pt x="16585" y="773"/>
                </a:cubicBezTo>
                <a:cubicBezTo>
                  <a:pt x="16505" y="774"/>
                  <a:pt x="16423" y="776"/>
                  <a:pt x="16341" y="776"/>
                </a:cubicBezTo>
                <a:cubicBezTo>
                  <a:pt x="16101" y="776"/>
                  <a:pt x="15863" y="759"/>
                  <a:pt x="15661" y="634"/>
                </a:cubicBezTo>
                <a:cubicBezTo>
                  <a:pt x="15577" y="719"/>
                  <a:pt x="15491" y="803"/>
                  <a:pt x="15403" y="887"/>
                </a:cubicBezTo>
                <a:cubicBezTo>
                  <a:pt x="14904" y="797"/>
                  <a:pt x="14405" y="709"/>
                  <a:pt x="13906" y="617"/>
                </a:cubicBezTo>
                <a:cubicBezTo>
                  <a:pt x="13753" y="591"/>
                  <a:pt x="13600" y="564"/>
                  <a:pt x="13446" y="554"/>
                </a:cubicBezTo>
                <a:cubicBezTo>
                  <a:pt x="13393" y="551"/>
                  <a:pt x="13340" y="549"/>
                  <a:pt x="13287" y="549"/>
                </a:cubicBezTo>
                <a:cubicBezTo>
                  <a:pt x="13088" y="549"/>
                  <a:pt x="12887" y="569"/>
                  <a:pt x="12689" y="569"/>
                </a:cubicBezTo>
                <a:cubicBezTo>
                  <a:pt x="12607" y="569"/>
                  <a:pt x="12526" y="565"/>
                  <a:pt x="12445" y="556"/>
                </a:cubicBezTo>
                <a:cubicBezTo>
                  <a:pt x="12008" y="508"/>
                  <a:pt x="11589" y="290"/>
                  <a:pt x="11156" y="290"/>
                </a:cubicBezTo>
                <a:cubicBezTo>
                  <a:pt x="11111" y="290"/>
                  <a:pt x="11066" y="293"/>
                  <a:pt x="11020" y="298"/>
                </a:cubicBezTo>
                <a:cubicBezTo>
                  <a:pt x="10870" y="313"/>
                  <a:pt x="10723" y="360"/>
                  <a:pt x="10570" y="366"/>
                </a:cubicBezTo>
                <a:cubicBezTo>
                  <a:pt x="10561" y="367"/>
                  <a:pt x="10552" y="367"/>
                  <a:pt x="10544" y="367"/>
                </a:cubicBezTo>
                <a:cubicBezTo>
                  <a:pt x="10276" y="367"/>
                  <a:pt x="10009" y="226"/>
                  <a:pt x="9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21"/>
          <p:cNvSpPr/>
          <p:nvPr/>
        </p:nvSpPr>
        <p:spPr>
          <a:xfrm>
            <a:off x="3981726" y="4670900"/>
            <a:ext cx="828384" cy="28025"/>
          </a:xfrm>
          <a:custGeom>
            <a:rect b="b" l="l" r="r" t="t"/>
            <a:pathLst>
              <a:path extrusionOk="0" h="1121" w="22863">
                <a:moveTo>
                  <a:pt x="2977" y="1"/>
                </a:moveTo>
                <a:cubicBezTo>
                  <a:pt x="1350" y="1"/>
                  <a:pt x="100" y="99"/>
                  <a:pt x="1" y="404"/>
                </a:cubicBezTo>
                <a:cubicBezTo>
                  <a:pt x="1581" y="972"/>
                  <a:pt x="3405" y="1121"/>
                  <a:pt x="5236" y="1121"/>
                </a:cubicBezTo>
                <a:cubicBezTo>
                  <a:pt x="6891" y="1121"/>
                  <a:pt x="8552" y="999"/>
                  <a:pt x="10044" y="954"/>
                </a:cubicBezTo>
                <a:cubicBezTo>
                  <a:pt x="14074" y="835"/>
                  <a:pt x="18106" y="718"/>
                  <a:pt x="22137" y="598"/>
                </a:cubicBezTo>
                <a:cubicBezTo>
                  <a:pt x="22442" y="588"/>
                  <a:pt x="22863" y="281"/>
                  <a:pt x="22618" y="99"/>
                </a:cubicBezTo>
                <a:lnTo>
                  <a:pt x="22618" y="99"/>
                </a:lnTo>
                <a:cubicBezTo>
                  <a:pt x="18856" y="244"/>
                  <a:pt x="15094" y="319"/>
                  <a:pt x="11332" y="319"/>
                </a:cubicBezTo>
                <a:cubicBezTo>
                  <a:pt x="11189" y="319"/>
                  <a:pt x="11046" y="318"/>
                  <a:pt x="10903" y="318"/>
                </a:cubicBezTo>
                <a:cubicBezTo>
                  <a:pt x="10031" y="317"/>
                  <a:pt x="5897" y="1"/>
                  <a:pt x="297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21"/>
          <p:cNvSpPr/>
          <p:nvPr/>
        </p:nvSpPr>
        <p:spPr>
          <a:xfrm>
            <a:off x="4145547" y="4804700"/>
            <a:ext cx="4998443" cy="336050"/>
          </a:xfrm>
          <a:custGeom>
            <a:rect b="b" l="l" r="r" t="t"/>
            <a:pathLst>
              <a:path extrusionOk="0" h="13442" w="91421">
                <a:moveTo>
                  <a:pt x="91421" y="1"/>
                </a:moveTo>
                <a:cubicBezTo>
                  <a:pt x="89696" y="531"/>
                  <a:pt x="87892" y="807"/>
                  <a:pt x="86085" y="807"/>
                </a:cubicBezTo>
                <a:cubicBezTo>
                  <a:pt x="86328" y="1537"/>
                  <a:pt x="87179" y="1882"/>
                  <a:pt x="87946" y="1913"/>
                </a:cubicBezTo>
                <a:cubicBezTo>
                  <a:pt x="88009" y="1915"/>
                  <a:pt x="88071" y="1917"/>
                  <a:pt x="88133" y="1917"/>
                </a:cubicBezTo>
                <a:cubicBezTo>
                  <a:pt x="88680" y="1917"/>
                  <a:pt x="89227" y="1829"/>
                  <a:pt x="89771" y="1829"/>
                </a:cubicBezTo>
                <a:cubicBezTo>
                  <a:pt x="89931" y="1829"/>
                  <a:pt x="90091" y="1837"/>
                  <a:pt x="90250" y="1856"/>
                </a:cubicBezTo>
                <a:cubicBezTo>
                  <a:pt x="90419" y="1878"/>
                  <a:pt x="90595" y="1919"/>
                  <a:pt x="90716" y="2036"/>
                </a:cubicBezTo>
                <a:cubicBezTo>
                  <a:pt x="91113" y="2422"/>
                  <a:pt x="90554" y="3056"/>
                  <a:pt x="90021" y="3215"/>
                </a:cubicBezTo>
                <a:cubicBezTo>
                  <a:pt x="89631" y="3332"/>
                  <a:pt x="89237" y="3382"/>
                  <a:pt x="88841" y="3382"/>
                </a:cubicBezTo>
                <a:cubicBezTo>
                  <a:pt x="87445" y="3382"/>
                  <a:pt x="86026" y="2766"/>
                  <a:pt x="84658" y="2322"/>
                </a:cubicBezTo>
                <a:cubicBezTo>
                  <a:pt x="81869" y="1414"/>
                  <a:pt x="78909" y="1214"/>
                  <a:pt x="75983" y="1018"/>
                </a:cubicBezTo>
                <a:cubicBezTo>
                  <a:pt x="72413" y="780"/>
                  <a:pt x="68846" y="541"/>
                  <a:pt x="65276" y="304"/>
                </a:cubicBezTo>
                <a:cubicBezTo>
                  <a:pt x="64949" y="282"/>
                  <a:pt x="64618" y="260"/>
                  <a:pt x="64289" y="260"/>
                </a:cubicBezTo>
                <a:cubicBezTo>
                  <a:pt x="63839" y="260"/>
                  <a:pt x="63392" y="301"/>
                  <a:pt x="62965" y="435"/>
                </a:cubicBezTo>
                <a:cubicBezTo>
                  <a:pt x="62223" y="668"/>
                  <a:pt x="61538" y="1247"/>
                  <a:pt x="61418" y="2017"/>
                </a:cubicBezTo>
                <a:cubicBezTo>
                  <a:pt x="67703" y="2072"/>
                  <a:pt x="73988" y="2130"/>
                  <a:pt x="80278" y="2187"/>
                </a:cubicBezTo>
                <a:cubicBezTo>
                  <a:pt x="81025" y="2195"/>
                  <a:pt x="81794" y="2205"/>
                  <a:pt x="82489" y="2488"/>
                </a:cubicBezTo>
                <a:cubicBezTo>
                  <a:pt x="83180" y="2772"/>
                  <a:pt x="83787" y="3397"/>
                  <a:pt x="83820" y="4144"/>
                </a:cubicBezTo>
                <a:cubicBezTo>
                  <a:pt x="81393" y="4152"/>
                  <a:pt x="78962" y="4156"/>
                  <a:pt x="76535" y="4164"/>
                </a:cubicBezTo>
                <a:cubicBezTo>
                  <a:pt x="76151" y="4683"/>
                  <a:pt x="77024" y="5203"/>
                  <a:pt x="77666" y="5268"/>
                </a:cubicBezTo>
                <a:cubicBezTo>
                  <a:pt x="78907" y="5393"/>
                  <a:pt x="80146" y="5515"/>
                  <a:pt x="81387" y="5640"/>
                </a:cubicBezTo>
                <a:cubicBezTo>
                  <a:pt x="81603" y="5661"/>
                  <a:pt x="81845" y="5697"/>
                  <a:pt x="81980" y="5865"/>
                </a:cubicBezTo>
                <a:cubicBezTo>
                  <a:pt x="82319" y="6290"/>
                  <a:pt x="81650" y="6789"/>
                  <a:pt x="81121" y="6914"/>
                </a:cubicBezTo>
                <a:cubicBezTo>
                  <a:pt x="77944" y="7665"/>
                  <a:pt x="74839" y="7808"/>
                  <a:pt x="71701" y="7808"/>
                </a:cubicBezTo>
                <a:cubicBezTo>
                  <a:pt x="69951" y="7808"/>
                  <a:pt x="68190" y="7763"/>
                  <a:pt x="66402" y="7756"/>
                </a:cubicBezTo>
                <a:cubicBezTo>
                  <a:pt x="60974" y="7734"/>
                  <a:pt x="55546" y="7625"/>
                  <a:pt x="50118" y="7558"/>
                </a:cubicBezTo>
                <a:cubicBezTo>
                  <a:pt x="50062" y="7557"/>
                  <a:pt x="50006" y="7557"/>
                  <a:pt x="49949" y="7557"/>
                </a:cubicBezTo>
                <a:cubicBezTo>
                  <a:pt x="48705" y="7557"/>
                  <a:pt x="47264" y="7737"/>
                  <a:pt x="46732" y="8836"/>
                </a:cubicBezTo>
                <a:cubicBezTo>
                  <a:pt x="46775" y="8836"/>
                  <a:pt x="46818" y="8836"/>
                  <a:pt x="46862" y="8836"/>
                </a:cubicBezTo>
                <a:cubicBezTo>
                  <a:pt x="50990" y="8836"/>
                  <a:pt x="55118" y="9392"/>
                  <a:pt x="59101" y="10478"/>
                </a:cubicBezTo>
                <a:cubicBezTo>
                  <a:pt x="54493" y="12390"/>
                  <a:pt x="49582" y="12954"/>
                  <a:pt x="44580" y="12954"/>
                </a:cubicBezTo>
                <a:cubicBezTo>
                  <a:pt x="39680" y="12954"/>
                  <a:pt x="34693" y="12413"/>
                  <a:pt x="29821" y="12064"/>
                </a:cubicBezTo>
                <a:cubicBezTo>
                  <a:pt x="25780" y="11776"/>
                  <a:pt x="21730" y="11633"/>
                  <a:pt x="17679" y="11633"/>
                </a:cubicBezTo>
                <a:cubicBezTo>
                  <a:pt x="12990" y="11633"/>
                  <a:pt x="8301" y="11825"/>
                  <a:pt x="3627" y="12211"/>
                </a:cubicBezTo>
                <a:cubicBezTo>
                  <a:pt x="2670" y="12289"/>
                  <a:pt x="1678" y="12387"/>
                  <a:pt x="840" y="12853"/>
                </a:cubicBezTo>
                <a:cubicBezTo>
                  <a:pt x="538" y="13019"/>
                  <a:pt x="266" y="13227"/>
                  <a:pt x="0" y="13442"/>
                </a:cubicBezTo>
                <a:lnTo>
                  <a:pt x="88500" y="13442"/>
                </a:lnTo>
                <a:cubicBezTo>
                  <a:pt x="90113" y="13442"/>
                  <a:pt x="91421" y="12132"/>
                  <a:pt x="91421" y="10521"/>
                </a:cubicBezTo>
                <a:lnTo>
                  <a:pt x="91421" y="1"/>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21"/>
          <p:cNvSpPr/>
          <p:nvPr/>
        </p:nvSpPr>
        <p:spPr>
          <a:xfrm>
            <a:off x="8574328" y="4710900"/>
            <a:ext cx="569495" cy="68350"/>
          </a:xfrm>
          <a:custGeom>
            <a:rect b="b" l="l" r="r" t="t"/>
            <a:pathLst>
              <a:path extrusionOk="0" h="2734" w="10416">
                <a:moveTo>
                  <a:pt x="3984" y="0"/>
                </a:moveTo>
                <a:cubicBezTo>
                  <a:pt x="3013" y="0"/>
                  <a:pt x="2053" y="76"/>
                  <a:pt x="1116" y="300"/>
                </a:cubicBezTo>
                <a:cubicBezTo>
                  <a:pt x="668" y="407"/>
                  <a:pt x="155" y="625"/>
                  <a:pt x="67" y="1077"/>
                </a:cubicBezTo>
                <a:cubicBezTo>
                  <a:pt x="1" y="1425"/>
                  <a:pt x="228" y="1768"/>
                  <a:pt x="500" y="1995"/>
                </a:cubicBezTo>
                <a:cubicBezTo>
                  <a:pt x="1187" y="2572"/>
                  <a:pt x="2146" y="2680"/>
                  <a:pt x="3042" y="2715"/>
                </a:cubicBezTo>
                <a:cubicBezTo>
                  <a:pt x="3372" y="2728"/>
                  <a:pt x="3702" y="2734"/>
                  <a:pt x="4031" y="2734"/>
                </a:cubicBezTo>
                <a:cubicBezTo>
                  <a:pt x="5406" y="2734"/>
                  <a:pt x="6780" y="2625"/>
                  <a:pt x="8137" y="2404"/>
                </a:cubicBezTo>
                <a:cubicBezTo>
                  <a:pt x="8559" y="2335"/>
                  <a:pt x="9028" y="2281"/>
                  <a:pt x="9483" y="2281"/>
                </a:cubicBezTo>
                <a:cubicBezTo>
                  <a:pt x="9808" y="2281"/>
                  <a:pt x="10126" y="2309"/>
                  <a:pt x="10416" y="2379"/>
                </a:cubicBezTo>
                <a:lnTo>
                  <a:pt x="10416" y="343"/>
                </a:lnTo>
                <a:cubicBezTo>
                  <a:pt x="10342" y="344"/>
                  <a:pt x="10268" y="344"/>
                  <a:pt x="10194" y="344"/>
                </a:cubicBezTo>
                <a:cubicBezTo>
                  <a:pt x="8160" y="344"/>
                  <a:pt x="6049" y="0"/>
                  <a:pt x="39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21"/>
          <p:cNvSpPr/>
          <p:nvPr/>
        </p:nvSpPr>
        <p:spPr>
          <a:xfrm>
            <a:off x="8892587" y="4599825"/>
            <a:ext cx="251341" cy="47975"/>
          </a:xfrm>
          <a:custGeom>
            <a:rect b="b" l="l" r="r" t="t"/>
            <a:pathLst>
              <a:path extrusionOk="0" h="1919" w="4597">
                <a:moveTo>
                  <a:pt x="4597" y="0"/>
                </a:moveTo>
                <a:cubicBezTo>
                  <a:pt x="3996" y="206"/>
                  <a:pt x="3361" y="316"/>
                  <a:pt x="2727" y="316"/>
                </a:cubicBezTo>
                <a:cubicBezTo>
                  <a:pt x="2549" y="316"/>
                  <a:pt x="2370" y="307"/>
                  <a:pt x="2193" y="290"/>
                </a:cubicBezTo>
                <a:cubicBezTo>
                  <a:pt x="1906" y="260"/>
                  <a:pt x="1613" y="211"/>
                  <a:pt x="1327" y="211"/>
                </a:cubicBezTo>
                <a:cubicBezTo>
                  <a:pt x="1156" y="211"/>
                  <a:pt x="987" y="228"/>
                  <a:pt x="823" y="278"/>
                </a:cubicBezTo>
                <a:cubicBezTo>
                  <a:pt x="383" y="409"/>
                  <a:pt x="1" y="889"/>
                  <a:pt x="171" y="1317"/>
                </a:cubicBezTo>
                <a:cubicBezTo>
                  <a:pt x="1637" y="1425"/>
                  <a:pt x="3166" y="1562"/>
                  <a:pt x="4597" y="1918"/>
                </a:cubicBezTo>
                <a:lnTo>
                  <a:pt x="4597"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21"/>
          <p:cNvSpPr/>
          <p:nvPr/>
        </p:nvSpPr>
        <p:spPr>
          <a:xfrm>
            <a:off x="178550" y="4565350"/>
            <a:ext cx="3991590" cy="575450"/>
          </a:xfrm>
          <a:custGeom>
            <a:rect b="b" l="l" r="r" t="t"/>
            <a:pathLst>
              <a:path extrusionOk="0" h="23018" w="110166">
                <a:moveTo>
                  <a:pt x="52849" y="1"/>
                </a:moveTo>
                <a:cubicBezTo>
                  <a:pt x="45619" y="1"/>
                  <a:pt x="38376" y="66"/>
                  <a:pt x="31102" y="254"/>
                </a:cubicBezTo>
                <a:cubicBezTo>
                  <a:pt x="28597" y="318"/>
                  <a:pt x="26076" y="341"/>
                  <a:pt x="23546" y="341"/>
                </a:cubicBezTo>
                <a:cubicBezTo>
                  <a:pt x="17517" y="341"/>
                  <a:pt x="11435" y="208"/>
                  <a:pt x="5384" y="173"/>
                </a:cubicBezTo>
                <a:cubicBezTo>
                  <a:pt x="4877" y="371"/>
                  <a:pt x="4368" y="569"/>
                  <a:pt x="3867" y="778"/>
                </a:cubicBezTo>
                <a:cubicBezTo>
                  <a:pt x="2381" y="1393"/>
                  <a:pt x="764" y="2219"/>
                  <a:pt x="273" y="3748"/>
                </a:cubicBezTo>
                <a:cubicBezTo>
                  <a:pt x="1" y="4589"/>
                  <a:pt x="130" y="5505"/>
                  <a:pt x="338" y="6363"/>
                </a:cubicBezTo>
                <a:cubicBezTo>
                  <a:pt x="1483" y="11056"/>
                  <a:pt x="4967" y="14926"/>
                  <a:pt x="9087" y="17447"/>
                </a:cubicBezTo>
                <a:cubicBezTo>
                  <a:pt x="13207" y="19966"/>
                  <a:pt x="17944" y="21286"/>
                  <a:pt x="22665" y="22303"/>
                </a:cubicBezTo>
                <a:cubicBezTo>
                  <a:pt x="23865" y="22564"/>
                  <a:pt x="25077" y="22804"/>
                  <a:pt x="26292" y="23018"/>
                </a:cubicBezTo>
                <a:lnTo>
                  <a:pt x="42879" y="23018"/>
                </a:lnTo>
                <a:cubicBezTo>
                  <a:pt x="43703" y="22703"/>
                  <a:pt x="44496" y="22067"/>
                  <a:pt x="44177" y="21309"/>
                </a:cubicBezTo>
                <a:cubicBezTo>
                  <a:pt x="44020" y="20939"/>
                  <a:pt x="43635" y="20726"/>
                  <a:pt x="43270" y="20559"/>
                </a:cubicBezTo>
                <a:cubicBezTo>
                  <a:pt x="40511" y="19309"/>
                  <a:pt x="37394" y="19205"/>
                  <a:pt x="34421" y="18629"/>
                </a:cubicBezTo>
                <a:cubicBezTo>
                  <a:pt x="30275" y="17829"/>
                  <a:pt x="26371" y="16106"/>
                  <a:pt x="22577" y="14262"/>
                </a:cubicBezTo>
                <a:cubicBezTo>
                  <a:pt x="18721" y="12387"/>
                  <a:pt x="14936" y="10375"/>
                  <a:pt x="11150" y="8365"/>
                </a:cubicBezTo>
                <a:cubicBezTo>
                  <a:pt x="10880" y="8223"/>
                  <a:pt x="10695" y="7721"/>
                  <a:pt x="10958" y="7710"/>
                </a:cubicBezTo>
                <a:lnTo>
                  <a:pt x="10958" y="7710"/>
                </a:lnTo>
                <a:cubicBezTo>
                  <a:pt x="10970" y="7710"/>
                  <a:pt x="10983" y="7711"/>
                  <a:pt x="10995" y="7711"/>
                </a:cubicBezTo>
                <a:cubicBezTo>
                  <a:pt x="10985" y="7710"/>
                  <a:pt x="10976" y="7710"/>
                  <a:pt x="10967" y="7710"/>
                </a:cubicBezTo>
                <a:cubicBezTo>
                  <a:pt x="10964" y="7710"/>
                  <a:pt x="10961" y="7710"/>
                  <a:pt x="10958" y="7710"/>
                </a:cubicBezTo>
                <a:lnTo>
                  <a:pt x="10958" y="7710"/>
                </a:lnTo>
                <a:cubicBezTo>
                  <a:pt x="9946" y="7671"/>
                  <a:pt x="8932" y="7632"/>
                  <a:pt x="7918" y="7594"/>
                </a:cubicBezTo>
                <a:cubicBezTo>
                  <a:pt x="7604" y="6230"/>
                  <a:pt x="9216" y="5163"/>
                  <a:pt x="10625" y="5163"/>
                </a:cubicBezTo>
                <a:cubicBezTo>
                  <a:pt x="10654" y="5163"/>
                  <a:pt x="10683" y="5164"/>
                  <a:pt x="10712" y="5165"/>
                </a:cubicBezTo>
                <a:cubicBezTo>
                  <a:pt x="12102" y="5209"/>
                  <a:pt x="13431" y="5847"/>
                  <a:pt x="14819" y="5847"/>
                </a:cubicBezTo>
                <a:cubicBezTo>
                  <a:pt x="14855" y="5847"/>
                  <a:pt x="14891" y="5847"/>
                  <a:pt x="14928" y="5846"/>
                </a:cubicBezTo>
                <a:cubicBezTo>
                  <a:pt x="15973" y="5818"/>
                  <a:pt x="16963" y="5413"/>
                  <a:pt x="17979" y="5165"/>
                </a:cubicBezTo>
                <a:cubicBezTo>
                  <a:pt x="19168" y="4873"/>
                  <a:pt x="20388" y="4795"/>
                  <a:pt x="21618" y="4795"/>
                </a:cubicBezTo>
                <a:cubicBezTo>
                  <a:pt x="23019" y="4795"/>
                  <a:pt x="24433" y="4896"/>
                  <a:pt x="25831" y="4896"/>
                </a:cubicBezTo>
                <a:cubicBezTo>
                  <a:pt x="27241" y="4896"/>
                  <a:pt x="28633" y="4793"/>
                  <a:pt x="29978" y="4382"/>
                </a:cubicBezTo>
                <a:cubicBezTo>
                  <a:pt x="30753" y="4145"/>
                  <a:pt x="31499" y="3806"/>
                  <a:pt x="32299" y="3667"/>
                </a:cubicBezTo>
                <a:cubicBezTo>
                  <a:pt x="32601" y="3615"/>
                  <a:pt x="32904" y="3591"/>
                  <a:pt x="33208" y="3591"/>
                </a:cubicBezTo>
                <a:cubicBezTo>
                  <a:pt x="34216" y="3591"/>
                  <a:pt x="35229" y="3849"/>
                  <a:pt x="36197" y="4155"/>
                </a:cubicBezTo>
                <a:cubicBezTo>
                  <a:pt x="42741" y="6209"/>
                  <a:pt x="48969" y="10476"/>
                  <a:pt x="55670" y="10476"/>
                </a:cubicBezTo>
                <a:cubicBezTo>
                  <a:pt x="56324" y="10476"/>
                  <a:pt x="56983" y="10435"/>
                  <a:pt x="57647" y="10348"/>
                </a:cubicBezTo>
                <a:cubicBezTo>
                  <a:pt x="53603" y="9627"/>
                  <a:pt x="49595" y="8707"/>
                  <a:pt x="45641" y="7598"/>
                </a:cubicBezTo>
                <a:cubicBezTo>
                  <a:pt x="47304" y="6913"/>
                  <a:pt x="49104" y="6559"/>
                  <a:pt x="50901" y="6559"/>
                </a:cubicBezTo>
                <a:cubicBezTo>
                  <a:pt x="51307" y="6559"/>
                  <a:pt x="51713" y="6577"/>
                  <a:pt x="52118" y="6613"/>
                </a:cubicBezTo>
                <a:cubicBezTo>
                  <a:pt x="50317" y="6194"/>
                  <a:pt x="48518" y="5773"/>
                  <a:pt x="46717" y="5356"/>
                </a:cubicBezTo>
                <a:cubicBezTo>
                  <a:pt x="48619" y="4373"/>
                  <a:pt x="50761" y="3862"/>
                  <a:pt x="52902" y="3862"/>
                </a:cubicBezTo>
                <a:cubicBezTo>
                  <a:pt x="53658" y="3862"/>
                  <a:pt x="54414" y="3926"/>
                  <a:pt x="55159" y="4055"/>
                </a:cubicBezTo>
                <a:cubicBezTo>
                  <a:pt x="54414" y="3597"/>
                  <a:pt x="53664" y="3141"/>
                  <a:pt x="52918" y="2685"/>
                </a:cubicBezTo>
                <a:cubicBezTo>
                  <a:pt x="53834" y="2642"/>
                  <a:pt x="54750" y="2621"/>
                  <a:pt x="55667" y="2621"/>
                </a:cubicBezTo>
                <a:cubicBezTo>
                  <a:pt x="61298" y="2621"/>
                  <a:pt x="66930" y="3420"/>
                  <a:pt x="72335" y="4994"/>
                </a:cubicBezTo>
                <a:cubicBezTo>
                  <a:pt x="71770" y="4198"/>
                  <a:pt x="70848" y="3669"/>
                  <a:pt x="69877" y="3585"/>
                </a:cubicBezTo>
                <a:cubicBezTo>
                  <a:pt x="71029" y="3254"/>
                  <a:pt x="72223" y="3163"/>
                  <a:pt x="73425" y="3163"/>
                </a:cubicBezTo>
                <a:cubicBezTo>
                  <a:pt x="74142" y="3163"/>
                  <a:pt x="74862" y="3196"/>
                  <a:pt x="75577" y="3229"/>
                </a:cubicBezTo>
                <a:cubicBezTo>
                  <a:pt x="84941" y="3663"/>
                  <a:pt x="94307" y="4094"/>
                  <a:pt x="103671" y="4527"/>
                </a:cubicBezTo>
                <a:cubicBezTo>
                  <a:pt x="100637" y="3932"/>
                  <a:pt x="97603" y="3336"/>
                  <a:pt x="94571" y="2743"/>
                </a:cubicBezTo>
                <a:cubicBezTo>
                  <a:pt x="99351" y="678"/>
                  <a:pt x="105532" y="2434"/>
                  <a:pt x="110165" y="350"/>
                </a:cubicBezTo>
                <a:lnTo>
                  <a:pt x="110165" y="350"/>
                </a:lnTo>
                <a:cubicBezTo>
                  <a:pt x="109613" y="352"/>
                  <a:pt x="109059" y="352"/>
                  <a:pt x="108508" y="355"/>
                </a:cubicBezTo>
                <a:cubicBezTo>
                  <a:pt x="106973" y="362"/>
                  <a:pt x="105439" y="365"/>
                  <a:pt x="103907" y="365"/>
                </a:cubicBezTo>
                <a:cubicBezTo>
                  <a:pt x="86808" y="365"/>
                  <a:pt x="69866" y="1"/>
                  <a:pt x="52849"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21"/>
          <p:cNvSpPr/>
          <p:nvPr/>
        </p:nvSpPr>
        <p:spPr>
          <a:xfrm>
            <a:off x="2244311" y="4673250"/>
            <a:ext cx="1921808" cy="162825"/>
          </a:xfrm>
          <a:custGeom>
            <a:rect b="b" l="l" r="r" t="t"/>
            <a:pathLst>
              <a:path extrusionOk="0" h="6513" w="53041">
                <a:moveTo>
                  <a:pt x="22765" y="3794"/>
                </a:moveTo>
                <a:cubicBezTo>
                  <a:pt x="23297" y="3821"/>
                  <a:pt x="23829" y="3842"/>
                  <a:pt x="24361" y="3859"/>
                </a:cubicBezTo>
                <a:lnTo>
                  <a:pt x="24361" y="3859"/>
                </a:lnTo>
                <a:cubicBezTo>
                  <a:pt x="23830" y="3816"/>
                  <a:pt x="23298" y="3798"/>
                  <a:pt x="22765" y="3794"/>
                </a:cubicBezTo>
                <a:close/>
                <a:moveTo>
                  <a:pt x="322" y="1"/>
                </a:moveTo>
                <a:cubicBezTo>
                  <a:pt x="225" y="1"/>
                  <a:pt x="128" y="8"/>
                  <a:pt x="31" y="23"/>
                </a:cubicBezTo>
                <a:cubicBezTo>
                  <a:pt x="0" y="1661"/>
                  <a:pt x="6988" y="2792"/>
                  <a:pt x="8346" y="3060"/>
                </a:cubicBezTo>
                <a:cubicBezTo>
                  <a:pt x="11278" y="3641"/>
                  <a:pt x="14268" y="3938"/>
                  <a:pt x="17258" y="3938"/>
                </a:cubicBezTo>
                <a:cubicBezTo>
                  <a:pt x="17634" y="3938"/>
                  <a:pt x="18010" y="3933"/>
                  <a:pt x="18386" y="3924"/>
                </a:cubicBezTo>
                <a:cubicBezTo>
                  <a:pt x="19782" y="3891"/>
                  <a:pt x="21184" y="3794"/>
                  <a:pt x="22580" y="3794"/>
                </a:cubicBezTo>
                <a:cubicBezTo>
                  <a:pt x="22642" y="3794"/>
                  <a:pt x="22704" y="3794"/>
                  <a:pt x="22765" y="3794"/>
                </a:cubicBezTo>
                <a:lnTo>
                  <a:pt x="22765" y="3794"/>
                </a:lnTo>
                <a:cubicBezTo>
                  <a:pt x="17449" y="3531"/>
                  <a:pt x="12156" y="2821"/>
                  <a:pt x="6876" y="2113"/>
                </a:cubicBezTo>
                <a:cubicBezTo>
                  <a:pt x="5804" y="1970"/>
                  <a:pt x="4717" y="1823"/>
                  <a:pt x="3719" y="1412"/>
                </a:cubicBezTo>
                <a:cubicBezTo>
                  <a:pt x="2690" y="990"/>
                  <a:pt x="1482" y="1"/>
                  <a:pt x="322" y="1"/>
                </a:cubicBezTo>
                <a:close/>
                <a:moveTo>
                  <a:pt x="24361" y="3859"/>
                </a:moveTo>
                <a:cubicBezTo>
                  <a:pt x="24719" y="3888"/>
                  <a:pt x="25076" y="3928"/>
                  <a:pt x="25432" y="3982"/>
                </a:cubicBezTo>
                <a:cubicBezTo>
                  <a:pt x="26977" y="4217"/>
                  <a:pt x="28470" y="4707"/>
                  <a:pt x="30007" y="4987"/>
                </a:cubicBezTo>
                <a:cubicBezTo>
                  <a:pt x="32121" y="5368"/>
                  <a:pt x="34283" y="5343"/>
                  <a:pt x="36423" y="5533"/>
                </a:cubicBezTo>
                <a:cubicBezTo>
                  <a:pt x="38844" y="5748"/>
                  <a:pt x="41236" y="6237"/>
                  <a:pt x="43659" y="6425"/>
                </a:cubicBezTo>
                <a:cubicBezTo>
                  <a:pt x="44408" y="6484"/>
                  <a:pt x="45160" y="6513"/>
                  <a:pt x="45912" y="6513"/>
                </a:cubicBezTo>
                <a:cubicBezTo>
                  <a:pt x="48313" y="6513"/>
                  <a:pt x="50714" y="6216"/>
                  <a:pt x="53041" y="5631"/>
                </a:cubicBezTo>
                <a:cubicBezTo>
                  <a:pt x="52377" y="5349"/>
                  <a:pt x="51668" y="5262"/>
                  <a:pt x="50945" y="5262"/>
                </a:cubicBezTo>
                <a:cubicBezTo>
                  <a:pt x="50275" y="5262"/>
                  <a:pt x="49593" y="5337"/>
                  <a:pt x="48926" y="5401"/>
                </a:cubicBezTo>
                <a:cubicBezTo>
                  <a:pt x="47195" y="5571"/>
                  <a:pt x="45456" y="5655"/>
                  <a:pt x="43717" y="5655"/>
                </a:cubicBezTo>
                <a:cubicBezTo>
                  <a:pt x="40126" y="5655"/>
                  <a:pt x="36535" y="5295"/>
                  <a:pt x="33017" y="4579"/>
                </a:cubicBezTo>
                <a:cubicBezTo>
                  <a:pt x="32060" y="4388"/>
                  <a:pt x="31105" y="4164"/>
                  <a:pt x="30136" y="4045"/>
                </a:cubicBezTo>
                <a:cubicBezTo>
                  <a:pt x="28858" y="3888"/>
                  <a:pt x="27562" y="3906"/>
                  <a:pt x="26274" y="3898"/>
                </a:cubicBezTo>
                <a:cubicBezTo>
                  <a:pt x="25636" y="3893"/>
                  <a:pt x="24998" y="3880"/>
                  <a:pt x="24361" y="3859"/>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21"/>
          <p:cNvSpPr/>
          <p:nvPr/>
        </p:nvSpPr>
        <p:spPr>
          <a:xfrm>
            <a:off x="923200" y="4724475"/>
            <a:ext cx="527225" cy="129350"/>
          </a:xfrm>
          <a:custGeom>
            <a:rect b="b" l="l" r="r" t="t"/>
            <a:pathLst>
              <a:path extrusionOk="0" h="5174" w="21089">
                <a:moveTo>
                  <a:pt x="1174" y="0"/>
                </a:moveTo>
                <a:cubicBezTo>
                  <a:pt x="1132" y="0"/>
                  <a:pt x="1094" y="5"/>
                  <a:pt x="1061" y="15"/>
                </a:cubicBezTo>
                <a:cubicBezTo>
                  <a:pt x="0" y="344"/>
                  <a:pt x="2005" y="1853"/>
                  <a:pt x="2533" y="2037"/>
                </a:cubicBezTo>
                <a:cubicBezTo>
                  <a:pt x="3249" y="2284"/>
                  <a:pt x="4030" y="2252"/>
                  <a:pt x="4780" y="2382"/>
                </a:cubicBezTo>
                <a:cubicBezTo>
                  <a:pt x="6154" y="2622"/>
                  <a:pt x="7387" y="3396"/>
                  <a:pt x="8753" y="3683"/>
                </a:cubicBezTo>
                <a:cubicBezTo>
                  <a:pt x="10071" y="3961"/>
                  <a:pt x="11447" y="3771"/>
                  <a:pt x="12786" y="3926"/>
                </a:cubicBezTo>
                <a:cubicBezTo>
                  <a:pt x="14201" y="4088"/>
                  <a:pt x="15542" y="4633"/>
                  <a:pt x="16931" y="4948"/>
                </a:cubicBezTo>
                <a:cubicBezTo>
                  <a:pt x="17530" y="5084"/>
                  <a:pt x="18157" y="5173"/>
                  <a:pt x="18775" y="5173"/>
                </a:cubicBezTo>
                <a:cubicBezTo>
                  <a:pt x="19591" y="5173"/>
                  <a:pt x="20391" y="5017"/>
                  <a:pt x="21089" y="4603"/>
                </a:cubicBezTo>
                <a:cubicBezTo>
                  <a:pt x="18579" y="3908"/>
                  <a:pt x="15921" y="4087"/>
                  <a:pt x="13324" y="3897"/>
                </a:cubicBezTo>
                <a:cubicBezTo>
                  <a:pt x="10390" y="3681"/>
                  <a:pt x="7493" y="2977"/>
                  <a:pt x="4784" y="1830"/>
                </a:cubicBezTo>
                <a:cubicBezTo>
                  <a:pt x="4142" y="1557"/>
                  <a:pt x="1934" y="0"/>
                  <a:pt x="117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21"/>
          <p:cNvSpPr/>
          <p:nvPr/>
        </p:nvSpPr>
        <p:spPr>
          <a:xfrm>
            <a:off x="3952875" y="4953025"/>
            <a:ext cx="5191118" cy="147000"/>
          </a:xfrm>
          <a:custGeom>
            <a:rect b="b" l="l" r="r" t="t"/>
            <a:pathLst>
              <a:path extrusionOk="0" h="5880" w="94945">
                <a:moveTo>
                  <a:pt x="94943" y="762"/>
                </a:moveTo>
                <a:lnTo>
                  <a:pt x="94943" y="762"/>
                </a:lnTo>
                <a:lnTo>
                  <a:pt x="94943" y="762"/>
                </a:lnTo>
                <a:cubicBezTo>
                  <a:pt x="94943" y="762"/>
                  <a:pt x="94944" y="762"/>
                  <a:pt x="94945" y="762"/>
                </a:cubicBezTo>
                <a:close/>
                <a:moveTo>
                  <a:pt x="20999" y="1"/>
                </a:moveTo>
                <a:cubicBezTo>
                  <a:pt x="18619" y="1"/>
                  <a:pt x="16225" y="189"/>
                  <a:pt x="13847" y="308"/>
                </a:cubicBezTo>
                <a:cubicBezTo>
                  <a:pt x="11930" y="404"/>
                  <a:pt x="10009" y="453"/>
                  <a:pt x="8089" y="453"/>
                </a:cubicBezTo>
                <a:cubicBezTo>
                  <a:pt x="5390" y="453"/>
                  <a:pt x="2691" y="356"/>
                  <a:pt x="1" y="153"/>
                </a:cubicBezTo>
                <a:lnTo>
                  <a:pt x="1" y="153"/>
                </a:lnTo>
                <a:cubicBezTo>
                  <a:pt x="2583" y="578"/>
                  <a:pt x="5166" y="977"/>
                  <a:pt x="7762" y="1300"/>
                </a:cubicBezTo>
                <a:cubicBezTo>
                  <a:pt x="9895" y="1566"/>
                  <a:pt x="12037" y="1780"/>
                  <a:pt x="14176" y="1993"/>
                </a:cubicBezTo>
                <a:cubicBezTo>
                  <a:pt x="18469" y="2426"/>
                  <a:pt x="22763" y="2854"/>
                  <a:pt x="27054" y="3283"/>
                </a:cubicBezTo>
                <a:cubicBezTo>
                  <a:pt x="29508" y="3528"/>
                  <a:pt x="31989" y="3773"/>
                  <a:pt x="34454" y="3773"/>
                </a:cubicBezTo>
                <a:cubicBezTo>
                  <a:pt x="36311" y="3773"/>
                  <a:pt x="38159" y="3634"/>
                  <a:pt x="39978" y="3252"/>
                </a:cubicBezTo>
                <a:cubicBezTo>
                  <a:pt x="40856" y="3068"/>
                  <a:pt x="41740" y="2824"/>
                  <a:pt x="42633" y="2824"/>
                </a:cubicBezTo>
                <a:cubicBezTo>
                  <a:pt x="42737" y="2824"/>
                  <a:pt x="42842" y="2827"/>
                  <a:pt x="42947" y="2835"/>
                </a:cubicBezTo>
                <a:cubicBezTo>
                  <a:pt x="43928" y="2901"/>
                  <a:pt x="44854" y="3299"/>
                  <a:pt x="45803" y="3557"/>
                </a:cubicBezTo>
                <a:cubicBezTo>
                  <a:pt x="46995" y="3883"/>
                  <a:pt x="48209" y="3992"/>
                  <a:pt x="49436" y="3992"/>
                </a:cubicBezTo>
                <a:cubicBezTo>
                  <a:pt x="51949" y="3992"/>
                  <a:pt x="54515" y="3533"/>
                  <a:pt x="57048" y="3533"/>
                </a:cubicBezTo>
                <a:cubicBezTo>
                  <a:pt x="57150" y="3533"/>
                  <a:pt x="57252" y="3534"/>
                  <a:pt x="57354" y="3535"/>
                </a:cubicBezTo>
                <a:cubicBezTo>
                  <a:pt x="62165" y="3606"/>
                  <a:pt x="66825" y="5477"/>
                  <a:pt x="71630" y="5477"/>
                </a:cubicBezTo>
                <a:cubicBezTo>
                  <a:pt x="71722" y="5477"/>
                  <a:pt x="71814" y="5477"/>
                  <a:pt x="71907" y="5475"/>
                </a:cubicBezTo>
                <a:cubicBezTo>
                  <a:pt x="75299" y="5426"/>
                  <a:pt x="78814" y="4433"/>
                  <a:pt x="82146" y="4433"/>
                </a:cubicBezTo>
                <a:cubicBezTo>
                  <a:pt x="83767" y="4433"/>
                  <a:pt x="85344" y="4668"/>
                  <a:pt x="86843" y="5362"/>
                </a:cubicBezTo>
                <a:cubicBezTo>
                  <a:pt x="87317" y="5579"/>
                  <a:pt x="87789" y="5845"/>
                  <a:pt x="88307" y="5876"/>
                </a:cubicBezTo>
                <a:cubicBezTo>
                  <a:pt x="88344" y="5879"/>
                  <a:pt x="88381" y="5880"/>
                  <a:pt x="88418" y="5880"/>
                </a:cubicBezTo>
                <a:cubicBezTo>
                  <a:pt x="89089" y="5880"/>
                  <a:pt x="89706" y="5504"/>
                  <a:pt x="90331" y="5238"/>
                </a:cubicBezTo>
                <a:cubicBezTo>
                  <a:pt x="91088" y="4917"/>
                  <a:pt x="91909" y="4760"/>
                  <a:pt x="92731" y="4760"/>
                </a:cubicBezTo>
                <a:cubicBezTo>
                  <a:pt x="93465" y="4760"/>
                  <a:pt x="94200" y="4885"/>
                  <a:pt x="94892" y="5129"/>
                </a:cubicBezTo>
                <a:cubicBezTo>
                  <a:pt x="94923" y="4953"/>
                  <a:pt x="94943" y="4774"/>
                  <a:pt x="94943" y="4586"/>
                </a:cubicBezTo>
                <a:lnTo>
                  <a:pt x="94943" y="762"/>
                </a:lnTo>
                <a:lnTo>
                  <a:pt x="94943" y="762"/>
                </a:lnTo>
                <a:cubicBezTo>
                  <a:pt x="93802" y="1011"/>
                  <a:pt x="92668" y="1294"/>
                  <a:pt x="91523" y="1519"/>
                </a:cubicBezTo>
                <a:cubicBezTo>
                  <a:pt x="88157" y="2177"/>
                  <a:pt x="84708" y="2302"/>
                  <a:pt x="81280" y="2428"/>
                </a:cubicBezTo>
                <a:cubicBezTo>
                  <a:pt x="70478" y="2817"/>
                  <a:pt x="59679" y="3209"/>
                  <a:pt x="48876" y="3596"/>
                </a:cubicBezTo>
                <a:cubicBezTo>
                  <a:pt x="48495" y="3610"/>
                  <a:pt x="48109" y="3624"/>
                  <a:pt x="47724" y="3624"/>
                </a:cubicBezTo>
                <a:cubicBezTo>
                  <a:pt x="46689" y="3624"/>
                  <a:pt x="45658" y="3527"/>
                  <a:pt x="44727" y="3095"/>
                </a:cubicBezTo>
                <a:cubicBezTo>
                  <a:pt x="44042" y="2778"/>
                  <a:pt x="43433" y="2285"/>
                  <a:pt x="42701" y="2097"/>
                </a:cubicBezTo>
                <a:cubicBezTo>
                  <a:pt x="42449" y="2031"/>
                  <a:pt x="42195" y="2004"/>
                  <a:pt x="41940" y="2004"/>
                </a:cubicBezTo>
                <a:cubicBezTo>
                  <a:pt x="41071" y="2004"/>
                  <a:pt x="40188" y="2318"/>
                  <a:pt x="39322" y="2506"/>
                </a:cubicBezTo>
                <a:cubicBezTo>
                  <a:pt x="38588" y="2665"/>
                  <a:pt x="37854" y="2734"/>
                  <a:pt x="37120" y="2734"/>
                </a:cubicBezTo>
                <a:cubicBezTo>
                  <a:pt x="33605" y="2734"/>
                  <a:pt x="30092" y="1161"/>
                  <a:pt x="26560" y="474"/>
                </a:cubicBezTo>
                <a:cubicBezTo>
                  <a:pt x="24725" y="117"/>
                  <a:pt x="22866" y="1"/>
                  <a:pt x="209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21"/>
          <p:cNvSpPr/>
          <p:nvPr/>
        </p:nvSpPr>
        <p:spPr>
          <a:xfrm>
            <a:off x="269575" y="4710950"/>
            <a:ext cx="1420525" cy="429800"/>
          </a:xfrm>
          <a:custGeom>
            <a:rect b="b" l="l" r="r" t="t"/>
            <a:pathLst>
              <a:path extrusionOk="0" h="17192" w="56821">
                <a:moveTo>
                  <a:pt x="600" y="0"/>
                </a:moveTo>
                <a:cubicBezTo>
                  <a:pt x="236" y="351"/>
                  <a:pt x="1" y="779"/>
                  <a:pt x="81" y="1269"/>
                </a:cubicBezTo>
                <a:cubicBezTo>
                  <a:pt x="147" y="1672"/>
                  <a:pt x="429" y="2005"/>
                  <a:pt x="707" y="2300"/>
                </a:cubicBezTo>
                <a:cubicBezTo>
                  <a:pt x="3093" y="4825"/>
                  <a:pt x="6307" y="6368"/>
                  <a:pt x="9447" y="7855"/>
                </a:cubicBezTo>
                <a:cubicBezTo>
                  <a:pt x="14430" y="10220"/>
                  <a:pt x="19426" y="12582"/>
                  <a:pt x="24599" y="14493"/>
                </a:cubicBezTo>
                <a:cubicBezTo>
                  <a:pt x="27337" y="15505"/>
                  <a:pt x="30123" y="16381"/>
                  <a:pt x="32925" y="17192"/>
                </a:cubicBezTo>
                <a:lnTo>
                  <a:pt x="56821" y="17192"/>
                </a:lnTo>
                <a:cubicBezTo>
                  <a:pt x="55652" y="17004"/>
                  <a:pt x="54484" y="16832"/>
                  <a:pt x="53308" y="16687"/>
                </a:cubicBezTo>
                <a:cubicBezTo>
                  <a:pt x="48663" y="16121"/>
                  <a:pt x="43973" y="15945"/>
                  <a:pt x="39344" y="15248"/>
                </a:cubicBezTo>
                <a:cubicBezTo>
                  <a:pt x="29555" y="13780"/>
                  <a:pt x="20273" y="10040"/>
                  <a:pt x="11099" y="6330"/>
                </a:cubicBezTo>
                <a:lnTo>
                  <a:pt x="2569" y="2882"/>
                </a:lnTo>
                <a:cubicBezTo>
                  <a:pt x="1698" y="2529"/>
                  <a:pt x="725" y="2063"/>
                  <a:pt x="472" y="1161"/>
                </a:cubicBezTo>
                <a:cubicBezTo>
                  <a:pt x="351" y="725"/>
                  <a:pt x="412" y="339"/>
                  <a:pt x="600"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21"/>
          <p:cNvSpPr/>
          <p:nvPr/>
        </p:nvSpPr>
        <p:spPr>
          <a:xfrm flipH="1">
            <a:off x="6361500" y="4565250"/>
            <a:ext cx="2858400" cy="575550"/>
          </a:xfrm>
          <a:custGeom>
            <a:rect b="b" l="l" r="r" t="t"/>
            <a:pathLst>
              <a:path extrusionOk="0" h="23022" w="114336">
                <a:moveTo>
                  <a:pt x="60088" y="1"/>
                </a:moveTo>
                <a:cubicBezTo>
                  <a:pt x="52820" y="1"/>
                  <a:pt x="45539" y="67"/>
                  <a:pt x="38226" y="256"/>
                </a:cubicBezTo>
                <a:cubicBezTo>
                  <a:pt x="35709" y="321"/>
                  <a:pt x="33175" y="345"/>
                  <a:pt x="30633" y="345"/>
                </a:cubicBezTo>
                <a:cubicBezTo>
                  <a:pt x="23743" y="345"/>
                  <a:pt x="16782" y="170"/>
                  <a:pt x="9878" y="170"/>
                </a:cubicBezTo>
                <a:cubicBezTo>
                  <a:pt x="6845" y="170"/>
                  <a:pt x="3822" y="204"/>
                  <a:pt x="822" y="301"/>
                </a:cubicBezTo>
                <a:cubicBezTo>
                  <a:pt x="539" y="393"/>
                  <a:pt x="264" y="502"/>
                  <a:pt x="0" y="630"/>
                </a:cubicBezTo>
                <a:lnTo>
                  <a:pt x="0" y="20101"/>
                </a:lnTo>
                <a:cubicBezTo>
                  <a:pt x="0" y="21716"/>
                  <a:pt x="1310" y="23022"/>
                  <a:pt x="2923" y="23022"/>
                </a:cubicBezTo>
                <a:lnTo>
                  <a:pt x="67594" y="23022"/>
                </a:lnTo>
                <a:cubicBezTo>
                  <a:pt x="66425" y="22834"/>
                  <a:pt x="65257" y="22664"/>
                  <a:pt x="64080" y="22519"/>
                </a:cubicBezTo>
                <a:cubicBezTo>
                  <a:pt x="59434" y="21949"/>
                  <a:pt x="54744" y="21773"/>
                  <a:pt x="50117" y="21080"/>
                </a:cubicBezTo>
                <a:cubicBezTo>
                  <a:pt x="40328" y="19612"/>
                  <a:pt x="31048" y="15872"/>
                  <a:pt x="21872" y="12162"/>
                </a:cubicBezTo>
                <a:lnTo>
                  <a:pt x="13344" y="8711"/>
                </a:lnTo>
                <a:cubicBezTo>
                  <a:pt x="12473" y="8359"/>
                  <a:pt x="11498" y="7895"/>
                  <a:pt x="11245" y="6991"/>
                </a:cubicBezTo>
                <a:cubicBezTo>
                  <a:pt x="10756" y="5239"/>
                  <a:pt x="13210" y="4276"/>
                  <a:pt x="15023" y="4143"/>
                </a:cubicBezTo>
                <a:cubicBezTo>
                  <a:pt x="30959" y="2979"/>
                  <a:pt x="46914" y="1810"/>
                  <a:pt x="62889" y="1810"/>
                </a:cubicBezTo>
                <a:cubicBezTo>
                  <a:pt x="64185" y="1810"/>
                  <a:pt x="65480" y="1817"/>
                  <a:pt x="66776" y="1833"/>
                </a:cubicBezTo>
                <a:cubicBezTo>
                  <a:pt x="74517" y="1929"/>
                  <a:pt x="82257" y="2319"/>
                  <a:pt x="89994" y="2319"/>
                </a:cubicBezTo>
                <a:cubicBezTo>
                  <a:pt x="92245" y="2319"/>
                  <a:pt x="94495" y="2286"/>
                  <a:pt x="96745" y="2203"/>
                </a:cubicBezTo>
                <a:cubicBezTo>
                  <a:pt x="102635" y="1988"/>
                  <a:pt x="108513" y="1256"/>
                  <a:pt x="114336" y="361"/>
                </a:cubicBezTo>
                <a:cubicBezTo>
                  <a:pt x="114211" y="348"/>
                  <a:pt x="114086" y="343"/>
                  <a:pt x="113961" y="343"/>
                </a:cubicBezTo>
                <a:cubicBezTo>
                  <a:pt x="113637" y="343"/>
                  <a:pt x="113313" y="376"/>
                  <a:pt x="112990" y="376"/>
                </a:cubicBezTo>
                <a:cubicBezTo>
                  <a:pt x="112878" y="376"/>
                  <a:pt x="112766" y="372"/>
                  <a:pt x="112654" y="361"/>
                </a:cubicBezTo>
                <a:cubicBezTo>
                  <a:pt x="112131" y="362"/>
                  <a:pt x="111609" y="362"/>
                  <a:pt x="111086" y="362"/>
                </a:cubicBezTo>
                <a:cubicBezTo>
                  <a:pt x="94007" y="362"/>
                  <a:pt x="77085" y="1"/>
                  <a:pt x="600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21"/>
          <p:cNvSpPr/>
          <p:nvPr/>
        </p:nvSpPr>
        <p:spPr>
          <a:xfrm flipH="1">
            <a:off x="7153825" y="3991750"/>
            <a:ext cx="1989675" cy="783600"/>
          </a:xfrm>
          <a:custGeom>
            <a:rect b="b" l="l" r="r" t="t"/>
            <a:pathLst>
              <a:path extrusionOk="0" h="31344" w="79587">
                <a:moveTo>
                  <a:pt x="28881" y="1"/>
                </a:moveTo>
                <a:lnTo>
                  <a:pt x="28881" y="1"/>
                </a:lnTo>
                <a:cubicBezTo>
                  <a:pt x="27258" y="539"/>
                  <a:pt x="25683" y="1222"/>
                  <a:pt x="24185" y="2060"/>
                </a:cubicBezTo>
                <a:cubicBezTo>
                  <a:pt x="23134" y="2651"/>
                  <a:pt x="22107" y="3313"/>
                  <a:pt x="20952" y="3661"/>
                </a:cubicBezTo>
                <a:cubicBezTo>
                  <a:pt x="19824" y="4003"/>
                  <a:pt x="18634" y="4028"/>
                  <a:pt x="17451" y="4028"/>
                </a:cubicBezTo>
                <a:cubicBezTo>
                  <a:pt x="17253" y="4028"/>
                  <a:pt x="17055" y="4027"/>
                  <a:pt x="16858" y="4027"/>
                </a:cubicBezTo>
                <a:cubicBezTo>
                  <a:pt x="16824" y="4027"/>
                  <a:pt x="16791" y="4027"/>
                  <a:pt x="16757" y="4027"/>
                </a:cubicBezTo>
                <a:cubicBezTo>
                  <a:pt x="11547" y="4043"/>
                  <a:pt x="6338" y="4767"/>
                  <a:pt x="1321" y="6176"/>
                </a:cubicBezTo>
                <a:cubicBezTo>
                  <a:pt x="881" y="6302"/>
                  <a:pt x="431" y="6441"/>
                  <a:pt x="0" y="6613"/>
                </a:cubicBezTo>
                <a:lnTo>
                  <a:pt x="0" y="7873"/>
                </a:lnTo>
                <a:cubicBezTo>
                  <a:pt x="1781" y="8175"/>
                  <a:pt x="3562" y="8476"/>
                  <a:pt x="5342" y="8778"/>
                </a:cubicBezTo>
                <a:cubicBezTo>
                  <a:pt x="5825" y="8860"/>
                  <a:pt x="6373" y="8983"/>
                  <a:pt x="6624" y="9406"/>
                </a:cubicBezTo>
                <a:cubicBezTo>
                  <a:pt x="7092" y="10197"/>
                  <a:pt x="6086" y="11082"/>
                  <a:pt x="5185" y="11248"/>
                </a:cubicBezTo>
                <a:cubicBezTo>
                  <a:pt x="4283" y="11414"/>
                  <a:pt x="3208" y="11373"/>
                  <a:pt x="2643" y="12095"/>
                </a:cubicBezTo>
                <a:cubicBezTo>
                  <a:pt x="3611" y="12278"/>
                  <a:pt x="3621" y="13839"/>
                  <a:pt x="2821" y="14419"/>
                </a:cubicBezTo>
                <a:cubicBezTo>
                  <a:pt x="2365" y="14750"/>
                  <a:pt x="1813" y="14853"/>
                  <a:pt x="1243" y="14853"/>
                </a:cubicBezTo>
                <a:cubicBezTo>
                  <a:pt x="829" y="14853"/>
                  <a:pt x="405" y="14799"/>
                  <a:pt x="0" y="14738"/>
                </a:cubicBezTo>
                <a:lnTo>
                  <a:pt x="0" y="29626"/>
                </a:lnTo>
                <a:cubicBezTo>
                  <a:pt x="939" y="29925"/>
                  <a:pt x="1963" y="30060"/>
                  <a:pt x="2976" y="30060"/>
                </a:cubicBezTo>
                <a:cubicBezTo>
                  <a:pt x="3504" y="30060"/>
                  <a:pt x="4030" y="30024"/>
                  <a:pt x="4539" y="29954"/>
                </a:cubicBezTo>
                <a:cubicBezTo>
                  <a:pt x="7459" y="29553"/>
                  <a:pt x="10291" y="28394"/>
                  <a:pt x="13229" y="28394"/>
                </a:cubicBezTo>
                <a:cubicBezTo>
                  <a:pt x="13353" y="28394"/>
                  <a:pt x="13477" y="28396"/>
                  <a:pt x="13602" y="28400"/>
                </a:cubicBezTo>
                <a:cubicBezTo>
                  <a:pt x="16841" y="28510"/>
                  <a:pt x="19828" y="30097"/>
                  <a:pt x="22989" y="30820"/>
                </a:cubicBezTo>
                <a:cubicBezTo>
                  <a:pt x="24696" y="31210"/>
                  <a:pt x="26434" y="31344"/>
                  <a:pt x="28183" y="31344"/>
                </a:cubicBezTo>
                <a:cubicBezTo>
                  <a:pt x="30293" y="31344"/>
                  <a:pt x="32420" y="31149"/>
                  <a:pt x="34524" y="30974"/>
                </a:cubicBezTo>
                <a:cubicBezTo>
                  <a:pt x="41455" y="30397"/>
                  <a:pt x="48404" y="30045"/>
                  <a:pt x="55356" y="29919"/>
                </a:cubicBezTo>
                <a:cubicBezTo>
                  <a:pt x="61510" y="29810"/>
                  <a:pt x="67770" y="29861"/>
                  <a:pt x="73666" y="28097"/>
                </a:cubicBezTo>
                <a:cubicBezTo>
                  <a:pt x="75182" y="27643"/>
                  <a:pt x="76709" y="27042"/>
                  <a:pt x="77833" y="25928"/>
                </a:cubicBezTo>
                <a:cubicBezTo>
                  <a:pt x="78956" y="24814"/>
                  <a:pt x="79587" y="23078"/>
                  <a:pt x="79015" y="21602"/>
                </a:cubicBezTo>
                <a:cubicBezTo>
                  <a:pt x="77373" y="21043"/>
                  <a:pt x="75731" y="20485"/>
                  <a:pt x="74088" y="19925"/>
                </a:cubicBezTo>
                <a:cubicBezTo>
                  <a:pt x="74133" y="19304"/>
                  <a:pt x="74331" y="18698"/>
                  <a:pt x="74660" y="18169"/>
                </a:cubicBezTo>
                <a:cubicBezTo>
                  <a:pt x="73289" y="17861"/>
                  <a:pt x="71884" y="17706"/>
                  <a:pt x="70479" y="17706"/>
                </a:cubicBezTo>
                <a:cubicBezTo>
                  <a:pt x="69913" y="17706"/>
                  <a:pt x="69346" y="17731"/>
                  <a:pt x="68782" y="17782"/>
                </a:cubicBezTo>
                <a:cubicBezTo>
                  <a:pt x="68689" y="18761"/>
                  <a:pt x="67691" y="19460"/>
                  <a:pt x="66735" y="19460"/>
                </a:cubicBezTo>
                <a:cubicBezTo>
                  <a:pt x="66376" y="19460"/>
                  <a:pt x="66023" y="19362"/>
                  <a:pt x="65726" y="19142"/>
                </a:cubicBezTo>
                <a:lnTo>
                  <a:pt x="65726" y="19142"/>
                </a:lnTo>
                <a:cubicBezTo>
                  <a:pt x="65991" y="19647"/>
                  <a:pt x="65584" y="20299"/>
                  <a:pt x="65045" y="20487"/>
                </a:cubicBezTo>
                <a:cubicBezTo>
                  <a:pt x="64867" y="20549"/>
                  <a:pt x="64682" y="20575"/>
                  <a:pt x="64495" y="20575"/>
                </a:cubicBezTo>
                <a:cubicBezTo>
                  <a:pt x="64119" y="20575"/>
                  <a:pt x="63734" y="20470"/>
                  <a:pt x="63372" y="20346"/>
                </a:cubicBezTo>
                <a:cubicBezTo>
                  <a:pt x="61978" y="19870"/>
                  <a:pt x="60671" y="19142"/>
                  <a:pt x="59535" y="18206"/>
                </a:cubicBezTo>
                <a:cubicBezTo>
                  <a:pt x="59318" y="18860"/>
                  <a:pt x="59099" y="19510"/>
                  <a:pt x="58880" y="20164"/>
                </a:cubicBezTo>
                <a:cubicBezTo>
                  <a:pt x="58729" y="20181"/>
                  <a:pt x="58577" y="20190"/>
                  <a:pt x="58425" y="20190"/>
                </a:cubicBezTo>
                <a:cubicBezTo>
                  <a:pt x="57547" y="20190"/>
                  <a:pt x="56669" y="19904"/>
                  <a:pt x="55963" y="19379"/>
                </a:cubicBezTo>
                <a:cubicBezTo>
                  <a:pt x="55920" y="19899"/>
                  <a:pt x="55693" y="20404"/>
                  <a:pt x="55331" y="20780"/>
                </a:cubicBezTo>
                <a:cubicBezTo>
                  <a:pt x="54479" y="20496"/>
                  <a:pt x="53628" y="20215"/>
                  <a:pt x="52773" y="19931"/>
                </a:cubicBezTo>
                <a:cubicBezTo>
                  <a:pt x="52446" y="19823"/>
                  <a:pt x="52117" y="19714"/>
                  <a:pt x="51810" y="19565"/>
                </a:cubicBezTo>
                <a:cubicBezTo>
                  <a:pt x="49968" y="18682"/>
                  <a:pt x="49059" y="16564"/>
                  <a:pt x="48682" y="14556"/>
                </a:cubicBezTo>
                <a:cubicBezTo>
                  <a:pt x="48242" y="14777"/>
                  <a:pt x="47758" y="14881"/>
                  <a:pt x="47273" y="14881"/>
                </a:cubicBezTo>
                <a:cubicBezTo>
                  <a:pt x="46810" y="14881"/>
                  <a:pt x="46345" y="14786"/>
                  <a:pt x="45916" y="14607"/>
                </a:cubicBezTo>
                <a:cubicBezTo>
                  <a:pt x="45538" y="14451"/>
                  <a:pt x="45161" y="14251"/>
                  <a:pt x="44794" y="14251"/>
                </a:cubicBezTo>
                <a:cubicBezTo>
                  <a:pt x="44535" y="14251"/>
                  <a:pt x="44281" y="14350"/>
                  <a:pt x="44037" y="14634"/>
                </a:cubicBezTo>
                <a:cubicBezTo>
                  <a:pt x="43829" y="14871"/>
                  <a:pt x="43710" y="15198"/>
                  <a:pt x="43436" y="15349"/>
                </a:cubicBezTo>
                <a:cubicBezTo>
                  <a:pt x="43275" y="15437"/>
                  <a:pt x="43082" y="15452"/>
                  <a:pt x="42896" y="15452"/>
                </a:cubicBezTo>
                <a:cubicBezTo>
                  <a:pt x="42496" y="15452"/>
                  <a:pt x="42072" y="15390"/>
                  <a:pt x="41768" y="15131"/>
                </a:cubicBezTo>
                <a:cubicBezTo>
                  <a:pt x="41465" y="14871"/>
                  <a:pt x="41349" y="14362"/>
                  <a:pt x="41620" y="14068"/>
                </a:cubicBezTo>
                <a:cubicBezTo>
                  <a:pt x="42083" y="14027"/>
                  <a:pt x="42536" y="13871"/>
                  <a:pt x="42925" y="13614"/>
                </a:cubicBezTo>
                <a:cubicBezTo>
                  <a:pt x="42228" y="12401"/>
                  <a:pt x="40946" y="11540"/>
                  <a:pt x="39558" y="11352"/>
                </a:cubicBezTo>
                <a:cubicBezTo>
                  <a:pt x="39124" y="11293"/>
                  <a:pt x="38680" y="11295"/>
                  <a:pt x="38249" y="11211"/>
                </a:cubicBezTo>
                <a:cubicBezTo>
                  <a:pt x="37550" y="11078"/>
                  <a:pt x="36894" y="10710"/>
                  <a:pt x="36415" y="10179"/>
                </a:cubicBezTo>
                <a:cubicBezTo>
                  <a:pt x="35857" y="11485"/>
                  <a:pt x="35058" y="13667"/>
                  <a:pt x="33757" y="14358"/>
                </a:cubicBezTo>
                <a:cubicBezTo>
                  <a:pt x="32514" y="15016"/>
                  <a:pt x="30913" y="15151"/>
                  <a:pt x="29975" y="16304"/>
                </a:cubicBezTo>
                <a:cubicBezTo>
                  <a:pt x="29539" y="16836"/>
                  <a:pt x="29323" y="17549"/>
                  <a:pt x="28793" y="17989"/>
                </a:cubicBezTo>
                <a:cubicBezTo>
                  <a:pt x="28591" y="18157"/>
                  <a:pt x="28312" y="18239"/>
                  <a:pt x="28042" y="18239"/>
                </a:cubicBezTo>
                <a:cubicBezTo>
                  <a:pt x="27604" y="18239"/>
                  <a:pt x="27192" y="18021"/>
                  <a:pt x="27180" y="17596"/>
                </a:cubicBezTo>
                <a:cubicBezTo>
                  <a:pt x="27693" y="16918"/>
                  <a:pt x="28227" y="16165"/>
                  <a:pt x="28198" y="15317"/>
                </a:cubicBezTo>
                <a:cubicBezTo>
                  <a:pt x="28186" y="14981"/>
                  <a:pt x="28008" y="14491"/>
                  <a:pt x="27712" y="14296"/>
                </a:cubicBezTo>
                <a:cubicBezTo>
                  <a:pt x="27575" y="14205"/>
                  <a:pt x="27483" y="14182"/>
                  <a:pt x="27400" y="14182"/>
                </a:cubicBezTo>
                <a:cubicBezTo>
                  <a:pt x="27311" y="14182"/>
                  <a:pt x="27232" y="14208"/>
                  <a:pt x="27119" y="14208"/>
                </a:cubicBezTo>
                <a:cubicBezTo>
                  <a:pt x="27073" y="14208"/>
                  <a:pt x="27021" y="14204"/>
                  <a:pt x="26961" y="14192"/>
                </a:cubicBezTo>
                <a:cubicBezTo>
                  <a:pt x="26295" y="14061"/>
                  <a:pt x="25814" y="13593"/>
                  <a:pt x="25644" y="12920"/>
                </a:cubicBezTo>
                <a:cubicBezTo>
                  <a:pt x="25456" y="12174"/>
                  <a:pt x="25587" y="11375"/>
                  <a:pt x="25415" y="10625"/>
                </a:cubicBezTo>
                <a:cubicBezTo>
                  <a:pt x="25360" y="10387"/>
                  <a:pt x="25276" y="10156"/>
                  <a:pt x="25262" y="9911"/>
                </a:cubicBezTo>
                <a:cubicBezTo>
                  <a:pt x="25232" y="9334"/>
                  <a:pt x="25681" y="8770"/>
                  <a:pt x="26248" y="8668"/>
                </a:cubicBezTo>
                <a:cubicBezTo>
                  <a:pt x="25559" y="7995"/>
                  <a:pt x="25849" y="6629"/>
                  <a:pt x="26755" y="6296"/>
                </a:cubicBezTo>
                <a:cubicBezTo>
                  <a:pt x="27260" y="6110"/>
                  <a:pt x="27830" y="6223"/>
                  <a:pt x="28362" y="6139"/>
                </a:cubicBezTo>
                <a:cubicBezTo>
                  <a:pt x="28897" y="6059"/>
                  <a:pt x="29474" y="5611"/>
                  <a:pt x="29341" y="5088"/>
                </a:cubicBezTo>
                <a:cubicBezTo>
                  <a:pt x="29284" y="4867"/>
                  <a:pt x="29110" y="4667"/>
                  <a:pt x="29157" y="4444"/>
                </a:cubicBezTo>
                <a:cubicBezTo>
                  <a:pt x="29212" y="4182"/>
                  <a:pt x="29525" y="4086"/>
                  <a:pt x="29764" y="3968"/>
                </a:cubicBezTo>
                <a:cubicBezTo>
                  <a:pt x="30005" y="3851"/>
                  <a:pt x="30222" y="3518"/>
                  <a:pt x="30018" y="3346"/>
                </a:cubicBezTo>
                <a:cubicBezTo>
                  <a:pt x="29069" y="3342"/>
                  <a:pt x="28120" y="3135"/>
                  <a:pt x="27254" y="2741"/>
                </a:cubicBezTo>
                <a:cubicBezTo>
                  <a:pt x="27215" y="2622"/>
                  <a:pt x="27196" y="2497"/>
                  <a:pt x="27194" y="2373"/>
                </a:cubicBezTo>
                <a:cubicBezTo>
                  <a:pt x="27178" y="1835"/>
                  <a:pt x="27470" y="1293"/>
                  <a:pt x="27849" y="890"/>
                </a:cubicBezTo>
                <a:cubicBezTo>
                  <a:pt x="28159" y="559"/>
                  <a:pt x="28527" y="287"/>
                  <a:pt x="2888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21"/>
          <p:cNvSpPr/>
          <p:nvPr/>
        </p:nvSpPr>
        <p:spPr>
          <a:xfrm flipH="1">
            <a:off x="8499600" y="4030375"/>
            <a:ext cx="625275" cy="286175"/>
          </a:xfrm>
          <a:custGeom>
            <a:rect b="b" l="l" r="r" t="t"/>
            <a:pathLst>
              <a:path extrusionOk="0" h="11447" w="25011">
                <a:moveTo>
                  <a:pt x="24384" y="0"/>
                </a:moveTo>
                <a:lnTo>
                  <a:pt x="24384" y="0"/>
                </a:lnTo>
                <a:cubicBezTo>
                  <a:pt x="24063" y="165"/>
                  <a:pt x="23744" y="333"/>
                  <a:pt x="23429" y="509"/>
                </a:cubicBezTo>
                <a:cubicBezTo>
                  <a:pt x="22377" y="1098"/>
                  <a:pt x="21350" y="1762"/>
                  <a:pt x="20195" y="2108"/>
                </a:cubicBezTo>
                <a:cubicBezTo>
                  <a:pt x="19057" y="2454"/>
                  <a:pt x="17855" y="2477"/>
                  <a:pt x="16661" y="2477"/>
                </a:cubicBezTo>
                <a:cubicBezTo>
                  <a:pt x="16476" y="2477"/>
                  <a:pt x="16291" y="2476"/>
                  <a:pt x="16107" y="2476"/>
                </a:cubicBezTo>
                <a:cubicBezTo>
                  <a:pt x="16072" y="2476"/>
                  <a:pt x="16036" y="2476"/>
                  <a:pt x="16000" y="2476"/>
                </a:cubicBezTo>
                <a:cubicBezTo>
                  <a:pt x="12512" y="2486"/>
                  <a:pt x="9022" y="2817"/>
                  <a:pt x="5589" y="3455"/>
                </a:cubicBezTo>
                <a:cubicBezTo>
                  <a:pt x="5755" y="3954"/>
                  <a:pt x="6184" y="4477"/>
                  <a:pt x="6104" y="4999"/>
                </a:cubicBezTo>
                <a:cubicBezTo>
                  <a:pt x="6010" y="5600"/>
                  <a:pt x="5289" y="5882"/>
                  <a:pt x="4679" y="5882"/>
                </a:cubicBezTo>
                <a:cubicBezTo>
                  <a:pt x="4677" y="5882"/>
                  <a:pt x="4675" y="5882"/>
                  <a:pt x="4673" y="5882"/>
                </a:cubicBezTo>
                <a:cubicBezTo>
                  <a:pt x="4626" y="5882"/>
                  <a:pt x="4577" y="5881"/>
                  <a:pt x="4529" y="5881"/>
                </a:cubicBezTo>
                <a:cubicBezTo>
                  <a:pt x="4377" y="5881"/>
                  <a:pt x="4225" y="5890"/>
                  <a:pt x="4096" y="5964"/>
                </a:cubicBezTo>
                <a:cubicBezTo>
                  <a:pt x="3961" y="6041"/>
                  <a:pt x="3871" y="6176"/>
                  <a:pt x="3737" y="6256"/>
                </a:cubicBezTo>
                <a:cubicBezTo>
                  <a:pt x="3643" y="6312"/>
                  <a:pt x="3543" y="6335"/>
                  <a:pt x="3439" y="6335"/>
                </a:cubicBezTo>
                <a:cubicBezTo>
                  <a:pt x="3179" y="6335"/>
                  <a:pt x="2900" y="6192"/>
                  <a:pt x="2651" y="6076"/>
                </a:cubicBezTo>
                <a:cubicBezTo>
                  <a:pt x="2489" y="5999"/>
                  <a:pt x="2290" y="5945"/>
                  <a:pt x="2107" y="5945"/>
                </a:cubicBezTo>
                <a:cubicBezTo>
                  <a:pt x="1900" y="5945"/>
                  <a:pt x="1713" y="6014"/>
                  <a:pt x="1623" y="6197"/>
                </a:cubicBezTo>
                <a:cubicBezTo>
                  <a:pt x="1421" y="5795"/>
                  <a:pt x="1065" y="5333"/>
                  <a:pt x="662" y="5333"/>
                </a:cubicBezTo>
                <a:cubicBezTo>
                  <a:pt x="594" y="5333"/>
                  <a:pt x="525" y="5346"/>
                  <a:pt x="455" y="5375"/>
                </a:cubicBezTo>
                <a:cubicBezTo>
                  <a:pt x="155" y="5500"/>
                  <a:pt x="36" y="5861"/>
                  <a:pt x="18" y="6184"/>
                </a:cubicBezTo>
                <a:cubicBezTo>
                  <a:pt x="1" y="6536"/>
                  <a:pt x="77" y="6918"/>
                  <a:pt x="337" y="7156"/>
                </a:cubicBezTo>
                <a:cubicBezTo>
                  <a:pt x="465" y="7275"/>
                  <a:pt x="644" y="7339"/>
                  <a:pt x="817" y="7339"/>
                </a:cubicBezTo>
                <a:cubicBezTo>
                  <a:pt x="996" y="7339"/>
                  <a:pt x="1169" y="7270"/>
                  <a:pt x="1269" y="7123"/>
                </a:cubicBezTo>
                <a:cubicBezTo>
                  <a:pt x="1375" y="7654"/>
                  <a:pt x="1796" y="8078"/>
                  <a:pt x="2285" y="8313"/>
                </a:cubicBezTo>
                <a:cubicBezTo>
                  <a:pt x="2770" y="8548"/>
                  <a:pt x="3322" y="8615"/>
                  <a:pt x="3863" y="8652"/>
                </a:cubicBezTo>
                <a:cubicBezTo>
                  <a:pt x="3977" y="8659"/>
                  <a:pt x="4094" y="8665"/>
                  <a:pt x="4211" y="8665"/>
                </a:cubicBezTo>
                <a:cubicBezTo>
                  <a:pt x="4512" y="8665"/>
                  <a:pt x="4812" y="8626"/>
                  <a:pt x="5070" y="8480"/>
                </a:cubicBezTo>
                <a:cubicBezTo>
                  <a:pt x="5622" y="8170"/>
                  <a:pt x="5842" y="7452"/>
                  <a:pt x="6388" y="7133"/>
                </a:cubicBezTo>
                <a:cubicBezTo>
                  <a:pt x="6610" y="7002"/>
                  <a:pt x="6850" y="6952"/>
                  <a:pt x="7098" y="6952"/>
                </a:cubicBezTo>
                <a:cubicBezTo>
                  <a:pt x="7646" y="6952"/>
                  <a:pt x="8239" y="7192"/>
                  <a:pt x="8795" y="7319"/>
                </a:cubicBezTo>
                <a:cubicBezTo>
                  <a:pt x="9334" y="7440"/>
                  <a:pt x="9889" y="7450"/>
                  <a:pt x="10439" y="7460"/>
                </a:cubicBezTo>
                <a:cubicBezTo>
                  <a:pt x="10462" y="7460"/>
                  <a:pt x="10485" y="7460"/>
                  <a:pt x="10508" y="7460"/>
                </a:cubicBezTo>
                <a:cubicBezTo>
                  <a:pt x="10644" y="7460"/>
                  <a:pt x="10783" y="7452"/>
                  <a:pt x="10903" y="7391"/>
                </a:cubicBezTo>
                <a:cubicBezTo>
                  <a:pt x="11029" y="7325"/>
                  <a:pt x="11119" y="7211"/>
                  <a:pt x="11236" y="7129"/>
                </a:cubicBezTo>
                <a:cubicBezTo>
                  <a:pt x="11379" y="7035"/>
                  <a:pt x="11549" y="6998"/>
                  <a:pt x="11720" y="6978"/>
                </a:cubicBezTo>
                <a:cubicBezTo>
                  <a:pt x="11821" y="6966"/>
                  <a:pt x="11923" y="6960"/>
                  <a:pt x="12024" y="6960"/>
                </a:cubicBezTo>
                <a:cubicBezTo>
                  <a:pt x="13409" y="6960"/>
                  <a:pt x="14744" y="8050"/>
                  <a:pt x="14963" y="9429"/>
                </a:cubicBezTo>
                <a:cubicBezTo>
                  <a:pt x="14988" y="9589"/>
                  <a:pt x="15010" y="9766"/>
                  <a:pt x="15131" y="9865"/>
                </a:cubicBezTo>
                <a:cubicBezTo>
                  <a:pt x="15347" y="10044"/>
                  <a:pt x="15763" y="9895"/>
                  <a:pt x="15901" y="10139"/>
                </a:cubicBezTo>
                <a:cubicBezTo>
                  <a:pt x="15967" y="10259"/>
                  <a:pt x="15920" y="10406"/>
                  <a:pt x="15924" y="10543"/>
                </a:cubicBezTo>
                <a:cubicBezTo>
                  <a:pt x="15940" y="11030"/>
                  <a:pt x="16539" y="11238"/>
                  <a:pt x="17018" y="11316"/>
                </a:cubicBezTo>
                <a:cubicBezTo>
                  <a:pt x="17408" y="11382"/>
                  <a:pt x="17809" y="11446"/>
                  <a:pt x="18203" y="11446"/>
                </a:cubicBezTo>
                <a:cubicBezTo>
                  <a:pt x="18487" y="11446"/>
                  <a:pt x="18767" y="11413"/>
                  <a:pt x="19036" y="11322"/>
                </a:cubicBezTo>
                <a:cubicBezTo>
                  <a:pt x="19122" y="11292"/>
                  <a:pt x="19210" y="11255"/>
                  <a:pt x="19261" y="11179"/>
                </a:cubicBezTo>
                <a:cubicBezTo>
                  <a:pt x="19394" y="10989"/>
                  <a:pt x="19199" y="10746"/>
                  <a:pt x="19142" y="10519"/>
                </a:cubicBezTo>
                <a:cubicBezTo>
                  <a:pt x="18983" y="9869"/>
                  <a:pt x="19989" y="9495"/>
                  <a:pt x="20089" y="8836"/>
                </a:cubicBezTo>
                <a:cubicBezTo>
                  <a:pt x="20136" y="8529"/>
                  <a:pt x="19972" y="8227"/>
                  <a:pt x="19952" y="7920"/>
                </a:cubicBezTo>
                <a:cubicBezTo>
                  <a:pt x="19888" y="6927"/>
                  <a:pt x="21234" y="6295"/>
                  <a:pt x="21225" y="5301"/>
                </a:cubicBezTo>
                <a:cubicBezTo>
                  <a:pt x="22379" y="5217"/>
                  <a:pt x="23532" y="5131"/>
                  <a:pt x="24687" y="5042"/>
                </a:cubicBezTo>
                <a:cubicBezTo>
                  <a:pt x="24785" y="5035"/>
                  <a:pt x="24895" y="5023"/>
                  <a:pt x="24955" y="4945"/>
                </a:cubicBezTo>
                <a:cubicBezTo>
                  <a:pt x="25006" y="4882"/>
                  <a:pt x="25010" y="4790"/>
                  <a:pt x="25006" y="4708"/>
                </a:cubicBezTo>
                <a:cubicBezTo>
                  <a:pt x="24992" y="4297"/>
                  <a:pt x="24922" y="3886"/>
                  <a:pt x="24799" y="3492"/>
                </a:cubicBezTo>
                <a:cubicBezTo>
                  <a:pt x="24286" y="3802"/>
                  <a:pt x="23687" y="3959"/>
                  <a:pt x="23088" y="3959"/>
                </a:cubicBezTo>
                <a:cubicBezTo>
                  <a:pt x="22664" y="3959"/>
                  <a:pt x="22241" y="3880"/>
                  <a:pt x="21849" y="3721"/>
                </a:cubicBezTo>
                <a:cubicBezTo>
                  <a:pt x="21686" y="3633"/>
                  <a:pt x="21706" y="3377"/>
                  <a:pt x="21835" y="3249"/>
                </a:cubicBezTo>
                <a:cubicBezTo>
                  <a:pt x="21968" y="3122"/>
                  <a:pt x="22162" y="3091"/>
                  <a:pt x="22342" y="3064"/>
                </a:cubicBezTo>
                <a:cubicBezTo>
                  <a:pt x="22792" y="2997"/>
                  <a:pt x="23241" y="2930"/>
                  <a:pt x="23691" y="2866"/>
                </a:cubicBezTo>
                <a:cubicBezTo>
                  <a:pt x="23675" y="2719"/>
                  <a:pt x="23663" y="2572"/>
                  <a:pt x="23650" y="2425"/>
                </a:cubicBezTo>
                <a:cubicBezTo>
                  <a:pt x="23621" y="2439"/>
                  <a:pt x="23592" y="2446"/>
                  <a:pt x="23562" y="2446"/>
                </a:cubicBezTo>
                <a:cubicBezTo>
                  <a:pt x="23434" y="2446"/>
                  <a:pt x="23307" y="2328"/>
                  <a:pt x="23282" y="2194"/>
                </a:cubicBezTo>
                <a:cubicBezTo>
                  <a:pt x="23250" y="2030"/>
                  <a:pt x="23321" y="1868"/>
                  <a:pt x="23395" y="1715"/>
                </a:cubicBezTo>
                <a:cubicBezTo>
                  <a:pt x="23689" y="1116"/>
                  <a:pt x="24026" y="552"/>
                  <a:pt x="243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21"/>
          <p:cNvSpPr/>
          <p:nvPr/>
        </p:nvSpPr>
        <p:spPr>
          <a:xfrm flipH="1">
            <a:off x="7416350" y="4448125"/>
            <a:ext cx="1727650" cy="154650"/>
          </a:xfrm>
          <a:custGeom>
            <a:rect b="b" l="l" r="r" t="t"/>
            <a:pathLst>
              <a:path extrusionOk="0" h="6186" w="69106">
                <a:moveTo>
                  <a:pt x="9862" y="0"/>
                </a:moveTo>
                <a:cubicBezTo>
                  <a:pt x="9744" y="337"/>
                  <a:pt x="9306" y="398"/>
                  <a:pt x="8952" y="400"/>
                </a:cubicBezTo>
                <a:cubicBezTo>
                  <a:pt x="8714" y="401"/>
                  <a:pt x="8477" y="402"/>
                  <a:pt x="8240" y="402"/>
                </a:cubicBezTo>
                <a:cubicBezTo>
                  <a:pt x="7159" y="402"/>
                  <a:pt x="6078" y="384"/>
                  <a:pt x="4998" y="349"/>
                </a:cubicBezTo>
                <a:cubicBezTo>
                  <a:pt x="4009" y="313"/>
                  <a:pt x="3023" y="265"/>
                  <a:pt x="2036" y="216"/>
                </a:cubicBezTo>
                <a:cubicBezTo>
                  <a:pt x="1860" y="206"/>
                  <a:pt x="1686" y="200"/>
                  <a:pt x="1510" y="190"/>
                </a:cubicBezTo>
                <a:cubicBezTo>
                  <a:pt x="1282" y="178"/>
                  <a:pt x="1052" y="167"/>
                  <a:pt x="823" y="167"/>
                </a:cubicBezTo>
                <a:cubicBezTo>
                  <a:pt x="554" y="167"/>
                  <a:pt x="286" y="183"/>
                  <a:pt x="22" y="231"/>
                </a:cubicBezTo>
                <a:cubicBezTo>
                  <a:pt x="16" y="233"/>
                  <a:pt x="8" y="233"/>
                  <a:pt x="0" y="235"/>
                </a:cubicBezTo>
                <a:lnTo>
                  <a:pt x="0" y="6186"/>
                </a:lnTo>
                <a:cubicBezTo>
                  <a:pt x="2933" y="6121"/>
                  <a:pt x="5861" y="6056"/>
                  <a:pt x="8791" y="5990"/>
                </a:cubicBezTo>
                <a:cubicBezTo>
                  <a:pt x="13544" y="5880"/>
                  <a:pt x="18288" y="5775"/>
                  <a:pt x="23029" y="5669"/>
                </a:cubicBezTo>
                <a:cubicBezTo>
                  <a:pt x="38386" y="5326"/>
                  <a:pt x="53748" y="4988"/>
                  <a:pt x="69105" y="4645"/>
                </a:cubicBezTo>
                <a:cubicBezTo>
                  <a:pt x="64711" y="4391"/>
                  <a:pt x="60317" y="4146"/>
                  <a:pt x="55922" y="3913"/>
                </a:cubicBezTo>
                <a:cubicBezTo>
                  <a:pt x="54775" y="3852"/>
                  <a:pt x="53628" y="3794"/>
                  <a:pt x="52479" y="3733"/>
                </a:cubicBezTo>
                <a:cubicBezTo>
                  <a:pt x="49295" y="3565"/>
                  <a:pt x="46006" y="3173"/>
                  <a:pt x="42820" y="3009"/>
                </a:cubicBezTo>
                <a:cubicBezTo>
                  <a:pt x="42811" y="2824"/>
                  <a:pt x="42634" y="2748"/>
                  <a:pt x="42438" y="2748"/>
                </a:cubicBezTo>
                <a:cubicBezTo>
                  <a:pt x="42326" y="2748"/>
                  <a:pt x="42209" y="2773"/>
                  <a:pt x="42113" y="2817"/>
                </a:cubicBezTo>
                <a:cubicBezTo>
                  <a:pt x="41940" y="2895"/>
                  <a:pt x="41736" y="2992"/>
                  <a:pt x="41556" y="2992"/>
                </a:cubicBezTo>
                <a:cubicBezTo>
                  <a:pt x="41462" y="2992"/>
                  <a:pt x="41375" y="2965"/>
                  <a:pt x="41303" y="2895"/>
                </a:cubicBezTo>
                <a:cubicBezTo>
                  <a:pt x="41221" y="2815"/>
                  <a:pt x="41182" y="2688"/>
                  <a:pt x="41078" y="2635"/>
                </a:cubicBezTo>
                <a:cubicBezTo>
                  <a:pt x="41045" y="2618"/>
                  <a:pt x="41013" y="2611"/>
                  <a:pt x="40982" y="2611"/>
                </a:cubicBezTo>
                <a:cubicBezTo>
                  <a:pt x="40805" y="2611"/>
                  <a:pt x="40631" y="2829"/>
                  <a:pt x="40436" y="2876"/>
                </a:cubicBezTo>
                <a:cubicBezTo>
                  <a:pt x="40408" y="2882"/>
                  <a:pt x="40381" y="2885"/>
                  <a:pt x="40354" y="2885"/>
                </a:cubicBezTo>
                <a:cubicBezTo>
                  <a:pt x="40090" y="2885"/>
                  <a:pt x="39854" y="2607"/>
                  <a:pt x="39582" y="2607"/>
                </a:cubicBezTo>
                <a:cubicBezTo>
                  <a:pt x="39576" y="2607"/>
                  <a:pt x="39571" y="2607"/>
                  <a:pt x="39565" y="2608"/>
                </a:cubicBezTo>
                <a:cubicBezTo>
                  <a:pt x="39314" y="2617"/>
                  <a:pt x="39108" y="2863"/>
                  <a:pt x="38865" y="2863"/>
                </a:cubicBezTo>
                <a:cubicBezTo>
                  <a:pt x="38846" y="2863"/>
                  <a:pt x="38827" y="2861"/>
                  <a:pt x="38807" y="2858"/>
                </a:cubicBezTo>
                <a:cubicBezTo>
                  <a:pt x="38586" y="2823"/>
                  <a:pt x="38465" y="2574"/>
                  <a:pt x="38267" y="2470"/>
                </a:cubicBezTo>
                <a:cubicBezTo>
                  <a:pt x="38187" y="2428"/>
                  <a:pt x="38105" y="2411"/>
                  <a:pt x="38021" y="2411"/>
                </a:cubicBezTo>
                <a:cubicBezTo>
                  <a:pt x="37713" y="2411"/>
                  <a:pt x="37379" y="2638"/>
                  <a:pt x="37046" y="2658"/>
                </a:cubicBezTo>
                <a:cubicBezTo>
                  <a:pt x="37030" y="2659"/>
                  <a:pt x="37014" y="2660"/>
                  <a:pt x="36999" y="2660"/>
                </a:cubicBezTo>
                <a:cubicBezTo>
                  <a:pt x="36687" y="2660"/>
                  <a:pt x="36375" y="2487"/>
                  <a:pt x="36073" y="2487"/>
                </a:cubicBezTo>
                <a:cubicBezTo>
                  <a:pt x="36001" y="2487"/>
                  <a:pt x="35930" y="2497"/>
                  <a:pt x="35859" y="2521"/>
                </a:cubicBezTo>
                <a:cubicBezTo>
                  <a:pt x="35760" y="2555"/>
                  <a:pt x="35672" y="2617"/>
                  <a:pt x="35572" y="2649"/>
                </a:cubicBezTo>
                <a:cubicBezTo>
                  <a:pt x="35498" y="2673"/>
                  <a:pt x="35423" y="2682"/>
                  <a:pt x="35346" y="2682"/>
                </a:cubicBezTo>
                <a:cubicBezTo>
                  <a:pt x="35243" y="2682"/>
                  <a:pt x="35138" y="2665"/>
                  <a:pt x="35035" y="2649"/>
                </a:cubicBezTo>
                <a:lnTo>
                  <a:pt x="33090" y="2332"/>
                </a:lnTo>
                <a:cubicBezTo>
                  <a:pt x="33026" y="2322"/>
                  <a:pt x="32960" y="2312"/>
                  <a:pt x="32895" y="2312"/>
                </a:cubicBezTo>
                <a:cubicBezTo>
                  <a:pt x="32819" y="2312"/>
                  <a:pt x="32747" y="2325"/>
                  <a:pt x="32685" y="2365"/>
                </a:cubicBezTo>
                <a:cubicBezTo>
                  <a:pt x="32219" y="2062"/>
                  <a:pt x="31664" y="1906"/>
                  <a:pt x="31110" y="1906"/>
                </a:cubicBezTo>
                <a:cubicBezTo>
                  <a:pt x="30765" y="1906"/>
                  <a:pt x="30420" y="1967"/>
                  <a:pt x="30097" y="2091"/>
                </a:cubicBezTo>
                <a:cubicBezTo>
                  <a:pt x="30003" y="2128"/>
                  <a:pt x="29905" y="2170"/>
                  <a:pt x="29806" y="2170"/>
                </a:cubicBezTo>
                <a:cubicBezTo>
                  <a:pt x="29781" y="2170"/>
                  <a:pt x="29756" y="2167"/>
                  <a:pt x="29731" y="2161"/>
                </a:cubicBezTo>
                <a:cubicBezTo>
                  <a:pt x="29645" y="2140"/>
                  <a:pt x="29576" y="2083"/>
                  <a:pt x="29504" y="2032"/>
                </a:cubicBezTo>
                <a:cubicBezTo>
                  <a:pt x="29107" y="1754"/>
                  <a:pt x="28596" y="1723"/>
                  <a:pt x="28110" y="1701"/>
                </a:cubicBezTo>
                <a:cubicBezTo>
                  <a:pt x="27596" y="1676"/>
                  <a:pt x="27081" y="1652"/>
                  <a:pt x="26566" y="1652"/>
                </a:cubicBezTo>
                <a:cubicBezTo>
                  <a:pt x="26169" y="1652"/>
                  <a:pt x="25773" y="1666"/>
                  <a:pt x="25378" y="1705"/>
                </a:cubicBezTo>
                <a:cubicBezTo>
                  <a:pt x="25234" y="1720"/>
                  <a:pt x="25085" y="1737"/>
                  <a:pt x="24939" y="1737"/>
                </a:cubicBezTo>
                <a:cubicBezTo>
                  <a:pt x="24756" y="1737"/>
                  <a:pt x="24577" y="1710"/>
                  <a:pt x="24421" y="1621"/>
                </a:cubicBezTo>
                <a:cubicBezTo>
                  <a:pt x="24323" y="1564"/>
                  <a:pt x="24239" y="1486"/>
                  <a:pt x="24131" y="1457"/>
                </a:cubicBezTo>
                <a:cubicBezTo>
                  <a:pt x="24093" y="1446"/>
                  <a:pt x="24056" y="1441"/>
                  <a:pt x="24017" y="1441"/>
                </a:cubicBezTo>
                <a:cubicBezTo>
                  <a:pt x="23867" y="1441"/>
                  <a:pt x="23713" y="1509"/>
                  <a:pt x="23559" y="1509"/>
                </a:cubicBezTo>
                <a:cubicBezTo>
                  <a:pt x="23548" y="1509"/>
                  <a:pt x="23537" y="1508"/>
                  <a:pt x="23526" y="1507"/>
                </a:cubicBezTo>
                <a:cubicBezTo>
                  <a:pt x="23198" y="1487"/>
                  <a:pt x="22919" y="1135"/>
                  <a:pt x="22616" y="1135"/>
                </a:cubicBezTo>
                <a:cubicBezTo>
                  <a:pt x="22574" y="1135"/>
                  <a:pt x="22532" y="1142"/>
                  <a:pt x="22489" y="1157"/>
                </a:cubicBezTo>
                <a:cubicBezTo>
                  <a:pt x="22354" y="1206"/>
                  <a:pt x="22258" y="1331"/>
                  <a:pt x="22119" y="1368"/>
                </a:cubicBezTo>
                <a:cubicBezTo>
                  <a:pt x="22089" y="1376"/>
                  <a:pt x="22060" y="1379"/>
                  <a:pt x="22030" y="1379"/>
                </a:cubicBezTo>
                <a:cubicBezTo>
                  <a:pt x="21936" y="1379"/>
                  <a:pt x="21841" y="1348"/>
                  <a:pt x="21749" y="1320"/>
                </a:cubicBezTo>
                <a:cubicBezTo>
                  <a:pt x="21509" y="1242"/>
                  <a:pt x="21255" y="1228"/>
                  <a:pt x="20999" y="1228"/>
                </a:cubicBezTo>
                <a:cubicBezTo>
                  <a:pt x="20858" y="1228"/>
                  <a:pt x="20717" y="1233"/>
                  <a:pt x="20576" y="1233"/>
                </a:cubicBezTo>
                <a:cubicBezTo>
                  <a:pt x="20415" y="1233"/>
                  <a:pt x="20255" y="1227"/>
                  <a:pt x="20099" y="1204"/>
                </a:cubicBezTo>
                <a:cubicBezTo>
                  <a:pt x="19474" y="1114"/>
                  <a:pt x="18852" y="1020"/>
                  <a:pt x="18229" y="930"/>
                </a:cubicBezTo>
                <a:cubicBezTo>
                  <a:pt x="17690" y="851"/>
                  <a:pt x="17149" y="773"/>
                  <a:pt x="16605" y="773"/>
                </a:cubicBezTo>
                <a:cubicBezTo>
                  <a:pt x="16599" y="773"/>
                  <a:pt x="16592" y="773"/>
                  <a:pt x="16585" y="773"/>
                </a:cubicBezTo>
                <a:cubicBezTo>
                  <a:pt x="16505" y="774"/>
                  <a:pt x="16423" y="776"/>
                  <a:pt x="16341" y="776"/>
                </a:cubicBezTo>
                <a:cubicBezTo>
                  <a:pt x="16101" y="776"/>
                  <a:pt x="15863" y="759"/>
                  <a:pt x="15661" y="634"/>
                </a:cubicBezTo>
                <a:cubicBezTo>
                  <a:pt x="15577" y="719"/>
                  <a:pt x="15491" y="803"/>
                  <a:pt x="15403" y="887"/>
                </a:cubicBezTo>
                <a:cubicBezTo>
                  <a:pt x="14904" y="797"/>
                  <a:pt x="14405" y="709"/>
                  <a:pt x="13906" y="617"/>
                </a:cubicBezTo>
                <a:cubicBezTo>
                  <a:pt x="13753" y="591"/>
                  <a:pt x="13600" y="564"/>
                  <a:pt x="13446" y="554"/>
                </a:cubicBezTo>
                <a:cubicBezTo>
                  <a:pt x="13393" y="551"/>
                  <a:pt x="13340" y="549"/>
                  <a:pt x="13287" y="549"/>
                </a:cubicBezTo>
                <a:cubicBezTo>
                  <a:pt x="13088" y="549"/>
                  <a:pt x="12887" y="569"/>
                  <a:pt x="12689" y="569"/>
                </a:cubicBezTo>
                <a:cubicBezTo>
                  <a:pt x="12607" y="569"/>
                  <a:pt x="12526" y="565"/>
                  <a:pt x="12445" y="556"/>
                </a:cubicBezTo>
                <a:cubicBezTo>
                  <a:pt x="12008" y="508"/>
                  <a:pt x="11589" y="290"/>
                  <a:pt x="11156" y="290"/>
                </a:cubicBezTo>
                <a:cubicBezTo>
                  <a:pt x="11111" y="290"/>
                  <a:pt x="11066" y="293"/>
                  <a:pt x="11020" y="298"/>
                </a:cubicBezTo>
                <a:cubicBezTo>
                  <a:pt x="10870" y="313"/>
                  <a:pt x="10723" y="360"/>
                  <a:pt x="10570" y="366"/>
                </a:cubicBezTo>
                <a:cubicBezTo>
                  <a:pt x="10561" y="367"/>
                  <a:pt x="10552" y="367"/>
                  <a:pt x="10544" y="367"/>
                </a:cubicBezTo>
                <a:cubicBezTo>
                  <a:pt x="10276" y="367"/>
                  <a:pt x="10009" y="226"/>
                  <a:pt x="9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21"/>
          <p:cNvSpPr txBox="1"/>
          <p:nvPr/>
        </p:nvSpPr>
        <p:spPr>
          <a:xfrm>
            <a:off x="3063325" y="3500625"/>
            <a:ext cx="3017400" cy="640200"/>
          </a:xfrm>
          <a:prstGeom prst="rect">
            <a:avLst/>
          </a:prstGeom>
          <a:noFill/>
          <a:ln>
            <a:noFill/>
          </a:ln>
        </p:spPr>
        <p:txBody>
          <a:bodyPr anchorCtr="0" anchor="ctr" bIns="0" lIns="0" spcFirstLastPara="1" rIns="0" wrap="square" tIns="0">
            <a:noAutofit/>
          </a:bodyPr>
          <a:lstStyle/>
          <a:p>
            <a:pPr indent="0" lvl="0" marL="0" rtl="0" algn="ctr">
              <a:lnSpc>
                <a:spcPct val="100000"/>
              </a:lnSpc>
              <a:spcBef>
                <a:spcPts val="0"/>
              </a:spcBef>
              <a:spcAft>
                <a:spcPts val="0"/>
              </a:spcAft>
              <a:buNone/>
            </a:pPr>
            <a:r>
              <a:rPr lang="en" sz="1200">
                <a:solidFill>
                  <a:schemeClr val="dk1"/>
                </a:solidFill>
                <a:latin typeface="Roboto"/>
                <a:ea typeface="Roboto"/>
                <a:cs typeface="Roboto"/>
                <a:sym typeface="Roboto"/>
              </a:rPr>
              <a:t>CREDITS: This presentation template was created by </a:t>
            </a:r>
            <a:r>
              <a:rPr b="1" lang="en" sz="1200">
                <a:solidFill>
                  <a:schemeClr val="dk1"/>
                </a:solidFill>
                <a:uFill>
                  <a:noFill/>
                </a:uFill>
                <a:latin typeface="Roboto"/>
                <a:ea typeface="Roboto"/>
                <a:cs typeface="Roboto"/>
                <a:sym typeface="Roboto"/>
                <a:hlinkClick r:id="rId2">
                  <a:extLst>
                    <a:ext uri="{A12FA001-AC4F-418D-AE19-62706E023703}">
                      <ahyp:hlinkClr val="tx"/>
                    </a:ext>
                  </a:extLst>
                </a:hlinkClick>
              </a:rPr>
              <a:t>Slidesgo</a:t>
            </a:r>
            <a:r>
              <a:rPr lang="en" sz="1200">
                <a:solidFill>
                  <a:schemeClr val="dk1"/>
                </a:solidFill>
                <a:latin typeface="Roboto"/>
                <a:ea typeface="Roboto"/>
                <a:cs typeface="Roboto"/>
                <a:sym typeface="Roboto"/>
              </a:rPr>
              <a:t>, including icons by </a:t>
            </a:r>
            <a:r>
              <a:rPr b="1" lang="en" sz="1200">
                <a:solidFill>
                  <a:schemeClr val="dk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dk1"/>
                </a:solidFill>
                <a:latin typeface="Roboto"/>
                <a:ea typeface="Roboto"/>
                <a:cs typeface="Roboto"/>
                <a:sym typeface="Roboto"/>
              </a:rPr>
              <a:t>, infographics &amp; images by </a:t>
            </a:r>
            <a:r>
              <a:rPr b="1" lang="en" sz="1200">
                <a:solidFill>
                  <a:schemeClr val="dk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dk1"/>
              </a:solidFill>
              <a:latin typeface="Roboto"/>
              <a:ea typeface="Roboto"/>
              <a:cs typeface="Roboto"/>
              <a:sym typeface="Roboto"/>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7791" name="Shape 7791"/>
        <p:cNvGrpSpPr/>
        <p:nvPr/>
      </p:nvGrpSpPr>
      <p:grpSpPr>
        <a:xfrm>
          <a:off x="0" y="0"/>
          <a:ext cx="0" cy="0"/>
          <a:chOff x="0" y="0"/>
          <a:chExt cx="0" cy="0"/>
        </a:xfrm>
      </p:grpSpPr>
      <p:grpSp>
        <p:nvGrpSpPr>
          <p:cNvPr id="7792" name="Google Shape;7792;p22"/>
          <p:cNvGrpSpPr/>
          <p:nvPr/>
        </p:nvGrpSpPr>
        <p:grpSpPr>
          <a:xfrm rot="5400000">
            <a:off x="439170" y="-1231703"/>
            <a:ext cx="2103111" cy="3943216"/>
            <a:chOff x="3238754" y="1037105"/>
            <a:chExt cx="2114316" cy="3971813"/>
          </a:xfrm>
        </p:grpSpPr>
        <p:grpSp>
          <p:nvGrpSpPr>
            <p:cNvPr id="7793" name="Google Shape;7793;p22"/>
            <p:cNvGrpSpPr/>
            <p:nvPr/>
          </p:nvGrpSpPr>
          <p:grpSpPr>
            <a:xfrm rot="352619">
              <a:off x="3514228" y="3929201"/>
              <a:ext cx="820714" cy="663927"/>
              <a:chOff x="1981897" y="1546050"/>
              <a:chExt cx="676612" cy="547354"/>
            </a:xfrm>
          </p:grpSpPr>
          <p:grpSp>
            <p:nvGrpSpPr>
              <p:cNvPr id="7794" name="Google Shape;7794;p22"/>
              <p:cNvGrpSpPr/>
              <p:nvPr/>
            </p:nvGrpSpPr>
            <p:grpSpPr>
              <a:xfrm>
                <a:off x="2240847" y="1546050"/>
                <a:ext cx="258712" cy="250429"/>
                <a:chOff x="1490538" y="753834"/>
                <a:chExt cx="470985" cy="455906"/>
              </a:xfrm>
            </p:grpSpPr>
            <p:sp>
              <p:nvSpPr>
                <p:cNvPr id="7795" name="Google Shape;7795;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5" name="Google Shape;7805;p22"/>
              <p:cNvGrpSpPr/>
              <p:nvPr/>
            </p:nvGrpSpPr>
            <p:grpSpPr>
              <a:xfrm>
                <a:off x="2399797" y="1673288"/>
                <a:ext cx="258712" cy="250429"/>
                <a:chOff x="1490538" y="753834"/>
                <a:chExt cx="470985" cy="455906"/>
              </a:xfrm>
            </p:grpSpPr>
            <p:sp>
              <p:nvSpPr>
                <p:cNvPr id="7806" name="Google Shape;7806;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22"/>
              <p:cNvGrpSpPr/>
              <p:nvPr/>
            </p:nvGrpSpPr>
            <p:grpSpPr>
              <a:xfrm>
                <a:off x="2159535" y="1742038"/>
                <a:ext cx="258712" cy="250429"/>
                <a:chOff x="1490538" y="753834"/>
                <a:chExt cx="470985" cy="455906"/>
              </a:xfrm>
            </p:grpSpPr>
            <p:sp>
              <p:nvSpPr>
                <p:cNvPr id="7817" name="Google Shape;7817;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7" name="Google Shape;7827;p22"/>
              <p:cNvGrpSpPr/>
              <p:nvPr/>
            </p:nvGrpSpPr>
            <p:grpSpPr>
              <a:xfrm>
                <a:off x="2323985" y="1842975"/>
                <a:ext cx="258712" cy="250429"/>
                <a:chOff x="1490538" y="753834"/>
                <a:chExt cx="470985" cy="455906"/>
              </a:xfrm>
            </p:grpSpPr>
            <p:sp>
              <p:nvSpPr>
                <p:cNvPr id="7828" name="Google Shape;7828;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8" name="Google Shape;7838;p22"/>
              <p:cNvGrpSpPr/>
              <p:nvPr/>
            </p:nvGrpSpPr>
            <p:grpSpPr>
              <a:xfrm>
                <a:off x="1981897" y="1804075"/>
                <a:ext cx="258712" cy="250429"/>
                <a:chOff x="1490538" y="753834"/>
                <a:chExt cx="470985" cy="455906"/>
              </a:xfrm>
            </p:grpSpPr>
            <p:sp>
              <p:nvSpPr>
                <p:cNvPr id="7839" name="Google Shape;7839;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49" name="Google Shape;7849;p22"/>
            <p:cNvGrpSpPr/>
            <p:nvPr/>
          </p:nvGrpSpPr>
          <p:grpSpPr>
            <a:xfrm flipH="1" rot="8833976">
              <a:off x="4214846" y="3438470"/>
              <a:ext cx="804524" cy="1469662"/>
              <a:chOff x="3377730" y="919968"/>
              <a:chExt cx="471039" cy="860470"/>
            </a:xfrm>
          </p:grpSpPr>
          <p:grpSp>
            <p:nvGrpSpPr>
              <p:cNvPr id="7850" name="Google Shape;7850;p22"/>
              <p:cNvGrpSpPr/>
              <p:nvPr/>
            </p:nvGrpSpPr>
            <p:grpSpPr>
              <a:xfrm>
                <a:off x="3377730" y="919968"/>
                <a:ext cx="408804" cy="692511"/>
                <a:chOff x="3377730" y="919968"/>
                <a:chExt cx="408804" cy="692511"/>
              </a:xfrm>
            </p:grpSpPr>
            <p:sp>
              <p:nvSpPr>
                <p:cNvPr id="7851" name="Google Shape;7851;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3" name="Google Shape;7863;p22"/>
              <p:cNvGrpSpPr/>
              <p:nvPr/>
            </p:nvGrpSpPr>
            <p:grpSpPr>
              <a:xfrm>
                <a:off x="3487239" y="1131104"/>
                <a:ext cx="361530" cy="649334"/>
                <a:chOff x="1266852" y="1150479"/>
                <a:chExt cx="361530" cy="649334"/>
              </a:xfrm>
            </p:grpSpPr>
            <p:sp>
              <p:nvSpPr>
                <p:cNvPr id="7864" name="Google Shape;7864;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72" name="Google Shape;7872;p22"/>
            <p:cNvGrpSpPr/>
            <p:nvPr/>
          </p:nvGrpSpPr>
          <p:grpSpPr>
            <a:xfrm rot="4488281">
              <a:off x="3583731" y="2580940"/>
              <a:ext cx="887798" cy="871068"/>
              <a:chOff x="3086354" y="1785830"/>
              <a:chExt cx="887833" cy="871102"/>
            </a:xfrm>
          </p:grpSpPr>
          <p:grpSp>
            <p:nvGrpSpPr>
              <p:cNvPr id="7873" name="Google Shape;7873;p22"/>
              <p:cNvGrpSpPr/>
              <p:nvPr/>
            </p:nvGrpSpPr>
            <p:grpSpPr>
              <a:xfrm rot="-2169427">
                <a:off x="3251277" y="1839739"/>
                <a:ext cx="408803" cy="692509"/>
                <a:chOff x="3377730" y="919968"/>
                <a:chExt cx="408804" cy="692511"/>
              </a:xfrm>
            </p:grpSpPr>
            <p:sp>
              <p:nvSpPr>
                <p:cNvPr id="7874" name="Google Shape;7874;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6" name="Google Shape;7886;p22"/>
              <p:cNvGrpSpPr/>
              <p:nvPr/>
            </p:nvGrpSpPr>
            <p:grpSpPr>
              <a:xfrm rot="-2169427">
                <a:off x="3455919" y="1963478"/>
                <a:ext cx="361529" cy="649332"/>
                <a:chOff x="1266852" y="1150479"/>
                <a:chExt cx="361530" cy="649334"/>
              </a:xfrm>
            </p:grpSpPr>
            <p:sp>
              <p:nvSpPr>
                <p:cNvPr id="7887" name="Google Shape;7887;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95" name="Google Shape;7895;p22"/>
            <p:cNvGrpSpPr/>
            <p:nvPr/>
          </p:nvGrpSpPr>
          <p:grpSpPr>
            <a:xfrm>
              <a:off x="3238754" y="1938230"/>
              <a:ext cx="887833" cy="871102"/>
              <a:chOff x="3086354" y="1785830"/>
              <a:chExt cx="887833" cy="871102"/>
            </a:xfrm>
          </p:grpSpPr>
          <p:grpSp>
            <p:nvGrpSpPr>
              <p:cNvPr id="7896" name="Google Shape;7896;p22"/>
              <p:cNvGrpSpPr/>
              <p:nvPr/>
            </p:nvGrpSpPr>
            <p:grpSpPr>
              <a:xfrm rot="-2169427">
                <a:off x="3251277" y="1839739"/>
                <a:ext cx="408803" cy="692509"/>
                <a:chOff x="3377730" y="919968"/>
                <a:chExt cx="408804" cy="692511"/>
              </a:xfrm>
            </p:grpSpPr>
            <p:sp>
              <p:nvSpPr>
                <p:cNvPr id="7897" name="Google Shape;7897;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9" name="Google Shape;7909;p22"/>
              <p:cNvGrpSpPr/>
              <p:nvPr/>
            </p:nvGrpSpPr>
            <p:grpSpPr>
              <a:xfrm rot="-2169427">
                <a:off x="3455919" y="1963478"/>
                <a:ext cx="361529" cy="649332"/>
                <a:chOff x="1266852" y="1150479"/>
                <a:chExt cx="361530" cy="649334"/>
              </a:xfrm>
            </p:grpSpPr>
            <p:sp>
              <p:nvSpPr>
                <p:cNvPr id="7910" name="Google Shape;7910;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18" name="Google Shape;7918;p22"/>
            <p:cNvGrpSpPr/>
            <p:nvPr/>
          </p:nvGrpSpPr>
          <p:grpSpPr>
            <a:xfrm>
              <a:off x="3490978" y="1037105"/>
              <a:ext cx="575468" cy="1051322"/>
              <a:chOff x="3377730" y="919968"/>
              <a:chExt cx="471039" cy="860470"/>
            </a:xfrm>
          </p:grpSpPr>
          <p:grpSp>
            <p:nvGrpSpPr>
              <p:cNvPr id="7919" name="Google Shape;7919;p22"/>
              <p:cNvGrpSpPr/>
              <p:nvPr/>
            </p:nvGrpSpPr>
            <p:grpSpPr>
              <a:xfrm>
                <a:off x="3377730" y="919968"/>
                <a:ext cx="408804" cy="692511"/>
                <a:chOff x="3377730" y="919968"/>
                <a:chExt cx="408804" cy="692511"/>
              </a:xfrm>
            </p:grpSpPr>
            <p:sp>
              <p:nvSpPr>
                <p:cNvPr id="7920" name="Google Shape;7920;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2" name="Google Shape;7932;p22"/>
              <p:cNvGrpSpPr/>
              <p:nvPr/>
            </p:nvGrpSpPr>
            <p:grpSpPr>
              <a:xfrm>
                <a:off x="3487239" y="1131104"/>
                <a:ext cx="361530" cy="649334"/>
                <a:chOff x="1266852" y="1150479"/>
                <a:chExt cx="361530" cy="649334"/>
              </a:xfrm>
            </p:grpSpPr>
            <p:sp>
              <p:nvSpPr>
                <p:cNvPr id="7933" name="Google Shape;7933;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41" name="Google Shape;7941;p22"/>
            <p:cNvGrpSpPr/>
            <p:nvPr/>
          </p:nvGrpSpPr>
          <p:grpSpPr>
            <a:xfrm>
              <a:off x="3517102" y="2473933"/>
              <a:ext cx="590853" cy="538858"/>
              <a:chOff x="2374102" y="2397733"/>
              <a:chExt cx="590853" cy="538858"/>
            </a:xfrm>
          </p:grpSpPr>
          <p:grpSp>
            <p:nvGrpSpPr>
              <p:cNvPr id="7942" name="Google Shape;7942;p22"/>
              <p:cNvGrpSpPr/>
              <p:nvPr/>
            </p:nvGrpSpPr>
            <p:grpSpPr>
              <a:xfrm>
                <a:off x="2374102" y="2397733"/>
                <a:ext cx="590853" cy="538858"/>
                <a:chOff x="1993102" y="2397733"/>
                <a:chExt cx="590853" cy="538858"/>
              </a:xfrm>
            </p:grpSpPr>
            <p:sp>
              <p:nvSpPr>
                <p:cNvPr id="7943" name="Google Shape;7943;p2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2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2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2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2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2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2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2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2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2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2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2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2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2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2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2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9" name="Google Shape;7959;p2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2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2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2" name="Google Shape;7962;p22"/>
              <p:cNvGrpSpPr/>
              <p:nvPr/>
            </p:nvGrpSpPr>
            <p:grpSpPr>
              <a:xfrm>
                <a:off x="2672051" y="2466803"/>
                <a:ext cx="88776" cy="97630"/>
                <a:chOff x="2291051" y="2466803"/>
                <a:chExt cx="88776" cy="97630"/>
              </a:xfrm>
            </p:grpSpPr>
            <p:sp>
              <p:nvSpPr>
                <p:cNvPr id="7963" name="Google Shape;7963;p2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2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2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2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2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2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2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2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2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2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2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2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2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2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2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2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2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2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2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2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2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2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2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2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2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2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2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2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2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2" name="Google Shape;7992;p2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2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2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2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2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2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2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9" name="Google Shape;7999;p22"/>
            <p:cNvGrpSpPr/>
            <p:nvPr/>
          </p:nvGrpSpPr>
          <p:grpSpPr>
            <a:xfrm rot="352659">
              <a:off x="3394332" y="1622136"/>
              <a:ext cx="676583" cy="547330"/>
              <a:chOff x="1981897" y="1546050"/>
              <a:chExt cx="676612" cy="547354"/>
            </a:xfrm>
          </p:grpSpPr>
          <p:grpSp>
            <p:nvGrpSpPr>
              <p:cNvPr id="8000" name="Google Shape;8000;p22"/>
              <p:cNvGrpSpPr/>
              <p:nvPr/>
            </p:nvGrpSpPr>
            <p:grpSpPr>
              <a:xfrm>
                <a:off x="2240847" y="1546050"/>
                <a:ext cx="258712" cy="250429"/>
                <a:chOff x="1490538" y="753834"/>
                <a:chExt cx="470985" cy="455906"/>
              </a:xfrm>
            </p:grpSpPr>
            <p:sp>
              <p:nvSpPr>
                <p:cNvPr id="8001" name="Google Shape;8001;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1" name="Google Shape;8011;p22"/>
              <p:cNvGrpSpPr/>
              <p:nvPr/>
            </p:nvGrpSpPr>
            <p:grpSpPr>
              <a:xfrm>
                <a:off x="2399797" y="1673288"/>
                <a:ext cx="258712" cy="250429"/>
                <a:chOff x="1490538" y="753834"/>
                <a:chExt cx="470985" cy="455906"/>
              </a:xfrm>
            </p:grpSpPr>
            <p:sp>
              <p:nvSpPr>
                <p:cNvPr id="8012" name="Google Shape;8012;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2" name="Google Shape;8022;p22"/>
              <p:cNvGrpSpPr/>
              <p:nvPr/>
            </p:nvGrpSpPr>
            <p:grpSpPr>
              <a:xfrm>
                <a:off x="2159535" y="1742038"/>
                <a:ext cx="258712" cy="250429"/>
                <a:chOff x="1490538" y="753834"/>
                <a:chExt cx="470985" cy="455906"/>
              </a:xfrm>
            </p:grpSpPr>
            <p:sp>
              <p:nvSpPr>
                <p:cNvPr id="8023" name="Google Shape;8023;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3" name="Google Shape;8033;p22"/>
              <p:cNvGrpSpPr/>
              <p:nvPr/>
            </p:nvGrpSpPr>
            <p:grpSpPr>
              <a:xfrm>
                <a:off x="2323985" y="1842975"/>
                <a:ext cx="258712" cy="250429"/>
                <a:chOff x="1490538" y="753834"/>
                <a:chExt cx="470985" cy="455906"/>
              </a:xfrm>
            </p:grpSpPr>
            <p:sp>
              <p:nvSpPr>
                <p:cNvPr id="8034" name="Google Shape;8034;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4" name="Google Shape;8044;p22"/>
              <p:cNvGrpSpPr/>
              <p:nvPr/>
            </p:nvGrpSpPr>
            <p:grpSpPr>
              <a:xfrm>
                <a:off x="1981897" y="1804075"/>
                <a:ext cx="258712" cy="250429"/>
                <a:chOff x="1490538" y="753834"/>
                <a:chExt cx="470985" cy="455906"/>
              </a:xfrm>
            </p:grpSpPr>
            <p:sp>
              <p:nvSpPr>
                <p:cNvPr id="8045" name="Google Shape;8045;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55" name="Google Shape;8055;p22"/>
            <p:cNvGrpSpPr/>
            <p:nvPr/>
          </p:nvGrpSpPr>
          <p:grpSpPr>
            <a:xfrm flipH="1">
              <a:off x="3270102" y="2806996"/>
              <a:ext cx="590853" cy="538858"/>
              <a:chOff x="2374102" y="2397733"/>
              <a:chExt cx="590853" cy="538858"/>
            </a:xfrm>
          </p:grpSpPr>
          <p:grpSp>
            <p:nvGrpSpPr>
              <p:cNvPr id="8056" name="Google Shape;8056;p22"/>
              <p:cNvGrpSpPr/>
              <p:nvPr/>
            </p:nvGrpSpPr>
            <p:grpSpPr>
              <a:xfrm>
                <a:off x="2374102" y="2397733"/>
                <a:ext cx="590853" cy="538858"/>
                <a:chOff x="1993102" y="2397733"/>
                <a:chExt cx="590853" cy="538858"/>
              </a:xfrm>
            </p:grpSpPr>
            <p:sp>
              <p:nvSpPr>
                <p:cNvPr id="8057" name="Google Shape;8057;p2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2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2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2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2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2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2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2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2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2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2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2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2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2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2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2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3" name="Google Shape;8073;p2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2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2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76" name="Google Shape;8076;p22"/>
              <p:cNvGrpSpPr/>
              <p:nvPr/>
            </p:nvGrpSpPr>
            <p:grpSpPr>
              <a:xfrm>
                <a:off x="2672051" y="2466803"/>
                <a:ext cx="88776" cy="97630"/>
                <a:chOff x="2291051" y="2466803"/>
                <a:chExt cx="88776" cy="97630"/>
              </a:xfrm>
            </p:grpSpPr>
            <p:sp>
              <p:nvSpPr>
                <p:cNvPr id="8077" name="Google Shape;8077;p2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2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2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2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2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2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2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2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2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2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2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2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2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2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2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2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2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2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2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2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2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2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2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2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2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2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2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2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2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6" name="Google Shape;8106;p2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2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2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2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2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2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2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3" name="Google Shape;8113;p22"/>
            <p:cNvGrpSpPr/>
            <p:nvPr/>
          </p:nvGrpSpPr>
          <p:grpSpPr>
            <a:xfrm>
              <a:off x="3446433" y="3091192"/>
              <a:ext cx="1319021" cy="1203001"/>
              <a:chOff x="2374102" y="2397733"/>
              <a:chExt cx="590853" cy="538858"/>
            </a:xfrm>
          </p:grpSpPr>
          <p:grpSp>
            <p:nvGrpSpPr>
              <p:cNvPr id="8114" name="Google Shape;8114;p22"/>
              <p:cNvGrpSpPr/>
              <p:nvPr/>
            </p:nvGrpSpPr>
            <p:grpSpPr>
              <a:xfrm>
                <a:off x="2374102" y="2397733"/>
                <a:ext cx="590853" cy="538858"/>
                <a:chOff x="1993102" y="2397733"/>
                <a:chExt cx="590853" cy="538858"/>
              </a:xfrm>
            </p:grpSpPr>
            <p:sp>
              <p:nvSpPr>
                <p:cNvPr id="8115" name="Google Shape;8115;p2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2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2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2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2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2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2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2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2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2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2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2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2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2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2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2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1" name="Google Shape;8131;p2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2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2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4" name="Google Shape;8134;p22"/>
              <p:cNvGrpSpPr/>
              <p:nvPr/>
            </p:nvGrpSpPr>
            <p:grpSpPr>
              <a:xfrm>
                <a:off x="2672051" y="2466803"/>
                <a:ext cx="88776" cy="97630"/>
                <a:chOff x="2291051" y="2466803"/>
                <a:chExt cx="88776" cy="97630"/>
              </a:xfrm>
            </p:grpSpPr>
            <p:sp>
              <p:nvSpPr>
                <p:cNvPr id="8135" name="Google Shape;8135;p2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2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2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2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2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2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2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2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2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2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2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2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2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2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2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2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2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2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2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2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2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2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2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2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2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2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2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2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2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64" name="Google Shape;8164;p2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2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2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2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2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2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2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1" name="Google Shape;8171;p22"/>
            <p:cNvGrpSpPr/>
            <p:nvPr/>
          </p:nvGrpSpPr>
          <p:grpSpPr>
            <a:xfrm>
              <a:off x="4490110" y="3659885"/>
              <a:ext cx="365767" cy="351686"/>
              <a:chOff x="1490538" y="753834"/>
              <a:chExt cx="470985" cy="455906"/>
            </a:xfrm>
          </p:grpSpPr>
          <p:sp>
            <p:nvSpPr>
              <p:cNvPr id="8172" name="Google Shape;8172;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2" name="Google Shape;8182;p22"/>
            <p:cNvGrpSpPr/>
            <p:nvPr/>
          </p:nvGrpSpPr>
          <p:grpSpPr>
            <a:xfrm rot="-975329">
              <a:off x="4865699" y="3543897"/>
              <a:ext cx="365789" cy="351698"/>
              <a:chOff x="1490538" y="753834"/>
              <a:chExt cx="470985" cy="455906"/>
            </a:xfrm>
          </p:grpSpPr>
          <p:sp>
            <p:nvSpPr>
              <p:cNvPr id="8183" name="Google Shape;8183;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93" name="Google Shape;8193;p22"/>
          <p:cNvGrpSpPr/>
          <p:nvPr/>
        </p:nvGrpSpPr>
        <p:grpSpPr>
          <a:xfrm flipH="1" rot="-5400000">
            <a:off x="6601720" y="-1231703"/>
            <a:ext cx="2103111" cy="3943216"/>
            <a:chOff x="3238754" y="1037105"/>
            <a:chExt cx="2114316" cy="3971813"/>
          </a:xfrm>
        </p:grpSpPr>
        <p:grpSp>
          <p:nvGrpSpPr>
            <p:cNvPr id="8194" name="Google Shape;8194;p22"/>
            <p:cNvGrpSpPr/>
            <p:nvPr/>
          </p:nvGrpSpPr>
          <p:grpSpPr>
            <a:xfrm rot="352619">
              <a:off x="3514228" y="3929201"/>
              <a:ext cx="820714" cy="663927"/>
              <a:chOff x="1981897" y="1546050"/>
              <a:chExt cx="676612" cy="547354"/>
            </a:xfrm>
          </p:grpSpPr>
          <p:grpSp>
            <p:nvGrpSpPr>
              <p:cNvPr id="8195" name="Google Shape;8195;p22"/>
              <p:cNvGrpSpPr/>
              <p:nvPr/>
            </p:nvGrpSpPr>
            <p:grpSpPr>
              <a:xfrm>
                <a:off x="2240847" y="1546050"/>
                <a:ext cx="258712" cy="250429"/>
                <a:chOff x="1490538" y="753834"/>
                <a:chExt cx="470985" cy="455906"/>
              </a:xfrm>
            </p:grpSpPr>
            <p:sp>
              <p:nvSpPr>
                <p:cNvPr id="8196" name="Google Shape;8196;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6" name="Google Shape;8206;p22"/>
              <p:cNvGrpSpPr/>
              <p:nvPr/>
            </p:nvGrpSpPr>
            <p:grpSpPr>
              <a:xfrm>
                <a:off x="2399797" y="1673288"/>
                <a:ext cx="258712" cy="250429"/>
                <a:chOff x="1490538" y="753834"/>
                <a:chExt cx="470985" cy="455906"/>
              </a:xfrm>
            </p:grpSpPr>
            <p:sp>
              <p:nvSpPr>
                <p:cNvPr id="8207" name="Google Shape;8207;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7" name="Google Shape;8217;p22"/>
              <p:cNvGrpSpPr/>
              <p:nvPr/>
            </p:nvGrpSpPr>
            <p:grpSpPr>
              <a:xfrm>
                <a:off x="2159535" y="1742038"/>
                <a:ext cx="258712" cy="250429"/>
                <a:chOff x="1490538" y="753834"/>
                <a:chExt cx="470985" cy="455906"/>
              </a:xfrm>
            </p:grpSpPr>
            <p:sp>
              <p:nvSpPr>
                <p:cNvPr id="8218" name="Google Shape;8218;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8" name="Google Shape;8228;p22"/>
              <p:cNvGrpSpPr/>
              <p:nvPr/>
            </p:nvGrpSpPr>
            <p:grpSpPr>
              <a:xfrm>
                <a:off x="2323985" y="1842975"/>
                <a:ext cx="258712" cy="250429"/>
                <a:chOff x="1490538" y="753834"/>
                <a:chExt cx="470985" cy="455906"/>
              </a:xfrm>
            </p:grpSpPr>
            <p:sp>
              <p:nvSpPr>
                <p:cNvPr id="8229" name="Google Shape;8229;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9" name="Google Shape;8239;p22"/>
              <p:cNvGrpSpPr/>
              <p:nvPr/>
            </p:nvGrpSpPr>
            <p:grpSpPr>
              <a:xfrm>
                <a:off x="1981897" y="1804075"/>
                <a:ext cx="258712" cy="250429"/>
                <a:chOff x="1490538" y="753834"/>
                <a:chExt cx="470985" cy="455906"/>
              </a:xfrm>
            </p:grpSpPr>
            <p:sp>
              <p:nvSpPr>
                <p:cNvPr id="8240" name="Google Shape;8240;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50" name="Google Shape;8250;p22"/>
            <p:cNvGrpSpPr/>
            <p:nvPr/>
          </p:nvGrpSpPr>
          <p:grpSpPr>
            <a:xfrm flipH="1" rot="8833976">
              <a:off x="4214846" y="3438470"/>
              <a:ext cx="804524" cy="1469662"/>
              <a:chOff x="3377730" y="919968"/>
              <a:chExt cx="471039" cy="860470"/>
            </a:xfrm>
          </p:grpSpPr>
          <p:grpSp>
            <p:nvGrpSpPr>
              <p:cNvPr id="8251" name="Google Shape;8251;p22"/>
              <p:cNvGrpSpPr/>
              <p:nvPr/>
            </p:nvGrpSpPr>
            <p:grpSpPr>
              <a:xfrm>
                <a:off x="3377730" y="919968"/>
                <a:ext cx="408804" cy="692511"/>
                <a:chOff x="3377730" y="919968"/>
                <a:chExt cx="408804" cy="692511"/>
              </a:xfrm>
            </p:grpSpPr>
            <p:sp>
              <p:nvSpPr>
                <p:cNvPr id="8252" name="Google Shape;8252;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4" name="Google Shape;8264;p22"/>
              <p:cNvGrpSpPr/>
              <p:nvPr/>
            </p:nvGrpSpPr>
            <p:grpSpPr>
              <a:xfrm>
                <a:off x="3487239" y="1131104"/>
                <a:ext cx="361530" cy="649334"/>
                <a:chOff x="1266852" y="1150479"/>
                <a:chExt cx="361530" cy="649334"/>
              </a:xfrm>
            </p:grpSpPr>
            <p:sp>
              <p:nvSpPr>
                <p:cNvPr id="8265" name="Google Shape;8265;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73" name="Google Shape;8273;p22"/>
            <p:cNvGrpSpPr/>
            <p:nvPr/>
          </p:nvGrpSpPr>
          <p:grpSpPr>
            <a:xfrm rot="4488281">
              <a:off x="3583731" y="2580940"/>
              <a:ext cx="887798" cy="871068"/>
              <a:chOff x="3086354" y="1785830"/>
              <a:chExt cx="887833" cy="871102"/>
            </a:xfrm>
          </p:grpSpPr>
          <p:grpSp>
            <p:nvGrpSpPr>
              <p:cNvPr id="8274" name="Google Shape;8274;p22"/>
              <p:cNvGrpSpPr/>
              <p:nvPr/>
            </p:nvGrpSpPr>
            <p:grpSpPr>
              <a:xfrm rot="-2169427">
                <a:off x="3251277" y="1839739"/>
                <a:ext cx="408803" cy="692509"/>
                <a:chOff x="3377730" y="919968"/>
                <a:chExt cx="408804" cy="692511"/>
              </a:xfrm>
            </p:grpSpPr>
            <p:sp>
              <p:nvSpPr>
                <p:cNvPr id="8275" name="Google Shape;8275;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7" name="Google Shape;8287;p22"/>
              <p:cNvGrpSpPr/>
              <p:nvPr/>
            </p:nvGrpSpPr>
            <p:grpSpPr>
              <a:xfrm rot="-2169427">
                <a:off x="3455919" y="1963478"/>
                <a:ext cx="361529" cy="649332"/>
                <a:chOff x="1266852" y="1150479"/>
                <a:chExt cx="361530" cy="649334"/>
              </a:xfrm>
            </p:grpSpPr>
            <p:sp>
              <p:nvSpPr>
                <p:cNvPr id="8288" name="Google Shape;8288;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96" name="Google Shape;8296;p22"/>
            <p:cNvGrpSpPr/>
            <p:nvPr/>
          </p:nvGrpSpPr>
          <p:grpSpPr>
            <a:xfrm>
              <a:off x="3238754" y="1938230"/>
              <a:ext cx="887833" cy="871102"/>
              <a:chOff x="3086354" y="1785830"/>
              <a:chExt cx="887833" cy="871102"/>
            </a:xfrm>
          </p:grpSpPr>
          <p:grpSp>
            <p:nvGrpSpPr>
              <p:cNvPr id="8297" name="Google Shape;8297;p22"/>
              <p:cNvGrpSpPr/>
              <p:nvPr/>
            </p:nvGrpSpPr>
            <p:grpSpPr>
              <a:xfrm rot="-2169427">
                <a:off x="3251277" y="1839739"/>
                <a:ext cx="408803" cy="692509"/>
                <a:chOff x="3377730" y="919968"/>
                <a:chExt cx="408804" cy="692511"/>
              </a:xfrm>
            </p:grpSpPr>
            <p:sp>
              <p:nvSpPr>
                <p:cNvPr id="8298" name="Google Shape;8298;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0" name="Google Shape;8310;p22"/>
              <p:cNvGrpSpPr/>
              <p:nvPr/>
            </p:nvGrpSpPr>
            <p:grpSpPr>
              <a:xfrm rot="-2169427">
                <a:off x="3455919" y="1963478"/>
                <a:ext cx="361529" cy="649332"/>
                <a:chOff x="1266852" y="1150479"/>
                <a:chExt cx="361530" cy="649334"/>
              </a:xfrm>
            </p:grpSpPr>
            <p:sp>
              <p:nvSpPr>
                <p:cNvPr id="8311" name="Google Shape;8311;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19" name="Google Shape;8319;p22"/>
            <p:cNvGrpSpPr/>
            <p:nvPr/>
          </p:nvGrpSpPr>
          <p:grpSpPr>
            <a:xfrm>
              <a:off x="3490978" y="1037105"/>
              <a:ext cx="575468" cy="1051322"/>
              <a:chOff x="3377730" y="919968"/>
              <a:chExt cx="471039" cy="860470"/>
            </a:xfrm>
          </p:grpSpPr>
          <p:grpSp>
            <p:nvGrpSpPr>
              <p:cNvPr id="8320" name="Google Shape;8320;p22"/>
              <p:cNvGrpSpPr/>
              <p:nvPr/>
            </p:nvGrpSpPr>
            <p:grpSpPr>
              <a:xfrm>
                <a:off x="3377730" y="919968"/>
                <a:ext cx="408804" cy="692511"/>
                <a:chOff x="3377730" y="919968"/>
                <a:chExt cx="408804" cy="692511"/>
              </a:xfrm>
            </p:grpSpPr>
            <p:sp>
              <p:nvSpPr>
                <p:cNvPr id="8321" name="Google Shape;8321;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3" name="Google Shape;8333;p22"/>
              <p:cNvGrpSpPr/>
              <p:nvPr/>
            </p:nvGrpSpPr>
            <p:grpSpPr>
              <a:xfrm>
                <a:off x="3487239" y="1131104"/>
                <a:ext cx="361530" cy="649334"/>
                <a:chOff x="1266852" y="1150479"/>
                <a:chExt cx="361530" cy="649334"/>
              </a:xfrm>
            </p:grpSpPr>
            <p:sp>
              <p:nvSpPr>
                <p:cNvPr id="8334" name="Google Shape;8334;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42" name="Google Shape;8342;p22"/>
            <p:cNvGrpSpPr/>
            <p:nvPr/>
          </p:nvGrpSpPr>
          <p:grpSpPr>
            <a:xfrm>
              <a:off x="3517102" y="2473933"/>
              <a:ext cx="590853" cy="538858"/>
              <a:chOff x="2374102" y="2397733"/>
              <a:chExt cx="590853" cy="538858"/>
            </a:xfrm>
          </p:grpSpPr>
          <p:grpSp>
            <p:nvGrpSpPr>
              <p:cNvPr id="8343" name="Google Shape;8343;p22"/>
              <p:cNvGrpSpPr/>
              <p:nvPr/>
            </p:nvGrpSpPr>
            <p:grpSpPr>
              <a:xfrm>
                <a:off x="2374102" y="2397733"/>
                <a:ext cx="590853" cy="538858"/>
                <a:chOff x="1993102" y="2397733"/>
                <a:chExt cx="590853" cy="538858"/>
              </a:xfrm>
            </p:grpSpPr>
            <p:sp>
              <p:nvSpPr>
                <p:cNvPr id="8344" name="Google Shape;8344;p2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2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2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2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2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2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2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2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2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2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2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2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2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2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2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2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0" name="Google Shape;8360;p2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2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2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3" name="Google Shape;8363;p22"/>
              <p:cNvGrpSpPr/>
              <p:nvPr/>
            </p:nvGrpSpPr>
            <p:grpSpPr>
              <a:xfrm>
                <a:off x="2672051" y="2466803"/>
                <a:ext cx="88776" cy="97630"/>
                <a:chOff x="2291051" y="2466803"/>
                <a:chExt cx="88776" cy="97630"/>
              </a:xfrm>
            </p:grpSpPr>
            <p:sp>
              <p:nvSpPr>
                <p:cNvPr id="8364" name="Google Shape;8364;p2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2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2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2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2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2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2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2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2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2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2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2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2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2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2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2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2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2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2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2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2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2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2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2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2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2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2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2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2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3" name="Google Shape;8393;p2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2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2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2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2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2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2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0" name="Google Shape;8400;p22"/>
            <p:cNvGrpSpPr/>
            <p:nvPr/>
          </p:nvGrpSpPr>
          <p:grpSpPr>
            <a:xfrm rot="352659">
              <a:off x="3394332" y="1622136"/>
              <a:ext cx="676583" cy="547330"/>
              <a:chOff x="1981897" y="1546050"/>
              <a:chExt cx="676612" cy="547354"/>
            </a:xfrm>
          </p:grpSpPr>
          <p:grpSp>
            <p:nvGrpSpPr>
              <p:cNvPr id="8401" name="Google Shape;8401;p22"/>
              <p:cNvGrpSpPr/>
              <p:nvPr/>
            </p:nvGrpSpPr>
            <p:grpSpPr>
              <a:xfrm>
                <a:off x="2240847" y="1546050"/>
                <a:ext cx="258712" cy="250429"/>
                <a:chOff x="1490538" y="753834"/>
                <a:chExt cx="470985" cy="455906"/>
              </a:xfrm>
            </p:grpSpPr>
            <p:sp>
              <p:nvSpPr>
                <p:cNvPr id="8402" name="Google Shape;8402;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2" name="Google Shape;8412;p22"/>
              <p:cNvGrpSpPr/>
              <p:nvPr/>
            </p:nvGrpSpPr>
            <p:grpSpPr>
              <a:xfrm>
                <a:off x="2399797" y="1673288"/>
                <a:ext cx="258712" cy="250429"/>
                <a:chOff x="1490538" y="753834"/>
                <a:chExt cx="470985" cy="455906"/>
              </a:xfrm>
            </p:grpSpPr>
            <p:sp>
              <p:nvSpPr>
                <p:cNvPr id="8413" name="Google Shape;8413;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3" name="Google Shape;8423;p22"/>
              <p:cNvGrpSpPr/>
              <p:nvPr/>
            </p:nvGrpSpPr>
            <p:grpSpPr>
              <a:xfrm>
                <a:off x="2159535" y="1742038"/>
                <a:ext cx="258712" cy="250429"/>
                <a:chOff x="1490538" y="753834"/>
                <a:chExt cx="470985" cy="455906"/>
              </a:xfrm>
            </p:grpSpPr>
            <p:sp>
              <p:nvSpPr>
                <p:cNvPr id="8424" name="Google Shape;8424;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4" name="Google Shape;8434;p22"/>
              <p:cNvGrpSpPr/>
              <p:nvPr/>
            </p:nvGrpSpPr>
            <p:grpSpPr>
              <a:xfrm>
                <a:off x="2323985" y="1842975"/>
                <a:ext cx="258712" cy="250429"/>
                <a:chOff x="1490538" y="753834"/>
                <a:chExt cx="470985" cy="455906"/>
              </a:xfrm>
            </p:grpSpPr>
            <p:sp>
              <p:nvSpPr>
                <p:cNvPr id="8435" name="Google Shape;8435;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5" name="Google Shape;8445;p22"/>
              <p:cNvGrpSpPr/>
              <p:nvPr/>
            </p:nvGrpSpPr>
            <p:grpSpPr>
              <a:xfrm>
                <a:off x="1981897" y="1804075"/>
                <a:ext cx="258712" cy="250429"/>
                <a:chOff x="1490538" y="753834"/>
                <a:chExt cx="470985" cy="455906"/>
              </a:xfrm>
            </p:grpSpPr>
            <p:sp>
              <p:nvSpPr>
                <p:cNvPr id="8446" name="Google Shape;8446;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56" name="Google Shape;8456;p22"/>
            <p:cNvGrpSpPr/>
            <p:nvPr/>
          </p:nvGrpSpPr>
          <p:grpSpPr>
            <a:xfrm flipH="1">
              <a:off x="3270102" y="2806996"/>
              <a:ext cx="590853" cy="538858"/>
              <a:chOff x="2374102" y="2397733"/>
              <a:chExt cx="590853" cy="538858"/>
            </a:xfrm>
          </p:grpSpPr>
          <p:grpSp>
            <p:nvGrpSpPr>
              <p:cNvPr id="8457" name="Google Shape;8457;p22"/>
              <p:cNvGrpSpPr/>
              <p:nvPr/>
            </p:nvGrpSpPr>
            <p:grpSpPr>
              <a:xfrm>
                <a:off x="2374102" y="2397733"/>
                <a:ext cx="590853" cy="538858"/>
                <a:chOff x="1993102" y="2397733"/>
                <a:chExt cx="590853" cy="538858"/>
              </a:xfrm>
            </p:grpSpPr>
            <p:sp>
              <p:nvSpPr>
                <p:cNvPr id="8458" name="Google Shape;8458;p2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2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2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2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2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2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2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2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2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2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2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2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2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2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2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2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74" name="Google Shape;8474;p2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2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2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7" name="Google Shape;8477;p22"/>
              <p:cNvGrpSpPr/>
              <p:nvPr/>
            </p:nvGrpSpPr>
            <p:grpSpPr>
              <a:xfrm>
                <a:off x="2672051" y="2466803"/>
                <a:ext cx="88776" cy="97630"/>
                <a:chOff x="2291051" y="2466803"/>
                <a:chExt cx="88776" cy="97630"/>
              </a:xfrm>
            </p:grpSpPr>
            <p:sp>
              <p:nvSpPr>
                <p:cNvPr id="8478" name="Google Shape;8478;p2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2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2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2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2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2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2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2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2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2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2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2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2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2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2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2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2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2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2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2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2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2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2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2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2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2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2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2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2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7" name="Google Shape;8507;p2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2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2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2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2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2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2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4" name="Google Shape;8514;p22"/>
            <p:cNvGrpSpPr/>
            <p:nvPr/>
          </p:nvGrpSpPr>
          <p:grpSpPr>
            <a:xfrm>
              <a:off x="3446433" y="3091192"/>
              <a:ext cx="1319021" cy="1203001"/>
              <a:chOff x="2374102" y="2397733"/>
              <a:chExt cx="590853" cy="538858"/>
            </a:xfrm>
          </p:grpSpPr>
          <p:grpSp>
            <p:nvGrpSpPr>
              <p:cNvPr id="8515" name="Google Shape;8515;p22"/>
              <p:cNvGrpSpPr/>
              <p:nvPr/>
            </p:nvGrpSpPr>
            <p:grpSpPr>
              <a:xfrm>
                <a:off x="2374102" y="2397733"/>
                <a:ext cx="590853" cy="538858"/>
                <a:chOff x="1993102" y="2397733"/>
                <a:chExt cx="590853" cy="538858"/>
              </a:xfrm>
            </p:grpSpPr>
            <p:sp>
              <p:nvSpPr>
                <p:cNvPr id="8516" name="Google Shape;8516;p2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2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2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2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2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2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2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2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2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2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2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2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2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2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2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2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2" name="Google Shape;8532;p2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2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2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5" name="Google Shape;8535;p22"/>
              <p:cNvGrpSpPr/>
              <p:nvPr/>
            </p:nvGrpSpPr>
            <p:grpSpPr>
              <a:xfrm>
                <a:off x="2672051" y="2466803"/>
                <a:ext cx="88776" cy="97630"/>
                <a:chOff x="2291051" y="2466803"/>
                <a:chExt cx="88776" cy="97630"/>
              </a:xfrm>
            </p:grpSpPr>
            <p:sp>
              <p:nvSpPr>
                <p:cNvPr id="8536" name="Google Shape;8536;p2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2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2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2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2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2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2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2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2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2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2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2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2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2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2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2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2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2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2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2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2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2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2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2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2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2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2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2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2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65" name="Google Shape;8565;p2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2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2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2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2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2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2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2" name="Google Shape;8572;p22"/>
            <p:cNvGrpSpPr/>
            <p:nvPr/>
          </p:nvGrpSpPr>
          <p:grpSpPr>
            <a:xfrm>
              <a:off x="4490110" y="3659885"/>
              <a:ext cx="365767" cy="351686"/>
              <a:chOff x="1490538" y="753834"/>
              <a:chExt cx="470985" cy="455906"/>
            </a:xfrm>
          </p:grpSpPr>
          <p:sp>
            <p:nvSpPr>
              <p:cNvPr id="8573" name="Google Shape;8573;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3" name="Google Shape;8583;p22"/>
            <p:cNvGrpSpPr/>
            <p:nvPr/>
          </p:nvGrpSpPr>
          <p:grpSpPr>
            <a:xfrm rot="-975329">
              <a:off x="4865699" y="3543897"/>
              <a:ext cx="365789" cy="351698"/>
              <a:chOff x="1490538" y="753834"/>
              <a:chExt cx="470985" cy="455906"/>
            </a:xfrm>
          </p:grpSpPr>
          <p:sp>
            <p:nvSpPr>
              <p:cNvPr id="8584" name="Google Shape;8584;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8594" name="Shape 8594"/>
        <p:cNvGrpSpPr/>
        <p:nvPr/>
      </p:nvGrpSpPr>
      <p:grpSpPr>
        <a:xfrm>
          <a:off x="0" y="0"/>
          <a:ext cx="0" cy="0"/>
          <a:chOff x="0" y="0"/>
          <a:chExt cx="0" cy="0"/>
        </a:xfrm>
      </p:grpSpPr>
      <p:grpSp>
        <p:nvGrpSpPr>
          <p:cNvPr id="8595" name="Google Shape;8595;p23"/>
          <p:cNvGrpSpPr/>
          <p:nvPr/>
        </p:nvGrpSpPr>
        <p:grpSpPr>
          <a:xfrm flipH="1">
            <a:off x="8310579" y="183377"/>
            <a:ext cx="684032" cy="697236"/>
            <a:chOff x="121063" y="211715"/>
            <a:chExt cx="684032" cy="697236"/>
          </a:xfrm>
        </p:grpSpPr>
        <p:grpSp>
          <p:nvGrpSpPr>
            <p:cNvPr id="8596" name="Google Shape;8596;p23"/>
            <p:cNvGrpSpPr/>
            <p:nvPr/>
          </p:nvGrpSpPr>
          <p:grpSpPr>
            <a:xfrm flipH="1">
              <a:off x="482506" y="211715"/>
              <a:ext cx="322588" cy="124262"/>
              <a:chOff x="2449294" y="636165"/>
              <a:chExt cx="322588" cy="124262"/>
            </a:xfrm>
          </p:grpSpPr>
          <p:sp>
            <p:nvSpPr>
              <p:cNvPr id="8597" name="Google Shape;8597;p2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2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2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2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2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2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2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2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2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6" name="Google Shape;8606;p23"/>
            <p:cNvGrpSpPr/>
            <p:nvPr/>
          </p:nvGrpSpPr>
          <p:grpSpPr>
            <a:xfrm>
              <a:off x="121063" y="377859"/>
              <a:ext cx="470985" cy="455906"/>
              <a:chOff x="1490538" y="753834"/>
              <a:chExt cx="470985" cy="455906"/>
            </a:xfrm>
          </p:grpSpPr>
          <p:sp>
            <p:nvSpPr>
              <p:cNvPr id="8607" name="Google Shape;8607;p2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2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2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2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2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2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2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2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2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2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7" name="Google Shape;8617;p23"/>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23"/>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23"/>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0" name="Google Shape;8620;p23"/>
          <p:cNvGrpSpPr/>
          <p:nvPr/>
        </p:nvGrpSpPr>
        <p:grpSpPr>
          <a:xfrm flipH="1" rot="10800000">
            <a:off x="149379" y="4254877"/>
            <a:ext cx="684032" cy="697236"/>
            <a:chOff x="121063" y="211715"/>
            <a:chExt cx="684032" cy="697236"/>
          </a:xfrm>
        </p:grpSpPr>
        <p:grpSp>
          <p:nvGrpSpPr>
            <p:cNvPr id="8621" name="Google Shape;8621;p23"/>
            <p:cNvGrpSpPr/>
            <p:nvPr/>
          </p:nvGrpSpPr>
          <p:grpSpPr>
            <a:xfrm flipH="1">
              <a:off x="482506" y="211715"/>
              <a:ext cx="322588" cy="124262"/>
              <a:chOff x="2449294" y="636165"/>
              <a:chExt cx="322588" cy="124262"/>
            </a:xfrm>
          </p:grpSpPr>
          <p:sp>
            <p:nvSpPr>
              <p:cNvPr id="8622" name="Google Shape;8622;p2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2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2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2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2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2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2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2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2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1" name="Google Shape;8631;p23"/>
            <p:cNvGrpSpPr/>
            <p:nvPr/>
          </p:nvGrpSpPr>
          <p:grpSpPr>
            <a:xfrm>
              <a:off x="121063" y="377859"/>
              <a:ext cx="470985" cy="455906"/>
              <a:chOff x="1490538" y="753834"/>
              <a:chExt cx="470985" cy="455906"/>
            </a:xfrm>
          </p:grpSpPr>
          <p:sp>
            <p:nvSpPr>
              <p:cNvPr id="8632" name="Google Shape;8632;p2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2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2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2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2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2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2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2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2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2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2" name="Google Shape;8642;p23"/>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23"/>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23"/>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5" name="Google Shape;8645;p23"/>
          <p:cNvGrpSpPr/>
          <p:nvPr/>
        </p:nvGrpSpPr>
        <p:grpSpPr>
          <a:xfrm>
            <a:off x="149379" y="183377"/>
            <a:ext cx="684032" cy="697236"/>
            <a:chOff x="121063" y="211715"/>
            <a:chExt cx="684032" cy="697236"/>
          </a:xfrm>
        </p:grpSpPr>
        <p:grpSp>
          <p:nvGrpSpPr>
            <p:cNvPr id="8646" name="Google Shape;8646;p23"/>
            <p:cNvGrpSpPr/>
            <p:nvPr/>
          </p:nvGrpSpPr>
          <p:grpSpPr>
            <a:xfrm flipH="1">
              <a:off x="482506" y="211715"/>
              <a:ext cx="322588" cy="124262"/>
              <a:chOff x="2449294" y="636165"/>
              <a:chExt cx="322588" cy="124262"/>
            </a:xfrm>
          </p:grpSpPr>
          <p:sp>
            <p:nvSpPr>
              <p:cNvPr id="8647" name="Google Shape;8647;p2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2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2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2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2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2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2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2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2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6" name="Google Shape;8656;p23"/>
            <p:cNvGrpSpPr/>
            <p:nvPr/>
          </p:nvGrpSpPr>
          <p:grpSpPr>
            <a:xfrm>
              <a:off x="121063" y="377859"/>
              <a:ext cx="470985" cy="455906"/>
              <a:chOff x="1490538" y="753834"/>
              <a:chExt cx="470985" cy="455906"/>
            </a:xfrm>
          </p:grpSpPr>
          <p:sp>
            <p:nvSpPr>
              <p:cNvPr id="8657" name="Google Shape;8657;p2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2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2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2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2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2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2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2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2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2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67" name="Google Shape;8667;p23"/>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23"/>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23"/>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0" name="Google Shape;8670;p23"/>
          <p:cNvGrpSpPr/>
          <p:nvPr/>
        </p:nvGrpSpPr>
        <p:grpSpPr>
          <a:xfrm rot="10800000">
            <a:off x="8310579" y="4254877"/>
            <a:ext cx="684032" cy="697236"/>
            <a:chOff x="121063" y="211715"/>
            <a:chExt cx="684032" cy="697236"/>
          </a:xfrm>
        </p:grpSpPr>
        <p:grpSp>
          <p:nvGrpSpPr>
            <p:cNvPr id="8671" name="Google Shape;8671;p23"/>
            <p:cNvGrpSpPr/>
            <p:nvPr/>
          </p:nvGrpSpPr>
          <p:grpSpPr>
            <a:xfrm flipH="1">
              <a:off x="482506" y="211715"/>
              <a:ext cx="322588" cy="124262"/>
              <a:chOff x="2449294" y="636165"/>
              <a:chExt cx="322588" cy="124262"/>
            </a:xfrm>
          </p:grpSpPr>
          <p:sp>
            <p:nvSpPr>
              <p:cNvPr id="8672" name="Google Shape;8672;p2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2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2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2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2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2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2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2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2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1" name="Google Shape;8681;p23"/>
            <p:cNvGrpSpPr/>
            <p:nvPr/>
          </p:nvGrpSpPr>
          <p:grpSpPr>
            <a:xfrm>
              <a:off x="121063" y="377859"/>
              <a:ext cx="470985" cy="455906"/>
              <a:chOff x="1490538" y="753834"/>
              <a:chExt cx="470985" cy="455906"/>
            </a:xfrm>
          </p:grpSpPr>
          <p:sp>
            <p:nvSpPr>
              <p:cNvPr id="8682" name="Google Shape;8682;p2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2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2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2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2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2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2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2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2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2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2" name="Google Shape;8692;p23"/>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23"/>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23"/>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8698" name="Shape 8698"/>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8699" name="Shape 8699"/>
        <p:cNvGrpSpPr/>
        <p:nvPr/>
      </p:nvGrpSpPr>
      <p:grpSpPr>
        <a:xfrm>
          <a:off x="0" y="0"/>
          <a:ext cx="0" cy="0"/>
          <a:chOff x="0" y="0"/>
          <a:chExt cx="0" cy="0"/>
        </a:xfrm>
      </p:grpSpPr>
      <p:sp>
        <p:nvSpPr>
          <p:cNvPr id="8700" name="Google Shape;8700;p26"/>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23" Type="http://schemas.openxmlformats.org/officeDocument/2006/relationships/theme" Target="../theme/theme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slideLayout" Target="../slideLayouts/slideLayout24.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6"/>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20000" y="331645"/>
            <a:ext cx="7704000" cy="6402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1pPr>
            <a:lvl2pPr lvl="1"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2pPr>
            <a:lvl3pPr lvl="2"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3pPr>
            <a:lvl4pPr lvl="3"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4pPr>
            <a:lvl5pPr lvl="4"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5pPr>
            <a:lvl6pPr lvl="5"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6pPr>
            <a:lvl7pPr lvl="6"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7pPr>
            <a:lvl8pPr lvl="7"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8pPr>
            <a:lvl9pPr lvl="8"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9pPr>
          </a:lstStyle>
          <a:p/>
        </p:txBody>
      </p:sp>
      <p:sp>
        <p:nvSpPr>
          <p:cNvPr id="7" name="Google Shape;7;p1"/>
          <p:cNvSpPr txBox="1"/>
          <p:nvPr>
            <p:ph idx="1" type="body"/>
          </p:nvPr>
        </p:nvSpPr>
        <p:spPr>
          <a:xfrm>
            <a:off x="720000" y="1152475"/>
            <a:ext cx="77040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1pPr>
            <a:lvl2pPr indent="-317500" lvl="1" marL="9144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00000"/>
              </a:lnSpc>
              <a:spcBef>
                <a:spcPts val="1600"/>
              </a:spcBef>
              <a:spcAft>
                <a:spcPts val="1600"/>
              </a:spcAft>
              <a:buClr>
                <a:schemeClr val="dk1"/>
              </a:buClr>
              <a:buSzPts val="1400"/>
              <a:buFont typeface="Roboto"/>
              <a:buChar char="■"/>
              <a:defRPr>
                <a:solidFill>
                  <a:schemeClr val="dk1"/>
                </a:solidFill>
                <a:latin typeface="Roboto"/>
                <a:ea typeface="Roboto"/>
                <a:cs typeface="Roboto"/>
                <a:sym typeface="Robot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8695" name="Shape 8695"/>
        <p:cNvGrpSpPr/>
        <p:nvPr/>
      </p:nvGrpSpPr>
      <p:grpSpPr>
        <a:xfrm>
          <a:off x="0" y="0"/>
          <a:ext cx="0" cy="0"/>
          <a:chOff x="0" y="0"/>
          <a:chExt cx="0" cy="0"/>
        </a:xfrm>
      </p:grpSpPr>
      <p:sp>
        <p:nvSpPr>
          <p:cNvPr id="8696" name="Google Shape;8696;p2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8697" name="Google Shape;8697;p2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0" r:id="rId1"/>
    <p:sldLayoutId id="2147483671"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20" Type="http://schemas.openxmlformats.org/officeDocument/2006/relationships/hyperlink" Target="https://en.wikipedia.org/wiki/Brazil#cite_note-Philander2012-18" TargetMode="External"/><Relationship Id="rId11" Type="http://schemas.openxmlformats.org/officeDocument/2006/relationships/hyperlink" Target="https://en.wikipedia.org/wiki/Federal_District_(Brazil)" TargetMode="External"/><Relationship Id="rId10" Type="http://schemas.openxmlformats.org/officeDocument/2006/relationships/hyperlink" Target="https://en.wikipedia.org/wiki/Federative_units_of_Brazil" TargetMode="External"/><Relationship Id="rId21" Type="http://schemas.openxmlformats.org/officeDocument/2006/relationships/hyperlink" Target="https://en.wikipedia.org/wiki/Brazil#cite_note-CrocittiVallance2011-19" TargetMode="External"/><Relationship Id="rId13" Type="http://schemas.openxmlformats.org/officeDocument/2006/relationships/hyperlink" Target="https://en.wikipedia.org/wiki/List_of_municipalities_in_Brazil_by_population" TargetMode="External"/><Relationship Id="rId12" Type="http://schemas.openxmlformats.org/officeDocument/2006/relationships/hyperlink" Target="https://en.wikipedia.org/wiki/Bras%C3%ADlia" TargetMode="External"/><Relationship Id="rId1" Type="http://schemas.openxmlformats.org/officeDocument/2006/relationships/slideLayout" Target="../slideLayouts/slideLayout6.xml"/><Relationship Id="rId2" Type="http://schemas.openxmlformats.org/officeDocument/2006/relationships/notesSlide" Target="../notesSlides/notesSlide2.xml"/><Relationship Id="rId3" Type="http://schemas.openxmlformats.org/officeDocument/2006/relationships/image" Target="../media/image9.png"/><Relationship Id="rId4" Type="http://schemas.openxmlformats.org/officeDocument/2006/relationships/hyperlink" Target="https://en.wikipedia.org/wiki/Brazil#cite_note-15" TargetMode="External"/><Relationship Id="rId9" Type="http://schemas.openxmlformats.org/officeDocument/2006/relationships/hyperlink" Target="https://en.wikipedia.org/wiki/Federation" TargetMode="External"/><Relationship Id="rId15" Type="http://schemas.openxmlformats.org/officeDocument/2006/relationships/hyperlink" Target="https://en.wikipedia.org/wiki/Rio_de_Janeiro" TargetMode="External"/><Relationship Id="rId14" Type="http://schemas.openxmlformats.org/officeDocument/2006/relationships/hyperlink" Target="https://en.wikipedia.org/wiki/S%C3%A3o_Paulo" TargetMode="External"/><Relationship Id="rId17" Type="http://schemas.openxmlformats.org/officeDocument/2006/relationships/hyperlink" Target="https://en.wikipedia.org/wiki/Americas" TargetMode="External"/><Relationship Id="rId16" Type="http://schemas.openxmlformats.org/officeDocument/2006/relationships/hyperlink" Target="https://en.wikipedia.org/wiki/Community_of_Portuguese_Language_Countries" TargetMode="External"/><Relationship Id="rId5" Type="http://schemas.openxmlformats.org/officeDocument/2006/relationships/hyperlink" Target="https://en.wikipedia.org/wiki/Brazil#cite_note-17" TargetMode="External"/><Relationship Id="rId19" Type="http://schemas.openxmlformats.org/officeDocument/2006/relationships/hyperlink" Target="https://en.wikipedia.org/wiki/Portuguese-speaking_world" TargetMode="External"/><Relationship Id="rId6" Type="http://schemas.openxmlformats.org/officeDocument/2006/relationships/hyperlink" Target="https://en.wikipedia.org/wiki/South_America" TargetMode="External"/><Relationship Id="rId18" Type="http://schemas.openxmlformats.org/officeDocument/2006/relationships/hyperlink" Target="https://en.wikipedia.org/wiki/Portuguese_language" TargetMode="External"/><Relationship Id="rId7" Type="http://schemas.openxmlformats.org/officeDocument/2006/relationships/hyperlink" Target="https://en.wikipedia.org/wiki/List_of_countries_and_dependencies_by_area" TargetMode="External"/><Relationship Id="rId8" Type="http://schemas.openxmlformats.org/officeDocument/2006/relationships/hyperlink" Target="https://en.wikipedia.org/wiki/List_of_countries_and_dependencies_by_population"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xml"/><Relationship Id="rId3" Type="http://schemas.openxmlformats.org/officeDocument/2006/relationships/image" Target="../media/image7.png"/><Relationship Id="rId4" Type="http://schemas.openxmlformats.org/officeDocument/2006/relationships/image" Target="../media/image11.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 Id="rId3" Type="http://schemas.openxmlformats.org/officeDocument/2006/relationships/image" Target="../media/image8.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5.xml"/><Relationship Id="rId3" Type="http://schemas.openxmlformats.org/officeDocument/2006/relationships/hyperlink" Target="https://en.wikipedia.org/wiki/Brazil" TargetMode="External"/><Relationship Id="rId4" Type="http://schemas.openxmlformats.org/officeDocument/2006/relationships/hyperlink" Target="https://rusticpathways.com/blog/fun-facts-about-brazil" TargetMode="External"/><Relationship Id="rId5" Type="http://schemas.openxmlformats.org/officeDocument/2006/relationships/hyperlink" Target="https://en.wikipedia.org/wiki/Brazil" TargetMode="External"/><Relationship Id="rId6" Type="http://schemas.openxmlformats.org/officeDocument/2006/relationships/hyperlink" Target="https://www.amazonconservation.org/the-challenge/threats/" TargetMode="External"/><Relationship Id="rId7" Type="http://schemas.openxmlformats.org/officeDocument/2006/relationships/hyperlink" Target="https://www.amazonconservation.org/the-challenge/threats/" TargetMode="Externa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 Id="rId3" Type="http://schemas.openxmlformats.org/officeDocument/2006/relationships/image" Target="../media/image12.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0.xml"/><Relationship Id="rId3" Type="http://schemas.openxmlformats.org/officeDocument/2006/relationships/image" Target="../media/image1.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4GK5dVwlB-5MaHaTkTAEFPqyc0HqlPc8mRRXx76riQY/copy" TargetMode="External"/><Relationship Id="rId5" Type="http://schemas.openxmlformats.org/officeDocument/2006/relationships/image" Target="../media/image10.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xml"/><Relationship Id="rId3" Type="http://schemas.openxmlformats.org/officeDocument/2006/relationships/hyperlink" Target="https://www.freepik.com/free-vector/flat-design-cross-country-illustration_29519002.htm/?utm_source=slidesgo_template&amp;utm_medium=referral-link&amp;utm_campaign=sg_resources&amp;utm_content=freepik" TargetMode="Externa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1.xml"/><Relationship Id="rId3" Type="http://schemas.openxmlformats.org/officeDocument/2006/relationships/hyperlink" Target="https://www.freepik.com/free-vector/bike-race-sport-illustration_29760408.htm/?utm_source=slidesgo_template&amp;utm_medium=referral-link&amp;utm_campaign=sg_resources&amp;utm_content=freepik" TargetMode="External"/><Relationship Id="rId4" Type="http://schemas.openxmlformats.org/officeDocument/2006/relationships/hyperlink" Target="https://www.freepik.com/free-photo/swimmer-water-close-up_11305886.htm/?utm_source=slidesgo_template&amp;utm_medium=referral-link&amp;utm_campaign=sg_resources&amp;utm_content=freepik" TargetMode="External"/><Relationship Id="rId5" Type="http://schemas.openxmlformats.org/officeDocument/2006/relationships/hyperlink" Target="https://www.freepik.com/free-photo/male-cyclist-training-with-bicycle-outdoors_32522141.htm#&amp;position=3&amp;from_view=collections/?utm_source=slidesgo_template&amp;utm_medium=referral-link&amp;utm_campaign=sg_resources&amp;utm_content=freepik" TargetMode="External"/><Relationship Id="rId6" Type="http://schemas.openxmlformats.org/officeDocument/2006/relationships/hyperlink" Target="https://www.flaticon.com/free-icon/triathlon_6587375/?utm_source=slidesgo_template&amp;utm_medium=referral-link&amp;utm_campaign=sg_resources&amp;utm_content=flaticon" TargetMode="External"/><Relationship Id="rId7" Type="http://schemas.openxmlformats.org/officeDocument/2006/relationships/hyperlink" Target="https://www.flaticon.com/packs/active-lifestyle-29/?utm_source=slidesgo_template&amp;utm_medium=referral-link&amp;utm_campaign=sg_resources&amp;utm_content=flaticon"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2.xml"/><Relationship Id="rId3" Type="http://schemas.openxmlformats.org/officeDocument/2006/relationships/hyperlink" Target="http://bit.ly/2PfT4lq" TargetMode="External"/><Relationship Id="rId4" Type="http://schemas.openxmlformats.org/officeDocument/2006/relationships/slide" Target="/ppt/slides/slide18.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ppt/slides/slide18.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4.xml"/><Relationship Id="rId3" Type="http://schemas.openxmlformats.org/officeDocument/2006/relationships/hyperlink" Target="https://fonts.google.com/specimen/Sriracha" TargetMode="External"/><Relationship Id="rId4" Type="http://schemas.openxmlformats.org/officeDocument/2006/relationships/hyperlink" Target="https://fonts.google.com/specimen/Roboto" TargetMode="External"/></Relationships>
</file>

<file path=ppt/slides/_rels/slide25.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4.xml"/><Relationship Id="rId2" Type="http://schemas.openxmlformats.org/officeDocument/2006/relationships/notesSlide" Target="../notesSlides/notesSlide25.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3.png"/><Relationship Id="rId14" Type="http://schemas.openxmlformats.org/officeDocument/2006/relationships/image" Target="../media/image4.png"/><Relationship Id="rId17" Type="http://schemas.openxmlformats.org/officeDocument/2006/relationships/image" Target="../media/image2.png"/><Relationship Id="rId16" Type="http://schemas.openxmlformats.org/officeDocument/2006/relationships/image" Target="../media/image5.png"/><Relationship Id="rId5" Type="http://schemas.openxmlformats.org/officeDocument/2006/relationships/image" Target="../media/image6.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6.xml"/><Relationship Id="rId3" Type="http://schemas.openxmlformats.org/officeDocument/2006/relationships/hyperlink" Target="https://bit.ly/2ZjL1pd"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2.xml"/><Relationship Id="rId3" Type="http://schemas.openxmlformats.org/officeDocument/2006/relationships/hyperlink" Target="https://workspace.google.com/marketplace/app/icons_for_slides_docs/381578326502"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image" Target="../media/image13.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4" name="Shape 8704"/>
        <p:cNvGrpSpPr/>
        <p:nvPr/>
      </p:nvGrpSpPr>
      <p:grpSpPr>
        <a:xfrm>
          <a:off x="0" y="0"/>
          <a:ext cx="0" cy="0"/>
          <a:chOff x="0" y="0"/>
          <a:chExt cx="0" cy="0"/>
        </a:xfrm>
      </p:grpSpPr>
      <p:sp>
        <p:nvSpPr>
          <p:cNvPr id="8705" name="Google Shape;8705;p27"/>
          <p:cNvSpPr txBox="1"/>
          <p:nvPr>
            <p:ph type="ctrTitle"/>
          </p:nvPr>
        </p:nvSpPr>
        <p:spPr>
          <a:xfrm>
            <a:off x="720000" y="1748839"/>
            <a:ext cx="7704000" cy="164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accent4"/>
                </a:solidFill>
              </a:rPr>
              <a:t>Brazil</a:t>
            </a:r>
            <a:r>
              <a:rPr lang="en">
                <a:solidFill>
                  <a:schemeClr val="accent4"/>
                </a:solidFill>
              </a:rPr>
              <a:t>: </a:t>
            </a:r>
            <a:br>
              <a:rPr lang="en">
                <a:solidFill>
                  <a:schemeClr val="accent4"/>
                </a:solidFill>
              </a:rPr>
            </a:br>
            <a:r>
              <a:rPr lang="en" sz="4700"/>
              <a:t>Deforestation in the Amazon</a:t>
            </a:r>
            <a:endParaRPr sz="4700">
              <a:solidFill>
                <a:schemeClr val="dk2"/>
              </a:solidFill>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9" name="Shape 8709"/>
        <p:cNvGrpSpPr/>
        <p:nvPr/>
      </p:nvGrpSpPr>
      <p:grpSpPr>
        <a:xfrm>
          <a:off x="0" y="0"/>
          <a:ext cx="0" cy="0"/>
          <a:chOff x="0" y="0"/>
          <a:chExt cx="0" cy="0"/>
        </a:xfrm>
      </p:grpSpPr>
      <p:pic>
        <p:nvPicPr>
          <p:cNvPr id="8710" name="Google Shape;8710;p28"/>
          <p:cNvPicPr preferRelativeResize="0"/>
          <p:nvPr/>
        </p:nvPicPr>
        <p:blipFill rotWithShape="1">
          <a:blip r:embed="rId3">
            <a:alphaModFix/>
          </a:blip>
          <a:srcRect b="0" l="16439" r="22496" t="0"/>
          <a:stretch/>
        </p:blipFill>
        <p:spPr>
          <a:xfrm>
            <a:off x="4773500" y="702300"/>
            <a:ext cx="4059000" cy="3738900"/>
          </a:xfrm>
          <a:prstGeom prst="roundRect">
            <a:avLst>
              <a:gd fmla="val 31360" name="adj"/>
            </a:avLst>
          </a:prstGeom>
          <a:noFill/>
          <a:ln>
            <a:noFill/>
          </a:ln>
        </p:spPr>
      </p:pic>
      <p:sp>
        <p:nvSpPr>
          <p:cNvPr id="8711" name="Google Shape;8711;p28"/>
          <p:cNvSpPr txBox="1"/>
          <p:nvPr>
            <p:ph type="title"/>
          </p:nvPr>
        </p:nvSpPr>
        <p:spPr>
          <a:xfrm>
            <a:off x="205200" y="94838"/>
            <a:ext cx="4190700" cy="69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Brazil</a:t>
            </a:r>
            <a:endParaRPr/>
          </a:p>
        </p:txBody>
      </p:sp>
      <p:grpSp>
        <p:nvGrpSpPr>
          <p:cNvPr id="8712" name="Google Shape;8712;p28"/>
          <p:cNvGrpSpPr/>
          <p:nvPr/>
        </p:nvGrpSpPr>
        <p:grpSpPr>
          <a:xfrm flipH="1" rot="-5400000">
            <a:off x="6764893" y="-1361463"/>
            <a:ext cx="2353234" cy="4389250"/>
            <a:chOff x="3238754" y="1037105"/>
            <a:chExt cx="2114316" cy="3971813"/>
          </a:xfrm>
        </p:grpSpPr>
        <p:grpSp>
          <p:nvGrpSpPr>
            <p:cNvPr id="8713" name="Google Shape;8713;p28"/>
            <p:cNvGrpSpPr/>
            <p:nvPr/>
          </p:nvGrpSpPr>
          <p:grpSpPr>
            <a:xfrm rot="352619">
              <a:off x="3514228" y="3929201"/>
              <a:ext cx="820714" cy="663927"/>
              <a:chOff x="1981897" y="1546050"/>
              <a:chExt cx="676612" cy="547354"/>
            </a:xfrm>
          </p:grpSpPr>
          <p:grpSp>
            <p:nvGrpSpPr>
              <p:cNvPr id="8714" name="Google Shape;8714;p28"/>
              <p:cNvGrpSpPr/>
              <p:nvPr/>
            </p:nvGrpSpPr>
            <p:grpSpPr>
              <a:xfrm>
                <a:off x="2240847" y="1546050"/>
                <a:ext cx="258712" cy="250429"/>
                <a:chOff x="1490538" y="753834"/>
                <a:chExt cx="470985" cy="455906"/>
              </a:xfrm>
            </p:grpSpPr>
            <p:sp>
              <p:nvSpPr>
                <p:cNvPr id="8715" name="Google Shape;8715;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5" name="Google Shape;8725;p28"/>
              <p:cNvGrpSpPr/>
              <p:nvPr/>
            </p:nvGrpSpPr>
            <p:grpSpPr>
              <a:xfrm>
                <a:off x="2399797" y="1673288"/>
                <a:ext cx="258712" cy="250429"/>
                <a:chOff x="1490538" y="753834"/>
                <a:chExt cx="470985" cy="455906"/>
              </a:xfrm>
            </p:grpSpPr>
            <p:sp>
              <p:nvSpPr>
                <p:cNvPr id="8726" name="Google Shape;8726;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6" name="Google Shape;8736;p28"/>
              <p:cNvGrpSpPr/>
              <p:nvPr/>
            </p:nvGrpSpPr>
            <p:grpSpPr>
              <a:xfrm>
                <a:off x="2159535" y="1742038"/>
                <a:ext cx="258712" cy="250429"/>
                <a:chOff x="1490538" y="753834"/>
                <a:chExt cx="470985" cy="455906"/>
              </a:xfrm>
            </p:grpSpPr>
            <p:sp>
              <p:nvSpPr>
                <p:cNvPr id="8737" name="Google Shape;8737;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7" name="Google Shape;8747;p28"/>
              <p:cNvGrpSpPr/>
              <p:nvPr/>
            </p:nvGrpSpPr>
            <p:grpSpPr>
              <a:xfrm>
                <a:off x="2323985" y="1842975"/>
                <a:ext cx="258712" cy="250429"/>
                <a:chOff x="1490538" y="753834"/>
                <a:chExt cx="470985" cy="455906"/>
              </a:xfrm>
            </p:grpSpPr>
            <p:sp>
              <p:nvSpPr>
                <p:cNvPr id="8748" name="Google Shape;8748;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8" name="Google Shape;8758;p28"/>
              <p:cNvGrpSpPr/>
              <p:nvPr/>
            </p:nvGrpSpPr>
            <p:grpSpPr>
              <a:xfrm>
                <a:off x="1981897" y="1804075"/>
                <a:ext cx="258712" cy="250429"/>
                <a:chOff x="1490538" y="753834"/>
                <a:chExt cx="470985" cy="455906"/>
              </a:xfrm>
            </p:grpSpPr>
            <p:sp>
              <p:nvSpPr>
                <p:cNvPr id="8759" name="Google Shape;8759;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69" name="Google Shape;8769;p28"/>
            <p:cNvGrpSpPr/>
            <p:nvPr/>
          </p:nvGrpSpPr>
          <p:grpSpPr>
            <a:xfrm flipH="1" rot="8833976">
              <a:off x="4214846" y="3438470"/>
              <a:ext cx="804524" cy="1469662"/>
              <a:chOff x="3377730" y="919968"/>
              <a:chExt cx="471039" cy="860470"/>
            </a:xfrm>
          </p:grpSpPr>
          <p:grpSp>
            <p:nvGrpSpPr>
              <p:cNvPr id="8770" name="Google Shape;8770;p28"/>
              <p:cNvGrpSpPr/>
              <p:nvPr/>
            </p:nvGrpSpPr>
            <p:grpSpPr>
              <a:xfrm>
                <a:off x="3377730" y="919968"/>
                <a:ext cx="408804" cy="692511"/>
                <a:chOff x="3377730" y="919968"/>
                <a:chExt cx="408804" cy="692511"/>
              </a:xfrm>
            </p:grpSpPr>
            <p:sp>
              <p:nvSpPr>
                <p:cNvPr id="8771" name="Google Shape;8771;p2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2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2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2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2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2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2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2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2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2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2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2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3" name="Google Shape;8783;p28"/>
              <p:cNvGrpSpPr/>
              <p:nvPr/>
            </p:nvGrpSpPr>
            <p:grpSpPr>
              <a:xfrm>
                <a:off x="3487239" y="1131104"/>
                <a:ext cx="361530" cy="649334"/>
                <a:chOff x="1266852" y="1150479"/>
                <a:chExt cx="361530" cy="649334"/>
              </a:xfrm>
            </p:grpSpPr>
            <p:sp>
              <p:nvSpPr>
                <p:cNvPr id="8784" name="Google Shape;8784;p2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2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2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2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2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2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2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2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92" name="Google Shape;8792;p28"/>
            <p:cNvGrpSpPr/>
            <p:nvPr/>
          </p:nvGrpSpPr>
          <p:grpSpPr>
            <a:xfrm rot="4488281">
              <a:off x="3583731" y="2580940"/>
              <a:ext cx="887798" cy="871068"/>
              <a:chOff x="3086354" y="1785830"/>
              <a:chExt cx="887833" cy="871102"/>
            </a:xfrm>
          </p:grpSpPr>
          <p:grpSp>
            <p:nvGrpSpPr>
              <p:cNvPr id="8793" name="Google Shape;8793;p28"/>
              <p:cNvGrpSpPr/>
              <p:nvPr/>
            </p:nvGrpSpPr>
            <p:grpSpPr>
              <a:xfrm rot="-2169427">
                <a:off x="3251277" y="1839739"/>
                <a:ext cx="408803" cy="692509"/>
                <a:chOff x="3377730" y="919968"/>
                <a:chExt cx="408804" cy="692511"/>
              </a:xfrm>
            </p:grpSpPr>
            <p:sp>
              <p:nvSpPr>
                <p:cNvPr id="8794" name="Google Shape;8794;p2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2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2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2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2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2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2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2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2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2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2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2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6" name="Google Shape;8806;p28"/>
              <p:cNvGrpSpPr/>
              <p:nvPr/>
            </p:nvGrpSpPr>
            <p:grpSpPr>
              <a:xfrm rot="-2169427">
                <a:off x="3455919" y="1963478"/>
                <a:ext cx="361529" cy="649332"/>
                <a:chOff x="1266852" y="1150479"/>
                <a:chExt cx="361530" cy="649334"/>
              </a:xfrm>
            </p:grpSpPr>
            <p:sp>
              <p:nvSpPr>
                <p:cNvPr id="8807" name="Google Shape;8807;p2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2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2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2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2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2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2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2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15" name="Google Shape;8815;p28"/>
            <p:cNvGrpSpPr/>
            <p:nvPr/>
          </p:nvGrpSpPr>
          <p:grpSpPr>
            <a:xfrm>
              <a:off x="3238754" y="1938230"/>
              <a:ext cx="887833" cy="871102"/>
              <a:chOff x="3086354" y="1785830"/>
              <a:chExt cx="887833" cy="871102"/>
            </a:xfrm>
          </p:grpSpPr>
          <p:grpSp>
            <p:nvGrpSpPr>
              <p:cNvPr id="8816" name="Google Shape;8816;p28"/>
              <p:cNvGrpSpPr/>
              <p:nvPr/>
            </p:nvGrpSpPr>
            <p:grpSpPr>
              <a:xfrm rot="-2169427">
                <a:off x="3251277" y="1839739"/>
                <a:ext cx="408803" cy="692509"/>
                <a:chOff x="3377730" y="919968"/>
                <a:chExt cx="408804" cy="692511"/>
              </a:xfrm>
            </p:grpSpPr>
            <p:sp>
              <p:nvSpPr>
                <p:cNvPr id="8817" name="Google Shape;8817;p2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2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2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2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2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2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2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2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2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2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2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2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9" name="Google Shape;8829;p28"/>
              <p:cNvGrpSpPr/>
              <p:nvPr/>
            </p:nvGrpSpPr>
            <p:grpSpPr>
              <a:xfrm rot="-2169427">
                <a:off x="3455919" y="1963478"/>
                <a:ext cx="361529" cy="649332"/>
                <a:chOff x="1266852" y="1150479"/>
                <a:chExt cx="361530" cy="649334"/>
              </a:xfrm>
            </p:grpSpPr>
            <p:sp>
              <p:nvSpPr>
                <p:cNvPr id="8830" name="Google Shape;8830;p2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2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2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2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2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2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2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2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38" name="Google Shape;8838;p28"/>
            <p:cNvGrpSpPr/>
            <p:nvPr/>
          </p:nvGrpSpPr>
          <p:grpSpPr>
            <a:xfrm>
              <a:off x="3490978" y="1037105"/>
              <a:ext cx="575468" cy="1051322"/>
              <a:chOff x="3377730" y="919968"/>
              <a:chExt cx="471039" cy="860470"/>
            </a:xfrm>
          </p:grpSpPr>
          <p:grpSp>
            <p:nvGrpSpPr>
              <p:cNvPr id="8839" name="Google Shape;8839;p28"/>
              <p:cNvGrpSpPr/>
              <p:nvPr/>
            </p:nvGrpSpPr>
            <p:grpSpPr>
              <a:xfrm>
                <a:off x="3377730" y="919968"/>
                <a:ext cx="408804" cy="692511"/>
                <a:chOff x="3377730" y="919968"/>
                <a:chExt cx="408804" cy="692511"/>
              </a:xfrm>
            </p:grpSpPr>
            <p:sp>
              <p:nvSpPr>
                <p:cNvPr id="8840" name="Google Shape;8840;p2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2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2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2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2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2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2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2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2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2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2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2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2" name="Google Shape;8852;p28"/>
              <p:cNvGrpSpPr/>
              <p:nvPr/>
            </p:nvGrpSpPr>
            <p:grpSpPr>
              <a:xfrm>
                <a:off x="3487239" y="1131104"/>
                <a:ext cx="361530" cy="649334"/>
                <a:chOff x="1266852" y="1150479"/>
                <a:chExt cx="361530" cy="649334"/>
              </a:xfrm>
            </p:grpSpPr>
            <p:sp>
              <p:nvSpPr>
                <p:cNvPr id="8853" name="Google Shape;8853;p2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2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2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2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2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2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2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2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61" name="Google Shape;8861;p28"/>
            <p:cNvGrpSpPr/>
            <p:nvPr/>
          </p:nvGrpSpPr>
          <p:grpSpPr>
            <a:xfrm>
              <a:off x="3517102" y="2473933"/>
              <a:ext cx="590853" cy="538858"/>
              <a:chOff x="2374102" y="2397733"/>
              <a:chExt cx="590853" cy="538858"/>
            </a:xfrm>
          </p:grpSpPr>
          <p:grpSp>
            <p:nvGrpSpPr>
              <p:cNvPr id="8862" name="Google Shape;8862;p28"/>
              <p:cNvGrpSpPr/>
              <p:nvPr/>
            </p:nvGrpSpPr>
            <p:grpSpPr>
              <a:xfrm>
                <a:off x="2374102" y="2397733"/>
                <a:ext cx="590853" cy="538858"/>
                <a:chOff x="1993102" y="2397733"/>
                <a:chExt cx="590853" cy="538858"/>
              </a:xfrm>
            </p:grpSpPr>
            <p:sp>
              <p:nvSpPr>
                <p:cNvPr id="8863" name="Google Shape;8863;p2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2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2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2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2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2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2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2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2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2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2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2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2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2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2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2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9" name="Google Shape;8879;p2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2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2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2" name="Google Shape;8882;p28"/>
              <p:cNvGrpSpPr/>
              <p:nvPr/>
            </p:nvGrpSpPr>
            <p:grpSpPr>
              <a:xfrm>
                <a:off x="2672051" y="2466803"/>
                <a:ext cx="88776" cy="97630"/>
                <a:chOff x="2291051" y="2466803"/>
                <a:chExt cx="88776" cy="97630"/>
              </a:xfrm>
            </p:grpSpPr>
            <p:sp>
              <p:nvSpPr>
                <p:cNvPr id="8883" name="Google Shape;8883;p2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2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2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2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2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2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2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2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2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2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2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2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2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2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2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2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2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2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2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2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2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2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2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2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2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2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2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2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2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2" name="Google Shape;8912;p2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2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2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2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2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2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2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9" name="Google Shape;8919;p28"/>
            <p:cNvGrpSpPr/>
            <p:nvPr/>
          </p:nvGrpSpPr>
          <p:grpSpPr>
            <a:xfrm rot="352659">
              <a:off x="3394332" y="1622136"/>
              <a:ext cx="676583" cy="547330"/>
              <a:chOff x="1981897" y="1546050"/>
              <a:chExt cx="676612" cy="547354"/>
            </a:xfrm>
          </p:grpSpPr>
          <p:grpSp>
            <p:nvGrpSpPr>
              <p:cNvPr id="8920" name="Google Shape;8920;p28"/>
              <p:cNvGrpSpPr/>
              <p:nvPr/>
            </p:nvGrpSpPr>
            <p:grpSpPr>
              <a:xfrm>
                <a:off x="2240847" y="1546050"/>
                <a:ext cx="258712" cy="250429"/>
                <a:chOff x="1490538" y="753834"/>
                <a:chExt cx="470985" cy="455906"/>
              </a:xfrm>
            </p:grpSpPr>
            <p:sp>
              <p:nvSpPr>
                <p:cNvPr id="8921" name="Google Shape;8921;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1" name="Google Shape;8931;p28"/>
              <p:cNvGrpSpPr/>
              <p:nvPr/>
            </p:nvGrpSpPr>
            <p:grpSpPr>
              <a:xfrm>
                <a:off x="2399797" y="1673288"/>
                <a:ext cx="258712" cy="250429"/>
                <a:chOff x="1490538" y="753834"/>
                <a:chExt cx="470985" cy="455906"/>
              </a:xfrm>
            </p:grpSpPr>
            <p:sp>
              <p:nvSpPr>
                <p:cNvPr id="8932" name="Google Shape;8932;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2" name="Google Shape;8942;p28"/>
              <p:cNvGrpSpPr/>
              <p:nvPr/>
            </p:nvGrpSpPr>
            <p:grpSpPr>
              <a:xfrm>
                <a:off x="2159535" y="1742038"/>
                <a:ext cx="258712" cy="250429"/>
                <a:chOff x="1490538" y="753834"/>
                <a:chExt cx="470985" cy="455906"/>
              </a:xfrm>
            </p:grpSpPr>
            <p:sp>
              <p:nvSpPr>
                <p:cNvPr id="8943" name="Google Shape;8943;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3" name="Google Shape;8953;p28"/>
              <p:cNvGrpSpPr/>
              <p:nvPr/>
            </p:nvGrpSpPr>
            <p:grpSpPr>
              <a:xfrm>
                <a:off x="2323985" y="1842975"/>
                <a:ext cx="258712" cy="250429"/>
                <a:chOff x="1490538" y="753834"/>
                <a:chExt cx="470985" cy="455906"/>
              </a:xfrm>
            </p:grpSpPr>
            <p:sp>
              <p:nvSpPr>
                <p:cNvPr id="8954" name="Google Shape;8954;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4" name="Google Shape;8964;p28"/>
              <p:cNvGrpSpPr/>
              <p:nvPr/>
            </p:nvGrpSpPr>
            <p:grpSpPr>
              <a:xfrm>
                <a:off x="1981897" y="1804075"/>
                <a:ext cx="258712" cy="250429"/>
                <a:chOff x="1490538" y="753834"/>
                <a:chExt cx="470985" cy="455906"/>
              </a:xfrm>
            </p:grpSpPr>
            <p:sp>
              <p:nvSpPr>
                <p:cNvPr id="8965" name="Google Shape;8965;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75" name="Google Shape;8975;p28"/>
            <p:cNvGrpSpPr/>
            <p:nvPr/>
          </p:nvGrpSpPr>
          <p:grpSpPr>
            <a:xfrm flipH="1">
              <a:off x="3270102" y="2806996"/>
              <a:ext cx="590853" cy="538858"/>
              <a:chOff x="2374102" y="2397733"/>
              <a:chExt cx="590853" cy="538858"/>
            </a:xfrm>
          </p:grpSpPr>
          <p:grpSp>
            <p:nvGrpSpPr>
              <p:cNvPr id="8976" name="Google Shape;8976;p28"/>
              <p:cNvGrpSpPr/>
              <p:nvPr/>
            </p:nvGrpSpPr>
            <p:grpSpPr>
              <a:xfrm>
                <a:off x="2374102" y="2397733"/>
                <a:ext cx="590853" cy="538858"/>
                <a:chOff x="1993102" y="2397733"/>
                <a:chExt cx="590853" cy="538858"/>
              </a:xfrm>
            </p:grpSpPr>
            <p:sp>
              <p:nvSpPr>
                <p:cNvPr id="8977" name="Google Shape;8977;p2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2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2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2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2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2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2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2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2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2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2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2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2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2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2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2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93" name="Google Shape;8993;p2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2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2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96" name="Google Shape;8996;p28"/>
              <p:cNvGrpSpPr/>
              <p:nvPr/>
            </p:nvGrpSpPr>
            <p:grpSpPr>
              <a:xfrm>
                <a:off x="2672051" y="2466803"/>
                <a:ext cx="88776" cy="97630"/>
                <a:chOff x="2291051" y="2466803"/>
                <a:chExt cx="88776" cy="97630"/>
              </a:xfrm>
            </p:grpSpPr>
            <p:sp>
              <p:nvSpPr>
                <p:cNvPr id="8997" name="Google Shape;8997;p2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2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2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2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2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2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2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2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2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2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2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2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2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2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2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2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2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2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2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2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2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2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2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2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2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2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2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2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2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6" name="Google Shape;9026;p2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2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2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2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2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2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2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3" name="Google Shape;9033;p28"/>
            <p:cNvGrpSpPr/>
            <p:nvPr/>
          </p:nvGrpSpPr>
          <p:grpSpPr>
            <a:xfrm>
              <a:off x="3446433" y="3091192"/>
              <a:ext cx="1319021" cy="1203001"/>
              <a:chOff x="2374102" y="2397733"/>
              <a:chExt cx="590853" cy="538858"/>
            </a:xfrm>
          </p:grpSpPr>
          <p:grpSp>
            <p:nvGrpSpPr>
              <p:cNvPr id="9034" name="Google Shape;9034;p28"/>
              <p:cNvGrpSpPr/>
              <p:nvPr/>
            </p:nvGrpSpPr>
            <p:grpSpPr>
              <a:xfrm>
                <a:off x="2374102" y="2397733"/>
                <a:ext cx="590853" cy="538858"/>
                <a:chOff x="1993102" y="2397733"/>
                <a:chExt cx="590853" cy="538858"/>
              </a:xfrm>
            </p:grpSpPr>
            <p:sp>
              <p:nvSpPr>
                <p:cNvPr id="9035" name="Google Shape;9035;p2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2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2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2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2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2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2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2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2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2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2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2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2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2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2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2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51" name="Google Shape;9051;p2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2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2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54" name="Google Shape;9054;p28"/>
              <p:cNvGrpSpPr/>
              <p:nvPr/>
            </p:nvGrpSpPr>
            <p:grpSpPr>
              <a:xfrm>
                <a:off x="2672051" y="2466803"/>
                <a:ext cx="88776" cy="97630"/>
                <a:chOff x="2291051" y="2466803"/>
                <a:chExt cx="88776" cy="97630"/>
              </a:xfrm>
            </p:grpSpPr>
            <p:sp>
              <p:nvSpPr>
                <p:cNvPr id="9055" name="Google Shape;9055;p2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2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2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2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2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2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2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2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2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2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2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2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2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2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2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2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2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2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2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2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2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2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2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2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2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2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2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2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2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4" name="Google Shape;9084;p2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2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2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2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2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2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2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1" name="Google Shape;9091;p28"/>
            <p:cNvGrpSpPr/>
            <p:nvPr/>
          </p:nvGrpSpPr>
          <p:grpSpPr>
            <a:xfrm>
              <a:off x="4490110" y="3659885"/>
              <a:ext cx="365767" cy="351686"/>
              <a:chOff x="1490538" y="753834"/>
              <a:chExt cx="470985" cy="455906"/>
            </a:xfrm>
          </p:grpSpPr>
          <p:sp>
            <p:nvSpPr>
              <p:cNvPr id="9092" name="Google Shape;9092;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2" name="Google Shape;9102;p28"/>
            <p:cNvGrpSpPr/>
            <p:nvPr/>
          </p:nvGrpSpPr>
          <p:grpSpPr>
            <a:xfrm rot="-975329">
              <a:off x="4865699" y="3543897"/>
              <a:ext cx="365789" cy="351698"/>
              <a:chOff x="1490538" y="753834"/>
              <a:chExt cx="470985" cy="455906"/>
            </a:xfrm>
          </p:grpSpPr>
          <p:sp>
            <p:nvSpPr>
              <p:cNvPr id="9103" name="Google Shape;9103;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13" name="Google Shape;9113;p28"/>
          <p:cNvGrpSpPr/>
          <p:nvPr/>
        </p:nvGrpSpPr>
        <p:grpSpPr>
          <a:xfrm rot="-5400000">
            <a:off x="6764893" y="2115712"/>
            <a:ext cx="2353234" cy="4389250"/>
            <a:chOff x="3238754" y="1037105"/>
            <a:chExt cx="2114316" cy="3971813"/>
          </a:xfrm>
        </p:grpSpPr>
        <p:grpSp>
          <p:nvGrpSpPr>
            <p:cNvPr id="9114" name="Google Shape;9114;p28"/>
            <p:cNvGrpSpPr/>
            <p:nvPr/>
          </p:nvGrpSpPr>
          <p:grpSpPr>
            <a:xfrm rot="352619">
              <a:off x="3514228" y="3929201"/>
              <a:ext cx="820714" cy="663927"/>
              <a:chOff x="1981897" y="1546050"/>
              <a:chExt cx="676612" cy="547354"/>
            </a:xfrm>
          </p:grpSpPr>
          <p:grpSp>
            <p:nvGrpSpPr>
              <p:cNvPr id="9115" name="Google Shape;9115;p28"/>
              <p:cNvGrpSpPr/>
              <p:nvPr/>
            </p:nvGrpSpPr>
            <p:grpSpPr>
              <a:xfrm>
                <a:off x="2240847" y="1546050"/>
                <a:ext cx="258712" cy="250429"/>
                <a:chOff x="1490538" y="753834"/>
                <a:chExt cx="470985" cy="455906"/>
              </a:xfrm>
            </p:grpSpPr>
            <p:sp>
              <p:nvSpPr>
                <p:cNvPr id="9116" name="Google Shape;9116;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6" name="Google Shape;9126;p28"/>
              <p:cNvGrpSpPr/>
              <p:nvPr/>
            </p:nvGrpSpPr>
            <p:grpSpPr>
              <a:xfrm>
                <a:off x="2399797" y="1673288"/>
                <a:ext cx="258712" cy="250429"/>
                <a:chOff x="1490538" y="753834"/>
                <a:chExt cx="470985" cy="455906"/>
              </a:xfrm>
            </p:grpSpPr>
            <p:sp>
              <p:nvSpPr>
                <p:cNvPr id="9127" name="Google Shape;9127;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7" name="Google Shape;9137;p28"/>
              <p:cNvGrpSpPr/>
              <p:nvPr/>
            </p:nvGrpSpPr>
            <p:grpSpPr>
              <a:xfrm>
                <a:off x="2159535" y="1742038"/>
                <a:ext cx="258712" cy="250429"/>
                <a:chOff x="1490538" y="753834"/>
                <a:chExt cx="470985" cy="455906"/>
              </a:xfrm>
            </p:grpSpPr>
            <p:sp>
              <p:nvSpPr>
                <p:cNvPr id="9138" name="Google Shape;9138;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8" name="Google Shape;9148;p28"/>
              <p:cNvGrpSpPr/>
              <p:nvPr/>
            </p:nvGrpSpPr>
            <p:grpSpPr>
              <a:xfrm>
                <a:off x="2323985" y="1842975"/>
                <a:ext cx="258712" cy="250429"/>
                <a:chOff x="1490538" y="753834"/>
                <a:chExt cx="470985" cy="455906"/>
              </a:xfrm>
            </p:grpSpPr>
            <p:sp>
              <p:nvSpPr>
                <p:cNvPr id="9149" name="Google Shape;9149;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9" name="Google Shape;9159;p28"/>
              <p:cNvGrpSpPr/>
              <p:nvPr/>
            </p:nvGrpSpPr>
            <p:grpSpPr>
              <a:xfrm>
                <a:off x="1981897" y="1804075"/>
                <a:ext cx="258712" cy="250429"/>
                <a:chOff x="1490538" y="753834"/>
                <a:chExt cx="470985" cy="455906"/>
              </a:xfrm>
            </p:grpSpPr>
            <p:sp>
              <p:nvSpPr>
                <p:cNvPr id="9160" name="Google Shape;9160;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70" name="Google Shape;9170;p28"/>
            <p:cNvGrpSpPr/>
            <p:nvPr/>
          </p:nvGrpSpPr>
          <p:grpSpPr>
            <a:xfrm flipH="1" rot="8833976">
              <a:off x="4214846" y="3438470"/>
              <a:ext cx="804524" cy="1469662"/>
              <a:chOff x="3377730" y="919968"/>
              <a:chExt cx="471039" cy="860470"/>
            </a:xfrm>
          </p:grpSpPr>
          <p:grpSp>
            <p:nvGrpSpPr>
              <p:cNvPr id="9171" name="Google Shape;9171;p28"/>
              <p:cNvGrpSpPr/>
              <p:nvPr/>
            </p:nvGrpSpPr>
            <p:grpSpPr>
              <a:xfrm>
                <a:off x="3377730" y="919968"/>
                <a:ext cx="408804" cy="692511"/>
                <a:chOff x="3377730" y="919968"/>
                <a:chExt cx="408804" cy="692511"/>
              </a:xfrm>
            </p:grpSpPr>
            <p:sp>
              <p:nvSpPr>
                <p:cNvPr id="9172" name="Google Shape;9172;p2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2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2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2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2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2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2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2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2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2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2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2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4" name="Google Shape;9184;p28"/>
              <p:cNvGrpSpPr/>
              <p:nvPr/>
            </p:nvGrpSpPr>
            <p:grpSpPr>
              <a:xfrm>
                <a:off x="3487239" y="1131104"/>
                <a:ext cx="361530" cy="649334"/>
                <a:chOff x="1266852" y="1150479"/>
                <a:chExt cx="361530" cy="649334"/>
              </a:xfrm>
            </p:grpSpPr>
            <p:sp>
              <p:nvSpPr>
                <p:cNvPr id="9185" name="Google Shape;9185;p2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2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2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2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2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2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2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2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93" name="Google Shape;9193;p28"/>
            <p:cNvGrpSpPr/>
            <p:nvPr/>
          </p:nvGrpSpPr>
          <p:grpSpPr>
            <a:xfrm rot="4488281">
              <a:off x="3583731" y="2580940"/>
              <a:ext cx="887798" cy="871068"/>
              <a:chOff x="3086354" y="1785830"/>
              <a:chExt cx="887833" cy="871102"/>
            </a:xfrm>
          </p:grpSpPr>
          <p:grpSp>
            <p:nvGrpSpPr>
              <p:cNvPr id="9194" name="Google Shape;9194;p28"/>
              <p:cNvGrpSpPr/>
              <p:nvPr/>
            </p:nvGrpSpPr>
            <p:grpSpPr>
              <a:xfrm rot="-2169427">
                <a:off x="3251277" y="1839739"/>
                <a:ext cx="408803" cy="692509"/>
                <a:chOff x="3377730" y="919968"/>
                <a:chExt cx="408804" cy="692511"/>
              </a:xfrm>
            </p:grpSpPr>
            <p:sp>
              <p:nvSpPr>
                <p:cNvPr id="9195" name="Google Shape;9195;p2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2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2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2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2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2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2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2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2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2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2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2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7" name="Google Shape;9207;p28"/>
              <p:cNvGrpSpPr/>
              <p:nvPr/>
            </p:nvGrpSpPr>
            <p:grpSpPr>
              <a:xfrm rot="-2169427">
                <a:off x="3455919" y="1963478"/>
                <a:ext cx="361529" cy="649332"/>
                <a:chOff x="1266852" y="1150479"/>
                <a:chExt cx="361530" cy="649334"/>
              </a:xfrm>
            </p:grpSpPr>
            <p:sp>
              <p:nvSpPr>
                <p:cNvPr id="9208" name="Google Shape;9208;p2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2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2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2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2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2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2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2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16" name="Google Shape;9216;p28"/>
            <p:cNvGrpSpPr/>
            <p:nvPr/>
          </p:nvGrpSpPr>
          <p:grpSpPr>
            <a:xfrm>
              <a:off x="3238754" y="1938230"/>
              <a:ext cx="887833" cy="871102"/>
              <a:chOff x="3086354" y="1785830"/>
              <a:chExt cx="887833" cy="871102"/>
            </a:xfrm>
          </p:grpSpPr>
          <p:grpSp>
            <p:nvGrpSpPr>
              <p:cNvPr id="9217" name="Google Shape;9217;p28"/>
              <p:cNvGrpSpPr/>
              <p:nvPr/>
            </p:nvGrpSpPr>
            <p:grpSpPr>
              <a:xfrm rot="-2169427">
                <a:off x="3251277" y="1839739"/>
                <a:ext cx="408803" cy="692509"/>
                <a:chOff x="3377730" y="919968"/>
                <a:chExt cx="408804" cy="692511"/>
              </a:xfrm>
            </p:grpSpPr>
            <p:sp>
              <p:nvSpPr>
                <p:cNvPr id="9218" name="Google Shape;9218;p2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2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2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2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2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2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2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2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2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2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2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2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0" name="Google Shape;9230;p28"/>
              <p:cNvGrpSpPr/>
              <p:nvPr/>
            </p:nvGrpSpPr>
            <p:grpSpPr>
              <a:xfrm rot="-2169427">
                <a:off x="3455919" y="1963478"/>
                <a:ext cx="361529" cy="649332"/>
                <a:chOff x="1266852" y="1150479"/>
                <a:chExt cx="361530" cy="649334"/>
              </a:xfrm>
            </p:grpSpPr>
            <p:sp>
              <p:nvSpPr>
                <p:cNvPr id="9231" name="Google Shape;9231;p2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2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2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2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2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2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2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2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39" name="Google Shape;9239;p28"/>
            <p:cNvGrpSpPr/>
            <p:nvPr/>
          </p:nvGrpSpPr>
          <p:grpSpPr>
            <a:xfrm>
              <a:off x="3490978" y="1037105"/>
              <a:ext cx="575468" cy="1051322"/>
              <a:chOff x="3377730" y="919968"/>
              <a:chExt cx="471039" cy="860470"/>
            </a:xfrm>
          </p:grpSpPr>
          <p:grpSp>
            <p:nvGrpSpPr>
              <p:cNvPr id="9240" name="Google Shape;9240;p28"/>
              <p:cNvGrpSpPr/>
              <p:nvPr/>
            </p:nvGrpSpPr>
            <p:grpSpPr>
              <a:xfrm>
                <a:off x="3377730" y="919968"/>
                <a:ext cx="408804" cy="692511"/>
                <a:chOff x="3377730" y="919968"/>
                <a:chExt cx="408804" cy="692511"/>
              </a:xfrm>
            </p:grpSpPr>
            <p:sp>
              <p:nvSpPr>
                <p:cNvPr id="9241" name="Google Shape;9241;p2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2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2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2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2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2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2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2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2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2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2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2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3" name="Google Shape;9253;p28"/>
              <p:cNvGrpSpPr/>
              <p:nvPr/>
            </p:nvGrpSpPr>
            <p:grpSpPr>
              <a:xfrm>
                <a:off x="3487239" y="1131104"/>
                <a:ext cx="361530" cy="649334"/>
                <a:chOff x="1266852" y="1150479"/>
                <a:chExt cx="361530" cy="649334"/>
              </a:xfrm>
            </p:grpSpPr>
            <p:sp>
              <p:nvSpPr>
                <p:cNvPr id="9254" name="Google Shape;9254;p2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2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2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2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2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2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2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2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62" name="Google Shape;9262;p28"/>
            <p:cNvGrpSpPr/>
            <p:nvPr/>
          </p:nvGrpSpPr>
          <p:grpSpPr>
            <a:xfrm>
              <a:off x="3517102" y="2473933"/>
              <a:ext cx="590853" cy="538858"/>
              <a:chOff x="2374102" y="2397733"/>
              <a:chExt cx="590853" cy="538858"/>
            </a:xfrm>
          </p:grpSpPr>
          <p:grpSp>
            <p:nvGrpSpPr>
              <p:cNvPr id="9263" name="Google Shape;9263;p28"/>
              <p:cNvGrpSpPr/>
              <p:nvPr/>
            </p:nvGrpSpPr>
            <p:grpSpPr>
              <a:xfrm>
                <a:off x="2374102" y="2397733"/>
                <a:ext cx="590853" cy="538858"/>
                <a:chOff x="1993102" y="2397733"/>
                <a:chExt cx="590853" cy="538858"/>
              </a:xfrm>
            </p:grpSpPr>
            <p:sp>
              <p:nvSpPr>
                <p:cNvPr id="9264" name="Google Shape;9264;p2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2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2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2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2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2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2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2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2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2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2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2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2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2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2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2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0" name="Google Shape;9280;p2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2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2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3" name="Google Shape;9283;p28"/>
              <p:cNvGrpSpPr/>
              <p:nvPr/>
            </p:nvGrpSpPr>
            <p:grpSpPr>
              <a:xfrm>
                <a:off x="2672051" y="2466803"/>
                <a:ext cx="88776" cy="97630"/>
                <a:chOff x="2291051" y="2466803"/>
                <a:chExt cx="88776" cy="97630"/>
              </a:xfrm>
            </p:grpSpPr>
            <p:sp>
              <p:nvSpPr>
                <p:cNvPr id="9284" name="Google Shape;9284;p2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2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2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2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2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2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2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2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2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2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2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2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2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2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2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2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2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2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2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2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2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2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2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2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2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2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2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2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2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3" name="Google Shape;9313;p2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2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2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2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2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2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2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0" name="Google Shape;9320;p28"/>
            <p:cNvGrpSpPr/>
            <p:nvPr/>
          </p:nvGrpSpPr>
          <p:grpSpPr>
            <a:xfrm rot="352659">
              <a:off x="3394332" y="1622136"/>
              <a:ext cx="676583" cy="547330"/>
              <a:chOff x="1981897" y="1546050"/>
              <a:chExt cx="676612" cy="547354"/>
            </a:xfrm>
          </p:grpSpPr>
          <p:grpSp>
            <p:nvGrpSpPr>
              <p:cNvPr id="9321" name="Google Shape;9321;p28"/>
              <p:cNvGrpSpPr/>
              <p:nvPr/>
            </p:nvGrpSpPr>
            <p:grpSpPr>
              <a:xfrm>
                <a:off x="2240847" y="1546050"/>
                <a:ext cx="258712" cy="250429"/>
                <a:chOff x="1490538" y="753834"/>
                <a:chExt cx="470985" cy="455906"/>
              </a:xfrm>
            </p:grpSpPr>
            <p:sp>
              <p:nvSpPr>
                <p:cNvPr id="9322" name="Google Shape;9322;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2" name="Google Shape;9332;p28"/>
              <p:cNvGrpSpPr/>
              <p:nvPr/>
            </p:nvGrpSpPr>
            <p:grpSpPr>
              <a:xfrm>
                <a:off x="2399797" y="1673288"/>
                <a:ext cx="258712" cy="250429"/>
                <a:chOff x="1490538" y="753834"/>
                <a:chExt cx="470985" cy="455906"/>
              </a:xfrm>
            </p:grpSpPr>
            <p:sp>
              <p:nvSpPr>
                <p:cNvPr id="9333" name="Google Shape;9333;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3" name="Google Shape;9343;p28"/>
              <p:cNvGrpSpPr/>
              <p:nvPr/>
            </p:nvGrpSpPr>
            <p:grpSpPr>
              <a:xfrm>
                <a:off x="2159535" y="1742038"/>
                <a:ext cx="258712" cy="250429"/>
                <a:chOff x="1490538" y="753834"/>
                <a:chExt cx="470985" cy="455906"/>
              </a:xfrm>
            </p:grpSpPr>
            <p:sp>
              <p:nvSpPr>
                <p:cNvPr id="9344" name="Google Shape;9344;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4" name="Google Shape;9354;p28"/>
              <p:cNvGrpSpPr/>
              <p:nvPr/>
            </p:nvGrpSpPr>
            <p:grpSpPr>
              <a:xfrm>
                <a:off x="2323985" y="1842975"/>
                <a:ext cx="258712" cy="250429"/>
                <a:chOff x="1490538" y="753834"/>
                <a:chExt cx="470985" cy="455906"/>
              </a:xfrm>
            </p:grpSpPr>
            <p:sp>
              <p:nvSpPr>
                <p:cNvPr id="9355" name="Google Shape;9355;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5" name="Google Shape;9365;p28"/>
              <p:cNvGrpSpPr/>
              <p:nvPr/>
            </p:nvGrpSpPr>
            <p:grpSpPr>
              <a:xfrm>
                <a:off x="1981897" y="1804075"/>
                <a:ext cx="258712" cy="250429"/>
                <a:chOff x="1490538" y="753834"/>
                <a:chExt cx="470985" cy="455906"/>
              </a:xfrm>
            </p:grpSpPr>
            <p:sp>
              <p:nvSpPr>
                <p:cNvPr id="9366" name="Google Shape;9366;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76" name="Google Shape;9376;p28"/>
            <p:cNvGrpSpPr/>
            <p:nvPr/>
          </p:nvGrpSpPr>
          <p:grpSpPr>
            <a:xfrm flipH="1">
              <a:off x="3270102" y="2806996"/>
              <a:ext cx="590853" cy="538858"/>
              <a:chOff x="2374102" y="2397733"/>
              <a:chExt cx="590853" cy="538858"/>
            </a:xfrm>
          </p:grpSpPr>
          <p:grpSp>
            <p:nvGrpSpPr>
              <p:cNvPr id="9377" name="Google Shape;9377;p28"/>
              <p:cNvGrpSpPr/>
              <p:nvPr/>
            </p:nvGrpSpPr>
            <p:grpSpPr>
              <a:xfrm>
                <a:off x="2374102" y="2397733"/>
                <a:ext cx="590853" cy="538858"/>
                <a:chOff x="1993102" y="2397733"/>
                <a:chExt cx="590853" cy="538858"/>
              </a:xfrm>
            </p:grpSpPr>
            <p:sp>
              <p:nvSpPr>
                <p:cNvPr id="9378" name="Google Shape;9378;p2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2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2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2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2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2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2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2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2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2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2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2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2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2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2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2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4" name="Google Shape;9394;p2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2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2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7" name="Google Shape;9397;p28"/>
              <p:cNvGrpSpPr/>
              <p:nvPr/>
            </p:nvGrpSpPr>
            <p:grpSpPr>
              <a:xfrm>
                <a:off x="2672051" y="2466803"/>
                <a:ext cx="88776" cy="97630"/>
                <a:chOff x="2291051" y="2466803"/>
                <a:chExt cx="88776" cy="97630"/>
              </a:xfrm>
            </p:grpSpPr>
            <p:sp>
              <p:nvSpPr>
                <p:cNvPr id="9398" name="Google Shape;9398;p2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2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2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2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2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2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2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2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2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2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2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2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2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2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2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2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2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2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2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2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2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2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2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2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2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2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2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2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2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7" name="Google Shape;9427;p2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2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2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2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2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2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2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4" name="Google Shape;9434;p28"/>
            <p:cNvGrpSpPr/>
            <p:nvPr/>
          </p:nvGrpSpPr>
          <p:grpSpPr>
            <a:xfrm>
              <a:off x="3446433" y="3091192"/>
              <a:ext cx="1319021" cy="1203001"/>
              <a:chOff x="2374102" y="2397733"/>
              <a:chExt cx="590853" cy="538858"/>
            </a:xfrm>
          </p:grpSpPr>
          <p:grpSp>
            <p:nvGrpSpPr>
              <p:cNvPr id="9435" name="Google Shape;9435;p28"/>
              <p:cNvGrpSpPr/>
              <p:nvPr/>
            </p:nvGrpSpPr>
            <p:grpSpPr>
              <a:xfrm>
                <a:off x="2374102" y="2397733"/>
                <a:ext cx="590853" cy="538858"/>
                <a:chOff x="1993102" y="2397733"/>
                <a:chExt cx="590853" cy="538858"/>
              </a:xfrm>
            </p:grpSpPr>
            <p:sp>
              <p:nvSpPr>
                <p:cNvPr id="9436" name="Google Shape;9436;p2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2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2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2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2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2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2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2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2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2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2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2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2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2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2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2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2" name="Google Shape;9452;p2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2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2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5" name="Google Shape;9455;p28"/>
              <p:cNvGrpSpPr/>
              <p:nvPr/>
            </p:nvGrpSpPr>
            <p:grpSpPr>
              <a:xfrm>
                <a:off x="2672051" y="2466803"/>
                <a:ext cx="88776" cy="97630"/>
                <a:chOff x="2291051" y="2466803"/>
                <a:chExt cx="88776" cy="97630"/>
              </a:xfrm>
            </p:grpSpPr>
            <p:sp>
              <p:nvSpPr>
                <p:cNvPr id="9456" name="Google Shape;9456;p2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2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2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2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2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2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2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2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2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2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2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2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2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2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2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2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2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2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2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2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2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2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2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2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2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2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2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2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2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5" name="Google Shape;9485;p2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2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2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2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2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2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2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2" name="Google Shape;9492;p28"/>
            <p:cNvGrpSpPr/>
            <p:nvPr/>
          </p:nvGrpSpPr>
          <p:grpSpPr>
            <a:xfrm>
              <a:off x="4490110" y="3659885"/>
              <a:ext cx="365767" cy="351686"/>
              <a:chOff x="1490538" y="753834"/>
              <a:chExt cx="470985" cy="455906"/>
            </a:xfrm>
          </p:grpSpPr>
          <p:sp>
            <p:nvSpPr>
              <p:cNvPr id="9493" name="Google Shape;9493;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3" name="Google Shape;9503;p28"/>
            <p:cNvGrpSpPr/>
            <p:nvPr/>
          </p:nvGrpSpPr>
          <p:grpSpPr>
            <a:xfrm rot="-975329">
              <a:off x="4865699" y="3543897"/>
              <a:ext cx="365789" cy="351698"/>
              <a:chOff x="1490538" y="753834"/>
              <a:chExt cx="470985" cy="455906"/>
            </a:xfrm>
          </p:grpSpPr>
          <p:sp>
            <p:nvSpPr>
              <p:cNvPr id="9504" name="Google Shape;9504;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14" name="Google Shape;9514;p28"/>
          <p:cNvGrpSpPr/>
          <p:nvPr/>
        </p:nvGrpSpPr>
        <p:grpSpPr>
          <a:xfrm flipH="1" rot="1130779">
            <a:off x="4331443" y="-25892"/>
            <a:ext cx="686931" cy="696198"/>
            <a:chOff x="121063" y="211715"/>
            <a:chExt cx="684032" cy="697236"/>
          </a:xfrm>
        </p:grpSpPr>
        <p:grpSp>
          <p:nvGrpSpPr>
            <p:cNvPr id="9515" name="Google Shape;9515;p28"/>
            <p:cNvGrpSpPr/>
            <p:nvPr/>
          </p:nvGrpSpPr>
          <p:grpSpPr>
            <a:xfrm flipH="1">
              <a:off x="482506" y="211715"/>
              <a:ext cx="322588" cy="124262"/>
              <a:chOff x="2449294" y="636165"/>
              <a:chExt cx="322588" cy="124262"/>
            </a:xfrm>
          </p:grpSpPr>
          <p:sp>
            <p:nvSpPr>
              <p:cNvPr id="9516" name="Google Shape;9516;p2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2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2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2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2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2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2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2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2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5" name="Google Shape;9525;p28"/>
            <p:cNvGrpSpPr/>
            <p:nvPr/>
          </p:nvGrpSpPr>
          <p:grpSpPr>
            <a:xfrm>
              <a:off x="121063" y="377859"/>
              <a:ext cx="470985" cy="455906"/>
              <a:chOff x="1490538" y="753834"/>
              <a:chExt cx="470985" cy="455906"/>
            </a:xfrm>
          </p:grpSpPr>
          <p:sp>
            <p:nvSpPr>
              <p:cNvPr id="9526" name="Google Shape;9526;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6" name="Google Shape;9536;p28"/>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28"/>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28"/>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9" name="Google Shape;9539;p28"/>
          <p:cNvSpPr txBox="1"/>
          <p:nvPr/>
        </p:nvSpPr>
        <p:spPr>
          <a:xfrm>
            <a:off x="205200" y="695763"/>
            <a:ext cx="4190700" cy="2793600"/>
          </a:xfrm>
          <a:prstGeom prst="rect">
            <a:avLst/>
          </a:prstGeom>
          <a:noFill/>
          <a:ln>
            <a:noFill/>
          </a:ln>
        </p:spPr>
        <p:txBody>
          <a:bodyPr anchorCtr="0" anchor="t" bIns="91425" lIns="91425" spcFirstLastPara="1" rIns="91425" wrap="square" tIns="91425">
            <a:spAutoFit/>
          </a:bodyPr>
          <a:lstStyle/>
          <a:p>
            <a:pPr indent="0" lvl="0" marL="0" rtl="0" algn="r">
              <a:lnSpc>
                <a:spcPct val="115000"/>
              </a:lnSpc>
              <a:spcBef>
                <a:spcPts val="0"/>
              </a:spcBef>
              <a:spcAft>
                <a:spcPts val="1200"/>
              </a:spcAft>
              <a:buNone/>
            </a:pPr>
            <a:r>
              <a:rPr b="1" lang="en">
                <a:solidFill>
                  <a:srgbClr val="202122"/>
                </a:solidFill>
                <a:latin typeface="Scheherazade New"/>
                <a:ea typeface="Scheherazade New"/>
                <a:cs typeface="Scheherazade New"/>
                <a:sym typeface="Scheherazade New"/>
              </a:rPr>
              <a:t>Brazil</a:t>
            </a:r>
            <a:r>
              <a:rPr lang="en">
                <a:solidFill>
                  <a:srgbClr val="202122"/>
                </a:solidFill>
                <a:latin typeface="Scheherazade New"/>
                <a:ea typeface="Scheherazade New"/>
                <a:cs typeface="Scheherazade New"/>
                <a:sym typeface="Scheherazade New"/>
              </a:rPr>
              <a:t>,</a:t>
            </a:r>
            <a:r>
              <a:rPr baseline="30000" lang="en" sz="1800">
                <a:solidFill>
                  <a:srgbClr val="FA5B60"/>
                </a:solidFill>
                <a:uFill>
                  <a:noFill/>
                </a:uFill>
                <a:latin typeface="Scheherazade New"/>
                <a:ea typeface="Scheherazade New"/>
                <a:cs typeface="Scheherazade New"/>
                <a:sym typeface="Scheherazade New"/>
                <a:hlinkClick r:id="rId4">
                  <a:extLst>
                    <a:ext uri="{A12FA001-AC4F-418D-AE19-62706E023703}">
                      <ahyp:hlinkClr val="tx"/>
                    </a:ext>
                  </a:extLst>
                </a:hlinkClick>
              </a:rPr>
              <a:t>[c]</a:t>
            </a:r>
            <a:r>
              <a:rPr lang="en">
                <a:solidFill>
                  <a:srgbClr val="202122"/>
                </a:solidFill>
                <a:latin typeface="Scheherazade New"/>
                <a:ea typeface="Scheherazade New"/>
                <a:cs typeface="Scheherazade New"/>
                <a:sym typeface="Scheherazade New"/>
              </a:rPr>
              <a:t> officially the </a:t>
            </a:r>
            <a:r>
              <a:rPr b="1" lang="en">
                <a:solidFill>
                  <a:srgbClr val="202122"/>
                </a:solidFill>
                <a:latin typeface="Scheherazade New"/>
                <a:ea typeface="Scheherazade New"/>
                <a:cs typeface="Scheherazade New"/>
                <a:sym typeface="Scheherazade New"/>
              </a:rPr>
              <a:t>Federative Republic of Brazil</a:t>
            </a:r>
            <a:r>
              <a:rPr lang="en">
                <a:solidFill>
                  <a:srgbClr val="202122"/>
                </a:solidFill>
                <a:latin typeface="Scheherazade New"/>
                <a:ea typeface="Scheherazade New"/>
                <a:cs typeface="Scheherazade New"/>
                <a:sym typeface="Scheherazade New"/>
              </a:rPr>
              <a:t>,</a:t>
            </a:r>
            <a:r>
              <a:rPr baseline="30000" lang="en" sz="1800">
                <a:solidFill>
                  <a:schemeClr val="dk2"/>
                </a:solidFill>
                <a:uFill>
                  <a:noFill/>
                </a:uFill>
                <a:latin typeface="Scheherazade New"/>
                <a:ea typeface="Scheherazade New"/>
                <a:cs typeface="Scheherazade New"/>
                <a:sym typeface="Scheherazade New"/>
                <a:hlinkClick r:id="rId5">
                  <a:extLst>
                    <a:ext uri="{A12FA001-AC4F-418D-AE19-62706E023703}">
                      <ahyp:hlinkClr val="tx"/>
                    </a:ext>
                  </a:extLst>
                </a:hlinkClick>
              </a:rPr>
              <a:t>[d]</a:t>
            </a:r>
            <a:r>
              <a:rPr lang="en">
                <a:solidFill>
                  <a:srgbClr val="202122"/>
                </a:solidFill>
                <a:latin typeface="Scheherazade New"/>
                <a:ea typeface="Scheherazade New"/>
                <a:cs typeface="Scheherazade New"/>
                <a:sym typeface="Scheherazade New"/>
              </a:rPr>
              <a:t> is the largest country in </a:t>
            </a:r>
            <a:r>
              <a:rPr lang="en">
                <a:solidFill>
                  <a:srgbClr val="FA5B60"/>
                </a:solidFill>
                <a:uFill>
                  <a:noFill/>
                </a:uFill>
                <a:latin typeface="Scheherazade New"/>
                <a:ea typeface="Scheherazade New"/>
                <a:cs typeface="Scheherazade New"/>
                <a:sym typeface="Scheherazade New"/>
                <a:hlinkClick r:id="rId6">
                  <a:extLst>
                    <a:ext uri="{A12FA001-AC4F-418D-AE19-62706E023703}">
                      <ahyp:hlinkClr val="tx"/>
                    </a:ext>
                  </a:extLst>
                </a:hlinkClick>
              </a:rPr>
              <a:t>South America</a:t>
            </a:r>
            <a:r>
              <a:rPr lang="en">
                <a:solidFill>
                  <a:srgbClr val="202122"/>
                </a:solidFill>
                <a:latin typeface="Scheherazade New"/>
                <a:ea typeface="Scheherazade New"/>
                <a:cs typeface="Scheherazade New"/>
                <a:sym typeface="Scheherazade New"/>
              </a:rPr>
              <a:t>. It is also the world's </a:t>
            </a:r>
            <a:r>
              <a:rPr lang="en">
                <a:solidFill>
                  <a:srgbClr val="FA5B60"/>
                </a:solidFill>
                <a:uFill>
                  <a:noFill/>
                </a:uFill>
                <a:latin typeface="Scheherazade New"/>
                <a:ea typeface="Scheherazade New"/>
                <a:cs typeface="Scheherazade New"/>
                <a:sym typeface="Scheherazade New"/>
                <a:hlinkClick r:id="rId7">
                  <a:extLst>
                    <a:ext uri="{A12FA001-AC4F-418D-AE19-62706E023703}">
                      <ahyp:hlinkClr val="tx"/>
                    </a:ext>
                  </a:extLst>
                </a:hlinkClick>
              </a:rPr>
              <a:t>fifth-largest country by area</a:t>
            </a:r>
            <a:r>
              <a:rPr lang="en">
                <a:solidFill>
                  <a:srgbClr val="202122"/>
                </a:solidFill>
                <a:latin typeface="Scheherazade New"/>
                <a:ea typeface="Scheherazade New"/>
                <a:cs typeface="Scheherazade New"/>
                <a:sym typeface="Scheherazade New"/>
              </a:rPr>
              <a:t> and the </a:t>
            </a:r>
            <a:r>
              <a:rPr lang="en">
                <a:solidFill>
                  <a:schemeClr val="dk2"/>
                </a:solidFill>
                <a:uFill>
                  <a:noFill/>
                </a:uFill>
                <a:latin typeface="Scheherazade New"/>
                <a:ea typeface="Scheherazade New"/>
                <a:cs typeface="Scheherazade New"/>
                <a:sym typeface="Scheherazade New"/>
                <a:hlinkClick r:id="rId8">
                  <a:extLst>
                    <a:ext uri="{A12FA001-AC4F-418D-AE19-62706E023703}">
                      <ahyp:hlinkClr val="tx"/>
                    </a:ext>
                  </a:extLst>
                </a:hlinkClick>
              </a:rPr>
              <a:t>seventh-largest by population</a:t>
            </a:r>
            <a:r>
              <a:rPr lang="en">
                <a:solidFill>
                  <a:srgbClr val="202122"/>
                </a:solidFill>
                <a:latin typeface="Scheherazade New"/>
                <a:ea typeface="Scheherazade New"/>
                <a:cs typeface="Scheherazade New"/>
                <a:sym typeface="Scheherazade New"/>
              </a:rPr>
              <a:t>, with over 213 million people. Brazil is a </a:t>
            </a:r>
            <a:r>
              <a:rPr lang="en">
                <a:solidFill>
                  <a:schemeClr val="dk2"/>
                </a:solidFill>
                <a:uFill>
                  <a:noFill/>
                </a:uFill>
                <a:latin typeface="Scheherazade New"/>
                <a:ea typeface="Scheherazade New"/>
                <a:cs typeface="Scheherazade New"/>
                <a:sym typeface="Scheherazade New"/>
                <a:hlinkClick r:id="rId9">
                  <a:extLst>
                    <a:ext uri="{A12FA001-AC4F-418D-AE19-62706E023703}">
                      <ahyp:hlinkClr val="tx"/>
                    </a:ext>
                  </a:extLst>
                </a:hlinkClick>
              </a:rPr>
              <a:t>federation</a:t>
            </a:r>
            <a:r>
              <a:rPr lang="en">
                <a:solidFill>
                  <a:srgbClr val="202122"/>
                </a:solidFill>
                <a:latin typeface="Scheherazade New"/>
                <a:ea typeface="Scheherazade New"/>
                <a:cs typeface="Scheherazade New"/>
                <a:sym typeface="Scheherazade New"/>
              </a:rPr>
              <a:t> composed of 26 </a:t>
            </a:r>
            <a:r>
              <a:rPr lang="en">
                <a:solidFill>
                  <a:schemeClr val="dk2"/>
                </a:solidFill>
                <a:uFill>
                  <a:noFill/>
                </a:uFill>
                <a:latin typeface="Scheherazade New"/>
                <a:ea typeface="Scheherazade New"/>
                <a:cs typeface="Scheherazade New"/>
                <a:sym typeface="Scheherazade New"/>
                <a:hlinkClick r:id="rId10">
                  <a:extLst>
                    <a:ext uri="{A12FA001-AC4F-418D-AE19-62706E023703}">
                      <ahyp:hlinkClr val="tx"/>
                    </a:ext>
                  </a:extLst>
                </a:hlinkClick>
              </a:rPr>
              <a:t>states</a:t>
            </a:r>
            <a:r>
              <a:rPr lang="en">
                <a:solidFill>
                  <a:schemeClr val="dk2"/>
                </a:solidFill>
                <a:latin typeface="Scheherazade New"/>
                <a:ea typeface="Scheherazade New"/>
                <a:cs typeface="Scheherazade New"/>
                <a:sym typeface="Scheherazade New"/>
              </a:rPr>
              <a:t> </a:t>
            </a:r>
            <a:r>
              <a:rPr lang="en">
                <a:solidFill>
                  <a:srgbClr val="202122"/>
                </a:solidFill>
                <a:latin typeface="Scheherazade New"/>
                <a:ea typeface="Scheherazade New"/>
                <a:cs typeface="Scheherazade New"/>
                <a:sym typeface="Scheherazade New"/>
              </a:rPr>
              <a:t>and a </a:t>
            </a:r>
            <a:r>
              <a:rPr lang="en">
                <a:solidFill>
                  <a:schemeClr val="dk2"/>
                </a:solidFill>
                <a:uFill>
                  <a:noFill/>
                </a:uFill>
                <a:latin typeface="Scheherazade New"/>
                <a:ea typeface="Scheherazade New"/>
                <a:cs typeface="Scheherazade New"/>
                <a:sym typeface="Scheherazade New"/>
                <a:hlinkClick r:id="rId11">
                  <a:extLst>
                    <a:ext uri="{A12FA001-AC4F-418D-AE19-62706E023703}">
                      <ahyp:hlinkClr val="tx"/>
                    </a:ext>
                  </a:extLst>
                </a:hlinkClick>
              </a:rPr>
              <a:t>Federal District</a:t>
            </a:r>
            <a:r>
              <a:rPr lang="en">
                <a:solidFill>
                  <a:srgbClr val="202122"/>
                </a:solidFill>
                <a:latin typeface="Scheherazade New"/>
                <a:ea typeface="Scheherazade New"/>
                <a:cs typeface="Scheherazade New"/>
                <a:sym typeface="Scheherazade New"/>
              </a:rPr>
              <a:t>, which hosts the capital, </a:t>
            </a:r>
            <a:r>
              <a:rPr lang="en">
                <a:solidFill>
                  <a:schemeClr val="dk2"/>
                </a:solidFill>
                <a:uFill>
                  <a:noFill/>
                </a:uFill>
                <a:latin typeface="Scheherazade New"/>
                <a:ea typeface="Scheherazade New"/>
                <a:cs typeface="Scheherazade New"/>
                <a:sym typeface="Scheherazade New"/>
                <a:hlinkClick r:id="rId12">
                  <a:extLst>
                    <a:ext uri="{A12FA001-AC4F-418D-AE19-62706E023703}">
                      <ahyp:hlinkClr val="tx"/>
                    </a:ext>
                  </a:extLst>
                </a:hlinkClick>
              </a:rPr>
              <a:t>Brasília</a:t>
            </a:r>
            <a:r>
              <a:rPr lang="en">
                <a:solidFill>
                  <a:srgbClr val="202122"/>
                </a:solidFill>
                <a:latin typeface="Scheherazade New"/>
                <a:ea typeface="Scheherazade New"/>
                <a:cs typeface="Scheherazade New"/>
                <a:sym typeface="Scheherazade New"/>
              </a:rPr>
              <a:t>. Its </a:t>
            </a:r>
            <a:r>
              <a:rPr lang="en">
                <a:solidFill>
                  <a:schemeClr val="dk2"/>
                </a:solidFill>
                <a:uFill>
                  <a:noFill/>
                </a:uFill>
                <a:latin typeface="Scheherazade New"/>
                <a:ea typeface="Scheherazade New"/>
                <a:cs typeface="Scheherazade New"/>
                <a:sym typeface="Scheherazade New"/>
                <a:hlinkClick r:id="rId13">
                  <a:extLst>
                    <a:ext uri="{A12FA001-AC4F-418D-AE19-62706E023703}">
                      <ahyp:hlinkClr val="tx"/>
                    </a:ext>
                  </a:extLst>
                </a:hlinkClick>
              </a:rPr>
              <a:t>most populous city</a:t>
            </a:r>
            <a:r>
              <a:rPr lang="en">
                <a:solidFill>
                  <a:srgbClr val="202122"/>
                </a:solidFill>
                <a:latin typeface="Scheherazade New"/>
                <a:ea typeface="Scheherazade New"/>
                <a:cs typeface="Scheherazade New"/>
                <a:sym typeface="Scheherazade New"/>
              </a:rPr>
              <a:t> is </a:t>
            </a:r>
            <a:r>
              <a:rPr lang="en">
                <a:solidFill>
                  <a:schemeClr val="dk2"/>
                </a:solidFill>
                <a:uFill>
                  <a:noFill/>
                </a:uFill>
                <a:latin typeface="Scheherazade New"/>
                <a:ea typeface="Scheherazade New"/>
                <a:cs typeface="Scheherazade New"/>
                <a:sym typeface="Scheherazade New"/>
                <a:hlinkClick r:id="rId14">
                  <a:extLst>
                    <a:ext uri="{A12FA001-AC4F-418D-AE19-62706E023703}">
                      <ahyp:hlinkClr val="tx"/>
                    </a:ext>
                  </a:extLst>
                </a:hlinkClick>
              </a:rPr>
              <a:t>São Paulo</a:t>
            </a:r>
            <a:r>
              <a:rPr lang="en">
                <a:solidFill>
                  <a:srgbClr val="202122"/>
                </a:solidFill>
                <a:latin typeface="Scheherazade New"/>
                <a:ea typeface="Scheherazade New"/>
                <a:cs typeface="Scheherazade New"/>
                <a:sym typeface="Scheherazade New"/>
              </a:rPr>
              <a:t>, followed by </a:t>
            </a:r>
            <a:r>
              <a:rPr lang="en">
                <a:solidFill>
                  <a:schemeClr val="dk2"/>
                </a:solidFill>
                <a:uFill>
                  <a:noFill/>
                </a:uFill>
                <a:latin typeface="Scheherazade New"/>
                <a:ea typeface="Scheherazade New"/>
                <a:cs typeface="Scheherazade New"/>
                <a:sym typeface="Scheherazade New"/>
                <a:hlinkClick r:id="rId15">
                  <a:extLst>
                    <a:ext uri="{A12FA001-AC4F-418D-AE19-62706E023703}">
                      <ahyp:hlinkClr val="tx"/>
                    </a:ext>
                  </a:extLst>
                </a:hlinkClick>
              </a:rPr>
              <a:t>Rio de Janeiro</a:t>
            </a:r>
            <a:r>
              <a:rPr lang="en">
                <a:solidFill>
                  <a:srgbClr val="202122"/>
                </a:solidFill>
                <a:latin typeface="Scheherazade New"/>
                <a:ea typeface="Scheherazade New"/>
                <a:cs typeface="Scheherazade New"/>
                <a:sym typeface="Scheherazade New"/>
              </a:rPr>
              <a:t>. Brazil has the most </a:t>
            </a:r>
            <a:r>
              <a:rPr lang="en">
                <a:solidFill>
                  <a:schemeClr val="dk2"/>
                </a:solidFill>
                <a:uFill>
                  <a:noFill/>
                </a:uFill>
                <a:latin typeface="Scheherazade New"/>
                <a:ea typeface="Scheherazade New"/>
                <a:cs typeface="Scheherazade New"/>
                <a:sym typeface="Scheherazade New"/>
                <a:hlinkClick r:id="rId16">
                  <a:extLst>
                    <a:ext uri="{A12FA001-AC4F-418D-AE19-62706E023703}">
                      <ahyp:hlinkClr val="tx"/>
                    </a:ext>
                  </a:extLst>
                </a:hlinkClick>
              </a:rPr>
              <a:t>Portuguese speakers</a:t>
            </a:r>
            <a:r>
              <a:rPr lang="en">
                <a:solidFill>
                  <a:schemeClr val="dk2"/>
                </a:solidFill>
                <a:latin typeface="Scheherazade New"/>
                <a:ea typeface="Scheherazade New"/>
                <a:cs typeface="Scheherazade New"/>
                <a:sym typeface="Scheherazade New"/>
              </a:rPr>
              <a:t> </a:t>
            </a:r>
            <a:r>
              <a:rPr lang="en">
                <a:solidFill>
                  <a:srgbClr val="202122"/>
                </a:solidFill>
                <a:latin typeface="Scheherazade New"/>
                <a:ea typeface="Scheherazade New"/>
                <a:cs typeface="Scheherazade New"/>
                <a:sym typeface="Scheherazade New"/>
              </a:rPr>
              <a:t>in the world and is the only country in the </a:t>
            </a:r>
            <a:r>
              <a:rPr lang="en">
                <a:solidFill>
                  <a:schemeClr val="dk2"/>
                </a:solidFill>
                <a:uFill>
                  <a:noFill/>
                </a:uFill>
                <a:latin typeface="Scheherazade New"/>
                <a:ea typeface="Scheherazade New"/>
                <a:cs typeface="Scheherazade New"/>
                <a:sym typeface="Scheherazade New"/>
                <a:hlinkClick r:id="rId17">
                  <a:extLst>
                    <a:ext uri="{A12FA001-AC4F-418D-AE19-62706E023703}">
                      <ahyp:hlinkClr val="tx"/>
                    </a:ext>
                  </a:extLst>
                </a:hlinkClick>
              </a:rPr>
              <a:t>Americas</a:t>
            </a:r>
            <a:r>
              <a:rPr lang="en">
                <a:solidFill>
                  <a:srgbClr val="202122"/>
                </a:solidFill>
                <a:latin typeface="Scheherazade New"/>
                <a:ea typeface="Scheherazade New"/>
                <a:cs typeface="Scheherazade New"/>
                <a:sym typeface="Scheherazade New"/>
              </a:rPr>
              <a:t> where </a:t>
            </a:r>
            <a:r>
              <a:rPr lang="en">
                <a:solidFill>
                  <a:schemeClr val="dk2"/>
                </a:solidFill>
                <a:uFill>
                  <a:noFill/>
                </a:uFill>
                <a:latin typeface="Scheherazade New"/>
                <a:ea typeface="Scheherazade New"/>
                <a:cs typeface="Scheherazade New"/>
                <a:sym typeface="Scheherazade New"/>
                <a:hlinkClick r:id="rId18">
                  <a:extLst>
                    <a:ext uri="{A12FA001-AC4F-418D-AE19-62706E023703}">
                      <ahyp:hlinkClr val="tx"/>
                    </a:ext>
                  </a:extLst>
                </a:hlinkClick>
              </a:rPr>
              <a:t>Portuguese</a:t>
            </a:r>
            <a:r>
              <a:rPr lang="en">
                <a:solidFill>
                  <a:srgbClr val="202122"/>
                </a:solidFill>
                <a:latin typeface="Scheherazade New"/>
                <a:ea typeface="Scheherazade New"/>
                <a:cs typeface="Scheherazade New"/>
                <a:sym typeface="Scheherazade New"/>
              </a:rPr>
              <a:t> is an </a:t>
            </a:r>
            <a:r>
              <a:rPr lang="en">
                <a:solidFill>
                  <a:schemeClr val="dk2"/>
                </a:solidFill>
                <a:uFill>
                  <a:noFill/>
                </a:uFill>
                <a:latin typeface="Scheherazade New"/>
                <a:ea typeface="Scheherazade New"/>
                <a:cs typeface="Scheherazade New"/>
                <a:sym typeface="Scheherazade New"/>
                <a:hlinkClick r:id="rId19">
                  <a:extLst>
                    <a:ext uri="{A12FA001-AC4F-418D-AE19-62706E023703}">
                      <ahyp:hlinkClr val="tx"/>
                    </a:ext>
                  </a:extLst>
                </a:hlinkClick>
              </a:rPr>
              <a:t>official language</a:t>
            </a:r>
            <a:r>
              <a:rPr lang="en">
                <a:solidFill>
                  <a:schemeClr val="dk2"/>
                </a:solidFill>
                <a:latin typeface="Scheherazade New"/>
                <a:ea typeface="Scheherazade New"/>
                <a:cs typeface="Scheherazade New"/>
                <a:sym typeface="Scheherazade New"/>
              </a:rPr>
              <a:t>.</a:t>
            </a:r>
            <a:r>
              <a:rPr baseline="30000" lang="en" sz="1800">
                <a:solidFill>
                  <a:schemeClr val="dk2"/>
                </a:solidFill>
                <a:uFill>
                  <a:noFill/>
                </a:uFill>
                <a:latin typeface="Scheherazade New"/>
                <a:ea typeface="Scheherazade New"/>
                <a:cs typeface="Scheherazade New"/>
                <a:sym typeface="Scheherazade New"/>
                <a:hlinkClick r:id="rId20">
                  <a:extLst>
                    <a:ext uri="{A12FA001-AC4F-418D-AE19-62706E023703}">
                      <ahyp:hlinkClr val="tx"/>
                    </a:ext>
                  </a:extLst>
                </a:hlinkClick>
              </a:rPr>
              <a:t>[14]</a:t>
            </a:r>
            <a:r>
              <a:rPr baseline="30000" lang="en" sz="1800">
                <a:solidFill>
                  <a:schemeClr val="dk2"/>
                </a:solidFill>
                <a:uFill>
                  <a:noFill/>
                </a:uFill>
                <a:latin typeface="Scheherazade New"/>
                <a:ea typeface="Scheherazade New"/>
                <a:cs typeface="Scheherazade New"/>
                <a:sym typeface="Scheherazade New"/>
                <a:hlinkClick r:id="rId21">
                  <a:extLst>
                    <a:ext uri="{A12FA001-AC4F-418D-AE19-62706E023703}">
                      <ahyp:hlinkClr val="tx"/>
                    </a:ext>
                  </a:extLst>
                </a:hlinkClick>
              </a:rPr>
              <a:t>[15]</a:t>
            </a:r>
            <a:r>
              <a:rPr lang="en" sz="2000">
                <a:solidFill>
                  <a:schemeClr val="dk2"/>
                </a:solidFill>
                <a:latin typeface="Scheherazade New"/>
                <a:ea typeface="Scheherazade New"/>
                <a:cs typeface="Scheherazade New"/>
                <a:sym typeface="Scheherazade New"/>
              </a:rPr>
              <a:t> </a:t>
            </a:r>
            <a:r>
              <a:rPr lang="en">
                <a:solidFill>
                  <a:schemeClr val="dk2"/>
                </a:solidFill>
                <a:latin typeface="Scheherazade New"/>
                <a:ea typeface="Scheherazade New"/>
                <a:cs typeface="Scheherazade New"/>
                <a:sym typeface="Scheherazade New"/>
              </a:rPr>
              <a:t>- Wikipedia</a:t>
            </a:r>
            <a:endParaRPr>
              <a:solidFill>
                <a:schemeClr val="dk2"/>
              </a:solidFill>
              <a:latin typeface="Scheherazade New"/>
              <a:ea typeface="Scheherazade New"/>
              <a:cs typeface="Scheherazade New"/>
              <a:sym typeface="Scheherazade New"/>
            </a:endParaRPr>
          </a:p>
        </p:txBody>
      </p:sp>
      <p:grpSp>
        <p:nvGrpSpPr>
          <p:cNvPr id="9540" name="Google Shape;9540;p28"/>
          <p:cNvGrpSpPr/>
          <p:nvPr/>
        </p:nvGrpSpPr>
        <p:grpSpPr>
          <a:xfrm rot="-10595650">
            <a:off x="4415995" y="4364325"/>
            <a:ext cx="683940" cy="697143"/>
            <a:chOff x="121063" y="211715"/>
            <a:chExt cx="684032" cy="697236"/>
          </a:xfrm>
        </p:grpSpPr>
        <p:grpSp>
          <p:nvGrpSpPr>
            <p:cNvPr id="9541" name="Google Shape;9541;p28"/>
            <p:cNvGrpSpPr/>
            <p:nvPr/>
          </p:nvGrpSpPr>
          <p:grpSpPr>
            <a:xfrm flipH="1">
              <a:off x="482506" y="211715"/>
              <a:ext cx="322588" cy="124262"/>
              <a:chOff x="2449294" y="636165"/>
              <a:chExt cx="322588" cy="124262"/>
            </a:xfrm>
          </p:grpSpPr>
          <p:sp>
            <p:nvSpPr>
              <p:cNvPr id="9542" name="Google Shape;9542;p2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2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2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2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2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2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2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2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2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1" name="Google Shape;9551;p28"/>
            <p:cNvGrpSpPr/>
            <p:nvPr/>
          </p:nvGrpSpPr>
          <p:grpSpPr>
            <a:xfrm>
              <a:off x="121063" y="377859"/>
              <a:ext cx="470985" cy="455906"/>
              <a:chOff x="1490538" y="753834"/>
              <a:chExt cx="470985" cy="455906"/>
            </a:xfrm>
          </p:grpSpPr>
          <p:sp>
            <p:nvSpPr>
              <p:cNvPr id="9552" name="Google Shape;9552;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2" name="Google Shape;9562;p28"/>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28"/>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28"/>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5" name="Google Shape;9565;p28"/>
          <p:cNvSpPr txBox="1"/>
          <p:nvPr/>
        </p:nvSpPr>
        <p:spPr>
          <a:xfrm>
            <a:off x="1430000" y="3980113"/>
            <a:ext cx="2952900" cy="895800"/>
          </a:xfrm>
          <a:prstGeom prst="rect">
            <a:avLst/>
          </a:prstGeom>
          <a:noFill/>
          <a:ln>
            <a:noFill/>
          </a:ln>
        </p:spPr>
        <p:txBody>
          <a:bodyPr anchorCtr="0" anchor="t" bIns="91425" lIns="91425" spcFirstLastPara="1" rIns="91425" wrap="square" tIns="91425">
            <a:spAutoFit/>
          </a:bodyPr>
          <a:lstStyle/>
          <a:p>
            <a:pPr indent="0" lvl="0" marL="0" rtl="0" algn="r">
              <a:lnSpc>
                <a:spcPct val="115000"/>
              </a:lnSpc>
              <a:spcBef>
                <a:spcPts val="0"/>
              </a:spcBef>
              <a:spcAft>
                <a:spcPts val="1200"/>
              </a:spcAft>
              <a:buNone/>
            </a:pPr>
            <a:r>
              <a:rPr lang="en">
                <a:solidFill>
                  <a:srgbClr val="202122"/>
                </a:solidFill>
                <a:latin typeface="Scheherazade New"/>
                <a:ea typeface="Scheherazade New"/>
                <a:cs typeface="Scheherazade New"/>
                <a:sym typeface="Scheherazade New"/>
              </a:rPr>
              <a:t>Brazil is home to </a:t>
            </a:r>
            <a:r>
              <a:rPr lang="en">
                <a:solidFill>
                  <a:srgbClr val="202122"/>
                </a:solidFill>
                <a:latin typeface="Scheherazade New"/>
                <a:ea typeface="Scheherazade New"/>
                <a:cs typeface="Scheherazade New"/>
                <a:sym typeface="Scheherazade New"/>
              </a:rPr>
              <a:t>the world’s largest rainforest, </a:t>
            </a:r>
            <a:r>
              <a:rPr lang="en">
                <a:solidFill>
                  <a:schemeClr val="dk2"/>
                </a:solidFill>
                <a:latin typeface="Scheherazade New"/>
                <a:ea typeface="Scheherazade New"/>
                <a:cs typeface="Scheherazade New"/>
                <a:sym typeface="Scheherazade New"/>
              </a:rPr>
              <a:t>The Amazon</a:t>
            </a:r>
            <a:r>
              <a:rPr lang="en">
                <a:solidFill>
                  <a:srgbClr val="202122"/>
                </a:solidFill>
                <a:latin typeface="Scheherazade New"/>
                <a:ea typeface="Scheherazade New"/>
                <a:cs typeface="Scheherazade New"/>
                <a:sym typeface="Scheherazade New"/>
              </a:rPr>
              <a:t> (this will become relevant later on!)</a:t>
            </a:r>
            <a:endParaRPr/>
          </a:p>
        </p:txBody>
      </p:sp>
      <p:sp>
        <p:nvSpPr>
          <p:cNvPr id="9566" name="Google Shape;9566;p28"/>
          <p:cNvSpPr txBox="1"/>
          <p:nvPr/>
        </p:nvSpPr>
        <p:spPr>
          <a:xfrm>
            <a:off x="82075" y="3333988"/>
            <a:ext cx="2160600" cy="7233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3500">
                <a:solidFill>
                  <a:schemeClr val="dk2"/>
                </a:solidFill>
                <a:latin typeface="Sriracha"/>
                <a:ea typeface="Sriracha"/>
                <a:cs typeface="Sriracha"/>
                <a:sym typeface="Sriracha"/>
              </a:rPr>
              <a:t>Fun fact</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70" name="Shape 9570"/>
        <p:cNvGrpSpPr/>
        <p:nvPr/>
      </p:nvGrpSpPr>
      <p:grpSpPr>
        <a:xfrm>
          <a:off x="0" y="0"/>
          <a:ext cx="0" cy="0"/>
          <a:chOff x="0" y="0"/>
          <a:chExt cx="0" cy="0"/>
        </a:xfrm>
      </p:grpSpPr>
      <p:sp>
        <p:nvSpPr>
          <p:cNvPr id="9571" name="Google Shape;9571;p29"/>
          <p:cNvSpPr txBox="1"/>
          <p:nvPr>
            <p:ph type="title"/>
          </p:nvPr>
        </p:nvSpPr>
        <p:spPr>
          <a:xfrm>
            <a:off x="492525" y="274775"/>
            <a:ext cx="8235900" cy="64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Issue</a:t>
            </a:r>
            <a:endParaRPr/>
          </a:p>
        </p:txBody>
      </p:sp>
      <p:sp>
        <p:nvSpPr>
          <p:cNvPr id="9572" name="Google Shape;9572;p29"/>
          <p:cNvSpPr txBox="1"/>
          <p:nvPr/>
        </p:nvSpPr>
        <p:spPr>
          <a:xfrm>
            <a:off x="492525" y="3084500"/>
            <a:ext cx="5554800" cy="18225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0"/>
              </a:spcBef>
              <a:spcAft>
                <a:spcPts val="1200"/>
              </a:spcAft>
              <a:buNone/>
            </a:pPr>
            <a:r>
              <a:rPr lang="en" sz="1900">
                <a:solidFill>
                  <a:srgbClr val="202122"/>
                </a:solidFill>
                <a:latin typeface="Scheherazade New"/>
                <a:ea typeface="Scheherazade New"/>
                <a:cs typeface="Scheherazade New"/>
                <a:sym typeface="Scheherazade New"/>
              </a:rPr>
              <a:t>Unfortunately</a:t>
            </a:r>
            <a:r>
              <a:rPr lang="en" sz="1900">
                <a:solidFill>
                  <a:srgbClr val="202122"/>
                </a:solidFill>
                <a:latin typeface="Scheherazade New"/>
                <a:ea typeface="Scheherazade New"/>
                <a:cs typeface="Scheherazade New"/>
                <a:sym typeface="Scheherazade New"/>
              </a:rPr>
              <a:t>, unchecked deforestation is actively taking the amazon closer to it’s tipping point, where it will no longer be able to support its </a:t>
            </a:r>
            <a:r>
              <a:rPr lang="en" sz="1900">
                <a:solidFill>
                  <a:srgbClr val="202122"/>
                </a:solidFill>
                <a:latin typeface="Scheherazade New"/>
                <a:ea typeface="Scheherazade New"/>
                <a:cs typeface="Scheherazade New"/>
                <a:sym typeface="Scheherazade New"/>
              </a:rPr>
              <a:t>ecosystems</a:t>
            </a:r>
            <a:r>
              <a:rPr lang="en" sz="1900">
                <a:solidFill>
                  <a:srgbClr val="202122"/>
                </a:solidFill>
                <a:latin typeface="Scheherazade New"/>
                <a:ea typeface="Scheherazade New"/>
                <a:cs typeface="Scheherazade New"/>
                <a:sym typeface="Scheherazade New"/>
              </a:rPr>
              <a:t> or generate its own rainfall, and </a:t>
            </a:r>
            <a:r>
              <a:rPr lang="en" sz="1900">
                <a:solidFill>
                  <a:srgbClr val="202122"/>
                </a:solidFill>
                <a:latin typeface="Scheherazade New"/>
                <a:ea typeface="Scheherazade New"/>
                <a:cs typeface="Scheherazade New"/>
                <a:sym typeface="Scheherazade New"/>
              </a:rPr>
              <a:t>it’s happening at a rapid rate (about 8000 km of forest destroyed in a year.)</a:t>
            </a:r>
            <a:r>
              <a:rPr lang="en" sz="1900">
                <a:solidFill>
                  <a:srgbClr val="202122"/>
                </a:solidFill>
                <a:latin typeface="Scheherazade New"/>
                <a:ea typeface="Scheherazade New"/>
                <a:cs typeface="Scheherazade New"/>
                <a:sym typeface="Scheherazade New"/>
              </a:rPr>
              <a:t> </a:t>
            </a:r>
            <a:endParaRPr sz="1900">
              <a:solidFill>
                <a:srgbClr val="202122"/>
              </a:solidFill>
              <a:latin typeface="Scheherazade New"/>
              <a:ea typeface="Scheherazade New"/>
              <a:cs typeface="Scheherazade New"/>
              <a:sym typeface="Scheherazade New"/>
            </a:endParaRPr>
          </a:p>
        </p:txBody>
      </p:sp>
      <p:sp>
        <p:nvSpPr>
          <p:cNvPr id="9573" name="Google Shape;9573;p29"/>
          <p:cNvSpPr txBox="1"/>
          <p:nvPr/>
        </p:nvSpPr>
        <p:spPr>
          <a:xfrm>
            <a:off x="3015975" y="1047575"/>
            <a:ext cx="5887800" cy="1822500"/>
          </a:xfrm>
          <a:prstGeom prst="rect">
            <a:avLst/>
          </a:prstGeom>
          <a:noFill/>
          <a:ln>
            <a:noFill/>
          </a:ln>
        </p:spPr>
        <p:txBody>
          <a:bodyPr anchorCtr="0" anchor="t" bIns="91425" lIns="91425" spcFirstLastPara="1" rIns="91425" wrap="square" tIns="91425">
            <a:spAutoFit/>
          </a:bodyPr>
          <a:lstStyle/>
          <a:p>
            <a:pPr indent="0" lvl="0" marL="0" rtl="0" algn="r">
              <a:lnSpc>
                <a:spcPct val="115000"/>
              </a:lnSpc>
              <a:spcBef>
                <a:spcPts val="0"/>
              </a:spcBef>
              <a:spcAft>
                <a:spcPts val="1200"/>
              </a:spcAft>
              <a:buNone/>
            </a:pPr>
            <a:r>
              <a:rPr lang="en" sz="1900" u="sng">
                <a:solidFill>
                  <a:srgbClr val="202122"/>
                </a:solidFill>
                <a:latin typeface="Scheherazade New"/>
                <a:ea typeface="Scheherazade New"/>
                <a:cs typeface="Scheherazade New"/>
                <a:sym typeface="Scheherazade New"/>
              </a:rPr>
              <a:t>The Amazon Rainforest</a:t>
            </a:r>
            <a:r>
              <a:rPr lang="en" sz="1900">
                <a:solidFill>
                  <a:srgbClr val="202122"/>
                </a:solidFill>
                <a:latin typeface="Scheherazade New"/>
                <a:ea typeface="Scheherazade New"/>
                <a:cs typeface="Scheherazade New"/>
                <a:sym typeface="Scheherazade New"/>
              </a:rPr>
              <a:t> is the biggest rainforest in the world, spanning approximately 3 million square km. It’s diverse ecosystem is currently supporting over 3 million species of animal and plant. Species are still currently being discovered as we speak.</a:t>
            </a:r>
            <a:endParaRPr/>
          </a:p>
        </p:txBody>
      </p:sp>
      <p:pic>
        <p:nvPicPr>
          <p:cNvPr id="9574" name="Google Shape;9574;p29"/>
          <p:cNvPicPr preferRelativeResize="0"/>
          <p:nvPr/>
        </p:nvPicPr>
        <p:blipFill rotWithShape="1">
          <a:blip r:embed="rId3">
            <a:alphaModFix/>
          </a:blip>
          <a:srcRect b="0" l="3186" r="28726" t="0"/>
          <a:stretch/>
        </p:blipFill>
        <p:spPr>
          <a:xfrm>
            <a:off x="490950" y="1047575"/>
            <a:ext cx="2314500" cy="1955100"/>
          </a:xfrm>
          <a:prstGeom prst="roundRect">
            <a:avLst>
              <a:gd fmla="val 16667" name="adj"/>
            </a:avLst>
          </a:prstGeom>
          <a:noFill/>
          <a:ln>
            <a:noFill/>
          </a:ln>
        </p:spPr>
      </p:pic>
      <p:pic>
        <p:nvPicPr>
          <p:cNvPr id="9575" name="Google Shape;9575;p29"/>
          <p:cNvPicPr preferRelativeResize="0"/>
          <p:nvPr/>
        </p:nvPicPr>
        <p:blipFill rotWithShape="1">
          <a:blip r:embed="rId4">
            <a:alphaModFix/>
          </a:blip>
          <a:srcRect b="0" l="12437" r="8198" t="0"/>
          <a:stretch/>
        </p:blipFill>
        <p:spPr>
          <a:xfrm>
            <a:off x="6047325" y="3002675"/>
            <a:ext cx="2657400" cy="1883400"/>
          </a:xfrm>
          <a:prstGeom prst="roundRect">
            <a:avLst>
              <a:gd fmla="val 16667" name="adj"/>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79" name="Shape 9579"/>
        <p:cNvGrpSpPr/>
        <p:nvPr/>
      </p:nvGrpSpPr>
      <p:grpSpPr>
        <a:xfrm>
          <a:off x="0" y="0"/>
          <a:ext cx="0" cy="0"/>
          <a:chOff x="0" y="0"/>
          <a:chExt cx="0" cy="0"/>
        </a:xfrm>
      </p:grpSpPr>
      <p:sp>
        <p:nvSpPr>
          <p:cNvPr id="9580" name="Google Shape;9580;p30"/>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is deforestation impacting?</a:t>
            </a:r>
            <a:endParaRPr/>
          </a:p>
        </p:txBody>
      </p:sp>
      <p:sp>
        <p:nvSpPr>
          <p:cNvPr id="9581" name="Google Shape;9581;p30"/>
          <p:cNvSpPr txBox="1"/>
          <p:nvPr>
            <p:ph idx="1" type="subTitle"/>
          </p:nvPr>
        </p:nvSpPr>
        <p:spPr>
          <a:xfrm>
            <a:off x="227363" y="2781600"/>
            <a:ext cx="2743200" cy="10080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200"/>
              </a:spcAft>
              <a:buNone/>
            </a:pPr>
            <a:r>
              <a:rPr lang="en" sz="1700">
                <a:solidFill>
                  <a:srgbClr val="202122"/>
                </a:solidFill>
                <a:latin typeface="Scheherazade New"/>
                <a:ea typeface="Scheherazade New"/>
                <a:cs typeface="Scheherazade New"/>
                <a:sym typeface="Scheherazade New"/>
              </a:rPr>
              <a:t>Studies show at least </a:t>
            </a:r>
            <a:r>
              <a:rPr lang="en" sz="1700" u="sng">
                <a:solidFill>
                  <a:schemeClr val="dk2"/>
                </a:solidFill>
                <a:latin typeface="Scheherazade New"/>
                <a:ea typeface="Scheherazade New"/>
                <a:cs typeface="Scheherazade New"/>
                <a:sym typeface="Scheherazade New"/>
              </a:rPr>
              <a:t>70%</a:t>
            </a:r>
            <a:r>
              <a:rPr lang="en" sz="1700">
                <a:solidFill>
                  <a:srgbClr val="202122"/>
                </a:solidFill>
                <a:latin typeface="Scheherazade New"/>
                <a:ea typeface="Scheherazade New"/>
                <a:cs typeface="Scheherazade New"/>
                <a:sym typeface="Scheherazade New"/>
              </a:rPr>
              <a:t> of the plants used to treat cancer come from the rainforest.</a:t>
            </a:r>
            <a:endParaRPr sz="1700"/>
          </a:p>
        </p:txBody>
      </p:sp>
      <p:sp>
        <p:nvSpPr>
          <p:cNvPr id="9582" name="Google Shape;9582;p30"/>
          <p:cNvSpPr txBox="1"/>
          <p:nvPr>
            <p:ph idx="2" type="subTitle"/>
          </p:nvPr>
        </p:nvSpPr>
        <p:spPr>
          <a:xfrm>
            <a:off x="3200388" y="2781588"/>
            <a:ext cx="2743200" cy="10080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700">
                <a:solidFill>
                  <a:srgbClr val="202122"/>
                </a:solidFill>
                <a:latin typeface="Scheherazade New"/>
                <a:ea typeface="Scheherazade New"/>
                <a:cs typeface="Scheherazade New"/>
                <a:sym typeface="Scheherazade New"/>
              </a:rPr>
              <a:t>The amazon forests store over 150 billion metric tons of carbon, and they absorb 2 billion tons of carbon dioxide each year.</a:t>
            </a:r>
            <a:endParaRPr sz="1700">
              <a:solidFill>
                <a:srgbClr val="202122"/>
              </a:solidFill>
              <a:latin typeface="Scheherazade New"/>
              <a:ea typeface="Scheherazade New"/>
              <a:cs typeface="Scheherazade New"/>
              <a:sym typeface="Scheherazade New"/>
            </a:endParaRPr>
          </a:p>
          <a:p>
            <a:pPr indent="0" lvl="0" marL="0" rtl="0" algn="ctr">
              <a:spcBef>
                <a:spcPts val="1200"/>
              </a:spcBef>
              <a:spcAft>
                <a:spcPts val="0"/>
              </a:spcAft>
              <a:buNone/>
            </a:pPr>
            <a:r>
              <a:t/>
            </a:r>
            <a:endParaRPr/>
          </a:p>
        </p:txBody>
      </p:sp>
      <p:sp>
        <p:nvSpPr>
          <p:cNvPr id="9583" name="Google Shape;9583;p30"/>
          <p:cNvSpPr txBox="1"/>
          <p:nvPr>
            <p:ph idx="3" type="title"/>
          </p:nvPr>
        </p:nvSpPr>
        <p:spPr>
          <a:xfrm>
            <a:off x="227363" y="2400600"/>
            <a:ext cx="27432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Medicine</a:t>
            </a:r>
            <a:endParaRPr/>
          </a:p>
        </p:txBody>
      </p:sp>
      <p:sp>
        <p:nvSpPr>
          <p:cNvPr id="9584" name="Google Shape;9584;p30"/>
          <p:cNvSpPr txBox="1"/>
          <p:nvPr>
            <p:ph idx="4" type="title"/>
          </p:nvPr>
        </p:nvSpPr>
        <p:spPr>
          <a:xfrm>
            <a:off x="3200388" y="2400588"/>
            <a:ext cx="27432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Climate Regulator</a:t>
            </a:r>
            <a:endParaRPr/>
          </a:p>
        </p:txBody>
      </p:sp>
      <p:sp>
        <p:nvSpPr>
          <p:cNvPr id="9585" name="Google Shape;9585;p30"/>
          <p:cNvSpPr txBox="1"/>
          <p:nvPr/>
        </p:nvSpPr>
        <p:spPr>
          <a:xfrm>
            <a:off x="1069775" y="1353900"/>
            <a:ext cx="1058400" cy="10467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5600">
                <a:solidFill>
                  <a:schemeClr val="dk1"/>
                </a:solidFill>
                <a:latin typeface="Roboto"/>
                <a:ea typeface="Roboto"/>
                <a:cs typeface="Roboto"/>
                <a:sym typeface="Roboto"/>
              </a:rPr>
              <a:t>🪴</a:t>
            </a:r>
            <a:endParaRPr sz="5600"/>
          </a:p>
        </p:txBody>
      </p:sp>
      <p:pic>
        <p:nvPicPr>
          <p:cNvPr id="9586" name="Google Shape;9586;p30"/>
          <p:cNvPicPr preferRelativeResize="0"/>
          <p:nvPr/>
        </p:nvPicPr>
        <p:blipFill rotWithShape="1">
          <a:blip r:embed="rId3">
            <a:alphaModFix/>
          </a:blip>
          <a:srcRect b="11988" l="0" r="13217" t="9042"/>
          <a:stretch/>
        </p:blipFill>
        <p:spPr>
          <a:xfrm>
            <a:off x="4080887" y="1446710"/>
            <a:ext cx="982224" cy="860026"/>
          </a:xfrm>
          <a:prstGeom prst="rect">
            <a:avLst/>
          </a:prstGeom>
          <a:noFill/>
          <a:ln>
            <a:noFill/>
          </a:ln>
        </p:spPr>
      </p:pic>
      <p:sp>
        <p:nvSpPr>
          <p:cNvPr id="9587" name="Google Shape;9587;p30"/>
          <p:cNvSpPr txBox="1"/>
          <p:nvPr/>
        </p:nvSpPr>
        <p:spPr>
          <a:xfrm>
            <a:off x="7076725" y="1353363"/>
            <a:ext cx="1193400" cy="10467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5600">
                <a:solidFill>
                  <a:schemeClr val="dk1"/>
                </a:solidFill>
                <a:latin typeface="Roboto"/>
                <a:ea typeface="Roboto"/>
                <a:cs typeface="Roboto"/>
                <a:sym typeface="Roboto"/>
              </a:rPr>
              <a:t>🦜</a:t>
            </a:r>
            <a:endParaRPr/>
          </a:p>
        </p:txBody>
      </p:sp>
      <p:sp>
        <p:nvSpPr>
          <p:cNvPr id="9588" name="Google Shape;9588;p30"/>
          <p:cNvSpPr txBox="1"/>
          <p:nvPr/>
        </p:nvSpPr>
        <p:spPr>
          <a:xfrm>
            <a:off x="6173425" y="2344500"/>
            <a:ext cx="3000000" cy="5694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2500">
                <a:solidFill>
                  <a:schemeClr val="dk2"/>
                </a:solidFill>
                <a:latin typeface="Sriracha"/>
                <a:ea typeface="Sriracha"/>
                <a:cs typeface="Sriracha"/>
                <a:sym typeface="Sriracha"/>
              </a:rPr>
              <a:t>Biodiversity</a:t>
            </a:r>
            <a:endParaRPr sz="2500">
              <a:solidFill>
                <a:schemeClr val="dk2"/>
              </a:solidFill>
              <a:latin typeface="Sriracha"/>
              <a:ea typeface="Sriracha"/>
              <a:cs typeface="Sriracha"/>
              <a:sym typeface="Sriracha"/>
            </a:endParaRPr>
          </a:p>
        </p:txBody>
      </p:sp>
      <p:sp>
        <p:nvSpPr>
          <p:cNvPr id="9589" name="Google Shape;9589;p30"/>
          <p:cNvSpPr txBox="1"/>
          <p:nvPr/>
        </p:nvSpPr>
        <p:spPr>
          <a:xfrm>
            <a:off x="6144000" y="2857800"/>
            <a:ext cx="3000000" cy="13491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0"/>
              </a:spcBef>
              <a:spcAft>
                <a:spcPts val="1200"/>
              </a:spcAft>
              <a:buNone/>
            </a:pPr>
            <a:r>
              <a:rPr lang="en" sz="1700">
                <a:solidFill>
                  <a:srgbClr val="202122"/>
                </a:solidFill>
                <a:latin typeface="Scheherazade New"/>
                <a:ea typeface="Scheherazade New"/>
                <a:cs typeface="Scheherazade New"/>
                <a:sym typeface="Scheherazade New"/>
              </a:rPr>
              <a:t>The Amazon is home to more than 10% of the world’s known wildlife species, some of which are crucial to our survival.</a:t>
            </a:r>
            <a:endParaRPr sz="1700">
              <a:solidFill>
                <a:schemeClr val="dk1"/>
              </a:solidFill>
              <a:latin typeface="Roboto"/>
              <a:ea typeface="Roboto"/>
              <a:cs typeface="Roboto"/>
              <a:sym typeface="Roboto"/>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3" name="Shape 9593"/>
        <p:cNvGrpSpPr/>
        <p:nvPr/>
      </p:nvGrpSpPr>
      <p:grpSpPr>
        <a:xfrm>
          <a:off x="0" y="0"/>
          <a:ext cx="0" cy="0"/>
          <a:chOff x="0" y="0"/>
          <a:chExt cx="0" cy="0"/>
        </a:xfrm>
      </p:grpSpPr>
      <p:sp>
        <p:nvSpPr>
          <p:cNvPr id="9594" name="Google Shape;9594;p31"/>
          <p:cNvSpPr txBox="1"/>
          <p:nvPr>
            <p:ph type="title"/>
          </p:nvPr>
        </p:nvSpPr>
        <p:spPr>
          <a:xfrm>
            <a:off x="720000" y="1784350"/>
            <a:ext cx="2903700" cy="319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300" u="sng">
                <a:hlinkClick r:id="rId3"/>
              </a:rPr>
              <a:t>wikipedia.org</a:t>
            </a:r>
            <a:endParaRPr sz="2300"/>
          </a:p>
          <a:p>
            <a:pPr indent="0" lvl="0" marL="0" rtl="0" algn="l">
              <a:spcBef>
                <a:spcPts val="0"/>
              </a:spcBef>
              <a:spcAft>
                <a:spcPts val="0"/>
              </a:spcAft>
              <a:buNone/>
            </a:pPr>
            <a:r>
              <a:rPr lang="en" sz="2300" u="sng">
                <a:hlinkClick r:id="rId4"/>
              </a:rPr>
              <a:t>rusticpathways.com</a:t>
            </a:r>
            <a:endParaRPr sz="2300"/>
          </a:p>
        </p:txBody>
      </p:sp>
      <p:sp>
        <p:nvSpPr>
          <p:cNvPr id="9595" name="Google Shape;9595;p31"/>
          <p:cNvSpPr txBox="1"/>
          <p:nvPr>
            <p:ph idx="2" type="title"/>
          </p:nvPr>
        </p:nvSpPr>
        <p:spPr>
          <a:xfrm>
            <a:off x="719988" y="1149375"/>
            <a:ext cx="9981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9596" name="Google Shape;9596;p31"/>
          <p:cNvSpPr txBox="1"/>
          <p:nvPr>
            <p:ph idx="3" type="title"/>
          </p:nvPr>
        </p:nvSpPr>
        <p:spPr>
          <a:xfrm>
            <a:off x="3733654" y="1742775"/>
            <a:ext cx="2743200" cy="45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300" u="sng">
                <a:hlinkClick r:id="rId5"/>
              </a:rPr>
              <a:t>wikipedia.org</a:t>
            </a:r>
            <a:endParaRPr/>
          </a:p>
        </p:txBody>
      </p:sp>
      <p:sp>
        <p:nvSpPr>
          <p:cNvPr id="9597" name="Google Shape;9597;p31"/>
          <p:cNvSpPr txBox="1"/>
          <p:nvPr>
            <p:ph idx="4" type="title"/>
          </p:nvPr>
        </p:nvSpPr>
        <p:spPr>
          <a:xfrm>
            <a:off x="3733654" y="1149375"/>
            <a:ext cx="9978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9598" name="Google Shape;9598;p31"/>
          <p:cNvSpPr txBox="1"/>
          <p:nvPr>
            <p:ph idx="5" type="subTitle"/>
          </p:nvPr>
        </p:nvSpPr>
        <p:spPr>
          <a:xfrm>
            <a:off x="3733647" y="2199975"/>
            <a:ext cx="4835100" cy="54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300" u="sng">
                <a:solidFill>
                  <a:schemeClr val="dk2"/>
                </a:solidFill>
                <a:latin typeface="Sriracha"/>
                <a:ea typeface="Sriracha"/>
                <a:cs typeface="Sriracha"/>
                <a:sym typeface="Sriracha"/>
                <a:hlinkClick r:id="rId6">
                  <a:extLst>
                    <a:ext uri="{A12FA001-AC4F-418D-AE19-62706E023703}">
                      <ahyp:hlinkClr val="tx"/>
                    </a:ext>
                  </a:extLst>
                </a:hlinkClick>
              </a:rPr>
              <a:t>amazonconservation.org</a:t>
            </a:r>
            <a:endParaRPr sz="2300">
              <a:solidFill>
                <a:schemeClr val="dk2"/>
              </a:solidFill>
              <a:latin typeface="Sriracha"/>
              <a:ea typeface="Sriracha"/>
              <a:cs typeface="Sriracha"/>
              <a:sym typeface="Sriracha"/>
            </a:endParaRPr>
          </a:p>
        </p:txBody>
      </p:sp>
      <p:sp>
        <p:nvSpPr>
          <p:cNvPr id="9599" name="Google Shape;9599;p31"/>
          <p:cNvSpPr txBox="1"/>
          <p:nvPr>
            <p:ph idx="6" type="title"/>
          </p:nvPr>
        </p:nvSpPr>
        <p:spPr>
          <a:xfrm>
            <a:off x="720000" y="3588700"/>
            <a:ext cx="2743200" cy="132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300" u="sng">
                <a:hlinkClick r:id="rId7"/>
              </a:rPr>
              <a:t>amazonconservation.org</a:t>
            </a:r>
            <a:endParaRPr sz="2300"/>
          </a:p>
          <a:p>
            <a:pPr indent="0" lvl="0" marL="0" rtl="0" algn="l">
              <a:spcBef>
                <a:spcPts val="0"/>
              </a:spcBef>
              <a:spcAft>
                <a:spcPts val="0"/>
              </a:spcAft>
              <a:buNone/>
            </a:pPr>
            <a:r>
              <a:t/>
            </a:r>
            <a:endParaRPr/>
          </a:p>
        </p:txBody>
      </p:sp>
      <p:sp>
        <p:nvSpPr>
          <p:cNvPr id="9600" name="Google Shape;9600;p31"/>
          <p:cNvSpPr txBox="1"/>
          <p:nvPr>
            <p:ph idx="7" type="title"/>
          </p:nvPr>
        </p:nvSpPr>
        <p:spPr>
          <a:xfrm>
            <a:off x="719988" y="2995525"/>
            <a:ext cx="9981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9601" name="Google Shape;9601;p31"/>
          <p:cNvSpPr txBox="1"/>
          <p:nvPr>
            <p:ph idx="9" type="title"/>
          </p:nvPr>
        </p:nvSpPr>
        <p:spPr>
          <a:xfrm>
            <a:off x="3733654" y="3588700"/>
            <a:ext cx="2743200" cy="45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Kekekeke section</a:t>
            </a:r>
            <a:endParaRPr/>
          </a:p>
        </p:txBody>
      </p:sp>
      <p:sp>
        <p:nvSpPr>
          <p:cNvPr id="9602" name="Google Shape;9602;p31"/>
          <p:cNvSpPr txBox="1"/>
          <p:nvPr>
            <p:ph idx="13" type="title"/>
          </p:nvPr>
        </p:nvSpPr>
        <p:spPr>
          <a:xfrm>
            <a:off x="3733654" y="2995525"/>
            <a:ext cx="9978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05</a:t>
            </a:r>
            <a:endParaRPr/>
          </a:p>
        </p:txBody>
      </p:sp>
      <p:sp>
        <p:nvSpPr>
          <p:cNvPr id="9603" name="Google Shape;9603;p31"/>
          <p:cNvSpPr txBox="1"/>
          <p:nvPr>
            <p:ph idx="15" type="title"/>
          </p:nvPr>
        </p:nvSpPr>
        <p:spPr>
          <a:xfrm>
            <a:off x="720000" y="3325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Linkies</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07" name="Shape 9607"/>
        <p:cNvGrpSpPr/>
        <p:nvPr/>
      </p:nvGrpSpPr>
      <p:grpSpPr>
        <a:xfrm>
          <a:off x="0" y="0"/>
          <a:ext cx="0" cy="0"/>
          <a:chOff x="0" y="0"/>
          <a:chExt cx="0" cy="0"/>
        </a:xfrm>
      </p:grpSpPr>
      <p:sp>
        <p:nvSpPr>
          <p:cNvPr id="9608" name="Google Shape;9608;p32"/>
          <p:cNvSpPr txBox="1"/>
          <p:nvPr>
            <p:ph idx="6"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Triathlon sports</a:t>
            </a:r>
            <a:endParaRPr/>
          </a:p>
        </p:txBody>
      </p:sp>
      <p:sp>
        <p:nvSpPr>
          <p:cNvPr id="9609" name="Google Shape;9609;p32"/>
          <p:cNvSpPr txBox="1"/>
          <p:nvPr>
            <p:ph type="title"/>
          </p:nvPr>
        </p:nvSpPr>
        <p:spPr>
          <a:xfrm>
            <a:off x="720000" y="2571738"/>
            <a:ext cx="23364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Running</a:t>
            </a:r>
            <a:endParaRPr/>
          </a:p>
        </p:txBody>
      </p:sp>
      <p:sp>
        <p:nvSpPr>
          <p:cNvPr id="9610" name="Google Shape;9610;p32"/>
          <p:cNvSpPr txBox="1"/>
          <p:nvPr>
            <p:ph idx="1" type="subTitle"/>
          </p:nvPr>
        </p:nvSpPr>
        <p:spPr>
          <a:xfrm>
            <a:off x="720000" y="2952738"/>
            <a:ext cx="2336400" cy="73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a:t>
            </a:r>
            <a:r>
              <a:rPr lang="en"/>
              <a:t>s the closest planet to the Sun and the smallest one</a:t>
            </a:r>
            <a:endParaRPr/>
          </a:p>
        </p:txBody>
      </p:sp>
      <p:sp>
        <p:nvSpPr>
          <p:cNvPr id="9611" name="Google Shape;9611;p32"/>
          <p:cNvSpPr txBox="1"/>
          <p:nvPr>
            <p:ph idx="2" type="title"/>
          </p:nvPr>
        </p:nvSpPr>
        <p:spPr>
          <a:xfrm>
            <a:off x="3403800" y="2571738"/>
            <a:ext cx="23364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Cycling</a:t>
            </a:r>
            <a:endParaRPr/>
          </a:p>
        </p:txBody>
      </p:sp>
      <p:sp>
        <p:nvSpPr>
          <p:cNvPr id="9612" name="Google Shape;9612;p32"/>
          <p:cNvSpPr txBox="1"/>
          <p:nvPr>
            <p:ph idx="3" type="subTitle"/>
          </p:nvPr>
        </p:nvSpPr>
        <p:spPr>
          <a:xfrm>
            <a:off x="3403800" y="2952738"/>
            <a:ext cx="2336400" cy="73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9613" name="Google Shape;9613;p32"/>
          <p:cNvSpPr txBox="1"/>
          <p:nvPr>
            <p:ph idx="4" type="title"/>
          </p:nvPr>
        </p:nvSpPr>
        <p:spPr>
          <a:xfrm>
            <a:off x="6087600" y="2571738"/>
            <a:ext cx="23364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Swimming</a:t>
            </a:r>
            <a:endParaRPr/>
          </a:p>
        </p:txBody>
      </p:sp>
      <p:sp>
        <p:nvSpPr>
          <p:cNvPr id="9614" name="Google Shape;9614;p32"/>
          <p:cNvSpPr txBox="1"/>
          <p:nvPr>
            <p:ph idx="5" type="subTitle"/>
          </p:nvPr>
        </p:nvSpPr>
        <p:spPr>
          <a:xfrm>
            <a:off x="6087600" y="2952738"/>
            <a:ext cx="2336400" cy="73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grpSp>
        <p:nvGrpSpPr>
          <p:cNvPr id="9615" name="Google Shape;9615;p32"/>
          <p:cNvGrpSpPr/>
          <p:nvPr/>
        </p:nvGrpSpPr>
        <p:grpSpPr>
          <a:xfrm>
            <a:off x="1580604" y="1779328"/>
            <a:ext cx="615188" cy="640026"/>
            <a:chOff x="7360584" y="2751275"/>
            <a:chExt cx="395594" cy="413373"/>
          </a:xfrm>
        </p:grpSpPr>
        <p:sp>
          <p:nvSpPr>
            <p:cNvPr id="9616" name="Google Shape;9616;p32"/>
            <p:cNvSpPr/>
            <p:nvPr/>
          </p:nvSpPr>
          <p:spPr>
            <a:xfrm>
              <a:off x="7360584" y="2769025"/>
              <a:ext cx="395594" cy="377311"/>
            </a:xfrm>
            <a:custGeom>
              <a:rect b="b" l="l" r="r" t="t"/>
              <a:pathLst>
                <a:path extrusionOk="0" h="12733" w="13350">
                  <a:moveTo>
                    <a:pt x="6676" y="0"/>
                  </a:moveTo>
                  <a:cubicBezTo>
                    <a:pt x="2989" y="0"/>
                    <a:pt x="0" y="2988"/>
                    <a:pt x="0" y="6676"/>
                  </a:cubicBezTo>
                  <a:cubicBezTo>
                    <a:pt x="0" y="9359"/>
                    <a:pt x="1582" y="11672"/>
                    <a:pt x="3866" y="12732"/>
                  </a:cubicBezTo>
                  <a:lnTo>
                    <a:pt x="10370" y="12235"/>
                  </a:lnTo>
                  <a:cubicBezTo>
                    <a:pt x="12166" y="11038"/>
                    <a:pt x="13349" y="8995"/>
                    <a:pt x="13349" y="6675"/>
                  </a:cubicBezTo>
                  <a:cubicBezTo>
                    <a:pt x="13349" y="2988"/>
                    <a:pt x="10362" y="0"/>
                    <a:pt x="66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32"/>
            <p:cNvSpPr/>
            <p:nvPr/>
          </p:nvSpPr>
          <p:spPr>
            <a:xfrm>
              <a:off x="7473692" y="3099072"/>
              <a:ext cx="168668" cy="65577"/>
            </a:xfrm>
            <a:custGeom>
              <a:rect b="b" l="l" r="r" t="t"/>
              <a:pathLst>
                <a:path extrusionOk="0" h="2213" w="5692">
                  <a:moveTo>
                    <a:pt x="1177" y="1"/>
                  </a:moveTo>
                  <a:lnTo>
                    <a:pt x="1177" y="312"/>
                  </a:lnTo>
                  <a:cubicBezTo>
                    <a:pt x="1177" y="822"/>
                    <a:pt x="661" y="1241"/>
                    <a:pt x="1" y="1571"/>
                  </a:cubicBezTo>
                  <a:cubicBezTo>
                    <a:pt x="865" y="1983"/>
                    <a:pt x="1835" y="2213"/>
                    <a:pt x="2859" y="2213"/>
                  </a:cubicBezTo>
                  <a:cubicBezTo>
                    <a:pt x="3871" y="2213"/>
                    <a:pt x="4830" y="1987"/>
                    <a:pt x="5691" y="1583"/>
                  </a:cubicBezTo>
                  <a:cubicBezTo>
                    <a:pt x="5017" y="1251"/>
                    <a:pt x="4488" y="826"/>
                    <a:pt x="4488" y="312"/>
                  </a:cubicBezTo>
                  <a:lnTo>
                    <a:pt x="4488" y="1"/>
                  </a:lnTo>
                  <a:cubicBezTo>
                    <a:pt x="4089" y="358"/>
                    <a:pt x="3400" y="817"/>
                    <a:pt x="2833" y="831"/>
                  </a:cubicBezTo>
                  <a:cubicBezTo>
                    <a:pt x="2269" y="817"/>
                    <a:pt x="1580" y="360"/>
                    <a:pt x="1177" y="1"/>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32"/>
            <p:cNvSpPr/>
            <p:nvPr/>
          </p:nvSpPr>
          <p:spPr>
            <a:xfrm>
              <a:off x="7602267" y="3018886"/>
              <a:ext cx="66999" cy="140428"/>
            </a:xfrm>
            <a:custGeom>
              <a:rect b="b" l="l" r="r" t="t"/>
              <a:pathLst>
                <a:path extrusionOk="0" h="4739" w="2261">
                  <a:moveTo>
                    <a:pt x="1629" y="1"/>
                  </a:moveTo>
                  <a:cubicBezTo>
                    <a:pt x="1424" y="739"/>
                    <a:pt x="1157" y="1393"/>
                    <a:pt x="830" y="1950"/>
                  </a:cubicBezTo>
                  <a:cubicBezTo>
                    <a:pt x="642" y="2272"/>
                    <a:pt x="409" y="2559"/>
                    <a:pt x="138" y="2808"/>
                  </a:cubicBezTo>
                  <a:cubicBezTo>
                    <a:pt x="20" y="3504"/>
                    <a:pt x="0" y="4151"/>
                    <a:pt x="48" y="4739"/>
                  </a:cubicBezTo>
                  <a:cubicBezTo>
                    <a:pt x="850" y="4550"/>
                    <a:pt x="1598" y="4218"/>
                    <a:pt x="2260" y="3770"/>
                  </a:cubicBezTo>
                  <a:cubicBezTo>
                    <a:pt x="2260" y="3319"/>
                    <a:pt x="2196" y="2822"/>
                    <a:pt x="2032" y="2248"/>
                  </a:cubicBezTo>
                  <a:cubicBezTo>
                    <a:pt x="1763" y="1308"/>
                    <a:pt x="1652" y="570"/>
                    <a:pt x="162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32"/>
            <p:cNvSpPr/>
            <p:nvPr/>
          </p:nvSpPr>
          <p:spPr>
            <a:xfrm>
              <a:off x="7510140" y="2751275"/>
              <a:ext cx="96513" cy="55709"/>
            </a:xfrm>
            <a:custGeom>
              <a:rect b="b" l="l" r="r" t="t"/>
              <a:pathLst>
                <a:path extrusionOk="0" h="1880" w="3257">
                  <a:moveTo>
                    <a:pt x="1629" y="1"/>
                  </a:moveTo>
                  <a:cubicBezTo>
                    <a:pt x="729" y="1"/>
                    <a:pt x="0" y="730"/>
                    <a:pt x="0" y="1628"/>
                  </a:cubicBezTo>
                  <a:cubicBezTo>
                    <a:pt x="0" y="1714"/>
                    <a:pt x="6" y="1797"/>
                    <a:pt x="20" y="1880"/>
                  </a:cubicBezTo>
                  <a:cubicBezTo>
                    <a:pt x="468" y="1693"/>
                    <a:pt x="1001" y="1572"/>
                    <a:pt x="1629" y="1572"/>
                  </a:cubicBezTo>
                  <a:cubicBezTo>
                    <a:pt x="2256" y="1572"/>
                    <a:pt x="2789" y="1693"/>
                    <a:pt x="3238" y="1880"/>
                  </a:cubicBezTo>
                  <a:cubicBezTo>
                    <a:pt x="3250" y="1797"/>
                    <a:pt x="3257" y="1714"/>
                    <a:pt x="3257" y="1628"/>
                  </a:cubicBezTo>
                  <a:cubicBezTo>
                    <a:pt x="3257" y="730"/>
                    <a:pt x="2528" y="1"/>
                    <a:pt x="162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32"/>
            <p:cNvSpPr/>
            <p:nvPr/>
          </p:nvSpPr>
          <p:spPr>
            <a:xfrm>
              <a:off x="7494464" y="2787605"/>
              <a:ext cx="127627" cy="30759"/>
            </a:xfrm>
            <a:custGeom>
              <a:rect b="b" l="l" r="r" t="t"/>
              <a:pathLst>
                <a:path extrusionOk="0" h="1038" w="4307">
                  <a:moveTo>
                    <a:pt x="2154" y="1"/>
                  </a:moveTo>
                  <a:cubicBezTo>
                    <a:pt x="1282" y="1"/>
                    <a:pt x="506" y="407"/>
                    <a:pt x="1" y="1038"/>
                  </a:cubicBezTo>
                  <a:cubicBezTo>
                    <a:pt x="88" y="985"/>
                    <a:pt x="176" y="935"/>
                    <a:pt x="263" y="889"/>
                  </a:cubicBezTo>
                  <a:cubicBezTo>
                    <a:pt x="767" y="631"/>
                    <a:pt x="1390" y="449"/>
                    <a:pt x="2155" y="449"/>
                  </a:cubicBezTo>
                  <a:cubicBezTo>
                    <a:pt x="2921" y="449"/>
                    <a:pt x="3546" y="631"/>
                    <a:pt x="4048" y="889"/>
                  </a:cubicBezTo>
                  <a:cubicBezTo>
                    <a:pt x="4137" y="935"/>
                    <a:pt x="4223" y="983"/>
                    <a:pt x="4306" y="1038"/>
                  </a:cubicBezTo>
                  <a:cubicBezTo>
                    <a:pt x="3801" y="407"/>
                    <a:pt x="3026" y="1"/>
                    <a:pt x="21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32"/>
            <p:cNvSpPr/>
            <p:nvPr/>
          </p:nvSpPr>
          <p:spPr>
            <a:xfrm>
              <a:off x="7429717" y="2941457"/>
              <a:ext cx="34433" cy="66643"/>
            </a:xfrm>
            <a:custGeom>
              <a:rect b="b" l="l" r="r" t="t"/>
              <a:pathLst>
                <a:path extrusionOk="0" h="2249" w="1162">
                  <a:moveTo>
                    <a:pt x="691" y="1"/>
                  </a:moveTo>
                  <a:cubicBezTo>
                    <a:pt x="566" y="1"/>
                    <a:pt x="449" y="32"/>
                    <a:pt x="372" y="106"/>
                  </a:cubicBezTo>
                  <a:cubicBezTo>
                    <a:pt x="0" y="469"/>
                    <a:pt x="272" y="1016"/>
                    <a:pt x="403" y="1361"/>
                  </a:cubicBezTo>
                  <a:cubicBezTo>
                    <a:pt x="443" y="1467"/>
                    <a:pt x="468" y="1574"/>
                    <a:pt x="481" y="1681"/>
                  </a:cubicBezTo>
                  <a:cubicBezTo>
                    <a:pt x="505" y="1912"/>
                    <a:pt x="628" y="2249"/>
                    <a:pt x="1138" y="2249"/>
                  </a:cubicBezTo>
                  <a:cubicBezTo>
                    <a:pt x="1143" y="2249"/>
                    <a:pt x="1149" y="2248"/>
                    <a:pt x="1155" y="2248"/>
                  </a:cubicBezTo>
                  <a:cubicBezTo>
                    <a:pt x="1146" y="2216"/>
                    <a:pt x="1138" y="2182"/>
                    <a:pt x="1130" y="2147"/>
                  </a:cubicBezTo>
                  <a:cubicBezTo>
                    <a:pt x="1130" y="2147"/>
                    <a:pt x="933" y="888"/>
                    <a:pt x="1161" y="136"/>
                  </a:cubicBezTo>
                  <a:cubicBezTo>
                    <a:pt x="1043" y="57"/>
                    <a:pt x="860" y="1"/>
                    <a:pt x="691" y="1"/>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32"/>
            <p:cNvSpPr/>
            <p:nvPr/>
          </p:nvSpPr>
          <p:spPr>
            <a:xfrm>
              <a:off x="7652642" y="2941457"/>
              <a:ext cx="34433" cy="66643"/>
            </a:xfrm>
            <a:custGeom>
              <a:rect b="b" l="l" r="r" t="t"/>
              <a:pathLst>
                <a:path extrusionOk="0" h="2249" w="1162">
                  <a:moveTo>
                    <a:pt x="472" y="1"/>
                  </a:moveTo>
                  <a:cubicBezTo>
                    <a:pt x="303" y="1"/>
                    <a:pt x="120" y="57"/>
                    <a:pt x="1" y="136"/>
                  </a:cubicBezTo>
                  <a:cubicBezTo>
                    <a:pt x="229" y="887"/>
                    <a:pt x="32" y="2147"/>
                    <a:pt x="32" y="2147"/>
                  </a:cubicBezTo>
                  <a:cubicBezTo>
                    <a:pt x="24" y="2182"/>
                    <a:pt x="16" y="2216"/>
                    <a:pt x="8" y="2248"/>
                  </a:cubicBezTo>
                  <a:cubicBezTo>
                    <a:pt x="14" y="2248"/>
                    <a:pt x="20" y="2249"/>
                    <a:pt x="26" y="2249"/>
                  </a:cubicBezTo>
                  <a:cubicBezTo>
                    <a:pt x="535" y="2249"/>
                    <a:pt x="660" y="1912"/>
                    <a:pt x="685" y="1681"/>
                  </a:cubicBezTo>
                  <a:cubicBezTo>
                    <a:pt x="695" y="1574"/>
                    <a:pt x="720" y="1467"/>
                    <a:pt x="762" y="1361"/>
                  </a:cubicBezTo>
                  <a:cubicBezTo>
                    <a:pt x="890" y="1016"/>
                    <a:pt x="1162" y="469"/>
                    <a:pt x="792" y="106"/>
                  </a:cubicBezTo>
                  <a:cubicBezTo>
                    <a:pt x="714" y="32"/>
                    <a:pt x="597" y="1"/>
                    <a:pt x="472" y="1"/>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32"/>
            <p:cNvSpPr/>
            <p:nvPr/>
          </p:nvSpPr>
          <p:spPr>
            <a:xfrm>
              <a:off x="7449571" y="2797798"/>
              <a:ext cx="217562" cy="147688"/>
            </a:xfrm>
            <a:custGeom>
              <a:rect b="b" l="l" r="r" t="t"/>
              <a:pathLst>
                <a:path extrusionOk="0" h="4984" w="7342">
                  <a:moveTo>
                    <a:pt x="3670" y="1"/>
                  </a:moveTo>
                  <a:cubicBezTo>
                    <a:pt x="2905" y="1"/>
                    <a:pt x="2279" y="181"/>
                    <a:pt x="1778" y="439"/>
                  </a:cubicBezTo>
                  <a:cubicBezTo>
                    <a:pt x="678" y="1006"/>
                    <a:pt x="0" y="2133"/>
                    <a:pt x="0" y="3349"/>
                  </a:cubicBezTo>
                  <a:lnTo>
                    <a:pt x="0" y="4849"/>
                  </a:lnTo>
                  <a:cubicBezTo>
                    <a:pt x="5" y="4849"/>
                    <a:pt x="9" y="4849"/>
                    <a:pt x="14" y="4849"/>
                  </a:cubicBezTo>
                  <a:cubicBezTo>
                    <a:pt x="186" y="4849"/>
                    <a:pt x="370" y="4905"/>
                    <a:pt x="490" y="4984"/>
                  </a:cubicBezTo>
                  <a:cubicBezTo>
                    <a:pt x="535" y="4835"/>
                    <a:pt x="599" y="4706"/>
                    <a:pt x="683" y="4611"/>
                  </a:cubicBezTo>
                  <a:cubicBezTo>
                    <a:pt x="757" y="4525"/>
                    <a:pt x="807" y="4421"/>
                    <a:pt x="808" y="4306"/>
                  </a:cubicBezTo>
                  <a:cubicBezTo>
                    <a:pt x="825" y="3765"/>
                    <a:pt x="998" y="2302"/>
                    <a:pt x="2398" y="2302"/>
                  </a:cubicBezTo>
                  <a:cubicBezTo>
                    <a:pt x="2708" y="2302"/>
                    <a:pt x="3079" y="2374"/>
                    <a:pt x="3521" y="2544"/>
                  </a:cubicBezTo>
                  <a:cubicBezTo>
                    <a:pt x="3568" y="2562"/>
                    <a:pt x="3619" y="2572"/>
                    <a:pt x="3670" y="2572"/>
                  </a:cubicBezTo>
                  <a:cubicBezTo>
                    <a:pt x="3721" y="2572"/>
                    <a:pt x="3772" y="2562"/>
                    <a:pt x="3821" y="2544"/>
                  </a:cubicBezTo>
                  <a:cubicBezTo>
                    <a:pt x="4263" y="2374"/>
                    <a:pt x="4634" y="2302"/>
                    <a:pt x="4944" y="2302"/>
                  </a:cubicBezTo>
                  <a:cubicBezTo>
                    <a:pt x="6345" y="2302"/>
                    <a:pt x="6517" y="3765"/>
                    <a:pt x="6533" y="4306"/>
                  </a:cubicBezTo>
                  <a:cubicBezTo>
                    <a:pt x="6536" y="4418"/>
                    <a:pt x="6583" y="4525"/>
                    <a:pt x="6659" y="4611"/>
                  </a:cubicBezTo>
                  <a:cubicBezTo>
                    <a:pt x="6742" y="4706"/>
                    <a:pt x="6805" y="4835"/>
                    <a:pt x="6852" y="4984"/>
                  </a:cubicBezTo>
                  <a:cubicBezTo>
                    <a:pt x="6970" y="4906"/>
                    <a:pt x="7152" y="4848"/>
                    <a:pt x="7322" y="4848"/>
                  </a:cubicBezTo>
                  <a:cubicBezTo>
                    <a:pt x="7329" y="4848"/>
                    <a:pt x="7335" y="4849"/>
                    <a:pt x="7342" y="4849"/>
                  </a:cubicBezTo>
                  <a:lnTo>
                    <a:pt x="7342" y="3349"/>
                  </a:lnTo>
                  <a:cubicBezTo>
                    <a:pt x="7342" y="2132"/>
                    <a:pt x="6662" y="1006"/>
                    <a:pt x="5563" y="439"/>
                  </a:cubicBezTo>
                  <a:cubicBezTo>
                    <a:pt x="5060" y="181"/>
                    <a:pt x="4436" y="1"/>
                    <a:pt x="367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32"/>
            <p:cNvSpPr/>
            <p:nvPr/>
          </p:nvSpPr>
          <p:spPr>
            <a:xfrm>
              <a:off x="7456742" y="2865331"/>
              <a:ext cx="203309" cy="262514"/>
            </a:xfrm>
            <a:custGeom>
              <a:rect b="b" l="l" r="r" t="t"/>
              <a:pathLst>
                <a:path extrusionOk="0" h="8859" w="6861">
                  <a:moveTo>
                    <a:pt x="2156" y="0"/>
                  </a:moveTo>
                  <a:cubicBezTo>
                    <a:pt x="1831" y="0"/>
                    <a:pt x="1550" y="78"/>
                    <a:pt x="1317" y="233"/>
                  </a:cubicBezTo>
                  <a:cubicBezTo>
                    <a:pt x="652" y="676"/>
                    <a:pt x="551" y="1636"/>
                    <a:pt x="540" y="2029"/>
                  </a:cubicBezTo>
                  <a:cubicBezTo>
                    <a:pt x="535" y="2131"/>
                    <a:pt x="495" y="2231"/>
                    <a:pt x="419" y="2316"/>
                  </a:cubicBezTo>
                  <a:cubicBezTo>
                    <a:pt x="1" y="2787"/>
                    <a:pt x="92" y="4158"/>
                    <a:pt x="190" y="4724"/>
                  </a:cubicBezTo>
                  <a:cubicBezTo>
                    <a:pt x="405" y="5674"/>
                    <a:pt x="716" y="6504"/>
                    <a:pt x="1117" y="7188"/>
                  </a:cubicBezTo>
                  <a:cubicBezTo>
                    <a:pt x="1522" y="7881"/>
                    <a:pt x="2136" y="8422"/>
                    <a:pt x="2895" y="8750"/>
                  </a:cubicBezTo>
                  <a:cubicBezTo>
                    <a:pt x="3064" y="8822"/>
                    <a:pt x="3245" y="8858"/>
                    <a:pt x="3427" y="8858"/>
                  </a:cubicBezTo>
                  <a:cubicBezTo>
                    <a:pt x="3609" y="8858"/>
                    <a:pt x="3791" y="8822"/>
                    <a:pt x="3961" y="8750"/>
                  </a:cubicBezTo>
                  <a:cubicBezTo>
                    <a:pt x="4717" y="8422"/>
                    <a:pt x="5332" y="7881"/>
                    <a:pt x="5740" y="7188"/>
                  </a:cubicBezTo>
                  <a:cubicBezTo>
                    <a:pt x="6139" y="6504"/>
                    <a:pt x="6450" y="5675"/>
                    <a:pt x="6666" y="4723"/>
                  </a:cubicBezTo>
                  <a:cubicBezTo>
                    <a:pt x="6761" y="4127"/>
                    <a:pt x="6860" y="2790"/>
                    <a:pt x="6439" y="2316"/>
                  </a:cubicBezTo>
                  <a:cubicBezTo>
                    <a:pt x="6363" y="2231"/>
                    <a:pt x="6322" y="2131"/>
                    <a:pt x="6318" y="2029"/>
                  </a:cubicBezTo>
                  <a:cubicBezTo>
                    <a:pt x="6305" y="1637"/>
                    <a:pt x="6207" y="676"/>
                    <a:pt x="5541" y="233"/>
                  </a:cubicBezTo>
                  <a:cubicBezTo>
                    <a:pt x="5307" y="78"/>
                    <a:pt x="5026" y="0"/>
                    <a:pt x="4701" y="0"/>
                  </a:cubicBezTo>
                  <a:cubicBezTo>
                    <a:pt x="4369" y="0"/>
                    <a:pt x="3991" y="81"/>
                    <a:pt x="3568" y="243"/>
                  </a:cubicBezTo>
                  <a:cubicBezTo>
                    <a:pt x="3524" y="261"/>
                    <a:pt x="3476" y="270"/>
                    <a:pt x="3429" y="270"/>
                  </a:cubicBezTo>
                  <a:cubicBezTo>
                    <a:pt x="3381" y="270"/>
                    <a:pt x="3333" y="261"/>
                    <a:pt x="3288" y="243"/>
                  </a:cubicBezTo>
                  <a:cubicBezTo>
                    <a:pt x="2866" y="81"/>
                    <a:pt x="2488" y="0"/>
                    <a:pt x="2156"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32"/>
            <p:cNvSpPr/>
            <p:nvPr/>
          </p:nvSpPr>
          <p:spPr>
            <a:xfrm>
              <a:off x="7431288" y="2901394"/>
              <a:ext cx="254365" cy="75296"/>
            </a:xfrm>
            <a:custGeom>
              <a:rect b="b" l="l" r="r" t="t"/>
              <a:pathLst>
                <a:path extrusionOk="0" h="2541" w="8584">
                  <a:moveTo>
                    <a:pt x="4292" y="0"/>
                  </a:moveTo>
                  <a:cubicBezTo>
                    <a:pt x="2088" y="0"/>
                    <a:pt x="833" y="297"/>
                    <a:pt x="441" y="406"/>
                  </a:cubicBezTo>
                  <a:cubicBezTo>
                    <a:pt x="429" y="410"/>
                    <a:pt x="416" y="411"/>
                    <a:pt x="404" y="411"/>
                  </a:cubicBezTo>
                  <a:cubicBezTo>
                    <a:pt x="383" y="411"/>
                    <a:pt x="363" y="407"/>
                    <a:pt x="345" y="398"/>
                  </a:cubicBezTo>
                  <a:cubicBezTo>
                    <a:pt x="252" y="719"/>
                    <a:pt x="0" y="1715"/>
                    <a:pt x="263" y="2217"/>
                  </a:cubicBezTo>
                  <a:cubicBezTo>
                    <a:pt x="387" y="2451"/>
                    <a:pt x="597" y="2541"/>
                    <a:pt x="862" y="2541"/>
                  </a:cubicBezTo>
                  <a:cubicBezTo>
                    <a:pt x="1277" y="2541"/>
                    <a:pt x="1825" y="2319"/>
                    <a:pt x="2380" y="2086"/>
                  </a:cubicBezTo>
                  <a:lnTo>
                    <a:pt x="2408" y="2076"/>
                  </a:lnTo>
                  <a:cubicBezTo>
                    <a:pt x="3012" y="1827"/>
                    <a:pt x="3653" y="1702"/>
                    <a:pt x="4293" y="1702"/>
                  </a:cubicBezTo>
                  <a:cubicBezTo>
                    <a:pt x="4934" y="1702"/>
                    <a:pt x="5574" y="1827"/>
                    <a:pt x="6177" y="2076"/>
                  </a:cubicBezTo>
                  <a:lnTo>
                    <a:pt x="6207" y="2086"/>
                  </a:lnTo>
                  <a:cubicBezTo>
                    <a:pt x="6761" y="2319"/>
                    <a:pt x="7308" y="2541"/>
                    <a:pt x="7723" y="2541"/>
                  </a:cubicBezTo>
                  <a:cubicBezTo>
                    <a:pt x="7987" y="2541"/>
                    <a:pt x="8197" y="2451"/>
                    <a:pt x="8321" y="2217"/>
                  </a:cubicBezTo>
                  <a:cubicBezTo>
                    <a:pt x="8584" y="1713"/>
                    <a:pt x="8329" y="719"/>
                    <a:pt x="8238" y="398"/>
                  </a:cubicBezTo>
                  <a:cubicBezTo>
                    <a:pt x="8220" y="407"/>
                    <a:pt x="8200" y="411"/>
                    <a:pt x="8179" y="411"/>
                  </a:cubicBezTo>
                  <a:cubicBezTo>
                    <a:pt x="8166" y="411"/>
                    <a:pt x="8153" y="410"/>
                    <a:pt x="8141" y="406"/>
                  </a:cubicBezTo>
                  <a:cubicBezTo>
                    <a:pt x="7750" y="296"/>
                    <a:pt x="6494" y="0"/>
                    <a:pt x="4292"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32"/>
            <p:cNvSpPr/>
            <p:nvPr/>
          </p:nvSpPr>
          <p:spPr>
            <a:xfrm>
              <a:off x="7431288" y="2910432"/>
              <a:ext cx="254365" cy="66258"/>
            </a:xfrm>
            <a:custGeom>
              <a:rect b="b" l="l" r="r" t="t"/>
              <a:pathLst>
                <a:path extrusionOk="0" h="2236" w="8584">
                  <a:moveTo>
                    <a:pt x="7722" y="0"/>
                  </a:moveTo>
                  <a:lnTo>
                    <a:pt x="7722" y="0"/>
                  </a:lnTo>
                  <a:cubicBezTo>
                    <a:pt x="7839" y="454"/>
                    <a:pt x="7966" y="1102"/>
                    <a:pt x="7806" y="1405"/>
                  </a:cubicBezTo>
                  <a:cubicBezTo>
                    <a:pt x="7707" y="1592"/>
                    <a:pt x="7537" y="1664"/>
                    <a:pt x="7323" y="1664"/>
                  </a:cubicBezTo>
                  <a:cubicBezTo>
                    <a:pt x="6945" y="1664"/>
                    <a:pt x="6431" y="1440"/>
                    <a:pt x="5935" y="1231"/>
                  </a:cubicBezTo>
                  <a:cubicBezTo>
                    <a:pt x="5927" y="1228"/>
                    <a:pt x="5919" y="1223"/>
                    <a:pt x="5910" y="1222"/>
                  </a:cubicBezTo>
                  <a:cubicBezTo>
                    <a:pt x="5392" y="1008"/>
                    <a:pt x="4841" y="901"/>
                    <a:pt x="4291" y="901"/>
                  </a:cubicBezTo>
                  <a:cubicBezTo>
                    <a:pt x="3740" y="901"/>
                    <a:pt x="3190" y="1008"/>
                    <a:pt x="2671" y="1222"/>
                  </a:cubicBezTo>
                  <a:cubicBezTo>
                    <a:pt x="2663" y="1226"/>
                    <a:pt x="2655" y="1230"/>
                    <a:pt x="2646" y="1231"/>
                  </a:cubicBezTo>
                  <a:cubicBezTo>
                    <a:pt x="2148" y="1440"/>
                    <a:pt x="1635" y="1663"/>
                    <a:pt x="1257" y="1663"/>
                  </a:cubicBezTo>
                  <a:cubicBezTo>
                    <a:pt x="1044" y="1663"/>
                    <a:pt x="874" y="1592"/>
                    <a:pt x="774" y="1405"/>
                  </a:cubicBezTo>
                  <a:cubicBezTo>
                    <a:pt x="616" y="1104"/>
                    <a:pt x="742" y="454"/>
                    <a:pt x="858" y="0"/>
                  </a:cubicBezTo>
                  <a:lnTo>
                    <a:pt x="858" y="0"/>
                  </a:lnTo>
                  <a:cubicBezTo>
                    <a:pt x="672" y="40"/>
                    <a:pt x="532" y="76"/>
                    <a:pt x="443" y="101"/>
                  </a:cubicBezTo>
                  <a:cubicBezTo>
                    <a:pt x="430" y="105"/>
                    <a:pt x="417" y="106"/>
                    <a:pt x="404" y="106"/>
                  </a:cubicBezTo>
                  <a:cubicBezTo>
                    <a:pt x="383" y="106"/>
                    <a:pt x="363" y="102"/>
                    <a:pt x="345" y="93"/>
                  </a:cubicBezTo>
                  <a:cubicBezTo>
                    <a:pt x="252" y="414"/>
                    <a:pt x="0" y="1410"/>
                    <a:pt x="264" y="1912"/>
                  </a:cubicBezTo>
                  <a:cubicBezTo>
                    <a:pt x="388" y="2146"/>
                    <a:pt x="598" y="2236"/>
                    <a:pt x="863" y="2236"/>
                  </a:cubicBezTo>
                  <a:cubicBezTo>
                    <a:pt x="1277" y="2236"/>
                    <a:pt x="1825" y="2014"/>
                    <a:pt x="2380" y="1781"/>
                  </a:cubicBezTo>
                  <a:lnTo>
                    <a:pt x="2409" y="1771"/>
                  </a:lnTo>
                  <a:cubicBezTo>
                    <a:pt x="3013" y="1522"/>
                    <a:pt x="3653" y="1397"/>
                    <a:pt x="4294" y="1397"/>
                  </a:cubicBezTo>
                  <a:cubicBezTo>
                    <a:pt x="4934" y="1397"/>
                    <a:pt x="5575" y="1522"/>
                    <a:pt x="6179" y="1771"/>
                  </a:cubicBezTo>
                  <a:lnTo>
                    <a:pt x="6207" y="1781"/>
                  </a:lnTo>
                  <a:cubicBezTo>
                    <a:pt x="6761" y="2014"/>
                    <a:pt x="7308" y="2236"/>
                    <a:pt x="7723" y="2236"/>
                  </a:cubicBezTo>
                  <a:cubicBezTo>
                    <a:pt x="7987" y="2236"/>
                    <a:pt x="8197" y="2146"/>
                    <a:pt x="8321" y="1912"/>
                  </a:cubicBezTo>
                  <a:cubicBezTo>
                    <a:pt x="8584" y="1408"/>
                    <a:pt x="8329" y="414"/>
                    <a:pt x="8238" y="93"/>
                  </a:cubicBezTo>
                  <a:cubicBezTo>
                    <a:pt x="8220" y="102"/>
                    <a:pt x="8200" y="106"/>
                    <a:pt x="8179" y="106"/>
                  </a:cubicBezTo>
                  <a:cubicBezTo>
                    <a:pt x="8166" y="106"/>
                    <a:pt x="8153" y="105"/>
                    <a:pt x="8141" y="101"/>
                  </a:cubicBezTo>
                  <a:cubicBezTo>
                    <a:pt x="8049" y="76"/>
                    <a:pt x="7912" y="39"/>
                    <a:pt x="7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32"/>
            <p:cNvSpPr/>
            <p:nvPr/>
          </p:nvSpPr>
          <p:spPr>
            <a:xfrm>
              <a:off x="7437718" y="2852974"/>
              <a:ext cx="241060" cy="62050"/>
            </a:xfrm>
            <a:custGeom>
              <a:rect b="b" l="l" r="r" t="t"/>
              <a:pathLst>
                <a:path extrusionOk="0" h="2094" w="8135">
                  <a:moveTo>
                    <a:pt x="4073" y="1"/>
                  </a:moveTo>
                  <a:cubicBezTo>
                    <a:pt x="2054" y="1"/>
                    <a:pt x="938" y="251"/>
                    <a:pt x="492" y="377"/>
                  </a:cubicBezTo>
                  <a:cubicBezTo>
                    <a:pt x="389" y="406"/>
                    <a:pt x="308" y="487"/>
                    <a:pt x="282" y="590"/>
                  </a:cubicBezTo>
                  <a:lnTo>
                    <a:pt x="44" y="1729"/>
                  </a:lnTo>
                  <a:cubicBezTo>
                    <a:pt x="0" y="1893"/>
                    <a:pt x="36" y="2093"/>
                    <a:pt x="176" y="2093"/>
                  </a:cubicBezTo>
                  <a:cubicBezTo>
                    <a:pt x="191" y="2093"/>
                    <a:pt x="206" y="2091"/>
                    <a:pt x="223" y="2087"/>
                  </a:cubicBezTo>
                  <a:cubicBezTo>
                    <a:pt x="615" y="1976"/>
                    <a:pt x="1869" y="1681"/>
                    <a:pt x="4073" y="1681"/>
                  </a:cubicBezTo>
                  <a:cubicBezTo>
                    <a:pt x="6276" y="1681"/>
                    <a:pt x="7533" y="1978"/>
                    <a:pt x="7922" y="2087"/>
                  </a:cubicBezTo>
                  <a:cubicBezTo>
                    <a:pt x="7935" y="2091"/>
                    <a:pt x="7948" y="2092"/>
                    <a:pt x="7961" y="2092"/>
                  </a:cubicBezTo>
                  <a:cubicBezTo>
                    <a:pt x="8021" y="2092"/>
                    <a:pt x="8077" y="2053"/>
                    <a:pt x="8096" y="1993"/>
                  </a:cubicBezTo>
                  <a:cubicBezTo>
                    <a:pt x="8101" y="1981"/>
                    <a:pt x="8104" y="1967"/>
                    <a:pt x="8109" y="1955"/>
                  </a:cubicBezTo>
                  <a:cubicBezTo>
                    <a:pt x="8135" y="1847"/>
                    <a:pt x="8127" y="1737"/>
                    <a:pt x="8099" y="1631"/>
                  </a:cubicBezTo>
                  <a:lnTo>
                    <a:pt x="7882" y="640"/>
                  </a:lnTo>
                  <a:cubicBezTo>
                    <a:pt x="7843" y="503"/>
                    <a:pt x="7735" y="399"/>
                    <a:pt x="7599" y="361"/>
                  </a:cubicBezTo>
                  <a:cubicBezTo>
                    <a:pt x="7125" y="231"/>
                    <a:pt x="6013" y="1"/>
                    <a:pt x="40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8" name="Google Shape;9628;p32"/>
          <p:cNvGrpSpPr/>
          <p:nvPr/>
        </p:nvGrpSpPr>
        <p:grpSpPr>
          <a:xfrm>
            <a:off x="4264330" y="1779307"/>
            <a:ext cx="615326" cy="640072"/>
            <a:chOff x="6039360" y="2751246"/>
            <a:chExt cx="395683" cy="413403"/>
          </a:xfrm>
        </p:grpSpPr>
        <p:sp>
          <p:nvSpPr>
            <p:cNvPr id="9629" name="Google Shape;9629;p32"/>
            <p:cNvSpPr/>
            <p:nvPr/>
          </p:nvSpPr>
          <p:spPr>
            <a:xfrm>
              <a:off x="6039360" y="2769025"/>
              <a:ext cx="395683" cy="357486"/>
            </a:xfrm>
            <a:custGeom>
              <a:rect b="b" l="l" r="r" t="t"/>
              <a:pathLst>
                <a:path extrusionOk="0" h="12064" w="13353">
                  <a:moveTo>
                    <a:pt x="6676" y="0"/>
                  </a:moveTo>
                  <a:cubicBezTo>
                    <a:pt x="2988" y="0"/>
                    <a:pt x="0" y="2988"/>
                    <a:pt x="0" y="6676"/>
                  </a:cubicBezTo>
                  <a:cubicBezTo>
                    <a:pt x="3" y="8887"/>
                    <a:pt x="1080" y="10850"/>
                    <a:pt x="2737" y="12064"/>
                  </a:cubicBezTo>
                  <a:lnTo>
                    <a:pt x="10671" y="12025"/>
                  </a:lnTo>
                  <a:cubicBezTo>
                    <a:pt x="12299" y="10808"/>
                    <a:pt x="13353" y="8865"/>
                    <a:pt x="13353" y="6676"/>
                  </a:cubicBezTo>
                  <a:cubicBezTo>
                    <a:pt x="13353" y="2989"/>
                    <a:pt x="10363" y="0"/>
                    <a:pt x="6676"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32"/>
            <p:cNvSpPr/>
            <p:nvPr/>
          </p:nvSpPr>
          <p:spPr>
            <a:xfrm>
              <a:off x="6171580" y="3064491"/>
              <a:ext cx="135035" cy="54257"/>
            </a:xfrm>
            <a:custGeom>
              <a:rect b="b" l="l" r="r" t="t"/>
              <a:pathLst>
                <a:path extrusionOk="0" h="1831" w="4557">
                  <a:moveTo>
                    <a:pt x="282" y="1"/>
                  </a:moveTo>
                  <a:cubicBezTo>
                    <a:pt x="270" y="430"/>
                    <a:pt x="208" y="1003"/>
                    <a:pt x="1" y="1434"/>
                  </a:cubicBezTo>
                  <a:cubicBezTo>
                    <a:pt x="33" y="1440"/>
                    <a:pt x="65" y="1448"/>
                    <a:pt x="99" y="1460"/>
                  </a:cubicBezTo>
                  <a:cubicBezTo>
                    <a:pt x="764" y="1701"/>
                    <a:pt x="1476" y="1830"/>
                    <a:pt x="2216" y="1830"/>
                  </a:cubicBezTo>
                  <a:cubicBezTo>
                    <a:pt x="2999" y="1830"/>
                    <a:pt x="3752" y="1686"/>
                    <a:pt x="4451" y="1417"/>
                  </a:cubicBezTo>
                  <a:cubicBezTo>
                    <a:pt x="4485" y="1403"/>
                    <a:pt x="4523" y="1393"/>
                    <a:pt x="4557" y="1387"/>
                  </a:cubicBezTo>
                  <a:cubicBezTo>
                    <a:pt x="4369" y="963"/>
                    <a:pt x="4310" y="414"/>
                    <a:pt x="4297" y="1"/>
                  </a:cubicBezTo>
                  <a:cubicBezTo>
                    <a:pt x="3753" y="686"/>
                    <a:pt x="3133" y="1154"/>
                    <a:pt x="2291" y="1154"/>
                  </a:cubicBezTo>
                  <a:cubicBezTo>
                    <a:pt x="1446" y="1154"/>
                    <a:pt x="826" y="688"/>
                    <a:pt x="282" y="1"/>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32"/>
            <p:cNvSpPr/>
            <p:nvPr/>
          </p:nvSpPr>
          <p:spPr>
            <a:xfrm>
              <a:off x="6117738" y="2928567"/>
              <a:ext cx="30581" cy="59028"/>
            </a:xfrm>
            <a:custGeom>
              <a:rect b="b" l="l" r="r" t="t"/>
              <a:pathLst>
                <a:path extrusionOk="0" h="1992" w="1032">
                  <a:moveTo>
                    <a:pt x="613" y="0"/>
                  </a:moveTo>
                  <a:cubicBezTo>
                    <a:pt x="502" y="0"/>
                    <a:pt x="399" y="28"/>
                    <a:pt x="330" y="94"/>
                  </a:cubicBezTo>
                  <a:cubicBezTo>
                    <a:pt x="1" y="414"/>
                    <a:pt x="242" y="897"/>
                    <a:pt x="357" y="1205"/>
                  </a:cubicBezTo>
                  <a:cubicBezTo>
                    <a:pt x="391" y="1298"/>
                    <a:pt x="414" y="1393"/>
                    <a:pt x="425" y="1488"/>
                  </a:cubicBezTo>
                  <a:cubicBezTo>
                    <a:pt x="448" y="1693"/>
                    <a:pt x="557" y="1992"/>
                    <a:pt x="1011" y="1992"/>
                  </a:cubicBezTo>
                  <a:cubicBezTo>
                    <a:pt x="1016" y="1992"/>
                    <a:pt x="1020" y="1992"/>
                    <a:pt x="1025" y="1992"/>
                  </a:cubicBezTo>
                  <a:cubicBezTo>
                    <a:pt x="1017" y="1961"/>
                    <a:pt x="1011" y="1931"/>
                    <a:pt x="1003" y="1902"/>
                  </a:cubicBezTo>
                  <a:cubicBezTo>
                    <a:pt x="1003" y="1902"/>
                    <a:pt x="828" y="785"/>
                    <a:pt x="1031" y="120"/>
                  </a:cubicBezTo>
                  <a:cubicBezTo>
                    <a:pt x="925" y="50"/>
                    <a:pt x="763" y="0"/>
                    <a:pt x="613" y="0"/>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32"/>
            <p:cNvSpPr/>
            <p:nvPr/>
          </p:nvSpPr>
          <p:spPr>
            <a:xfrm>
              <a:off x="6145385" y="2960896"/>
              <a:ext cx="30" cy="30"/>
            </a:xfrm>
            <a:custGeom>
              <a:rect b="b" l="l" r="r" t="t"/>
              <a:pathLst>
                <a:path extrusionOk="0" h="1" w="1">
                  <a:moveTo>
                    <a:pt x="0" y="1"/>
                  </a:moveTo>
                  <a:close/>
                </a:path>
              </a:pathLst>
            </a:custGeom>
            <a:solidFill>
              <a:srgbClr val="FCA8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32"/>
            <p:cNvSpPr/>
            <p:nvPr/>
          </p:nvSpPr>
          <p:spPr>
            <a:xfrm>
              <a:off x="6331092" y="2928507"/>
              <a:ext cx="30521" cy="59087"/>
            </a:xfrm>
            <a:custGeom>
              <a:rect b="b" l="l" r="r" t="t"/>
              <a:pathLst>
                <a:path extrusionOk="0" h="1994" w="1030">
                  <a:moveTo>
                    <a:pt x="418" y="0"/>
                  </a:moveTo>
                  <a:cubicBezTo>
                    <a:pt x="269" y="0"/>
                    <a:pt x="106" y="51"/>
                    <a:pt x="1" y="122"/>
                  </a:cubicBezTo>
                  <a:cubicBezTo>
                    <a:pt x="204" y="787"/>
                    <a:pt x="27" y="1904"/>
                    <a:pt x="27" y="1904"/>
                  </a:cubicBezTo>
                  <a:cubicBezTo>
                    <a:pt x="21" y="1935"/>
                    <a:pt x="13" y="1964"/>
                    <a:pt x="5" y="1994"/>
                  </a:cubicBezTo>
                  <a:cubicBezTo>
                    <a:pt x="11" y="1994"/>
                    <a:pt x="17" y="1994"/>
                    <a:pt x="23" y="1994"/>
                  </a:cubicBezTo>
                  <a:cubicBezTo>
                    <a:pt x="473" y="1994"/>
                    <a:pt x="584" y="1696"/>
                    <a:pt x="605" y="1490"/>
                  </a:cubicBezTo>
                  <a:cubicBezTo>
                    <a:pt x="616" y="1395"/>
                    <a:pt x="640" y="1300"/>
                    <a:pt x="674" y="1207"/>
                  </a:cubicBezTo>
                  <a:cubicBezTo>
                    <a:pt x="790" y="899"/>
                    <a:pt x="1030" y="416"/>
                    <a:pt x="702" y="96"/>
                  </a:cubicBezTo>
                  <a:cubicBezTo>
                    <a:pt x="634" y="28"/>
                    <a:pt x="530" y="0"/>
                    <a:pt x="418" y="0"/>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32"/>
            <p:cNvSpPr/>
            <p:nvPr/>
          </p:nvSpPr>
          <p:spPr>
            <a:xfrm>
              <a:off x="6136021" y="2911706"/>
              <a:ext cx="208109" cy="187100"/>
            </a:xfrm>
            <a:custGeom>
              <a:rect b="b" l="l" r="r" t="t"/>
              <a:pathLst>
                <a:path extrusionOk="0" h="6314" w="7023">
                  <a:moveTo>
                    <a:pt x="6997" y="1"/>
                  </a:moveTo>
                  <a:lnTo>
                    <a:pt x="26" y="2"/>
                  </a:lnTo>
                  <a:cubicBezTo>
                    <a:pt x="9" y="246"/>
                    <a:pt x="1" y="495"/>
                    <a:pt x="1" y="750"/>
                  </a:cubicBezTo>
                  <a:cubicBezTo>
                    <a:pt x="1" y="4152"/>
                    <a:pt x="1572" y="6313"/>
                    <a:pt x="3511" y="6313"/>
                  </a:cubicBezTo>
                  <a:cubicBezTo>
                    <a:pt x="5451" y="6313"/>
                    <a:pt x="7022" y="4152"/>
                    <a:pt x="7022" y="750"/>
                  </a:cubicBezTo>
                  <a:cubicBezTo>
                    <a:pt x="7022" y="496"/>
                    <a:pt x="7013" y="246"/>
                    <a:pt x="6997"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32"/>
            <p:cNvSpPr/>
            <p:nvPr/>
          </p:nvSpPr>
          <p:spPr>
            <a:xfrm>
              <a:off x="6146541" y="2911765"/>
              <a:ext cx="186388" cy="187574"/>
            </a:xfrm>
            <a:custGeom>
              <a:rect b="b" l="l" r="r" t="t"/>
              <a:pathLst>
                <a:path extrusionOk="0" h="6330" w="6290">
                  <a:moveTo>
                    <a:pt x="387" y="0"/>
                  </a:moveTo>
                  <a:cubicBezTo>
                    <a:pt x="370" y="103"/>
                    <a:pt x="331" y="199"/>
                    <a:pt x="275" y="289"/>
                  </a:cubicBezTo>
                  <a:cubicBezTo>
                    <a:pt x="221" y="373"/>
                    <a:pt x="177" y="462"/>
                    <a:pt x="145" y="549"/>
                  </a:cubicBezTo>
                  <a:cubicBezTo>
                    <a:pt x="33" y="835"/>
                    <a:pt x="0" y="1146"/>
                    <a:pt x="44" y="1449"/>
                  </a:cubicBezTo>
                  <a:lnTo>
                    <a:pt x="199" y="2576"/>
                  </a:lnTo>
                  <a:cubicBezTo>
                    <a:pt x="199" y="4195"/>
                    <a:pt x="1063" y="5298"/>
                    <a:pt x="1800" y="5870"/>
                  </a:cubicBezTo>
                  <a:cubicBezTo>
                    <a:pt x="2184" y="6168"/>
                    <a:pt x="2658" y="6330"/>
                    <a:pt x="3146" y="6330"/>
                  </a:cubicBezTo>
                  <a:cubicBezTo>
                    <a:pt x="3634" y="6330"/>
                    <a:pt x="4109" y="6168"/>
                    <a:pt x="4493" y="5870"/>
                  </a:cubicBezTo>
                  <a:cubicBezTo>
                    <a:pt x="5229" y="5298"/>
                    <a:pt x="6094" y="4195"/>
                    <a:pt x="6094" y="2576"/>
                  </a:cubicBezTo>
                  <a:lnTo>
                    <a:pt x="6249" y="1449"/>
                  </a:lnTo>
                  <a:cubicBezTo>
                    <a:pt x="6289" y="1147"/>
                    <a:pt x="6258" y="843"/>
                    <a:pt x="6150" y="560"/>
                  </a:cubicBezTo>
                  <a:cubicBezTo>
                    <a:pt x="6112" y="468"/>
                    <a:pt x="6069" y="376"/>
                    <a:pt x="6013" y="289"/>
                  </a:cubicBezTo>
                  <a:cubicBezTo>
                    <a:pt x="5957" y="199"/>
                    <a:pt x="5919" y="103"/>
                    <a:pt x="5901"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32"/>
            <p:cNvSpPr/>
            <p:nvPr/>
          </p:nvSpPr>
          <p:spPr>
            <a:xfrm>
              <a:off x="6142155" y="2924270"/>
              <a:ext cx="197264" cy="61606"/>
            </a:xfrm>
            <a:custGeom>
              <a:rect b="b" l="l" r="r" t="t"/>
              <a:pathLst>
                <a:path extrusionOk="0" h="2079" w="6657">
                  <a:moveTo>
                    <a:pt x="1134" y="1"/>
                  </a:moveTo>
                  <a:cubicBezTo>
                    <a:pt x="666" y="1"/>
                    <a:pt x="274" y="197"/>
                    <a:pt x="41" y="351"/>
                  </a:cubicBezTo>
                  <a:cubicBezTo>
                    <a:pt x="29" y="358"/>
                    <a:pt x="15" y="366"/>
                    <a:pt x="1" y="371"/>
                  </a:cubicBezTo>
                  <a:lnTo>
                    <a:pt x="1" y="725"/>
                  </a:lnTo>
                  <a:cubicBezTo>
                    <a:pt x="1" y="873"/>
                    <a:pt x="60" y="985"/>
                    <a:pt x="60" y="985"/>
                  </a:cubicBezTo>
                  <a:cubicBezTo>
                    <a:pt x="302" y="1397"/>
                    <a:pt x="1445" y="1911"/>
                    <a:pt x="1987" y="2034"/>
                  </a:cubicBezTo>
                  <a:cubicBezTo>
                    <a:pt x="2118" y="2063"/>
                    <a:pt x="2228" y="2079"/>
                    <a:pt x="2324" y="2079"/>
                  </a:cubicBezTo>
                  <a:cubicBezTo>
                    <a:pt x="2626" y="2079"/>
                    <a:pt x="2776" y="1924"/>
                    <a:pt x="2904" y="1546"/>
                  </a:cubicBezTo>
                  <a:cubicBezTo>
                    <a:pt x="2948" y="1415"/>
                    <a:pt x="2999" y="1300"/>
                    <a:pt x="3047" y="1206"/>
                  </a:cubicBezTo>
                  <a:cubicBezTo>
                    <a:pt x="3106" y="1093"/>
                    <a:pt x="3216" y="1037"/>
                    <a:pt x="3326" y="1037"/>
                  </a:cubicBezTo>
                  <a:cubicBezTo>
                    <a:pt x="3437" y="1037"/>
                    <a:pt x="3548" y="1093"/>
                    <a:pt x="3607" y="1206"/>
                  </a:cubicBezTo>
                  <a:cubicBezTo>
                    <a:pt x="3658" y="1304"/>
                    <a:pt x="3708" y="1415"/>
                    <a:pt x="3753" y="1546"/>
                  </a:cubicBezTo>
                  <a:cubicBezTo>
                    <a:pt x="3882" y="1923"/>
                    <a:pt x="4031" y="2078"/>
                    <a:pt x="4334" y="2078"/>
                  </a:cubicBezTo>
                  <a:cubicBezTo>
                    <a:pt x="4430" y="2078"/>
                    <a:pt x="4540" y="2063"/>
                    <a:pt x="4670" y="2034"/>
                  </a:cubicBezTo>
                  <a:cubicBezTo>
                    <a:pt x="5213" y="1911"/>
                    <a:pt x="6355" y="1397"/>
                    <a:pt x="6598" y="985"/>
                  </a:cubicBezTo>
                  <a:cubicBezTo>
                    <a:pt x="6598" y="985"/>
                    <a:pt x="6657" y="873"/>
                    <a:pt x="6657" y="725"/>
                  </a:cubicBezTo>
                  <a:lnTo>
                    <a:pt x="6657" y="371"/>
                  </a:lnTo>
                  <a:cubicBezTo>
                    <a:pt x="6644" y="366"/>
                    <a:pt x="6630" y="360"/>
                    <a:pt x="6618" y="351"/>
                  </a:cubicBezTo>
                  <a:cubicBezTo>
                    <a:pt x="6385" y="197"/>
                    <a:pt x="5993" y="1"/>
                    <a:pt x="5525" y="1"/>
                  </a:cubicBezTo>
                  <a:cubicBezTo>
                    <a:pt x="4759" y="1"/>
                    <a:pt x="4198" y="413"/>
                    <a:pt x="3329" y="413"/>
                  </a:cubicBezTo>
                  <a:cubicBezTo>
                    <a:pt x="2461" y="413"/>
                    <a:pt x="1899" y="1"/>
                    <a:pt x="1134"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32"/>
            <p:cNvSpPr/>
            <p:nvPr/>
          </p:nvSpPr>
          <p:spPr>
            <a:xfrm>
              <a:off x="6132940" y="2917277"/>
              <a:ext cx="215843" cy="20358"/>
            </a:xfrm>
            <a:custGeom>
              <a:rect b="b" l="l" r="r" t="t"/>
              <a:pathLst>
                <a:path extrusionOk="0" h="687" w="7284">
                  <a:moveTo>
                    <a:pt x="1446" y="1"/>
                  </a:moveTo>
                  <a:cubicBezTo>
                    <a:pt x="922" y="1"/>
                    <a:pt x="427" y="150"/>
                    <a:pt x="167" y="243"/>
                  </a:cubicBezTo>
                  <a:cubicBezTo>
                    <a:pt x="60" y="282"/>
                    <a:pt x="1" y="397"/>
                    <a:pt x="35" y="506"/>
                  </a:cubicBezTo>
                  <a:cubicBezTo>
                    <a:pt x="63" y="600"/>
                    <a:pt x="150" y="659"/>
                    <a:pt x="241" y="659"/>
                  </a:cubicBezTo>
                  <a:cubicBezTo>
                    <a:pt x="280" y="659"/>
                    <a:pt x="320" y="648"/>
                    <a:pt x="357" y="624"/>
                  </a:cubicBezTo>
                  <a:cubicBezTo>
                    <a:pt x="590" y="470"/>
                    <a:pt x="980" y="274"/>
                    <a:pt x="1449" y="274"/>
                  </a:cubicBezTo>
                  <a:cubicBezTo>
                    <a:pt x="2214" y="274"/>
                    <a:pt x="2778" y="686"/>
                    <a:pt x="3644" y="686"/>
                  </a:cubicBezTo>
                  <a:cubicBezTo>
                    <a:pt x="4513" y="686"/>
                    <a:pt x="5074" y="274"/>
                    <a:pt x="5841" y="274"/>
                  </a:cubicBezTo>
                  <a:cubicBezTo>
                    <a:pt x="6309" y="274"/>
                    <a:pt x="6699" y="470"/>
                    <a:pt x="6932" y="624"/>
                  </a:cubicBezTo>
                  <a:cubicBezTo>
                    <a:pt x="6968" y="647"/>
                    <a:pt x="7007" y="658"/>
                    <a:pt x="7047" y="658"/>
                  </a:cubicBezTo>
                  <a:cubicBezTo>
                    <a:pt x="7137" y="658"/>
                    <a:pt x="7226" y="600"/>
                    <a:pt x="7255" y="506"/>
                  </a:cubicBezTo>
                  <a:cubicBezTo>
                    <a:pt x="7283" y="397"/>
                    <a:pt x="7226" y="282"/>
                    <a:pt x="7118" y="243"/>
                  </a:cubicBezTo>
                  <a:cubicBezTo>
                    <a:pt x="6859" y="150"/>
                    <a:pt x="6363" y="1"/>
                    <a:pt x="5838" y="1"/>
                  </a:cubicBezTo>
                  <a:cubicBezTo>
                    <a:pt x="5073" y="1"/>
                    <a:pt x="4512" y="431"/>
                    <a:pt x="3643" y="431"/>
                  </a:cubicBezTo>
                  <a:cubicBezTo>
                    <a:pt x="2774" y="431"/>
                    <a:pt x="2213" y="1"/>
                    <a:pt x="14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32"/>
            <p:cNvSpPr/>
            <p:nvPr/>
          </p:nvSpPr>
          <p:spPr>
            <a:xfrm>
              <a:off x="6226401" y="2951680"/>
              <a:ext cx="28773" cy="16594"/>
            </a:xfrm>
            <a:custGeom>
              <a:rect b="b" l="l" r="r" t="t"/>
              <a:pathLst>
                <a:path extrusionOk="0" h="560" w="971">
                  <a:moveTo>
                    <a:pt x="484" y="1"/>
                  </a:moveTo>
                  <a:cubicBezTo>
                    <a:pt x="325" y="1"/>
                    <a:pt x="179" y="88"/>
                    <a:pt x="106" y="231"/>
                  </a:cubicBezTo>
                  <a:cubicBezTo>
                    <a:pt x="77" y="285"/>
                    <a:pt x="49" y="343"/>
                    <a:pt x="24" y="403"/>
                  </a:cubicBezTo>
                  <a:cubicBezTo>
                    <a:pt x="1" y="461"/>
                    <a:pt x="29" y="528"/>
                    <a:pt x="85" y="551"/>
                  </a:cubicBezTo>
                  <a:cubicBezTo>
                    <a:pt x="98" y="557"/>
                    <a:pt x="113" y="559"/>
                    <a:pt x="127" y="559"/>
                  </a:cubicBezTo>
                  <a:cubicBezTo>
                    <a:pt x="172" y="559"/>
                    <a:pt x="215" y="533"/>
                    <a:pt x="232" y="490"/>
                  </a:cubicBezTo>
                  <a:cubicBezTo>
                    <a:pt x="256" y="436"/>
                    <a:pt x="280" y="383"/>
                    <a:pt x="305" y="333"/>
                  </a:cubicBezTo>
                  <a:cubicBezTo>
                    <a:pt x="343" y="265"/>
                    <a:pt x="409" y="225"/>
                    <a:pt x="487" y="225"/>
                  </a:cubicBezTo>
                  <a:cubicBezTo>
                    <a:pt x="565" y="225"/>
                    <a:pt x="632" y="265"/>
                    <a:pt x="667" y="333"/>
                  </a:cubicBezTo>
                  <a:cubicBezTo>
                    <a:pt x="692" y="382"/>
                    <a:pt x="717" y="436"/>
                    <a:pt x="741" y="490"/>
                  </a:cubicBezTo>
                  <a:cubicBezTo>
                    <a:pt x="759" y="534"/>
                    <a:pt x="801" y="559"/>
                    <a:pt x="845" y="559"/>
                  </a:cubicBezTo>
                  <a:cubicBezTo>
                    <a:pt x="860" y="559"/>
                    <a:pt x="873" y="556"/>
                    <a:pt x="885" y="551"/>
                  </a:cubicBezTo>
                  <a:cubicBezTo>
                    <a:pt x="943" y="526"/>
                    <a:pt x="971" y="459"/>
                    <a:pt x="946" y="403"/>
                  </a:cubicBezTo>
                  <a:cubicBezTo>
                    <a:pt x="919" y="343"/>
                    <a:pt x="893" y="285"/>
                    <a:pt x="863" y="231"/>
                  </a:cubicBezTo>
                  <a:cubicBezTo>
                    <a:pt x="790" y="88"/>
                    <a:pt x="644" y="1"/>
                    <a:pt x="48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32"/>
            <p:cNvSpPr/>
            <p:nvPr/>
          </p:nvSpPr>
          <p:spPr>
            <a:xfrm>
              <a:off x="6103870" y="2754683"/>
              <a:ext cx="273864" cy="147333"/>
            </a:xfrm>
            <a:custGeom>
              <a:rect b="b" l="l" r="r" t="t"/>
              <a:pathLst>
                <a:path extrusionOk="0" h="4972" w="9242">
                  <a:moveTo>
                    <a:pt x="4622" y="1"/>
                  </a:moveTo>
                  <a:cubicBezTo>
                    <a:pt x="1" y="1"/>
                    <a:pt x="629" y="4463"/>
                    <a:pt x="629" y="4463"/>
                  </a:cubicBezTo>
                  <a:lnTo>
                    <a:pt x="954" y="4972"/>
                  </a:lnTo>
                  <a:lnTo>
                    <a:pt x="8291" y="4972"/>
                  </a:lnTo>
                  <a:lnTo>
                    <a:pt x="8614" y="4463"/>
                  </a:lnTo>
                  <a:cubicBezTo>
                    <a:pt x="8614" y="4463"/>
                    <a:pt x="9242" y="1"/>
                    <a:pt x="4622"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32"/>
            <p:cNvSpPr/>
            <p:nvPr/>
          </p:nvSpPr>
          <p:spPr>
            <a:xfrm>
              <a:off x="6116849" y="2881392"/>
              <a:ext cx="52746" cy="19795"/>
            </a:xfrm>
            <a:custGeom>
              <a:rect b="b" l="l" r="r" t="t"/>
              <a:pathLst>
                <a:path extrusionOk="0" h="668" w="1780">
                  <a:moveTo>
                    <a:pt x="184" y="1"/>
                  </a:moveTo>
                  <a:cubicBezTo>
                    <a:pt x="80" y="1"/>
                    <a:pt x="0" y="95"/>
                    <a:pt x="31" y="195"/>
                  </a:cubicBezTo>
                  <a:cubicBezTo>
                    <a:pt x="99" y="422"/>
                    <a:pt x="253" y="599"/>
                    <a:pt x="317" y="668"/>
                  </a:cubicBezTo>
                  <a:cubicBezTo>
                    <a:pt x="331" y="655"/>
                    <a:pt x="348" y="649"/>
                    <a:pt x="370" y="649"/>
                  </a:cubicBezTo>
                  <a:lnTo>
                    <a:pt x="1779" y="649"/>
                  </a:lnTo>
                  <a:lnTo>
                    <a:pt x="1751" y="630"/>
                  </a:lnTo>
                  <a:cubicBezTo>
                    <a:pt x="1500" y="462"/>
                    <a:pt x="1282" y="291"/>
                    <a:pt x="1092" y="124"/>
                  </a:cubicBezTo>
                  <a:lnTo>
                    <a:pt x="208" y="2"/>
                  </a:lnTo>
                  <a:cubicBezTo>
                    <a:pt x="200" y="1"/>
                    <a:pt x="192" y="1"/>
                    <a:pt x="18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32"/>
            <p:cNvSpPr/>
            <p:nvPr/>
          </p:nvSpPr>
          <p:spPr>
            <a:xfrm>
              <a:off x="6148734" y="2751246"/>
              <a:ext cx="184107" cy="135717"/>
            </a:xfrm>
            <a:custGeom>
              <a:rect b="b" l="l" r="r" t="t"/>
              <a:pathLst>
                <a:path extrusionOk="0" h="4580" w="6213">
                  <a:moveTo>
                    <a:pt x="2302" y="1"/>
                  </a:moveTo>
                  <a:cubicBezTo>
                    <a:pt x="2157" y="1"/>
                    <a:pt x="1970" y="39"/>
                    <a:pt x="1820" y="202"/>
                  </a:cubicBezTo>
                  <a:cubicBezTo>
                    <a:pt x="1790" y="233"/>
                    <a:pt x="1774" y="272"/>
                    <a:pt x="1773" y="312"/>
                  </a:cubicBezTo>
                  <a:cubicBezTo>
                    <a:pt x="1759" y="645"/>
                    <a:pt x="1717" y="2327"/>
                    <a:pt x="2152" y="3704"/>
                  </a:cubicBezTo>
                  <a:cubicBezTo>
                    <a:pt x="2163" y="3741"/>
                    <a:pt x="2146" y="3782"/>
                    <a:pt x="2107" y="3801"/>
                  </a:cubicBezTo>
                  <a:cubicBezTo>
                    <a:pt x="2097" y="3805"/>
                    <a:pt x="2086" y="3808"/>
                    <a:pt x="2075" y="3808"/>
                  </a:cubicBezTo>
                  <a:cubicBezTo>
                    <a:pt x="2051" y="3808"/>
                    <a:pt x="2027" y="3797"/>
                    <a:pt x="2009" y="3780"/>
                  </a:cubicBezTo>
                  <a:cubicBezTo>
                    <a:pt x="941" y="2756"/>
                    <a:pt x="758" y="1279"/>
                    <a:pt x="727" y="847"/>
                  </a:cubicBezTo>
                  <a:cubicBezTo>
                    <a:pt x="722" y="770"/>
                    <a:pt x="653" y="711"/>
                    <a:pt x="574" y="711"/>
                  </a:cubicBezTo>
                  <a:cubicBezTo>
                    <a:pt x="568" y="711"/>
                    <a:pt x="561" y="711"/>
                    <a:pt x="554" y="712"/>
                  </a:cubicBezTo>
                  <a:cubicBezTo>
                    <a:pt x="163" y="765"/>
                    <a:pt x="41" y="1004"/>
                    <a:pt x="10" y="1090"/>
                  </a:cubicBezTo>
                  <a:cubicBezTo>
                    <a:pt x="4" y="1107"/>
                    <a:pt x="1" y="1127"/>
                    <a:pt x="2" y="1146"/>
                  </a:cubicBezTo>
                  <a:cubicBezTo>
                    <a:pt x="150" y="3079"/>
                    <a:pt x="1160" y="4068"/>
                    <a:pt x="1621" y="4424"/>
                  </a:cubicBezTo>
                  <a:cubicBezTo>
                    <a:pt x="1753" y="4525"/>
                    <a:pt x="1916" y="4579"/>
                    <a:pt x="2085" y="4579"/>
                  </a:cubicBezTo>
                  <a:lnTo>
                    <a:pt x="4128" y="4579"/>
                  </a:lnTo>
                  <a:cubicBezTo>
                    <a:pt x="4297" y="4579"/>
                    <a:pt x="4460" y="4525"/>
                    <a:pt x="4593" y="4424"/>
                  </a:cubicBezTo>
                  <a:cubicBezTo>
                    <a:pt x="5053" y="4069"/>
                    <a:pt x="6063" y="3081"/>
                    <a:pt x="6211" y="1146"/>
                  </a:cubicBezTo>
                  <a:cubicBezTo>
                    <a:pt x="6212" y="1129"/>
                    <a:pt x="6211" y="1108"/>
                    <a:pt x="6205" y="1090"/>
                  </a:cubicBezTo>
                  <a:cubicBezTo>
                    <a:pt x="6173" y="1004"/>
                    <a:pt x="6055" y="765"/>
                    <a:pt x="5660" y="712"/>
                  </a:cubicBezTo>
                  <a:cubicBezTo>
                    <a:pt x="5654" y="711"/>
                    <a:pt x="5647" y="711"/>
                    <a:pt x="5641" y="711"/>
                  </a:cubicBezTo>
                  <a:cubicBezTo>
                    <a:pt x="5562" y="711"/>
                    <a:pt x="5494" y="770"/>
                    <a:pt x="5488" y="847"/>
                  </a:cubicBezTo>
                  <a:cubicBezTo>
                    <a:pt x="5455" y="1279"/>
                    <a:pt x="5272" y="2756"/>
                    <a:pt x="4206" y="3780"/>
                  </a:cubicBezTo>
                  <a:cubicBezTo>
                    <a:pt x="4188" y="3798"/>
                    <a:pt x="4165" y="3807"/>
                    <a:pt x="4142" y="3807"/>
                  </a:cubicBezTo>
                  <a:cubicBezTo>
                    <a:pt x="4126" y="3807"/>
                    <a:pt x="4109" y="3802"/>
                    <a:pt x="4095" y="3793"/>
                  </a:cubicBezTo>
                  <a:cubicBezTo>
                    <a:pt x="4066" y="3773"/>
                    <a:pt x="4052" y="3737"/>
                    <a:pt x="4064" y="3704"/>
                  </a:cubicBezTo>
                  <a:cubicBezTo>
                    <a:pt x="4498" y="2327"/>
                    <a:pt x="4456" y="645"/>
                    <a:pt x="4442" y="312"/>
                  </a:cubicBezTo>
                  <a:cubicBezTo>
                    <a:pt x="4440" y="272"/>
                    <a:pt x="4425" y="233"/>
                    <a:pt x="4395" y="202"/>
                  </a:cubicBezTo>
                  <a:cubicBezTo>
                    <a:pt x="4245" y="39"/>
                    <a:pt x="4059" y="1"/>
                    <a:pt x="3915" y="1"/>
                  </a:cubicBezTo>
                  <a:cubicBezTo>
                    <a:pt x="3894" y="1"/>
                    <a:pt x="3873" y="2"/>
                    <a:pt x="3854" y="3"/>
                  </a:cubicBezTo>
                  <a:cubicBezTo>
                    <a:pt x="3756" y="11"/>
                    <a:pt x="3685" y="89"/>
                    <a:pt x="3685" y="180"/>
                  </a:cubicBezTo>
                  <a:cubicBezTo>
                    <a:pt x="3688" y="755"/>
                    <a:pt x="3686" y="2865"/>
                    <a:pt x="3422" y="3765"/>
                  </a:cubicBezTo>
                  <a:cubicBezTo>
                    <a:pt x="3410" y="3805"/>
                    <a:pt x="3369" y="3835"/>
                    <a:pt x="3326" y="3835"/>
                  </a:cubicBezTo>
                  <a:lnTo>
                    <a:pt x="2891" y="3835"/>
                  </a:lnTo>
                  <a:cubicBezTo>
                    <a:pt x="2845" y="3835"/>
                    <a:pt x="2807" y="3808"/>
                    <a:pt x="2794" y="3765"/>
                  </a:cubicBezTo>
                  <a:cubicBezTo>
                    <a:pt x="2528" y="2868"/>
                    <a:pt x="2527" y="755"/>
                    <a:pt x="2533" y="180"/>
                  </a:cubicBezTo>
                  <a:cubicBezTo>
                    <a:pt x="2533" y="87"/>
                    <a:pt x="2460" y="9"/>
                    <a:pt x="2364" y="3"/>
                  </a:cubicBezTo>
                  <a:cubicBezTo>
                    <a:pt x="2344" y="2"/>
                    <a:pt x="2324" y="1"/>
                    <a:pt x="2302"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32"/>
            <p:cNvSpPr/>
            <p:nvPr/>
          </p:nvSpPr>
          <p:spPr>
            <a:xfrm>
              <a:off x="6312068" y="2881392"/>
              <a:ext cx="52716" cy="19795"/>
            </a:xfrm>
            <a:custGeom>
              <a:rect b="b" l="l" r="r" t="t"/>
              <a:pathLst>
                <a:path extrusionOk="0" h="668" w="1779">
                  <a:moveTo>
                    <a:pt x="1596" y="0"/>
                  </a:moveTo>
                  <a:cubicBezTo>
                    <a:pt x="1588" y="0"/>
                    <a:pt x="1579" y="1"/>
                    <a:pt x="1571" y="2"/>
                  </a:cubicBezTo>
                  <a:lnTo>
                    <a:pt x="686" y="124"/>
                  </a:lnTo>
                  <a:cubicBezTo>
                    <a:pt x="498" y="291"/>
                    <a:pt x="281" y="462"/>
                    <a:pt x="30" y="630"/>
                  </a:cubicBezTo>
                  <a:lnTo>
                    <a:pt x="1" y="649"/>
                  </a:lnTo>
                  <a:lnTo>
                    <a:pt x="1412" y="649"/>
                  </a:lnTo>
                  <a:cubicBezTo>
                    <a:pt x="1432" y="649"/>
                    <a:pt x="1451" y="655"/>
                    <a:pt x="1464" y="668"/>
                  </a:cubicBezTo>
                  <a:cubicBezTo>
                    <a:pt x="1529" y="599"/>
                    <a:pt x="1681" y="422"/>
                    <a:pt x="1750" y="195"/>
                  </a:cubicBezTo>
                  <a:cubicBezTo>
                    <a:pt x="1778" y="96"/>
                    <a:pt x="1699" y="0"/>
                    <a:pt x="1596"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32"/>
            <p:cNvSpPr/>
            <p:nvPr/>
          </p:nvSpPr>
          <p:spPr>
            <a:xfrm>
              <a:off x="6118894" y="2822393"/>
              <a:ext cx="88986" cy="78200"/>
            </a:xfrm>
            <a:custGeom>
              <a:rect b="b" l="l" r="r" t="t"/>
              <a:pathLst>
                <a:path extrusionOk="0" h="2639" w="3003">
                  <a:moveTo>
                    <a:pt x="296" y="1"/>
                  </a:moveTo>
                  <a:cubicBezTo>
                    <a:pt x="232" y="1"/>
                    <a:pt x="176" y="41"/>
                    <a:pt x="156" y="98"/>
                  </a:cubicBezTo>
                  <a:cubicBezTo>
                    <a:pt x="127" y="189"/>
                    <a:pt x="102" y="276"/>
                    <a:pt x="78" y="363"/>
                  </a:cubicBezTo>
                  <a:cubicBezTo>
                    <a:pt x="1" y="669"/>
                    <a:pt x="55" y="991"/>
                    <a:pt x="232" y="1255"/>
                  </a:cubicBezTo>
                  <a:cubicBezTo>
                    <a:pt x="510" y="1667"/>
                    <a:pt x="955" y="2171"/>
                    <a:pt x="1662" y="2638"/>
                  </a:cubicBezTo>
                  <a:lnTo>
                    <a:pt x="3002" y="2638"/>
                  </a:lnTo>
                  <a:cubicBezTo>
                    <a:pt x="1255" y="1836"/>
                    <a:pt x="647" y="736"/>
                    <a:pt x="436" y="98"/>
                  </a:cubicBezTo>
                  <a:cubicBezTo>
                    <a:pt x="417" y="41"/>
                    <a:pt x="361" y="1"/>
                    <a:pt x="296"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32"/>
            <p:cNvSpPr/>
            <p:nvPr/>
          </p:nvSpPr>
          <p:spPr>
            <a:xfrm>
              <a:off x="6273575" y="2822453"/>
              <a:ext cx="89075" cy="78171"/>
            </a:xfrm>
            <a:custGeom>
              <a:rect b="b" l="l" r="r" t="t"/>
              <a:pathLst>
                <a:path extrusionOk="0" h="2638" w="3006">
                  <a:moveTo>
                    <a:pt x="2710" y="0"/>
                  </a:moveTo>
                  <a:cubicBezTo>
                    <a:pt x="2646" y="0"/>
                    <a:pt x="2590" y="39"/>
                    <a:pt x="2570" y="96"/>
                  </a:cubicBezTo>
                  <a:cubicBezTo>
                    <a:pt x="2360" y="737"/>
                    <a:pt x="1752" y="1834"/>
                    <a:pt x="0" y="2638"/>
                  </a:cubicBezTo>
                  <a:lnTo>
                    <a:pt x="1340" y="2638"/>
                  </a:lnTo>
                  <a:cubicBezTo>
                    <a:pt x="2047" y="2170"/>
                    <a:pt x="2495" y="1666"/>
                    <a:pt x="2770" y="1255"/>
                  </a:cubicBezTo>
                  <a:cubicBezTo>
                    <a:pt x="2952" y="990"/>
                    <a:pt x="3005" y="667"/>
                    <a:pt x="2927" y="364"/>
                  </a:cubicBezTo>
                  <a:cubicBezTo>
                    <a:pt x="2904" y="275"/>
                    <a:pt x="2879" y="187"/>
                    <a:pt x="2850" y="100"/>
                  </a:cubicBezTo>
                  <a:cubicBezTo>
                    <a:pt x="2831" y="41"/>
                    <a:pt x="2775" y="0"/>
                    <a:pt x="2710"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32"/>
            <p:cNvSpPr/>
            <p:nvPr/>
          </p:nvSpPr>
          <p:spPr>
            <a:xfrm>
              <a:off x="6124465" y="2899912"/>
              <a:ext cx="232704" cy="13335"/>
            </a:xfrm>
            <a:custGeom>
              <a:rect b="b" l="l" r="r" t="t"/>
              <a:pathLst>
                <a:path extrusionOk="0" h="450" w="7853">
                  <a:moveTo>
                    <a:pt x="113" y="1"/>
                  </a:moveTo>
                  <a:cubicBezTo>
                    <a:pt x="44" y="1"/>
                    <a:pt x="1" y="71"/>
                    <a:pt x="35" y="130"/>
                  </a:cubicBezTo>
                  <a:lnTo>
                    <a:pt x="201" y="408"/>
                  </a:lnTo>
                  <a:cubicBezTo>
                    <a:pt x="217" y="434"/>
                    <a:pt x="246" y="450"/>
                    <a:pt x="279" y="450"/>
                  </a:cubicBezTo>
                  <a:lnTo>
                    <a:pt x="7575" y="450"/>
                  </a:lnTo>
                  <a:cubicBezTo>
                    <a:pt x="7606" y="450"/>
                    <a:pt x="7636" y="434"/>
                    <a:pt x="7653" y="408"/>
                  </a:cubicBezTo>
                  <a:lnTo>
                    <a:pt x="7821" y="130"/>
                  </a:lnTo>
                  <a:cubicBezTo>
                    <a:pt x="7852" y="71"/>
                    <a:pt x="7809" y="1"/>
                    <a:pt x="77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32"/>
            <p:cNvSpPr/>
            <p:nvPr/>
          </p:nvSpPr>
          <p:spPr>
            <a:xfrm>
              <a:off x="6199228" y="2819075"/>
              <a:ext cx="83208" cy="28269"/>
            </a:xfrm>
            <a:custGeom>
              <a:rect b="b" l="l" r="r" t="t"/>
              <a:pathLst>
                <a:path extrusionOk="0" h="954" w="2808">
                  <a:moveTo>
                    <a:pt x="476" y="1"/>
                  </a:moveTo>
                  <a:cubicBezTo>
                    <a:pt x="212" y="1"/>
                    <a:pt x="1" y="215"/>
                    <a:pt x="1" y="478"/>
                  </a:cubicBezTo>
                  <a:cubicBezTo>
                    <a:pt x="1" y="742"/>
                    <a:pt x="215" y="954"/>
                    <a:pt x="476" y="954"/>
                  </a:cubicBezTo>
                  <a:lnTo>
                    <a:pt x="2331" y="954"/>
                  </a:lnTo>
                  <a:cubicBezTo>
                    <a:pt x="2595" y="954"/>
                    <a:pt x="2806" y="739"/>
                    <a:pt x="2806" y="478"/>
                  </a:cubicBezTo>
                  <a:cubicBezTo>
                    <a:pt x="2808" y="215"/>
                    <a:pt x="2595" y="1"/>
                    <a:pt x="2331"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32"/>
            <p:cNvSpPr/>
            <p:nvPr/>
          </p:nvSpPr>
          <p:spPr>
            <a:xfrm>
              <a:off x="6218607" y="3117474"/>
              <a:ext cx="37041" cy="34137"/>
            </a:xfrm>
            <a:custGeom>
              <a:rect b="b" l="l" r="r" t="t"/>
              <a:pathLst>
                <a:path extrusionOk="0" h="1152" w="1250">
                  <a:moveTo>
                    <a:pt x="1" y="0"/>
                  </a:moveTo>
                  <a:cubicBezTo>
                    <a:pt x="382" y="246"/>
                    <a:pt x="627" y="673"/>
                    <a:pt x="627" y="1152"/>
                  </a:cubicBezTo>
                  <a:cubicBezTo>
                    <a:pt x="627" y="676"/>
                    <a:pt x="871" y="246"/>
                    <a:pt x="1249" y="0"/>
                  </a:cubicBezTo>
                  <a:lnTo>
                    <a:pt x="1249" y="0"/>
                  </a:lnTo>
                  <a:cubicBezTo>
                    <a:pt x="1045" y="19"/>
                    <a:pt x="837" y="30"/>
                    <a:pt x="629" y="30"/>
                  </a:cubicBezTo>
                  <a:cubicBezTo>
                    <a:pt x="417" y="30"/>
                    <a:pt x="209" y="19"/>
                    <a:pt x="1"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32"/>
            <p:cNvSpPr/>
            <p:nvPr/>
          </p:nvSpPr>
          <p:spPr>
            <a:xfrm>
              <a:off x="6119457" y="3102035"/>
              <a:ext cx="117848" cy="62525"/>
            </a:xfrm>
            <a:custGeom>
              <a:rect b="b" l="l" r="r" t="t"/>
              <a:pathLst>
                <a:path extrusionOk="0" h="2110" w="3977">
                  <a:moveTo>
                    <a:pt x="1687" y="0"/>
                  </a:moveTo>
                  <a:cubicBezTo>
                    <a:pt x="1580" y="0"/>
                    <a:pt x="1474" y="31"/>
                    <a:pt x="1384" y="92"/>
                  </a:cubicBezTo>
                  <a:cubicBezTo>
                    <a:pt x="1166" y="241"/>
                    <a:pt x="812" y="467"/>
                    <a:pt x="459" y="630"/>
                  </a:cubicBezTo>
                  <a:cubicBezTo>
                    <a:pt x="303" y="683"/>
                    <a:pt x="151" y="737"/>
                    <a:pt x="0" y="796"/>
                  </a:cubicBezTo>
                  <a:cubicBezTo>
                    <a:pt x="1112" y="1623"/>
                    <a:pt x="2487" y="2110"/>
                    <a:pt x="3976" y="2110"/>
                  </a:cubicBezTo>
                  <a:lnTo>
                    <a:pt x="3976" y="1541"/>
                  </a:lnTo>
                  <a:cubicBezTo>
                    <a:pt x="3976" y="918"/>
                    <a:pt x="3524" y="384"/>
                    <a:pt x="2909" y="283"/>
                  </a:cubicBezTo>
                  <a:cubicBezTo>
                    <a:pt x="2545" y="227"/>
                    <a:pt x="2195" y="142"/>
                    <a:pt x="1858" y="27"/>
                  </a:cubicBezTo>
                  <a:cubicBezTo>
                    <a:pt x="1802" y="9"/>
                    <a:pt x="1745" y="0"/>
                    <a:pt x="1687"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32"/>
            <p:cNvSpPr/>
            <p:nvPr/>
          </p:nvSpPr>
          <p:spPr>
            <a:xfrm>
              <a:off x="6237216" y="3100731"/>
              <a:ext cx="119478" cy="63917"/>
            </a:xfrm>
            <a:custGeom>
              <a:rect b="b" l="l" r="r" t="t"/>
              <a:pathLst>
                <a:path extrusionOk="0" h="2157" w="4032">
                  <a:moveTo>
                    <a:pt x="2418" y="1"/>
                  </a:moveTo>
                  <a:cubicBezTo>
                    <a:pt x="2357" y="1"/>
                    <a:pt x="2295" y="11"/>
                    <a:pt x="2236" y="32"/>
                  </a:cubicBezTo>
                  <a:cubicBezTo>
                    <a:pt x="1860" y="167"/>
                    <a:pt x="1470" y="265"/>
                    <a:pt x="1067" y="332"/>
                  </a:cubicBezTo>
                  <a:cubicBezTo>
                    <a:pt x="452" y="431"/>
                    <a:pt x="1" y="965"/>
                    <a:pt x="1" y="1586"/>
                  </a:cubicBezTo>
                  <a:lnTo>
                    <a:pt x="1" y="2157"/>
                  </a:lnTo>
                  <a:cubicBezTo>
                    <a:pt x="1515" y="2157"/>
                    <a:pt x="2911" y="1652"/>
                    <a:pt x="4032" y="801"/>
                  </a:cubicBezTo>
                  <a:cubicBezTo>
                    <a:pt x="3453" y="592"/>
                    <a:pt x="2988" y="292"/>
                    <a:pt x="2730" y="102"/>
                  </a:cubicBezTo>
                  <a:cubicBezTo>
                    <a:pt x="2638" y="35"/>
                    <a:pt x="2529" y="1"/>
                    <a:pt x="2418"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0" name="Google Shape;9650;p32"/>
          <p:cNvGrpSpPr/>
          <p:nvPr/>
        </p:nvGrpSpPr>
        <p:grpSpPr>
          <a:xfrm>
            <a:off x="6936967" y="1779307"/>
            <a:ext cx="637676" cy="640072"/>
            <a:chOff x="4704920" y="2751246"/>
            <a:chExt cx="410055" cy="413403"/>
          </a:xfrm>
        </p:grpSpPr>
        <p:sp>
          <p:nvSpPr>
            <p:cNvPr id="9651" name="Google Shape;9651;p32"/>
            <p:cNvSpPr/>
            <p:nvPr/>
          </p:nvSpPr>
          <p:spPr>
            <a:xfrm>
              <a:off x="4704920" y="2768996"/>
              <a:ext cx="410055" cy="377340"/>
            </a:xfrm>
            <a:custGeom>
              <a:rect b="b" l="l" r="r" t="t"/>
              <a:pathLst>
                <a:path extrusionOk="0" h="12734" w="13838">
                  <a:moveTo>
                    <a:pt x="7162" y="1"/>
                  </a:moveTo>
                  <a:cubicBezTo>
                    <a:pt x="6761" y="1"/>
                    <a:pt x="6352" y="36"/>
                    <a:pt x="5938" y="110"/>
                  </a:cubicBezTo>
                  <a:cubicBezTo>
                    <a:pt x="3249" y="587"/>
                    <a:pt x="1121" y="2684"/>
                    <a:pt x="611" y="5367"/>
                  </a:cubicBezTo>
                  <a:cubicBezTo>
                    <a:pt x="0" y="8586"/>
                    <a:pt x="1704" y="11497"/>
                    <a:pt x="4346" y="12729"/>
                  </a:cubicBezTo>
                  <a:cubicBezTo>
                    <a:pt x="4349" y="12732"/>
                    <a:pt x="4356" y="12733"/>
                    <a:pt x="4359" y="12733"/>
                  </a:cubicBezTo>
                  <a:lnTo>
                    <a:pt x="9962" y="12733"/>
                  </a:lnTo>
                  <a:cubicBezTo>
                    <a:pt x="9967" y="12733"/>
                    <a:pt x="9973" y="12732"/>
                    <a:pt x="9976" y="12729"/>
                  </a:cubicBezTo>
                  <a:cubicBezTo>
                    <a:pt x="10284" y="12587"/>
                    <a:pt x="10576" y="12422"/>
                    <a:pt x="10855" y="12236"/>
                  </a:cubicBezTo>
                  <a:cubicBezTo>
                    <a:pt x="12652" y="11039"/>
                    <a:pt x="13836" y="8996"/>
                    <a:pt x="13836" y="6676"/>
                  </a:cubicBezTo>
                  <a:cubicBezTo>
                    <a:pt x="13837" y="2990"/>
                    <a:pt x="10848" y="1"/>
                    <a:pt x="716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32"/>
            <p:cNvSpPr/>
            <p:nvPr/>
          </p:nvSpPr>
          <p:spPr>
            <a:xfrm>
              <a:off x="4832399" y="3099072"/>
              <a:ext cx="168698" cy="65577"/>
            </a:xfrm>
            <a:custGeom>
              <a:rect b="b" l="l" r="r" t="t"/>
              <a:pathLst>
                <a:path extrusionOk="0" h="2213" w="5693">
                  <a:moveTo>
                    <a:pt x="1179" y="1"/>
                  </a:moveTo>
                  <a:lnTo>
                    <a:pt x="1179" y="312"/>
                  </a:lnTo>
                  <a:cubicBezTo>
                    <a:pt x="1179" y="822"/>
                    <a:pt x="661" y="1241"/>
                    <a:pt x="1" y="1571"/>
                  </a:cubicBezTo>
                  <a:cubicBezTo>
                    <a:pt x="868" y="1983"/>
                    <a:pt x="1838" y="2213"/>
                    <a:pt x="2859" y="2213"/>
                  </a:cubicBezTo>
                  <a:cubicBezTo>
                    <a:pt x="3871" y="2213"/>
                    <a:pt x="4832" y="1987"/>
                    <a:pt x="5693" y="1583"/>
                  </a:cubicBezTo>
                  <a:cubicBezTo>
                    <a:pt x="5018" y="1251"/>
                    <a:pt x="4490" y="826"/>
                    <a:pt x="4490" y="312"/>
                  </a:cubicBezTo>
                  <a:lnTo>
                    <a:pt x="4490" y="1"/>
                  </a:lnTo>
                  <a:cubicBezTo>
                    <a:pt x="4089" y="358"/>
                    <a:pt x="3402" y="817"/>
                    <a:pt x="2834" y="831"/>
                  </a:cubicBezTo>
                  <a:cubicBezTo>
                    <a:pt x="2269" y="817"/>
                    <a:pt x="1582" y="360"/>
                    <a:pt x="1179" y="1"/>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32"/>
            <p:cNvSpPr/>
            <p:nvPr/>
          </p:nvSpPr>
          <p:spPr>
            <a:xfrm>
              <a:off x="4788424" y="2941457"/>
              <a:ext cx="34463" cy="66643"/>
            </a:xfrm>
            <a:custGeom>
              <a:rect b="b" l="l" r="r" t="t"/>
              <a:pathLst>
                <a:path extrusionOk="0" h="2249" w="1163">
                  <a:moveTo>
                    <a:pt x="691" y="1"/>
                  </a:moveTo>
                  <a:cubicBezTo>
                    <a:pt x="566" y="1"/>
                    <a:pt x="449" y="32"/>
                    <a:pt x="372" y="106"/>
                  </a:cubicBezTo>
                  <a:cubicBezTo>
                    <a:pt x="0" y="469"/>
                    <a:pt x="272" y="1016"/>
                    <a:pt x="403" y="1361"/>
                  </a:cubicBezTo>
                  <a:cubicBezTo>
                    <a:pt x="443" y="1467"/>
                    <a:pt x="470" y="1574"/>
                    <a:pt x="481" y="1681"/>
                  </a:cubicBezTo>
                  <a:cubicBezTo>
                    <a:pt x="505" y="1912"/>
                    <a:pt x="630" y="2249"/>
                    <a:pt x="1139" y="2249"/>
                  </a:cubicBezTo>
                  <a:cubicBezTo>
                    <a:pt x="1145" y="2249"/>
                    <a:pt x="1151" y="2248"/>
                    <a:pt x="1157" y="2248"/>
                  </a:cubicBezTo>
                  <a:cubicBezTo>
                    <a:pt x="1147" y="2216"/>
                    <a:pt x="1140" y="2182"/>
                    <a:pt x="1132" y="2147"/>
                  </a:cubicBezTo>
                  <a:cubicBezTo>
                    <a:pt x="1132" y="2147"/>
                    <a:pt x="933" y="888"/>
                    <a:pt x="1163" y="136"/>
                  </a:cubicBezTo>
                  <a:cubicBezTo>
                    <a:pt x="1043" y="57"/>
                    <a:pt x="860" y="1"/>
                    <a:pt x="691" y="1"/>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32"/>
            <p:cNvSpPr/>
            <p:nvPr/>
          </p:nvSpPr>
          <p:spPr>
            <a:xfrm>
              <a:off x="5011438" y="2941457"/>
              <a:ext cx="34403" cy="66643"/>
            </a:xfrm>
            <a:custGeom>
              <a:rect b="b" l="l" r="r" t="t"/>
              <a:pathLst>
                <a:path extrusionOk="0" h="2249" w="1161">
                  <a:moveTo>
                    <a:pt x="471" y="1"/>
                  </a:moveTo>
                  <a:cubicBezTo>
                    <a:pt x="302" y="1"/>
                    <a:pt x="119" y="57"/>
                    <a:pt x="1" y="136"/>
                  </a:cubicBezTo>
                  <a:cubicBezTo>
                    <a:pt x="229" y="887"/>
                    <a:pt x="32" y="2147"/>
                    <a:pt x="32" y="2147"/>
                  </a:cubicBezTo>
                  <a:cubicBezTo>
                    <a:pt x="24" y="2182"/>
                    <a:pt x="16" y="2216"/>
                    <a:pt x="9" y="2248"/>
                  </a:cubicBezTo>
                  <a:cubicBezTo>
                    <a:pt x="14" y="2248"/>
                    <a:pt x="20" y="2249"/>
                    <a:pt x="26" y="2249"/>
                  </a:cubicBezTo>
                  <a:cubicBezTo>
                    <a:pt x="535" y="2249"/>
                    <a:pt x="659" y="1912"/>
                    <a:pt x="685" y="1681"/>
                  </a:cubicBezTo>
                  <a:cubicBezTo>
                    <a:pt x="696" y="1574"/>
                    <a:pt x="720" y="1467"/>
                    <a:pt x="762" y="1361"/>
                  </a:cubicBezTo>
                  <a:cubicBezTo>
                    <a:pt x="890" y="1016"/>
                    <a:pt x="1160" y="469"/>
                    <a:pt x="790" y="106"/>
                  </a:cubicBezTo>
                  <a:cubicBezTo>
                    <a:pt x="714" y="32"/>
                    <a:pt x="596" y="1"/>
                    <a:pt x="471" y="1"/>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32"/>
            <p:cNvSpPr/>
            <p:nvPr/>
          </p:nvSpPr>
          <p:spPr>
            <a:xfrm>
              <a:off x="4808367" y="2797798"/>
              <a:ext cx="217532" cy="147688"/>
            </a:xfrm>
            <a:custGeom>
              <a:rect b="b" l="l" r="r" t="t"/>
              <a:pathLst>
                <a:path extrusionOk="0" h="4984" w="7341">
                  <a:moveTo>
                    <a:pt x="3670" y="1"/>
                  </a:moveTo>
                  <a:cubicBezTo>
                    <a:pt x="2906" y="1"/>
                    <a:pt x="2279" y="181"/>
                    <a:pt x="1779" y="439"/>
                  </a:cubicBezTo>
                  <a:cubicBezTo>
                    <a:pt x="678" y="1006"/>
                    <a:pt x="0" y="2133"/>
                    <a:pt x="0" y="3349"/>
                  </a:cubicBezTo>
                  <a:lnTo>
                    <a:pt x="0" y="4849"/>
                  </a:lnTo>
                  <a:cubicBezTo>
                    <a:pt x="5" y="4849"/>
                    <a:pt x="9" y="4849"/>
                    <a:pt x="14" y="4849"/>
                  </a:cubicBezTo>
                  <a:cubicBezTo>
                    <a:pt x="183" y="4849"/>
                    <a:pt x="369" y="4905"/>
                    <a:pt x="490" y="4984"/>
                  </a:cubicBezTo>
                  <a:cubicBezTo>
                    <a:pt x="535" y="4835"/>
                    <a:pt x="599" y="4706"/>
                    <a:pt x="683" y="4611"/>
                  </a:cubicBezTo>
                  <a:cubicBezTo>
                    <a:pt x="757" y="4525"/>
                    <a:pt x="806" y="4421"/>
                    <a:pt x="809" y="4306"/>
                  </a:cubicBezTo>
                  <a:cubicBezTo>
                    <a:pt x="824" y="3765"/>
                    <a:pt x="998" y="2302"/>
                    <a:pt x="2398" y="2302"/>
                  </a:cubicBezTo>
                  <a:cubicBezTo>
                    <a:pt x="2709" y="2302"/>
                    <a:pt x="3079" y="2374"/>
                    <a:pt x="3521" y="2544"/>
                  </a:cubicBezTo>
                  <a:cubicBezTo>
                    <a:pt x="3568" y="2562"/>
                    <a:pt x="3619" y="2572"/>
                    <a:pt x="3670" y="2572"/>
                  </a:cubicBezTo>
                  <a:cubicBezTo>
                    <a:pt x="3720" y="2572"/>
                    <a:pt x="3771" y="2562"/>
                    <a:pt x="3820" y="2544"/>
                  </a:cubicBezTo>
                  <a:cubicBezTo>
                    <a:pt x="4262" y="2374"/>
                    <a:pt x="4633" y="2302"/>
                    <a:pt x="4943" y="2302"/>
                  </a:cubicBezTo>
                  <a:cubicBezTo>
                    <a:pt x="6344" y="2302"/>
                    <a:pt x="6517" y="3765"/>
                    <a:pt x="6532" y="4306"/>
                  </a:cubicBezTo>
                  <a:cubicBezTo>
                    <a:pt x="6537" y="4418"/>
                    <a:pt x="6583" y="4525"/>
                    <a:pt x="6659" y="4611"/>
                  </a:cubicBezTo>
                  <a:cubicBezTo>
                    <a:pt x="6742" y="4706"/>
                    <a:pt x="6804" y="4835"/>
                    <a:pt x="6851" y="4984"/>
                  </a:cubicBezTo>
                  <a:cubicBezTo>
                    <a:pt x="6970" y="4906"/>
                    <a:pt x="7152" y="4848"/>
                    <a:pt x="7321" y="4848"/>
                  </a:cubicBezTo>
                  <a:cubicBezTo>
                    <a:pt x="7327" y="4848"/>
                    <a:pt x="7334" y="4849"/>
                    <a:pt x="7340" y="4849"/>
                  </a:cubicBezTo>
                  <a:lnTo>
                    <a:pt x="7340" y="3349"/>
                  </a:lnTo>
                  <a:cubicBezTo>
                    <a:pt x="7340" y="2132"/>
                    <a:pt x="6663" y="1006"/>
                    <a:pt x="5564" y="439"/>
                  </a:cubicBezTo>
                  <a:cubicBezTo>
                    <a:pt x="5060" y="181"/>
                    <a:pt x="4437" y="1"/>
                    <a:pt x="367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32"/>
            <p:cNvSpPr/>
            <p:nvPr/>
          </p:nvSpPr>
          <p:spPr>
            <a:xfrm>
              <a:off x="4815597" y="2865331"/>
              <a:ext cx="203249" cy="262514"/>
            </a:xfrm>
            <a:custGeom>
              <a:rect b="b" l="l" r="r" t="t"/>
              <a:pathLst>
                <a:path extrusionOk="0" h="8859" w="6859">
                  <a:moveTo>
                    <a:pt x="2153" y="0"/>
                  </a:moveTo>
                  <a:cubicBezTo>
                    <a:pt x="1828" y="0"/>
                    <a:pt x="1548" y="78"/>
                    <a:pt x="1314" y="233"/>
                  </a:cubicBezTo>
                  <a:cubicBezTo>
                    <a:pt x="649" y="676"/>
                    <a:pt x="549" y="1636"/>
                    <a:pt x="537" y="2029"/>
                  </a:cubicBezTo>
                  <a:cubicBezTo>
                    <a:pt x="534" y="2131"/>
                    <a:pt x="493" y="2231"/>
                    <a:pt x="417" y="2316"/>
                  </a:cubicBezTo>
                  <a:cubicBezTo>
                    <a:pt x="0" y="2787"/>
                    <a:pt x="92" y="4158"/>
                    <a:pt x="190" y="4724"/>
                  </a:cubicBezTo>
                  <a:cubicBezTo>
                    <a:pt x="405" y="5674"/>
                    <a:pt x="715" y="6504"/>
                    <a:pt x="1116" y="7188"/>
                  </a:cubicBezTo>
                  <a:cubicBezTo>
                    <a:pt x="1522" y="7881"/>
                    <a:pt x="2136" y="8422"/>
                    <a:pt x="2895" y="8750"/>
                  </a:cubicBezTo>
                  <a:cubicBezTo>
                    <a:pt x="3063" y="8822"/>
                    <a:pt x="3245" y="8858"/>
                    <a:pt x="3427" y="8858"/>
                  </a:cubicBezTo>
                  <a:cubicBezTo>
                    <a:pt x="3609" y="8858"/>
                    <a:pt x="3792" y="8822"/>
                    <a:pt x="3961" y="8750"/>
                  </a:cubicBezTo>
                  <a:cubicBezTo>
                    <a:pt x="4716" y="8422"/>
                    <a:pt x="5332" y="7881"/>
                    <a:pt x="5739" y="7188"/>
                  </a:cubicBezTo>
                  <a:cubicBezTo>
                    <a:pt x="6139" y="6504"/>
                    <a:pt x="6450" y="5675"/>
                    <a:pt x="6666" y="4723"/>
                  </a:cubicBezTo>
                  <a:cubicBezTo>
                    <a:pt x="6759" y="4127"/>
                    <a:pt x="6858" y="2790"/>
                    <a:pt x="6436" y="2316"/>
                  </a:cubicBezTo>
                  <a:cubicBezTo>
                    <a:pt x="6361" y="2231"/>
                    <a:pt x="6319" y="2131"/>
                    <a:pt x="6316" y="2029"/>
                  </a:cubicBezTo>
                  <a:cubicBezTo>
                    <a:pt x="6304" y="1637"/>
                    <a:pt x="6206" y="676"/>
                    <a:pt x="5539" y="233"/>
                  </a:cubicBezTo>
                  <a:cubicBezTo>
                    <a:pt x="5305" y="78"/>
                    <a:pt x="5024" y="0"/>
                    <a:pt x="4699" y="0"/>
                  </a:cubicBezTo>
                  <a:cubicBezTo>
                    <a:pt x="4367" y="0"/>
                    <a:pt x="3989" y="81"/>
                    <a:pt x="3566" y="243"/>
                  </a:cubicBezTo>
                  <a:cubicBezTo>
                    <a:pt x="3522" y="261"/>
                    <a:pt x="3474" y="270"/>
                    <a:pt x="3427" y="270"/>
                  </a:cubicBezTo>
                  <a:cubicBezTo>
                    <a:pt x="3379" y="270"/>
                    <a:pt x="3331" y="261"/>
                    <a:pt x="3286" y="243"/>
                  </a:cubicBezTo>
                  <a:cubicBezTo>
                    <a:pt x="2863" y="81"/>
                    <a:pt x="2485" y="0"/>
                    <a:pt x="2153"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32"/>
            <p:cNvSpPr/>
            <p:nvPr/>
          </p:nvSpPr>
          <p:spPr>
            <a:xfrm>
              <a:off x="4786587" y="2751246"/>
              <a:ext cx="257951" cy="186062"/>
            </a:xfrm>
            <a:custGeom>
              <a:rect b="b" l="l" r="r" t="t"/>
              <a:pathLst>
                <a:path extrusionOk="0" h="6279" w="8705">
                  <a:moveTo>
                    <a:pt x="4352" y="0"/>
                  </a:moveTo>
                  <a:cubicBezTo>
                    <a:pt x="3160" y="0"/>
                    <a:pt x="1977" y="572"/>
                    <a:pt x="1161" y="1477"/>
                  </a:cubicBezTo>
                  <a:cubicBezTo>
                    <a:pt x="331" y="2394"/>
                    <a:pt x="0" y="3720"/>
                    <a:pt x="260" y="4979"/>
                  </a:cubicBezTo>
                  <a:lnTo>
                    <a:pt x="465" y="5980"/>
                  </a:lnTo>
                  <a:cubicBezTo>
                    <a:pt x="465" y="6152"/>
                    <a:pt x="597" y="6278"/>
                    <a:pt x="744" y="6278"/>
                  </a:cubicBezTo>
                  <a:cubicBezTo>
                    <a:pt x="783" y="6278"/>
                    <a:pt x="823" y="6269"/>
                    <a:pt x="861" y="6250"/>
                  </a:cubicBezTo>
                  <a:cubicBezTo>
                    <a:pt x="1913" y="5527"/>
                    <a:pt x="3133" y="5165"/>
                    <a:pt x="4352" y="5165"/>
                  </a:cubicBezTo>
                  <a:cubicBezTo>
                    <a:pt x="5572" y="5165"/>
                    <a:pt x="6791" y="5527"/>
                    <a:pt x="7842" y="6250"/>
                  </a:cubicBezTo>
                  <a:cubicBezTo>
                    <a:pt x="7881" y="6269"/>
                    <a:pt x="7921" y="6278"/>
                    <a:pt x="7960" y="6278"/>
                  </a:cubicBezTo>
                  <a:cubicBezTo>
                    <a:pt x="8106" y="6278"/>
                    <a:pt x="8239" y="6152"/>
                    <a:pt x="8239" y="5980"/>
                  </a:cubicBezTo>
                  <a:lnTo>
                    <a:pt x="8445" y="4979"/>
                  </a:lnTo>
                  <a:cubicBezTo>
                    <a:pt x="8705" y="3720"/>
                    <a:pt x="8375" y="2395"/>
                    <a:pt x="7545" y="1477"/>
                  </a:cubicBezTo>
                  <a:cubicBezTo>
                    <a:pt x="6729" y="572"/>
                    <a:pt x="5546" y="0"/>
                    <a:pt x="4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32"/>
            <p:cNvSpPr/>
            <p:nvPr/>
          </p:nvSpPr>
          <p:spPr>
            <a:xfrm>
              <a:off x="4800307" y="2886903"/>
              <a:ext cx="230363" cy="50346"/>
            </a:xfrm>
            <a:custGeom>
              <a:rect b="b" l="l" r="r" t="t"/>
              <a:pathLst>
                <a:path extrusionOk="0" h="1699" w="7774">
                  <a:moveTo>
                    <a:pt x="3887" y="1"/>
                  </a:moveTo>
                  <a:cubicBezTo>
                    <a:pt x="2633" y="1"/>
                    <a:pt x="1379" y="390"/>
                    <a:pt x="317" y="1169"/>
                  </a:cubicBezTo>
                  <a:lnTo>
                    <a:pt x="0" y="1400"/>
                  </a:lnTo>
                  <a:cubicBezTo>
                    <a:pt x="0" y="1573"/>
                    <a:pt x="133" y="1698"/>
                    <a:pt x="280" y="1698"/>
                  </a:cubicBezTo>
                  <a:cubicBezTo>
                    <a:pt x="319" y="1698"/>
                    <a:pt x="358" y="1689"/>
                    <a:pt x="397" y="1671"/>
                  </a:cubicBezTo>
                  <a:cubicBezTo>
                    <a:pt x="1447" y="946"/>
                    <a:pt x="2667" y="584"/>
                    <a:pt x="3887" y="584"/>
                  </a:cubicBezTo>
                  <a:cubicBezTo>
                    <a:pt x="5107" y="584"/>
                    <a:pt x="6327" y="946"/>
                    <a:pt x="7378" y="1671"/>
                  </a:cubicBezTo>
                  <a:cubicBezTo>
                    <a:pt x="7416" y="1689"/>
                    <a:pt x="7456" y="1698"/>
                    <a:pt x="7494" y="1698"/>
                  </a:cubicBezTo>
                  <a:cubicBezTo>
                    <a:pt x="7641" y="1698"/>
                    <a:pt x="7774" y="1573"/>
                    <a:pt x="7774" y="1400"/>
                  </a:cubicBezTo>
                  <a:lnTo>
                    <a:pt x="7441" y="1158"/>
                  </a:lnTo>
                  <a:cubicBezTo>
                    <a:pt x="6382" y="386"/>
                    <a:pt x="5135" y="1"/>
                    <a:pt x="3887"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32"/>
            <p:cNvSpPr/>
            <p:nvPr/>
          </p:nvSpPr>
          <p:spPr>
            <a:xfrm>
              <a:off x="4988414" y="2927322"/>
              <a:ext cx="44330" cy="42789"/>
            </a:xfrm>
            <a:custGeom>
              <a:rect b="b" l="l" r="r" t="t"/>
              <a:pathLst>
                <a:path extrusionOk="0" h="1444" w="1496">
                  <a:moveTo>
                    <a:pt x="1428" y="1"/>
                  </a:moveTo>
                  <a:cubicBezTo>
                    <a:pt x="1418" y="1"/>
                    <a:pt x="1409" y="3"/>
                    <a:pt x="1400" y="8"/>
                  </a:cubicBezTo>
                  <a:lnTo>
                    <a:pt x="1" y="745"/>
                  </a:lnTo>
                  <a:lnTo>
                    <a:pt x="5" y="775"/>
                  </a:lnTo>
                  <a:cubicBezTo>
                    <a:pt x="192" y="941"/>
                    <a:pt x="290" y="1194"/>
                    <a:pt x="249" y="1443"/>
                  </a:cubicBezTo>
                  <a:lnTo>
                    <a:pt x="1264" y="481"/>
                  </a:lnTo>
                  <a:cubicBezTo>
                    <a:pt x="1264" y="481"/>
                    <a:pt x="1267" y="481"/>
                    <a:pt x="1267" y="479"/>
                  </a:cubicBezTo>
                  <a:cubicBezTo>
                    <a:pt x="1386" y="374"/>
                    <a:pt x="1463" y="232"/>
                    <a:pt x="1488" y="77"/>
                  </a:cubicBezTo>
                  <a:cubicBezTo>
                    <a:pt x="1495" y="34"/>
                    <a:pt x="1463" y="1"/>
                    <a:pt x="14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32"/>
            <p:cNvSpPr/>
            <p:nvPr/>
          </p:nvSpPr>
          <p:spPr>
            <a:xfrm>
              <a:off x="4797373" y="2927322"/>
              <a:ext cx="44360" cy="42789"/>
            </a:xfrm>
            <a:custGeom>
              <a:rect b="b" l="l" r="r" t="t"/>
              <a:pathLst>
                <a:path extrusionOk="0" h="1444" w="1497">
                  <a:moveTo>
                    <a:pt x="68" y="1"/>
                  </a:moveTo>
                  <a:cubicBezTo>
                    <a:pt x="31" y="1"/>
                    <a:pt x="0" y="34"/>
                    <a:pt x="8" y="77"/>
                  </a:cubicBezTo>
                  <a:cubicBezTo>
                    <a:pt x="32" y="232"/>
                    <a:pt x="110" y="374"/>
                    <a:pt x="228" y="479"/>
                  </a:cubicBezTo>
                  <a:lnTo>
                    <a:pt x="231" y="481"/>
                  </a:lnTo>
                  <a:lnTo>
                    <a:pt x="1248" y="1443"/>
                  </a:lnTo>
                  <a:cubicBezTo>
                    <a:pt x="1206" y="1194"/>
                    <a:pt x="1304" y="941"/>
                    <a:pt x="1491" y="775"/>
                  </a:cubicBezTo>
                  <a:lnTo>
                    <a:pt x="1497" y="745"/>
                  </a:lnTo>
                  <a:lnTo>
                    <a:pt x="98" y="8"/>
                  </a:lnTo>
                  <a:cubicBezTo>
                    <a:pt x="88" y="3"/>
                    <a:pt x="78" y="1"/>
                    <a:pt x="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32"/>
            <p:cNvSpPr/>
            <p:nvPr/>
          </p:nvSpPr>
          <p:spPr>
            <a:xfrm>
              <a:off x="4986606" y="2944776"/>
              <a:ext cx="30670" cy="35174"/>
            </a:xfrm>
            <a:custGeom>
              <a:rect b="b" l="l" r="r" t="t"/>
              <a:pathLst>
                <a:path extrusionOk="0" h="1187" w="1035">
                  <a:moveTo>
                    <a:pt x="483" y="0"/>
                  </a:moveTo>
                  <a:cubicBezTo>
                    <a:pt x="271" y="0"/>
                    <a:pt x="44" y="77"/>
                    <a:pt x="1" y="91"/>
                  </a:cubicBezTo>
                  <a:cubicBezTo>
                    <a:pt x="380" y="256"/>
                    <a:pt x="595" y="689"/>
                    <a:pt x="469" y="1086"/>
                  </a:cubicBezTo>
                  <a:cubicBezTo>
                    <a:pt x="463" y="1148"/>
                    <a:pt x="455" y="1187"/>
                    <a:pt x="455" y="1187"/>
                  </a:cubicBezTo>
                  <a:cubicBezTo>
                    <a:pt x="455" y="1187"/>
                    <a:pt x="1035" y="498"/>
                    <a:pt x="828" y="148"/>
                  </a:cubicBezTo>
                  <a:cubicBezTo>
                    <a:pt x="761" y="35"/>
                    <a:pt x="626" y="0"/>
                    <a:pt x="483"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32"/>
            <p:cNvSpPr/>
            <p:nvPr/>
          </p:nvSpPr>
          <p:spPr>
            <a:xfrm>
              <a:off x="4923519" y="2945309"/>
              <a:ext cx="86438" cy="52983"/>
            </a:xfrm>
            <a:custGeom>
              <a:rect b="b" l="l" r="r" t="t"/>
              <a:pathLst>
                <a:path extrusionOk="0" h="1788" w="2917">
                  <a:moveTo>
                    <a:pt x="1711" y="1"/>
                  </a:moveTo>
                  <a:cubicBezTo>
                    <a:pt x="1295" y="1"/>
                    <a:pt x="787" y="47"/>
                    <a:pt x="403" y="230"/>
                  </a:cubicBezTo>
                  <a:cubicBezTo>
                    <a:pt x="133" y="357"/>
                    <a:pt x="0" y="667"/>
                    <a:pt x="84" y="953"/>
                  </a:cubicBezTo>
                  <a:cubicBezTo>
                    <a:pt x="170" y="1246"/>
                    <a:pt x="361" y="1598"/>
                    <a:pt x="793" y="1685"/>
                  </a:cubicBezTo>
                  <a:cubicBezTo>
                    <a:pt x="1086" y="1744"/>
                    <a:pt x="1343" y="1787"/>
                    <a:pt x="1572" y="1787"/>
                  </a:cubicBezTo>
                  <a:cubicBezTo>
                    <a:pt x="1947" y="1787"/>
                    <a:pt x="2249" y="1671"/>
                    <a:pt x="2520" y="1319"/>
                  </a:cubicBezTo>
                  <a:lnTo>
                    <a:pt x="2556" y="1273"/>
                  </a:lnTo>
                  <a:cubicBezTo>
                    <a:pt x="2916" y="738"/>
                    <a:pt x="2517" y="20"/>
                    <a:pt x="1872" y="3"/>
                  </a:cubicBezTo>
                  <a:cubicBezTo>
                    <a:pt x="1820" y="1"/>
                    <a:pt x="1766" y="1"/>
                    <a:pt x="1711"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32"/>
            <p:cNvSpPr/>
            <p:nvPr/>
          </p:nvSpPr>
          <p:spPr>
            <a:xfrm>
              <a:off x="4933179" y="2953073"/>
              <a:ext cx="62495" cy="38315"/>
            </a:xfrm>
            <a:custGeom>
              <a:rect b="b" l="l" r="r" t="t"/>
              <a:pathLst>
                <a:path extrusionOk="0" h="1293" w="2109">
                  <a:moveTo>
                    <a:pt x="1248" y="1"/>
                  </a:moveTo>
                  <a:cubicBezTo>
                    <a:pt x="945" y="1"/>
                    <a:pt x="573" y="34"/>
                    <a:pt x="291" y="168"/>
                  </a:cubicBezTo>
                  <a:cubicBezTo>
                    <a:pt x="97" y="262"/>
                    <a:pt x="1" y="482"/>
                    <a:pt x="61" y="691"/>
                  </a:cubicBezTo>
                  <a:cubicBezTo>
                    <a:pt x="124" y="902"/>
                    <a:pt x="263" y="1157"/>
                    <a:pt x="574" y="1219"/>
                  </a:cubicBezTo>
                  <a:cubicBezTo>
                    <a:pt x="785" y="1261"/>
                    <a:pt x="970" y="1292"/>
                    <a:pt x="1135" y="1292"/>
                  </a:cubicBezTo>
                  <a:cubicBezTo>
                    <a:pt x="1407" y="1292"/>
                    <a:pt x="1626" y="1209"/>
                    <a:pt x="1821" y="955"/>
                  </a:cubicBezTo>
                  <a:cubicBezTo>
                    <a:pt x="1830" y="942"/>
                    <a:pt x="1838" y="932"/>
                    <a:pt x="1846" y="919"/>
                  </a:cubicBezTo>
                  <a:cubicBezTo>
                    <a:pt x="2109" y="535"/>
                    <a:pt x="1819" y="14"/>
                    <a:pt x="1353" y="2"/>
                  </a:cubicBezTo>
                  <a:cubicBezTo>
                    <a:pt x="1319" y="1"/>
                    <a:pt x="1284" y="1"/>
                    <a:pt x="1248"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32"/>
            <p:cNvSpPr/>
            <p:nvPr/>
          </p:nvSpPr>
          <p:spPr>
            <a:xfrm>
              <a:off x="4812782" y="2944776"/>
              <a:ext cx="30699" cy="35174"/>
            </a:xfrm>
            <a:custGeom>
              <a:rect b="b" l="l" r="r" t="t"/>
              <a:pathLst>
                <a:path extrusionOk="0" h="1187" w="1036">
                  <a:moveTo>
                    <a:pt x="554" y="0"/>
                  </a:moveTo>
                  <a:cubicBezTo>
                    <a:pt x="411" y="0"/>
                    <a:pt x="275" y="35"/>
                    <a:pt x="209" y="148"/>
                  </a:cubicBezTo>
                  <a:cubicBezTo>
                    <a:pt x="1" y="498"/>
                    <a:pt x="582" y="1187"/>
                    <a:pt x="582" y="1187"/>
                  </a:cubicBezTo>
                  <a:cubicBezTo>
                    <a:pt x="582" y="1187"/>
                    <a:pt x="574" y="1148"/>
                    <a:pt x="568" y="1086"/>
                  </a:cubicBezTo>
                  <a:cubicBezTo>
                    <a:pt x="442" y="689"/>
                    <a:pt x="658" y="256"/>
                    <a:pt x="1036" y="91"/>
                  </a:cubicBezTo>
                  <a:cubicBezTo>
                    <a:pt x="993" y="77"/>
                    <a:pt x="766" y="0"/>
                    <a:pt x="554"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32"/>
            <p:cNvSpPr/>
            <p:nvPr/>
          </p:nvSpPr>
          <p:spPr>
            <a:xfrm>
              <a:off x="4820161" y="2945309"/>
              <a:ext cx="86379" cy="52983"/>
            </a:xfrm>
            <a:custGeom>
              <a:rect b="b" l="l" r="r" t="t"/>
              <a:pathLst>
                <a:path extrusionOk="0" h="1788" w="2915">
                  <a:moveTo>
                    <a:pt x="1204" y="1"/>
                  </a:moveTo>
                  <a:cubicBezTo>
                    <a:pt x="1149" y="1"/>
                    <a:pt x="1095" y="1"/>
                    <a:pt x="1043" y="3"/>
                  </a:cubicBezTo>
                  <a:cubicBezTo>
                    <a:pt x="401" y="20"/>
                    <a:pt x="0" y="738"/>
                    <a:pt x="359" y="1273"/>
                  </a:cubicBezTo>
                  <a:lnTo>
                    <a:pt x="395" y="1319"/>
                  </a:lnTo>
                  <a:cubicBezTo>
                    <a:pt x="666" y="1671"/>
                    <a:pt x="968" y="1787"/>
                    <a:pt x="1343" y="1787"/>
                  </a:cubicBezTo>
                  <a:cubicBezTo>
                    <a:pt x="1572" y="1787"/>
                    <a:pt x="1829" y="1744"/>
                    <a:pt x="2122" y="1685"/>
                  </a:cubicBezTo>
                  <a:cubicBezTo>
                    <a:pt x="2554" y="1598"/>
                    <a:pt x="2745" y="1246"/>
                    <a:pt x="2831" y="953"/>
                  </a:cubicBezTo>
                  <a:cubicBezTo>
                    <a:pt x="2915" y="667"/>
                    <a:pt x="2783" y="357"/>
                    <a:pt x="2512" y="230"/>
                  </a:cubicBezTo>
                  <a:cubicBezTo>
                    <a:pt x="2128" y="47"/>
                    <a:pt x="1620" y="1"/>
                    <a:pt x="120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32"/>
            <p:cNvSpPr/>
            <p:nvPr/>
          </p:nvSpPr>
          <p:spPr>
            <a:xfrm>
              <a:off x="4834443" y="2953073"/>
              <a:ext cx="62436" cy="38315"/>
            </a:xfrm>
            <a:custGeom>
              <a:rect b="b" l="l" r="r" t="t"/>
              <a:pathLst>
                <a:path extrusionOk="0" h="1293" w="2107">
                  <a:moveTo>
                    <a:pt x="860" y="1"/>
                  </a:moveTo>
                  <a:cubicBezTo>
                    <a:pt x="823" y="1"/>
                    <a:pt x="788" y="1"/>
                    <a:pt x="754" y="2"/>
                  </a:cubicBezTo>
                  <a:cubicBezTo>
                    <a:pt x="289" y="14"/>
                    <a:pt x="0" y="535"/>
                    <a:pt x="258" y="919"/>
                  </a:cubicBezTo>
                  <a:cubicBezTo>
                    <a:pt x="266" y="932"/>
                    <a:pt x="274" y="942"/>
                    <a:pt x="285" y="955"/>
                  </a:cubicBezTo>
                  <a:cubicBezTo>
                    <a:pt x="480" y="1209"/>
                    <a:pt x="698" y="1292"/>
                    <a:pt x="970" y="1292"/>
                  </a:cubicBezTo>
                  <a:cubicBezTo>
                    <a:pt x="1135" y="1292"/>
                    <a:pt x="1320" y="1261"/>
                    <a:pt x="1531" y="1219"/>
                  </a:cubicBezTo>
                  <a:cubicBezTo>
                    <a:pt x="1842" y="1157"/>
                    <a:pt x="1982" y="902"/>
                    <a:pt x="2044" y="691"/>
                  </a:cubicBezTo>
                  <a:cubicBezTo>
                    <a:pt x="2106" y="482"/>
                    <a:pt x="2010" y="262"/>
                    <a:pt x="1816" y="168"/>
                  </a:cubicBezTo>
                  <a:cubicBezTo>
                    <a:pt x="1534" y="34"/>
                    <a:pt x="1162" y="1"/>
                    <a:pt x="860"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32"/>
            <p:cNvSpPr/>
            <p:nvPr/>
          </p:nvSpPr>
          <p:spPr>
            <a:xfrm>
              <a:off x="4899339" y="2967800"/>
              <a:ext cx="31055" cy="12238"/>
            </a:xfrm>
            <a:custGeom>
              <a:rect b="b" l="l" r="r" t="t"/>
              <a:pathLst>
                <a:path extrusionOk="0" h="413" w="1048">
                  <a:moveTo>
                    <a:pt x="205" y="1"/>
                  </a:moveTo>
                  <a:cubicBezTo>
                    <a:pt x="94" y="1"/>
                    <a:pt x="0" y="94"/>
                    <a:pt x="0" y="208"/>
                  </a:cubicBezTo>
                  <a:cubicBezTo>
                    <a:pt x="0" y="320"/>
                    <a:pt x="94" y="413"/>
                    <a:pt x="205" y="413"/>
                  </a:cubicBezTo>
                  <a:lnTo>
                    <a:pt x="841" y="413"/>
                  </a:lnTo>
                  <a:cubicBezTo>
                    <a:pt x="955" y="413"/>
                    <a:pt x="1048" y="320"/>
                    <a:pt x="1048" y="208"/>
                  </a:cubicBezTo>
                  <a:cubicBezTo>
                    <a:pt x="1048" y="94"/>
                    <a:pt x="955" y="1"/>
                    <a:pt x="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71" name="Shape 9671"/>
        <p:cNvGrpSpPr/>
        <p:nvPr/>
      </p:nvGrpSpPr>
      <p:grpSpPr>
        <a:xfrm>
          <a:off x="0" y="0"/>
          <a:ext cx="0" cy="0"/>
          <a:chOff x="0" y="0"/>
          <a:chExt cx="0" cy="0"/>
        </a:xfrm>
      </p:grpSpPr>
      <p:sp>
        <p:nvSpPr>
          <p:cNvPr id="9672" name="Google Shape;9672;p33"/>
          <p:cNvSpPr txBox="1"/>
          <p:nvPr>
            <p:ph idx="15"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Preparation for triathlon</a:t>
            </a:r>
            <a:endParaRPr/>
          </a:p>
        </p:txBody>
      </p:sp>
      <p:sp>
        <p:nvSpPr>
          <p:cNvPr id="9673" name="Google Shape;9673;p33"/>
          <p:cNvSpPr txBox="1"/>
          <p:nvPr>
            <p:ph type="title"/>
          </p:nvPr>
        </p:nvSpPr>
        <p:spPr>
          <a:xfrm>
            <a:off x="720000" y="1981950"/>
            <a:ext cx="20118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Training</a:t>
            </a:r>
            <a:endParaRPr/>
          </a:p>
        </p:txBody>
      </p:sp>
      <p:sp>
        <p:nvSpPr>
          <p:cNvPr id="9674" name="Google Shape;9674;p33"/>
          <p:cNvSpPr txBox="1"/>
          <p:nvPr>
            <p:ph idx="1" type="subTitle"/>
          </p:nvPr>
        </p:nvSpPr>
        <p:spPr>
          <a:xfrm>
            <a:off x="720000" y="2286750"/>
            <a:ext cx="20118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a:t>
            </a:r>
            <a:r>
              <a:rPr lang="en"/>
              <a:t>s the closest planet to the Sun</a:t>
            </a:r>
            <a:endParaRPr/>
          </a:p>
        </p:txBody>
      </p:sp>
      <p:sp>
        <p:nvSpPr>
          <p:cNvPr id="9675" name="Google Shape;9675;p33"/>
          <p:cNvSpPr txBox="1"/>
          <p:nvPr>
            <p:ph idx="2" type="title"/>
          </p:nvPr>
        </p:nvSpPr>
        <p:spPr>
          <a:xfrm>
            <a:off x="3566100" y="1981950"/>
            <a:ext cx="20118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Healthy food</a:t>
            </a:r>
            <a:endParaRPr/>
          </a:p>
        </p:txBody>
      </p:sp>
      <p:sp>
        <p:nvSpPr>
          <p:cNvPr id="9676" name="Google Shape;9676;p33"/>
          <p:cNvSpPr txBox="1"/>
          <p:nvPr>
            <p:ph idx="3" type="subTitle"/>
          </p:nvPr>
        </p:nvSpPr>
        <p:spPr>
          <a:xfrm>
            <a:off x="3566100" y="2286750"/>
            <a:ext cx="20118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9677" name="Google Shape;9677;p33"/>
          <p:cNvSpPr txBox="1"/>
          <p:nvPr>
            <p:ph idx="4" type="title"/>
          </p:nvPr>
        </p:nvSpPr>
        <p:spPr>
          <a:xfrm>
            <a:off x="720000" y="3737700"/>
            <a:ext cx="20118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Get hydrate</a:t>
            </a:r>
            <a:endParaRPr/>
          </a:p>
        </p:txBody>
      </p:sp>
      <p:sp>
        <p:nvSpPr>
          <p:cNvPr id="9678" name="Google Shape;9678;p33"/>
          <p:cNvSpPr txBox="1"/>
          <p:nvPr>
            <p:ph idx="5" type="subTitle"/>
          </p:nvPr>
        </p:nvSpPr>
        <p:spPr>
          <a:xfrm>
            <a:off x="720000" y="4042500"/>
            <a:ext cx="20118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9679" name="Google Shape;9679;p33"/>
          <p:cNvSpPr txBox="1"/>
          <p:nvPr>
            <p:ph idx="6" type="title"/>
          </p:nvPr>
        </p:nvSpPr>
        <p:spPr>
          <a:xfrm>
            <a:off x="3566100" y="3737700"/>
            <a:ext cx="20118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No smoking</a:t>
            </a:r>
            <a:endParaRPr/>
          </a:p>
        </p:txBody>
      </p:sp>
      <p:sp>
        <p:nvSpPr>
          <p:cNvPr id="9680" name="Google Shape;9680;p33"/>
          <p:cNvSpPr txBox="1"/>
          <p:nvPr>
            <p:ph idx="7" type="subTitle"/>
          </p:nvPr>
        </p:nvSpPr>
        <p:spPr>
          <a:xfrm>
            <a:off x="3566100" y="4042500"/>
            <a:ext cx="20118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a:t>
            </a:r>
            <a:r>
              <a:rPr lang="en"/>
              <a:t>s composed </a:t>
            </a:r>
            <a:br>
              <a:rPr lang="en"/>
            </a:br>
            <a:r>
              <a:rPr lang="en"/>
              <a:t>of hydrogen</a:t>
            </a:r>
            <a:endParaRPr/>
          </a:p>
        </p:txBody>
      </p:sp>
      <p:sp>
        <p:nvSpPr>
          <p:cNvPr id="9681" name="Google Shape;9681;p33"/>
          <p:cNvSpPr txBox="1"/>
          <p:nvPr>
            <p:ph idx="8" type="title"/>
          </p:nvPr>
        </p:nvSpPr>
        <p:spPr>
          <a:xfrm>
            <a:off x="6412195" y="1981950"/>
            <a:ext cx="20118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Sleep well</a:t>
            </a:r>
            <a:endParaRPr/>
          </a:p>
        </p:txBody>
      </p:sp>
      <p:sp>
        <p:nvSpPr>
          <p:cNvPr id="9682" name="Google Shape;9682;p33"/>
          <p:cNvSpPr txBox="1"/>
          <p:nvPr>
            <p:ph idx="9" type="subTitle"/>
          </p:nvPr>
        </p:nvSpPr>
        <p:spPr>
          <a:xfrm>
            <a:off x="6412195" y="2286750"/>
            <a:ext cx="20118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9683" name="Google Shape;9683;p33"/>
          <p:cNvSpPr txBox="1"/>
          <p:nvPr>
            <p:ph idx="13" type="title"/>
          </p:nvPr>
        </p:nvSpPr>
        <p:spPr>
          <a:xfrm>
            <a:off x="6412195" y="3737700"/>
            <a:ext cx="20118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Health care</a:t>
            </a:r>
            <a:endParaRPr/>
          </a:p>
        </p:txBody>
      </p:sp>
      <p:sp>
        <p:nvSpPr>
          <p:cNvPr id="9684" name="Google Shape;9684;p33"/>
          <p:cNvSpPr txBox="1"/>
          <p:nvPr>
            <p:ph idx="14" type="subTitle"/>
          </p:nvPr>
        </p:nvSpPr>
        <p:spPr>
          <a:xfrm>
            <a:off x="6412195" y="4042500"/>
            <a:ext cx="20118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a:t>
            </a:r>
            <a:r>
              <a:rPr lang="en"/>
              <a:t>s the farthest planet from the Sun</a:t>
            </a:r>
            <a:endParaRPr/>
          </a:p>
        </p:txBody>
      </p:sp>
      <p:grpSp>
        <p:nvGrpSpPr>
          <p:cNvPr id="9685" name="Google Shape;9685;p33"/>
          <p:cNvGrpSpPr/>
          <p:nvPr/>
        </p:nvGrpSpPr>
        <p:grpSpPr>
          <a:xfrm>
            <a:off x="7153799" y="1349129"/>
            <a:ext cx="528593" cy="548503"/>
            <a:chOff x="8020026" y="3403813"/>
            <a:chExt cx="395712" cy="413403"/>
          </a:xfrm>
        </p:grpSpPr>
        <p:sp>
          <p:nvSpPr>
            <p:cNvPr id="9686" name="Google Shape;9686;p33"/>
            <p:cNvSpPr/>
            <p:nvPr/>
          </p:nvSpPr>
          <p:spPr>
            <a:xfrm>
              <a:off x="8020026" y="3421563"/>
              <a:ext cx="393905" cy="333929"/>
            </a:xfrm>
            <a:custGeom>
              <a:rect b="b" l="l" r="r" t="t"/>
              <a:pathLst>
                <a:path extrusionOk="0" h="11269" w="13293">
                  <a:moveTo>
                    <a:pt x="6677" y="0"/>
                  </a:moveTo>
                  <a:cubicBezTo>
                    <a:pt x="2991" y="0"/>
                    <a:pt x="1" y="2989"/>
                    <a:pt x="1" y="6677"/>
                  </a:cubicBezTo>
                  <a:cubicBezTo>
                    <a:pt x="1" y="8455"/>
                    <a:pt x="697" y="10071"/>
                    <a:pt x="1832" y="11268"/>
                  </a:cubicBezTo>
                  <a:lnTo>
                    <a:pt x="11558" y="11229"/>
                  </a:lnTo>
                  <a:cubicBezTo>
                    <a:pt x="12481" y="10241"/>
                    <a:pt x="13106" y="8969"/>
                    <a:pt x="13292" y="7559"/>
                  </a:cubicBezTo>
                  <a:lnTo>
                    <a:pt x="12420" y="3276"/>
                  </a:lnTo>
                  <a:cubicBezTo>
                    <a:pt x="11256" y="1314"/>
                    <a:pt x="9122" y="0"/>
                    <a:pt x="6677"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33"/>
            <p:cNvSpPr/>
            <p:nvPr/>
          </p:nvSpPr>
          <p:spPr>
            <a:xfrm>
              <a:off x="8211126" y="3403813"/>
              <a:ext cx="13868" cy="22580"/>
            </a:xfrm>
            <a:custGeom>
              <a:rect b="b" l="l" r="r" t="t"/>
              <a:pathLst>
                <a:path extrusionOk="0" h="762" w="468">
                  <a:moveTo>
                    <a:pt x="234" y="1"/>
                  </a:moveTo>
                  <a:cubicBezTo>
                    <a:pt x="105" y="1"/>
                    <a:pt x="1" y="107"/>
                    <a:pt x="1" y="234"/>
                  </a:cubicBezTo>
                  <a:lnTo>
                    <a:pt x="1" y="528"/>
                  </a:lnTo>
                  <a:cubicBezTo>
                    <a:pt x="1" y="657"/>
                    <a:pt x="105" y="761"/>
                    <a:pt x="234" y="761"/>
                  </a:cubicBezTo>
                  <a:cubicBezTo>
                    <a:pt x="362" y="761"/>
                    <a:pt x="466" y="657"/>
                    <a:pt x="467" y="528"/>
                  </a:cubicBezTo>
                  <a:lnTo>
                    <a:pt x="467" y="234"/>
                  </a:lnTo>
                  <a:cubicBezTo>
                    <a:pt x="467" y="107"/>
                    <a:pt x="362" y="1"/>
                    <a:pt x="234"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33"/>
            <p:cNvSpPr/>
            <p:nvPr/>
          </p:nvSpPr>
          <p:spPr>
            <a:xfrm>
              <a:off x="8211126" y="3431401"/>
              <a:ext cx="13868" cy="70703"/>
            </a:xfrm>
            <a:custGeom>
              <a:rect b="b" l="l" r="r" t="t"/>
              <a:pathLst>
                <a:path extrusionOk="0" h="2386" w="468">
                  <a:moveTo>
                    <a:pt x="234" y="1"/>
                  </a:moveTo>
                  <a:cubicBezTo>
                    <a:pt x="105" y="1"/>
                    <a:pt x="1" y="105"/>
                    <a:pt x="1" y="234"/>
                  </a:cubicBezTo>
                  <a:lnTo>
                    <a:pt x="1" y="2152"/>
                  </a:lnTo>
                  <a:cubicBezTo>
                    <a:pt x="1" y="2280"/>
                    <a:pt x="105" y="2385"/>
                    <a:pt x="234" y="2385"/>
                  </a:cubicBezTo>
                  <a:cubicBezTo>
                    <a:pt x="362" y="2385"/>
                    <a:pt x="466" y="2280"/>
                    <a:pt x="467" y="2152"/>
                  </a:cubicBezTo>
                  <a:lnTo>
                    <a:pt x="467" y="234"/>
                  </a:lnTo>
                  <a:cubicBezTo>
                    <a:pt x="467" y="105"/>
                    <a:pt x="362" y="1"/>
                    <a:pt x="234"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33"/>
            <p:cNvSpPr/>
            <p:nvPr/>
          </p:nvSpPr>
          <p:spPr>
            <a:xfrm>
              <a:off x="8339968" y="3406983"/>
              <a:ext cx="29514" cy="27469"/>
            </a:xfrm>
            <a:custGeom>
              <a:rect b="b" l="l" r="r" t="t"/>
              <a:pathLst>
                <a:path extrusionOk="0" h="927" w="996">
                  <a:moveTo>
                    <a:pt x="537" y="0"/>
                  </a:moveTo>
                  <a:cubicBezTo>
                    <a:pt x="399" y="0"/>
                    <a:pt x="264" y="72"/>
                    <a:pt x="190" y="202"/>
                  </a:cubicBezTo>
                  <a:lnTo>
                    <a:pt x="1" y="527"/>
                  </a:lnTo>
                  <a:cubicBezTo>
                    <a:pt x="128" y="570"/>
                    <a:pt x="249" y="628"/>
                    <a:pt x="366" y="694"/>
                  </a:cubicBezTo>
                  <a:cubicBezTo>
                    <a:pt x="482" y="763"/>
                    <a:pt x="594" y="841"/>
                    <a:pt x="697" y="926"/>
                  </a:cubicBezTo>
                  <a:lnTo>
                    <a:pt x="885" y="601"/>
                  </a:lnTo>
                  <a:cubicBezTo>
                    <a:pt x="995" y="410"/>
                    <a:pt x="930" y="164"/>
                    <a:pt x="737" y="54"/>
                  </a:cubicBezTo>
                  <a:cubicBezTo>
                    <a:pt x="674" y="18"/>
                    <a:pt x="605" y="0"/>
                    <a:pt x="5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33"/>
            <p:cNvSpPr/>
            <p:nvPr/>
          </p:nvSpPr>
          <p:spPr>
            <a:xfrm>
              <a:off x="8066371" y="3406924"/>
              <a:ext cx="29603" cy="27558"/>
            </a:xfrm>
            <a:custGeom>
              <a:rect b="b" l="l" r="r" t="t"/>
              <a:pathLst>
                <a:path extrusionOk="0" h="930" w="999">
                  <a:moveTo>
                    <a:pt x="460" y="0"/>
                  </a:moveTo>
                  <a:cubicBezTo>
                    <a:pt x="392" y="0"/>
                    <a:pt x="323" y="18"/>
                    <a:pt x="260" y="54"/>
                  </a:cubicBezTo>
                  <a:cubicBezTo>
                    <a:pt x="67" y="165"/>
                    <a:pt x="0" y="410"/>
                    <a:pt x="111" y="603"/>
                  </a:cubicBezTo>
                  <a:lnTo>
                    <a:pt x="300" y="930"/>
                  </a:lnTo>
                  <a:cubicBezTo>
                    <a:pt x="403" y="843"/>
                    <a:pt x="512" y="765"/>
                    <a:pt x="630" y="696"/>
                  </a:cubicBezTo>
                  <a:cubicBezTo>
                    <a:pt x="746" y="630"/>
                    <a:pt x="871" y="572"/>
                    <a:pt x="998" y="529"/>
                  </a:cubicBezTo>
                  <a:lnTo>
                    <a:pt x="809" y="202"/>
                  </a:lnTo>
                  <a:cubicBezTo>
                    <a:pt x="735" y="73"/>
                    <a:pt x="599" y="0"/>
                    <a:pt x="4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33"/>
            <p:cNvSpPr/>
            <p:nvPr/>
          </p:nvSpPr>
          <p:spPr>
            <a:xfrm>
              <a:off x="8107086" y="3486695"/>
              <a:ext cx="41160" cy="35944"/>
            </a:xfrm>
            <a:custGeom>
              <a:rect b="b" l="l" r="r" t="t"/>
              <a:pathLst>
                <a:path extrusionOk="0" h="1213" w="1389">
                  <a:moveTo>
                    <a:pt x="1033" y="0"/>
                  </a:moveTo>
                  <a:lnTo>
                    <a:pt x="0" y="596"/>
                  </a:lnTo>
                  <a:lnTo>
                    <a:pt x="358" y="1213"/>
                  </a:lnTo>
                  <a:cubicBezTo>
                    <a:pt x="678" y="980"/>
                    <a:pt x="1023" y="779"/>
                    <a:pt x="1389" y="616"/>
                  </a:cubicBezTo>
                  <a:lnTo>
                    <a:pt x="1033" y="0"/>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33"/>
            <p:cNvSpPr/>
            <p:nvPr/>
          </p:nvSpPr>
          <p:spPr>
            <a:xfrm>
              <a:off x="8288793" y="3485539"/>
              <a:ext cx="42137" cy="36833"/>
            </a:xfrm>
            <a:custGeom>
              <a:rect b="b" l="l" r="r" t="t"/>
              <a:pathLst>
                <a:path extrusionOk="0" h="1243" w="1422">
                  <a:moveTo>
                    <a:pt x="364" y="0"/>
                  </a:moveTo>
                  <a:lnTo>
                    <a:pt x="1" y="630"/>
                  </a:lnTo>
                  <a:cubicBezTo>
                    <a:pt x="374" y="798"/>
                    <a:pt x="727" y="1003"/>
                    <a:pt x="1056" y="1242"/>
                  </a:cubicBezTo>
                  <a:lnTo>
                    <a:pt x="1421" y="610"/>
                  </a:lnTo>
                  <a:lnTo>
                    <a:pt x="364" y="0"/>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33"/>
            <p:cNvSpPr/>
            <p:nvPr/>
          </p:nvSpPr>
          <p:spPr>
            <a:xfrm>
              <a:off x="8043139" y="3481213"/>
              <a:ext cx="349782" cy="336003"/>
            </a:xfrm>
            <a:custGeom>
              <a:rect b="b" l="l" r="r" t="t"/>
              <a:pathLst>
                <a:path extrusionOk="0" h="11339" w="11804">
                  <a:moveTo>
                    <a:pt x="5903" y="0"/>
                  </a:moveTo>
                  <a:cubicBezTo>
                    <a:pt x="2643" y="0"/>
                    <a:pt x="1" y="2643"/>
                    <a:pt x="1" y="5902"/>
                  </a:cubicBezTo>
                  <a:cubicBezTo>
                    <a:pt x="1" y="7135"/>
                    <a:pt x="380" y="8281"/>
                    <a:pt x="1027" y="9226"/>
                  </a:cubicBezTo>
                  <a:cubicBezTo>
                    <a:pt x="2246" y="10527"/>
                    <a:pt x="3977" y="11338"/>
                    <a:pt x="5898" y="11338"/>
                  </a:cubicBezTo>
                  <a:cubicBezTo>
                    <a:pt x="7840" y="11338"/>
                    <a:pt x="9587" y="10511"/>
                    <a:pt x="10804" y="9190"/>
                  </a:cubicBezTo>
                  <a:cubicBezTo>
                    <a:pt x="11437" y="8251"/>
                    <a:pt x="11804" y="7120"/>
                    <a:pt x="11804" y="5902"/>
                  </a:cubicBezTo>
                  <a:lnTo>
                    <a:pt x="11804" y="5884"/>
                  </a:lnTo>
                  <a:cubicBezTo>
                    <a:pt x="11572" y="5960"/>
                    <a:pt x="11326" y="6000"/>
                    <a:pt x="11070" y="6000"/>
                  </a:cubicBezTo>
                  <a:lnTo>
                    <a:pt x="10573" y="6000"/>
                  </a:lnTo>
                  <a:cubicBezTo>
                    <a:pt x="10430" y="6000"/>
                    <a:pt x="10297" y="6069"/>
                    <a:pt x="10218" y="6184"/>
                  </a:cubicBezTo>
                  <a:cubicBezTo>
                    <a:pt x="9920" y="6613"/>
                    <a:pt x="9447" y="6930"/>
                    <a:pt x="9104" y="7120"/>
                  </a:cubicBezTo>
                  <a:cubicBezTo>
                    <a:pt x="9088" y="7128"/>
                    <a:pt x="9073" y="7131"/>
                    <a:pt x="9059" y="7131"/>
                  </a:cubicBezTo>
                  <a:cubicBezTo>
                    <a:pt x="9034" y="7131"/>
                    <a:pt x="9013" y="7120"/>
                    <a:pt x="8998" y="7107"/>
                  </a:cubicBezTo>
                  <a:cubicBezTo>
                    <a:pt x="8976" y="7085"/>
                    <a:pt x="8959" y="7042"/>
                    <a:pt x="8984" y="7000"/>
                  </a:cubicBezTo>
                  <a:cubicBezTo>
                    <a:pt x="9107" y="6782"/>
                    <a:pt x="9192" y="6527"/>
                    <a:pt x="9240" y="6241"/>
                  </a:cubicBezTo>
                  <a:cubicBezTo>
                    <a:pt x="9275" y="6052"/>
                    <a:pt x="9170" y="5859"/>
                    <a:pt x="8995" y="5775"/>
                  </a:cubicBezTo>
                  <a:cubicBezTo>
                    <a:pt x="8155" y="5382"/>
                    <a:pt x="7613" y="4531"/>
                    <a:pt x="7613" y="3611"/>
                  </a:cubicBezTo>
                  <a:cubicBezTo>
                    <a:pt x="7613" y="2447"/>
                    <a:pt x="8451" y="1475"/>
                    <a:pt x="9554" y="1266"/>
                  </a:cubicBezTo>
                  <a:cubicBezTo>
                    <a:pt x="8549" y="473"/>
                    <a:pt x="7280" y="0"/>
                    <a:pt x="5903"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33"/>
            <p:cNvSpPr/>
            <p:nvPr/>
          </p:nvSpPr>
          <p:spPr>
            <a:xfrm>
              <a:off x="8071883" y="3509986"/>
              <a:ext cx="292206" cy="292206"/>
            </a:xfrm>
            <a:custGeom>
              <a:rect b="b" l="l" r="r" t="t"/>
              <a:pathLst>
                <a:path extrusionOk="0" h="9861" w="9861">
                  <a:moveTo>
                    <a:pt x="4931" y="1"/>
                  </a:moveTo>
                  <a:cubicBezTo>
                    <a:pt x="2208" y="1"/>
                    <a:pt x="1" y="2208"/>
                    <a:pt x="1" y="4931"/>
                  </a:cubicBezTo>
                  <a:cubicBezTo>
                    <a:pt x="1" y="7653"/>
                    <a:pt x="2208" y="9860"/>
                    <a:pt x="4931" y="9860"/>
                  </a:cubicBezTo>
                  <a:cubicBezTo>
                    <a:pt x="7622" y="9860"/>
                    <a:pt x="9808" y="7706"/>
                    <a:pt x="9861" y="5028"/>
                  </a:cubicBezTo>
                  <a:lnTo>
                    <a:pt x="9603" y="5028"/>
                  </a:lnTo>
                  <a:lnTo>
                    <a:pt x="9603" y="5029"/>
                  </a:lnTo>
                  <a:cubicBezTo>
                    <a:pt x="9460" y="5029"/>
                    <a:pt x="9327" y="5098"/>
                    <a:pt x="9248" y="5213"/>
                  </a:cubicBezTo>
                  <a:cubicBezTo>
                    <a:pt x="8950" y="5642"/>
                    <a:pt x="8477" y="5959"/>
                    <a:pt x="8134" y="6149"/>
                  </a:cubicBezTo>
                  <a:cubicBezTo>
                    <a:pt x="8118" y="6157"/>
                    <a:pt x="8103" y="6160"/>
                    <a:pt x="8089" y="6160"/>
                  </a:cubicBezTo>
                  <a:cubicBezTo>
                    <a:pt x="8064" y="6160"/>
                    <a:pt x="8043" y="6149"/>
                    <a:pt x="8028" y="6136"/>
                  </a:cubicBezTo>
                  <a:cubicBezTo>
                    <a:pt x="8006" y="6114"/>
                    <a:pt x="7989" y="6071"/>
                    <a:pt x="8014" y="6029"/>
                  </a:cubicBezTo>
                  <a:cubicBezTo>
                    <a:pt x="8135" y="5811"/>
                    <a:pt x="8222" y="5556"/>
                    <a:pt x="8269" y="5270"/>
                  </a:cubicBezTo>
                  <a:cubicBezTo>
                    <a:pt x="8301" y="5081"/>
                    <a:pt x="8199" y="4888"/>
                    <a:pt x="8022" y="4804"/>
                  </a:cubicBezTo>
                  <a:cubicBezTo>
                    <a:pt x="7182" y="4411"/>
                    <a:pt x="6641" y="3560"/>
                    <a:pt x="6641" y="2640"/>
                  </a:cubicBezTo>
                  <a:cubicBezTo>
                    <a:pt x="6641" y="1877"/>
                    <a:pt x="7000" y="1196"/>
                    <a:pt x="7560" y="759"/>
                  </a:cubicBezTo>
                  <a:cubicBezTo>
                    <a:pt x="6798" y="279"/>
                    <a:pt x="5898" y="1"/>
                    <a:pt x="4931"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33"/>
            <p:cNvSpPr/>
            <p:nvPr/>
          </p:nvSpPr>
          <p:spPr>
            <a:xfrm>
              <a:off x="8089159" y="3527262"/>
              <a:ext cx="257418" cy="257655"/>
            </a:xfrm>
            <a:custGeom>
              <a:rect b="b" l="l" r="r" t="t"/>
              <a:pathLst>
                <a:path extrusionOk="0" h="8695" w="8687">
                  <a:moveTo>
                    <a:pt x="4348" y="1"/>
                  </a:moveTo>
                  <a:cubicBezTo>
                    <a:pt x="1948" y="1"/>
                    <a:pt x="1" y="1948"/>
                    <a:pt x="1" y="4348"/>
                  </a:cubicBezTo>
                  <a:cubicBezTo>
                    <a:pt x="1" y="6747"/>
                    <a:pt x="1945" y="8695"/>
                    <a:pt x="4348" y="8695"/>
                  </a:cubicBezTo>
                  <a:cubicBezTo>
                    <a:pt x="6665" y="8695"/>
                    <a:pt x="8555" y="6884"/>
                    <a:pt x="8687" y="4602"/>
                  </a:cubicBezTo>
                  <a:lnTo>
                    <a:pt x="8687" y="4602"/>
                  </a:lnTo>
                  <a:cubicBezTo>
                    <a:pt x="8681" y="4613"/>
                    <a:pt x="8673" y="4620"/>
                    <a:pt x="8665" y="4630"/>
                  </a:cubicBezTo>
                  <a:cubicBezTo>
                    <a:pt x="8367" y="5059"/>
                    <a:pt x="7894" y="5376"/>
                    <a:pt x="7551" y="5566"/>
                  </a:cubicBezTo>
                  <a:cubicBezTo>
                    <a:pt x="7535" y="5574"/>
                    <a:pt x="7520" y="5577"/>
                    <a:pt x="7506" y="5577"/>
                  </a:cubicBezTo>
                  <a:cubicBezTo>
                    <a:pt x="7481" y="5577"/>
                    <a:pt x="7460" y="5566"/>
                    <a:pt x="7445" y="5553"/>
                  </a:cubicBezTo>
                  <a:cubicBezTo>
                    <a:pt x="7423" y="5531"/>
                    <a:pt x="7406" y="5488"/>
                    <a:pt x="7431" y="5446"/>
                  </a:cubicBezTo>
                  <a:cubicBezTo>
                    <a:pt x="7552" y="5228"/>
                    <a:pt x="7639" y="4973"/>
                    <a:pt x="7686" y="4687"/>
                  </a:cubicBezTo>
                  <a:cubicBezTo>
                    <a:pt x="7718" y="4498"/>
                    <a:pt x="7616" y="4305"/>
                    <a:pt x="7439" y="4221"/>
                  </a:cubicBezTo>
                  <a:cubicBezTo>
                    <a:pt x="6599" y="3828"/>
                    <a:pt x="6058" y="2977"/>
                    <a:pt x="6058" y="2057"/>
                  </a:cubicBezTo>
                  <a:cubicBezTo>
                    <a:pt x="6058" y="1509"/>
                    <a:pt x="6242" y="1006"/>
                    <a:pt x="6553" y="602"/>
                  </a:cubicBezTo>
                  <a:cubicBezTo>
                    <a:pt x="5906" y="221"/>
                    <a:pt x="5152" y="1"/>
                    <a:pt x="43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33"/>
            <p:cNvSpPr/>
            <p:nvPr/>
          </p:nvSpPr>
          <p:spPr>
            <a:xfrm>
              <a:off x="8130674" y="3553694"/>
              <a:ext cx="187307" cy="188966"/>
            </a:xfrm>
            <a:custGeom>
              <a:rect b="b" l="l" r="r" t="t"/>
              <a:pathLst>
                <a:path extrusionOk="0" h="6377" w="6321">
                  <a:moveTo>
                    <a:pt x="2951" y="0"/>
                  </a:moveTo>
                  <a:cubicBezTo>
                    <a:pt x="1743" y="0"/>
                    <a:pt x="681" y="617"/>
                    <a:pt x="61" y="1555"/>
                  </a:cubicBezTo>
                  <a:cubicBezTo>
                    <a:pt x="0" y="1649"/>
                    <a:pt x="30" y="1773"/>
                    <a:pt x="125" y="1827"/>
                  </a:cubicBezTo>
                  <a:lnTo>
                    <a:pt x="2379" y="3130"/>
                  </a:lnTo>
                  <a:cubicBezTo>
                    <a:pt x="2494" y="2929"/>
                    <a:pt x="2711" y="2795"/>
                    <a:pt x="2958" y="2795"/>
                  </a:cubicBezTo>
                  <a:cubicBezTo>
                    <a:pt x="2987" y="2795"/>
                    <a:pt x="3016" y="2797"/>
                    <a:pt x="3045" y="2800"/>
                  </a:cubicBezTo>
                  <a:cubicBezTo>
                    <a:pt x="3339" y="2839"/>
                    <a:pt x="3574" y="3077"/>
                    <a:pt x="3613" y="3371"/>
                  </a:cubicBezTo>
                  <a:cubicBezTo>
                    <a:pt x="3650" y="3654"/>
                    <a:pt x="3506" y="3910"/>
                    <a:pt x="3283" y="4039"/>
                  </a:cubicBezTo>
                  <a:lnTo>
                    <a:pt x="4577" y="6281"/>
                  </a:lnTo>
                  <a:cubicBezTo>
                    <a:pt x="4612" y="6342"/>
                    <a:pt x="4677" y="6377"/>
                    <a:pt x="4743" y="6377"/>
                  </a:cubicBezTo>
                  <a:cubicBezTo>
                    <a:pt x="4780" y="6377"/>
                    <a:pt x="4816" y="6366"/>
                    <a:pt x="4849" y="6345"/>
                  </a:cubicBezTo>
                  <a:cubicBezTo>
                    <a:pt x="5459" y="5940"/>
                    <a:pt x="5935" y="5350"/>
                    <a:pt x="6192" y="4653"/>
                  </a:cubicBezTo>
                  <a:lnTo>
                    <a:pt x="6192" y="4653"/>
                  </a:lnTo>
                  <a:cubicBezTo>
                    <a:pt x="6178" y="4658"/>
                    <a:pt x="6162" y="4666"/>
                    <a:pt x="6150" y="4674"/>
                  </a:cubicBezTo>
                  <a:cubicBezTo>
                    <a:pt x="6134" y="4682"/>
                    <a:pt x="6119" y="4685"/>
                    <a:pt x="6105" y="4685"/>
                  </a:cubicBezTo>
                  <a:cubicBezTo>
                    <a:pt x="6080" y="4685"/>
                    <a:pt x="6059" y="4674"/>
                    <a:pt x="6044" y="4661"/>
                  </a:cubicBezTo>
                  <a:cubicBezTo>
                    <a:pt x="6022" y="4639"/>
                    <a:pt x="6005" y="4596"/>
                    <a:pt x="6030" y="4554"/>
                  </a:cubicBezTo>
                  <a:cubicBezTo>
                    <a:pt x="6153" y="4336"/>
                    <a:pt x="6238" y="4081"/>
                    <a:pt x="6286" y="3795"/>
                  </a:cubicBezTo>
                  <a:cubicBezTo>
                    <a:pt x="6321" y="3606"/>
                    <a:pt x="6216" y="3413"/>
                    <a:pt x="6041" y="3329"/>
                  </a:cubicBezTo>
                  <a:cubicBezTo>
                    <a:pt x="5201" y="2936"/>
                    <a:pt x="4659" y="2085"/>
                    <a:pt x="4659" y="1165"/>
                  </a:cubicBezTo>
                  <a:cubicBezTo>
                    <a:pt x="4659" y="938"/>
                    <a:pt x="4692" y="718"/>
                    <a:pt x="4751" y="511"/>
                  </a:cubicBezTo>
                  <a:cubicBezTo>
                    <a:pt x="4245" y="200"/>
                    <a:pt x="3656" y="15"/>
                    <a:pt x="3027" y="1"/>
                  </a:cubicBezTo>
                  <a:cubicBezTo>
                    <a:pt x="3001" y="0"/>
                    <a:pt x="2976" y="0"/>
                    <a:pt x="295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33"/>
            <p:cNvSpPr/>
            <p:nvPr/>
          </p:nvSpPr>
          <p:spPr>
            <a:xfrm>
              <a:off x="8211363" y="3527351"/>
              <a:ext cx="13246" cy="16446"/>
            </a:xfrm>
            <a:custGeom>
              <a:rect b="b" l="l" r="r" t="t"/>
              <a:pathLst>
                <a:path extrusionOk="0" h="555" w="447">
                  <a:moveTo>
                    <a:pt x="224" y="1"/>
                  </a:moveTo>
                  <a:cubicBezTo>
                    <a:pt x="150" y="1"/>
                    <a:pt x="74" y="2"/>
                    <a:pt x="1" y="6"/>
                  </a:cubicBezTo>
                  <a:lnTo>
                    <a:pt x="1" y="330"/>
                  </a:lnTo>
                  <a:cubicBezTo>
                    <a:pt x="1" y="453"/>
                    <a:pt x="100" y="554"/>
                    <a:pt x="224" y="554"/>
                  </a:cubicBezTo>
                  <a:cubicBezTo>
                    <a:pt x="349" y="554"/>
                    <a:pt x="447" y="453"/>
                    <a:pt x="447" y="330"/>
                  </a:cubicBezTo>
                  <a:lnTo>
                    <a:pt x="447" y="6"/>
                  </a:lnTo>
                  <a:cubicBezTo>
                    <a:pt x="374" y="2"/>
                    <a:pt x="299" y="1"/>
                    <a:pt x="22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33"/>
            <p:cNvSpPr/>
            <p:nvPr/>
          </p:nvSpPr>
          <p:spPr>
            <a:xfrm>
              <a:off x="8211422" y="3768500"/>
              <a:ext cx="13275" cy="16416"/>
            </a:xfrm>
            <a:custGeom>
              <a:rect b="b" l="l" r="r" t="t"/>
              <a:pathLst>
                <a:path extrusionOk="0" h="554" w="448">
                  <a:moveTo>
                    <a:pt x="224" y="0"/>
                  </a:moveTo>
                  <a:cubicBezTo>
                    <a:pt x="101" y="0"/>
                    <a:pt x="0" y="98"/>
                    <a:pt x="0" y="222"/>
                  </a:cubicBezTo>
                  <a:lnTo>
                    <a:pt x="0" y="547"/>
                  </a:lnTo>
                  <a:cubicBezTo>
                    <a:pt x="75" y="552"/>
                    <a:pt x="148" y="554"/>
                    <a:pt x="224" y="554"/>
                  </a:cubicBezTo>
                  <a:cubicBezTo>
                    <a:pt x="297" y="554"/>
                    <a:pt x="373" y="550"/>
                    <a:pt x="448" y="547"/>
                  </a:cubicBezTo>
                  <a:lnTo>
                    <a:pt x="448" y="222"/>
                  </a:lnTo>
                  <a:cubicBezTo>
                    <a:pt x="448" y="101"/>
                    <a:pt x="348" y="0"/>
                    <a:pt x="224"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33"/>
            <p:cNvSpPr/>
            <p:nvPr/>
          </p:nvSpPr>
          <p:spPr>
            <a:xfrm>
              <a:off x="8147979" y="3541396"/>
              <a:ext cx="18135" cy="18313"/>
            </a:xfrm>
            <a:custGeom>
              <a:rect b="b" l="l" r="r" t="t"/>
              <a:pathLst>
                <a:path extrusionOk="0" h="618" w="612">
                  <a:moveTo>
                    <a:pt x="386" y="1"/>
                  </a:moveTo>
                  <a:cubicBezTo>
                    <a:pt x="254" y="68"/>
                    <a:pt x="125" y="142"/>
                    <a:pt x="1" y="223"/>
                  </a:cubicBezTo>
                  <a:lnTo>
                    <a:pt x="164" y="506"/>
                  </a:lnTo>
                  <a:cubicBezTo>
                    <a:pt x="206" y="577"/>
                    <a:pt x="280" y="617"/>
                    <a:pt x="357" y="617"/>
                  </a:cubicBezTo>
                  <a:cubicBezTo>
                    <a:pt x="395" y="617"/>
                    <a:pt x="433" y="607"/>
                    <a:pt x="469" y="587"/>
                  </a:cubicBezTo>
                  <a:cubicBezTo>
                    <a:pt x="576" y="525"/>
                    <a:pt x="612" y="390"/>
                    <a:pt x="549" y="282"/>
                  </a:cubicBezTo>
                  <a:lnTo>
                    <a:pt x="386" y="1"/>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33"/>
            <p:cNvSpPr/>
            <p:nvPr/>
          </p:nvSpPr>
          <p:spPr>
            <a:xfrm>
              <a:off x="8269917" y="3752528"/>
              <a:ext cx="18165" cy="18343"/>
            </a:xfrm>
            <a:custGeom>
              <a:rect b="b" l="l" r="r" t="t"/>
              <a:pathLst>
                <a:path extrusionOk="0" h="619" w="613">
                  <a:moveTo>
                    <a:pt x="255" y="1"/>
                  </a:moveTo>
                  <a:cubicBezTo>
                    <a:pt x="218" y="1"/>
                    <a:pt x="180" y="10"/>
                    <a:pt x="145" y="31"/>
                  </a:cubicBezTo>
                  <a:cubicBezTo>
                    <a:pt x="38" y="93"/>
                    <a:pt x="0" y="230"/>
                    <a:pt x="62" y="337"/>
                  </a:cubicBezTo>
                  <a:lnTo>
                    <a:pt x="226" y="618"/>
                  </a:lnTo>
                  <a:cubicBezTo>
                    <a:pt x="358" y="550"/>
                    <a:pt x="488" y="477"/>
                    <a:pt x="613" y="395"/>
                  </a:cubicBezTo>
                  <a:lnTo>
                    <a:pt x="450" y="113"/>
                  </a:lnTo>
                  <a:cubicBezTo>
                    <a:pt x="408" y="41"/>
                    <a:pt x="332" y="1"/>
                    <a:pt x="255"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33"/>
            <p:cNvSpPr/>
            <p:nvPr/>
          </p:nvSpPr>
          <p:spPr>
            <a:xfrm>
              <a:off x="8103293" y="3586082"/>
              <a:ext cx="19261" cy="17187"/>
            </a:xfrm>
            <a:custGeom>
              <a:rect b="b" l="l" r="r" t="t"/>
              <a:pathLst>
                <a:path extrusionOk="0" h="580" w="650">
                  <a:moveTo>
                    <a:pt x="223" y="1"/>
                  </a:moveTo>
                  <a:cubicBezTo>
                    <a:pt x="142" y="125"/>
                    <a:pt x="68" y="253"/>
                    <a:pt x="1" y="386"/>
                  </a:cubicBezTo>
                  <a:lnTo>
                    <a:pt x="282" y="549"/>
                  </a:lnTo>
                  <a:cubicBezTo>
                    <a:pt x="318" y="570"/>
                    <a:pt x="357" y="580"/>
                    <a:pt x="395" y="580"/>
                  </a:cubicBezTo>
                  <a:cubicBezTo>
                    <a:pt x="471" y="580"/>
                    <a:pt x="545" y="540"/>
                    <a:pt x="587" y="469"/>
                  </a:cubicBezTo>
                  <a:cubicBezTo>
                    <a:pt x="649" y="361"/>
                    <a:pt x="612" y="226"/>
                    <a:pt x="506" y="164"/>
                  </a:cubicBezTo>
                  <a:lnTo>
                    <a:pt x="223" y="1"/>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33"/>
            <p:cNvSpPr/>
            <p:nvPr/>
          </p:nvSpPr>
          <p:spPr>
            <a:xfrm>
              <a:off x="8313477" y="3708968"/>
              <a:ext cx="19291" cy="17216"/>
            </a:xfrm>
            <a:custGeom>
              <a:rect b="b" l="l" r="r" t="t"/>
              <a:pathLst>
                <a:path extrusionOk="0" h="581" w="651">
                  <a:moveTo>
                    <a:pt x="258" y="0"/>
                  </a:moveTo>
                  <a:cubicBezTo>
                    <a:pt x="180" y="0"/>
                    <a:pt x="105" y="41"/>
                    <a:pt x="63" y="113"/>
                  </a:cubicBezTo>
                  <a:cubicBezTo>
                    <a:pt x="1" y="219"/>
                    <a:pt x="38" y="355"/>
                    <a:pt x="145" y="417"/>
                  </a:cubicBezTo>
                  <a:lnTo>
                    <a:pt x="427" y="581"/>
                  </a:lnTo>
                  <a:cubicBezTo>
                    <a:pt x="509" y="456"/>
                    <a:pt x="582" y="327"/>
                    <a:pt x="651" y="194"/>
                  </a:cubicBezTo>
                  <a:lnTo>
                    <a:pt x="369" y="30"/>
                  </a:lnTo>
                  <a:cubicBezTo>
                    <a:pt x="334" y="10"/>
                    <a:pt x="296" y="0"/>
                    <a:pt x="258"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33"/>
            <p:cNvSpPr/>
            <p:nvPr/>
          </p:nvSpPr>
          <p:spPr>
            <a:xfrm>
              <a:off x="8147979" y="3752528"/>
              <a:ext cx="18105" cy="18343"/>
            </a:xfrm>
            <a:custGeom>
              <a:rect b="b" l="l" r="r" t="t"/>
              <a:pathLst>
                <a:path extrusionOk="0" h="619" w="611">
                  <a:moveTo>
                    <a:pt x="357" y="1"/>
                  </a:moveTo>
                  <a:cubicBezTo>
                    <a:pt x="280" y="1"/>
                    <a:pt x="206" y="41"/>
                    <a:pt x="164" y="113"/>
                  </a:cubicBezTo>
                  <a:lnTo>
                    <a:pt x="1" y="395"/>
                  </a:lnTo>
                  <a:cubicBezTo>
                    <a:pt x="125" y="477"/>
                    <a:pt x="253" y="550"/>
                    <a:pt x="386" y="618"/>
                  </a:cubicBezTo>
                  <a:lnTo>
                    <a:pt x="549" y="337"/>
                  </a:lnTo>
                  <a:cubicBezTo>
                    <a:pt x="610" y="230"/>
                    <a:pt x="576" y="92"/>
                    <a:pt x="469" y="31"/>
                  </a:cubicBezTo>
                  <a:cubicBezTo>
                    <a:pt x="433" y="10"/>
                    <a:pt x="395" y="1"/>
                    <a:pt x="357"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33"/>
            <p:cNvSpPr/>
            <p:nvPr/>
          </p:nvSpPr>
          <p:spPr>
            <a:xfrm>
              <a:off x="8103293" y="3708968"/>
              <a:ext cx="19261" cy="17216"/>
            </a:xfrm>
            <a:custGeom>
              <a:rect b="b" l="l" r="r" t="t"/>
              <a:pathLst>
                <a:path extrusionOk="0" h="581" w="650">
                  <a:moveTo>
                    <a:pt x="394" y="1"/>
                  </a:moveTo>
                  <a:cubicBezTo>
                    <a:pt x="356" y="1"/>
                    <a:pt x="318" y="11"/>
                    <a:pt x="282" y="30"/>
                  </a:cubicBezTo>
                  <a:lnTo>
                    <a:pt x="1" y="194"/>
                  </a:lnTo>
                  <a:cubicBezTo>
                    <a:pt x="68" y="326"/>
                    <a:pt x="144" y="456"/>
                    <a:pt x="223" y="581"/>
                  </a:cubicBezTo>
                  <a:lnTo>
                    <a:pt x="506" y="417"/>
                  </a:lnTo>
                  <a:cubicBezTo>
                    <a:pt x="612" y="355"/>
                    <a:pt x="649" y="219"/>
                    <a:pt x="587" y="113"/>
                  </a:cubicBezTo>
                  <a:cubicBezTo>
                    <a:pt x="546" y="41"/>
                    <a:pt x="471" y="1"/>
                    <a:pt x="39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33"/>
            <p:cNvSpPr/>
            <p:nvPr/>
          </p:nvSpPr>
          <p:spPr>
            <a:xfrm>
              <a:off x="8089248" y="3649466"/>
              <a:ext cx="16446" cy="13246"/>
            </a:xfrm>
            <a:custGeom>
              <a:rect b="b" l="l" r="r" t="t"/>
              <a:pathLst>
                <a:path extrusionOk="0" h="447" w="555">
                  <a:moveTo>
                    <a:pt x="6" y="1"/>
                  </a:moveTo>
                  <a:cubicBezTo>
                    <a:pt x="2" y="74"/>
                    <a:pt x="1" y="148"/>
                    <a:pt x="1" y="224"/>
                  </a:cubicBezTo>
                  <a:cubicBezTo>
                    <a:pt x="1" y="299"/>
                    <a:pt x="2" y="374"/>
                    <a:pt x="6" y="447"/>
                  </a:cubicBezTo>
                  <a:lnTo>
                    <a:pt x="330" y="447"/>
                  </a:lnTo>
                  <a:cubicBezTo>
                    <a:pt x="453" y="447"/>
                    <a:pt x="554" y="349"/>
                    <a:pt x="554" y="224"/>
                  </a:cubicBezTo>
                  <a:cubicBezTo>
                    <a:pt x="554" y="102"/>
                    <a:pt x="455" y="1"/>
                    <a:pt x="330"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33"/>
            <p:cNvSpPr/>
            <p:nvPr/>
          </p:nvSpPr>
          <p:spPr>
            <a:xfrm>
              <a:off x="8211630" y="3547027"/>
              <a:ext cx="13305" cy="97876"/>
            </a:xfrm>
            <a:custGeom>
              <a:rect b="b" l="l" r="r" t="t"/>
              <a:pathLst>
                <a:path extrusionOk="0" h="3303" w="449">
                  <a:moveTo>
                    <a:pt x="225" y="1"/>
                  </a:moveTo>
                  <a:cubicBezTo>
                    <a:pt x="100" y="1"/>
                    <a:pt x="1" y="102"/>
                    <a:pt x="1" y="224"/>
                  </a:cubicBezTo>
                  <a:lnTo>
                    <a:pt x="1" y="3078"/>
                  </a:lnTo>
                  <a:cubicBezTo>
                    <a:pt x="1" y="3203"/>
                    <a:pt x="102" y="3302"/>
                    <a:pt x="225" y="3302"/>
                  </a:cubicBezTo>
                  <a:cubicBezTo>
                    <a:pt x="348" y="3302"/>
                    <a:pt x="446" y="3203"/>
                    <a:pt x="449" y="3078"/>
                  </a:cubicBezTo>
                  <a:lnTo>
                    <a:pt x="449" y="224"/>
                  </a:lnTo>
                  <a:cubicBezTo>
                    <a:pt x="449" y="100"/>
                    <a:pt x="348" y="1"/>
                    <a:pt x="225"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33"/>
            <p:cNvSpPr/>
            <p:nvPr/>
          </p:nvSpPr>
          <p:spPr>
            <a:xfrm>
              <a:off x="8139741" y="3607862"/>
              <a:ext cx="73370" cy="48420"/>
            </a:xfrm>
            <a:custGeom>
              <a:rect b="b" l="l" r="r" t="t"/>
              <a:pathLst>
                <a:path extrusionOk="0" h="1634" w="2476">
                  <a:moveTo>
                    <a:pt x="340" y="1"/>
                  </a:moveTo>
                  <a:cubicBezTo>
                    <a:pt x="237" y="1"/>
                    <a:pt x="137" y="54"/>
                    <a:pt x="81" y="149"/>
                  </a:cubicBezTo>
                  <a:cubicBezTo>
                    <a:pt x="1" y="290"/>
                    <a:pt x="49" y="473"/>
                    <a:pt x="190" y="556"/>
                  </a:cubicBezTo>
                  <a:lnTo>
                    <a:pt x="1989" y="1593"/>
                  </a:lnTo>
                  <a:cubicBezTo>
                    <a:pt x="2035" y="1621"/>
                    <a:pt x="2085" y="1633"/>
                    <a:pt x="2136" y="1633"/>
                  </a:cubicBezTo>
                  <a:cubicBezTo>
                    <a:pt x="2239" y="1633"/>
                    <a:pt x="2340" y="1582"/>
                    <a:pt x="2394" y="1484"/>
                  </a:cubicBezTo>
                  <a:cubicBezTo>
                    <a:pt x="2475" y="1342"/>
                    <a:pt x="2427" y="1159"/>
                    <a:pt x="2286" y="1078"/>
                  </a:cubicBezTo>
                  <a:lnTo>
                    <a:pt x="489" y="40"/>
                  </a:lnTo>
                  <a:cubicBezTo>
                    <a:pt x="442" y="13"/>
                    <a:pt x="391" y="1"/>
                    <a:pt x="34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33"/>
            <p:cNvSpPr/>
            <p:nvPr/>
          </p:nvSpPr>
          <p:spPr>
            <a:xfrm>
              <a:off x="8216519" y="3662119"/>
              <a:ext cx="50938" cy="71029"/>
            </a:xfrm>
            <a:custGeom>
              <a:rect b="b" l="l" r="r" t="t"/>
              <a:pathLst>
                <a:path extrusionOk="0" h="2397" w="1719">
                  <a:moveTo>
                    <a:pt x="340" y="0"/>
                  </a:moveTo>
                  <a:cubicBezTo>
                    <a:pt x="289" y="0"/>
                    <a:pt x="238" y="13"/>
                    <a:pt x="192" y="40"/>
                  </a:cubicBezTo>
                  <a:cubicBezTo>
                    <a:pt x="50" y="121"/>
                    <a:pt x="1" y="304"/>
                    <a:pt x="83" y="446"/>
                  </a:cubicBezTo>
                  <a:lnTo>
                    <a:pt x="1123" y="2247"/>
                  </a:lnTo>
                  <a:cubicBezTo>
                    <a:pt x="1179" y="2344"/>
                    <a:pt x="1278" y="2396"/>
                    <a:pt x="1381" y="2396"/>
                  </a:cubicBezTo>
                  <a:cubicBezTo>
                    <a:pt x="1431" y="2396"/>
                    <a:pt x="1482" y="2386"/>
                    <a:pt x="1529" y="2356"/>
                  </a:cubicBezTo>
                  <a:cubicBezTo>
                    <a:pt x="1670" y="2274"/>
                    <a:pt x="1718" y="2092"/>
                    <a:pt x="1638" y="1950"/>
                  </a:cubicBezTo>
                  <a:lnTo>
                    <a:pt x="598" y="149"/>
                  </a:lnTo>
                  <a:cubicBezTo>
                    <a:pt x="543" y="54"/>
                    <a:pt x="443" y="0"/>
                    <a:pt x="340"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33"/>
            <p:cNvSpPr/>
            <p:nvPr/>
          </p:nvSpPr>
          <p:spPr>
            <a:xfrm>
              <a:off x="8043199" y="3417355"/>
              <a:ext cx="127716" cy="92068"/>
            </a:xfrm>
            <a:custGeom>
              <a:rect b="b" l="l" r="r" t="t"/>
              <a:pathLst>
                <a:path extrusionOk="0" h="3107" w="4310">
                  <a:moveTo>
                    <a:pt x="2533" y="1"/>
                  </a:moveTo>
                  <a:cubicBezTo>
                    <a:pt x="2144" y="1"/>
                    <a:pt x="1750" y="100"/>
                    <a:pt x="1389" y="309"/>
                  </a:cubicBezTo>
                  <a:cubicBezTo>
                    <a:pt x="402" y="878"/>
                    <a:pt x="0" y="2074"/>
                    <a:pt x="397" y="3107"/>
                  </a:cubicBezTo>
                  <a:lnTo>
                    <a:pt x="4309" y="847"/>
                  </a:lnTo>
                  <a:cubicBezTo>
                    <a:pt x="3868" y="301"/>
                    <a:pt x="3209" y="1"/>
                    <a:pt x="2533"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33"/>
            <p:cNvSpPr/>
            <p:nvPr/>
          </p:nvSpPr>
          <p:spPr>
            <a:xfrm>
              <a:off x="8045955" y="3439312"/>
              <a:ext cx="144666" cy="91683"/>
            </a:xfrm>
            <a:custGeom>
              <a:rect b="b" l="l" r="r" t="t"/>
              <a:pathLst>
                <a:path extrusionOk="0" h="3094" w="4882">
                  <a:moveTo>
                    <a:pt x="4420" y="1"/>
                  </a:moveTo>
                  <a:cubicBezTo>
                    <a:pt x="4352" y="1"/>
                    <a:pt x="4284" y="18"/>
                    <a:pt x="4221" y="54"/>
                  </a:cubicBezTo>
                  <a:lnTo>
                    <a:pt x="259" y="2342"/>
                  </a:lnTo>
                  <a:cubicBezTo>
                    <a:pt x="66" y="2454"/>
                    <a:pt x="1" y="2700"/>
                    <a:pt x="111" y="2891"/>
                  </a:cubicBezTo>
                  <a:cubicBezTo>
                    <a:pt x="186" y="3021"/>
                    <a:pt x="322" y="3093"/>
                    <a:pt x="460" y="3093"/>
                  </a:cubicBezTo>
                  <a:cubicBezTo>
                    <a:pt x="529" y="3093"/>
                    <a:pt x="598" y="3076"/>
                    <a:pt x="661" y="3039"/>
                  </a:cubicBezTo>
                  <a:lnTo>
                    <a:pt x="4622" y="752"/>
                  </a:lnTo>
                  <a:cubicBezTo>
                    <a:pt x="4815" y="640"/>
                    <a:pt x="4882" y="395"/>
                    <a:pt x="4770" y="202"/>
                  </a:cubicBezTo>
                  <a:cubicBezTo>
                    <a:pt x="4694" y="73"/>
                    <a:pt x="4559" y="1"/>
                    <a:pt x="44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33"/>
            <p:cNvSpPr/>
            <p:nvPr/>
          </p:nvSpPr>
          <p:spPr>
            <a:xfrm>
              <a:off x="8265117" y="3417325"/>
              <a:ext cx="127538" cy="91920"/>
            </a:xfrm>
            <a:custGeom>
              <a:rect b="b" l="l" r="r" t="t"/>
              <a:pathLst>
                <a:path extrusionOk="0" h="3102" w="4304">
                  <a:moveTo>
                    <a:pt x="1778" y="1"/>
                  </a:moveTo>
                  <a:cubicBezTo>
                    <a:pt x="1103" y="1"/>
                    <a:pt x="443" y="301"/>
                    <a:pt x="1" y="846"/>
                  </a:cubicBezTo>
                  <a:lnTo>
                    <a:pt x="3907" y="3101"/>
                  </a:lnTo>
                  <a:cubicBezTo>
                    <a:pt x="4303" y="2069"/>
                    <a:pt x="3901" y="877"/>
                    <a:pt x="2915" y="307"/>
                  </a:cubicBezTo>
                  <a:cubicBezTo>
                    <a:pt x="2557" y="99"/>
                    <a:pt x="2165" y="1"/>
                    <a:pt x="1778"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33"/>
            <p:cNvSpPr/>
            <p:nvPr/>
          </p:nvSpPr>
          <p:spPr>
            <a:xfrm>
              <a:off x="8245352" y="3439312"/>
              <a:ext cx="144488" cy="87386"/>
            </a:xfrm>
            <a:custGeom>
              <a:rect b="b" l="l" r="r" t="t"/>
              <a:pathLst>
                <a:path extrusionOk="0" h="2949" w="4876">
                  <a:moveTo>
                    <a:pt x="461" y="1"/>
                  </a:moveTo>
                  <a:cubicBezTo>
                    <a:pt x="322" y="1"/>
                    <a:pt x="187" y="73"/>
                    <a:pt x="113" y="202"/>
                  </a:cubicBezTo>
                  <a:cubicBezTo>
                    <a:pt x="1" y="395"/>
                    <a:pt x="68" y="640"/>
                    <a:pt x="260" y="751"/>
                  </a:cubicBezTo>
                  <a:lnTo>
                    <a:pt x="3940" y="2875"/>
                  </a:lnTo>
                  <a:lnTo>
                    <a:pt x="4134" y="2875"/>
                  </a:lnTo>
                  <a:lnTo>
                    <a:pt x="4134" y="2874"/>
                  </a:lnTo>
                  <a:cubicBezTo>
                    <a:pt x="4336" y="2874"/>
                    <a:pt x="4533" y="2899"/>
                    <a:pt x="4720" y="2949"/>
                  </a:cubicBezTo>
                  <a:cubicBezTo>
                    <a:pt x="4737" y="2928"/>
                    <a:pt x="4751" y="2907"/>
                    <a:pt x="4764" y="2886"/>
                  </a:cubicBezTo>
                  <a:cubicBezTo>
                    <a:pt x="4875" y="2694"/>
                    <a:pt x="4809" y="2448"/>
                    <a:pt x="4616" y="2338"/>
                  </a:cubicBezTo>
                  <a:lnTo>
                    <a:pt x="660" y="54"/>
                  </a:lnTo>
                  <a:cubicBezTo>
                    <a:pt x="597" y="18"/>
                    <a:pt x="529" y="1"/>
                    <a:pt x="4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33"/>
            <p:cNvSpPr/>
            <p:nvPr/>
          </p:nvSpPr>
          <p:spPr>
            <a:xfrm>
              <a:off x="8267754" y="3516475"/>
              <a:ext cx="147985" cy="176965"/>
            </a:xfrm>
            <a:custGeom>
              <a:rect b="b" l="l" r="r" t="t"/>
              <a:pathLst>
                <a:path extrusionOk="0" h="5972" w="4994">
                  <a:moveTo>
                    <a:pt x="2419" y="1"/>
                  </a:moveTo>
                  <a:cubicBezTo>
                    <a:pt x="1088" y="1"/>
                    <a:pt x="0" y="1089"/>
                    <a:pt x="0" y="2421"/>
                  </a:cubicBezTo>
                  <a:cubicBezTo>
                    <a:pt x="0" y="3387"/>
                    <a:pt x="575" y="4226"/>
                    <a:pt x="1399" y="4613"/>
                  </a:cubicBezTo>
                  <a:cubicBezTo>
                    <a:pt x="1564" y="4691"/>
                    <a:pt x="1659" y="4868"/>
                    <a:pt x="1628" y="5047"/>
                  </a:cubicBezTo>
                  <a:cubicBezTo>
                    <a:pt x="1586" y="5298"/>
                    <a:pt x="1508" y="5556"/>
                    <a:pt x="1376" y="5794"/>
                  </a:cubicBezTo>
                  <a:cubicBezTo>
                    <a:pt x="1328" y="5879"/>
                    <a:pt x="1394" y="5971"/>
                    <a:pt x="1477" y="5971"/>
                  </a:cubicBezTo>
                  <a:cubicBezTo>
                    <a:pt x="1496" y="5971"/>
                    <a:pt x="1515" y="5967"/>
                    <a:pt x="1534" y="5956"/>
                  </a:cubicBezTo>
                  <a:cubicBezTo>
                    <a:pt x="1883" y="5762"/>
                    <a:pt x="2358" y="5443"/>
                    <a:pt x="2660" y="5009"/>
                  </a:cubicBezTo>
                  <a:cubicBezTo>
                    <a:pt x="2733" y="4902"/>
                    <a:pt x="2857" y="4838"/>
                    <a:pt x="2988" y="4838"/>
                  </a:cubicBezTo>
                  <a:lnTo>
                    <a:pt x="3485" y="4838"/>
                  </a:lnTo>
                  <a:cubicBezTo>
                    <a:pt x="4026" y="4838"/>
                    <a:pt x="4527" y="4658"/>
                    <a:pt x="4931" y="4356"/>
                  </a:cubicBezTo>
                  <a:cubicBezTo>
                    <a:pt x="4970" y="4067"/>
                    <a:pt x="4990" y="3774"/>
                    <a:pt x="4990" y="3472"/>
                  </a:cubicBezTo>
                  <a:cubicBezTo>
                    <a:pt x="4993" y="2230"/>
                    <a:pt x="4653" y="1069"/>
                    <a:pt x="4060" y="71"/>
                  </a:cubicBezTo>
                  <a:cubicBezTo>
                    <a:pt x="3875" y="27"/>
                    <a:pt x="3686" y="1"/>
                    <a:pt x="348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33"/>
            <p:cNvSpPr/>
            <p:nvPr/>
          </p:nvSpPr>
          <p:spPr>
            <a:xfrm>
              <a:off x="8197643" y="3635598"/>
              <a:ext cx="41248" cy="41248"/>
            </a:xfrm>
            <a:custGeom>
              <a:rect b="b" l="l" r="r" t="t"/>
              <a:pathLst>
                <a:path extrusionOk="0" h="1392" w="1392">
                  <a:moveTo>
                    <a:pt x="697" y="1"/>
                  </a:moveTo>
                  <a:cubicBezTo>
                    <a:pt x="311" y="1"/>
                    <a:pt x="0" y="312"/>
                    <a:pt x="0" y="696"/>
                  </a:cubicBezTo>
                  <a:cubicBezTo>
                    <a:pt x="0" y="1081"/>
                    <a:pt x="311" y="1392"/>
                    <a:pt x="697" y="1392"/>
                  </a:cubicBezTo>
                  <a:cubicBezTo>
                    <a:pt x="1081" y="1392"/>
                    <a:pt x="1392" y="1081"/>
                    <a:pt x="1392" y="696"/>
                  </a:cubicBezTo>
                  <a:cubicBezTo>
                    <a:pt x="1392" y="312"/>
                    <a:pt x="1079" y="1"/>
                    <a:pt x="697"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33"/>
            <p:cNvSpPr/>
            <p:nvPr/>
          </p:nvSpPr>
          <p:spPr>
            <a:xfrm>
              <a:off x="8318455" y="3594853"/>
              <a:ext cx="34077" cy="37841"/>
            </a:xfrm>
            <a:custGeom>
              <a:rect b="b" l="l" r="r" t="t"/>
              <a:pathLst>
                <a:path extrusionOk="0" h="1277" w="1150">
                  <a:moveTo>
                    <a:pt x="237" y="0"/>
                  </a:moveTo>
                  <a:cubicBezTo>
                    <a:pt x="113" y="0"/>
                    <a:pt x="15" y="101"/>
                    <a:pt x="15" y="222"/>
                  </a:cubicBezTo>
                  <a:cubicBezTo>
                    <a:pt x="15" y="347"/>
                    <a:pt x="116" y="446"/>
                    <a:pt x="237" y="446"/>
                  </a:cubicBezTo>
                  <a:lnTo>
                    <a:pt x="442" y="446"/>
                  </a:lnTo>
                  <a:lnTo>
                    <a:pt x="64" y="912"/>
                  </a:lnTo>
                  <a:cubicBezTo>
                    <a:pt x="12" y="981"/>
                    <a:pt x="1" y="1073"/>
                    <a:pt x="38" y="1150"/>
                  </a:cubicBezTo>
                  <a:cubicBezTo>
                    <a:pt x="74" y="1228"/>
                    <a:pt x="155" y="1276"/>
                    <a:pt x="240" y="1276"/>
                  </a:cubicBezTo>
                  <a:lnTo>
                    <a:pt x="912" y="1276"/>
                  </a:lnTo>
                  <a:cubicBezTo>
                    <a:pt x="1034" y="1276"/>
                    <a:pt x="1135" y="1177"/>
                    <a:pt x="1135" y="1052"/>
                  </a:cubicBezTo>
                  <a:cubicBezTo>
                    <a:pt x="1135" y="928"/>
                    <a:pt x="1034" y="829"/>
                    <a:pt x="912" y="829"/>
                  </a:cubicBezTo>
                  <a:lnTo>
                    <a:pt x="708" y="829"/>
                  </a:lnTo>
                  <a:lnTo>
                    <a:pt x="1084" y="362"/>
                  </a:lnTo>
                  <a:cubicBezTo>
                    <a:pt x="1137" y="295"/>
                    <a:pt x="1149" y="204"/>
                    <a:pt x="1112" y="126"/>
                  </a:cubicBezTo>
                  <a:cubicBezTo>
                    <a:pt x="1075" y="48"/>
                    <a:pt x="996" y="0"/>
                    <a:pt x="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33"/>
            <p:cNvSpPr/>
            <p:nvPr/>
          </p:nvSpPr>
          <p:spPr>
            <a:xfrm>
              <a:off x="8352592" y="3545189"/>
              <a:ext cx="41723" cy="47382"/>
            </a:xfrm>
            <a:custGeom>
              <a:rect b="b" l="l" r="r" t="t"/>
              <a:pathLst>
                <a:path extrusionOk="0" h="1599" w="1408">
                  <a:moveTo>
                    <a:pt x="238" y="0"/>
                  </a:moveTo>
                  <a:cubicBezTo>
                    <a:pt x="114" y="0"/>
                    <a:pt x="14" y="101"/>
                    <a:pt x="14" y="224"/>
                  </a:cubicBezTo>
                  <a:cubicBezTo>
                    <a:pt x="14" y="349"/>
                    <a:pt x="116" y="448"/>
                    <a:pt x="238" y="448"/>
                  </a:cubicBezTo>
                  <a:lnTo>
                    <a:pt x="702" y="448"/>
                  </a:lnTo>
                  <a:lnTo>
                    <a:pt x="64" y="1235"/>
                  </a:lnTo>
                  <a:cubicBezTo>
                    <a:pt x="13" y="1303"/>
                    <a:pt x="0" y="1393"/>
                    <a:pt x="38" y="1471"/>
                  </a:cubicBezTo>
                  <a:cubicBezTo>
                    <a:pt x="75" y="1547"/>
                    <a:pt x="154" y="1598"/>
                    <a:pt x="240" y="1598"/>
                  </a:cubicBezTo>
                  <a:lnTo>
                    <a:pt x="1171" y="1598"/>
                  </a:lnTo>
                  <a:cubicBezTo>
                    <a:pt x="1292" y="1598"/>
                    <a:pt x="1392" y="1499"/>
                    <a:pt x="1393" y="1374"/>
                  </a:cubicBezTo>
                  <a:cubicBezTo>
                    <a:pt x="1393" y="1250"/>
                    <a:pt x="1292" y="1151"/>
                    <a:pt x="1171" y="1151"/>
                  </a:cubicBezTo>
                  <a:lnTo>
                    <a:pt x="706" y="1151"/>
                  </a:lnTo>
                  <a:lnTo>
                    <a:pt x="1344" y="364"/>
                  </a:lnTo>
                  <a:cubicBezTo>
                    <a:pt x="1396" y="296"/>
                    <a:pt x="1407" y="204"/>
                    <a:pt x="1370" y="126"/>
                  </a:cubicBezTo>
                  <a:cubicBezTo>
                    <a:pt x="1334" y="49"/>
                    <a:pt x="1253" y="0"/>
                    <a:pt x="11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33"/>
            <p:cNvSpPr/>
            <p:nvPr/>
          </p:nvSpPr>
          <p:spPr>
            <a:xfrm>
              <a:off x="8195717" y="3415073"/>
              <a:ext cx="44686" cy="25484"/>
            </a:xfrm>
            <a:custGeom>
              <a:rect b="b" l="l" r="r" t="t"/>
              <a:pathLst>
                <a:path extrusionOk="0" h="860" w="1508">
                  <a:moveTo>
                    <a:pt x="429" y="0"/>
                  </a:moveTo>
                  <a:cubicBezTo>
                    <a:pt x="193" y="0"/>
                    <a:pt x="0" y="193"/>
                    <a:pt x="0" y="429"/>
                  </a:cubicBezTo>
                  <a:cubicBezTo>
                    <a:pt x="0" y="667"/>
                    <a:pt x="193" y="860"/>
                    <a:pt x="429" y="860"/>
                  </a:cubicBezTo>
                  <a:lnTo>
                    <a:pt x="1079" y="860"/>
                  </a:lnTo>
                  <a:cubicBezTo>
                    <a:pt x="1315" y="860"/>
                    <a:pt x="1508" y="667"/>
                    <a:pt x="1508" y="429"/>
                  </a:cubicBezTo>
                  <a:cubicBezTo>
                    <a:pt x="1508" y="193"/>
                    <a:pt x="1315" y="0"/>
                    <a:pt x="10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33"/>
            <p:cNvSpPr/>
            <p:nvPr/>
          </p:nvSpPr>
          <p:spPr>
            <a:xfrm>
              <a:off x="8211600" y="3649555"/>
              <a:ext cx="13246" cy="13305"/>
            </a:xfrm>
            <a:custGeom>
              <a:rect b="b" l="l" r="r" t="t"/>
              <a:pathLst>
                <a:path extrusionOk="0" h="449" w="447">
                  <a:moveTo>
                    <a:pt x="222" y="1"/>
                  </a:moveTo>
                  <a:cubicBezTo>
                    <a:pt x="104" y="1"/>
                    <a:pt x="0" y="98"/>
                    <a:pt x="0" y="225"/>
                  </a:cubicBezTo>
                  <a:cubicBezTo>
                    <a:pt x="0" y="349"/>
                    <a:pt x="101" y="448"/>
                    <a:pt x="224" y="448"/>
                  </a:cubicBezTo>
                  <a:cubicBezTo>
                    <a:pt x="352" y="448"/>
                    <a:pt x="447" y="346"/>
                    <a:pt x="445" y="225"/>
                  </a:cubicBezTo>
                  <a:cubicBezTo>
                    <a:pt x="445" y="116"/>
                    <a:pt x="367" y="24"/>
                    <a:pt x="266" y="5"/>
                  </a:cubicBezTo>
                  <a:cubicBezTo>
                    <a:pt x="251" y="2"/>
                    <a:pt x="237" y="1"/>
                    <a:pt x="222"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9" name="Google Shape;9719;p33"/>
          <p:cNvGrpSpPr/>
          <p:nvPr/>
        </p:nvGrpSpPr>
        <p:grpSpPr>
          <a:xfrm>
            <a:off x="1449808" y="1355144"/>
            <a:ext cx="552184" cy="536472"/>
            <a:chOff x="1397992" y="1335464"/>
            <a:chExt cx="413373" cy="404335"/>
          </a:xfrm>
        </p:grpSpPr>
        <p:sp>
          <p:nvSpPr>
            <p:cNvPr id="9720" name="Google Shape;9720;p33"/>
            <p:cNvSpPr/>
            <p:nvPr/>
          </p:nvSpPr>
          <p:spPr>
            <a:xfrm>
              <a:off x="1444100" y="1620055"/>
              <a:ext cx="340596" cy="119745"/>
            </a:xfrm>
            <a:custGeom>
              <a:rect b="b" l="l" r="r" t="t"/>
              <a:pathLst>
                <a:path extrusionOk="0" h="4041" w="11494">
                  <a:moveTo>
                    <a:pt x="0" y="1"/>
                  </a:moveTo>
                  <a:lnTo>
                    <a:pt x="0" y="2"/>
                  </a:lnTo>
                  <a:lnTo>
                    <a:pt x="1" y="2"/>
                  </a:lnTo>
                  <a:lnTo>
                    <a:pt x="0" y="1"/>
                  </a:lnTo>
                  <a:close/>
                  <a:moveTo>
                    <a:pt x="1" y="2"/>
                  </a:moveTo>
                  <a:lnTo>
                    <a:pt x="627" y="2220"/>
                  </a:lnTo>
                  <a:cubicBezTo>
                    <a:pt x="1842" y="3349"/>
                    <a:pt x="3473" y="4041"/>
                    <a:pt x="5264" y="4041"/>
                  </a:cubicBezTo>
                  <a:cubicBezTo>
                    <a:pt x="8041" y="4041"/>
                    <a:pt x="10429" y="2384"/>
                    <a:pt x="11494" y="2"/>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33"/>
            <p:cNvSpPr/>
            <p:nvPr/>
          </p:nvSpPr>
          <p:spPr>
            <a:xfrm>
              <a:off x="1397992" y="1337716"/>
              <a:ext cx="404306" cy="282368"/>
            </a:xfrm>
            <a:custGeom>
              <a:rect b="b" l="l" r="r" t="t"/>
              <a:pathLst>
                <a:path extrusionOk="0" h="9529" w="13644">
                  <a:moveTo>
                    <a:pt x="7859" y="0"/>
                  </a:moveTo>
                  <a:lnTo>
                    <a:pt x="3841" y="606"/>
                  </a:lnTo>
                  <a:cubicBezTo>
                    <a:pt x="1569" y="1712"/>
                    <a:pt x="0" y="4046"/>
                    <a:pt x="0" y="6745"/>
                  </a:cubicBezTo>
                  <a:lnTo>
                    <a:pt x="1222" y="9529"/>
                  </a:lnTo>
                  <a:lnTo>
                    <a:pt x="13051" y="9529"/>
                  </a:lnTo>
                  <a:cubicBezTo>
                    <a:pt x="13432" y="8680"/>
                    <a:pt x="13643" y="7738"/>
                    <a:pt x="13643" y="6745"/>
                  </a:cubicBezTo>
                  <a:cubicBezTo>
                    <a:pt x="13643" y="3328"/>
                    <a:pt x="11133" y="499"/>
                    <a:pt x="7859"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33"/>
            <p:cNvSpPr/>
            <p:nvPr/>
          </p:nvSpPr>
          <p:spPr>
            <a:xfrm>
              <a:off x="1631111" y="1584051"/>
              <a:ext cx="51383" cy="72007"/>
            </a:xfrm>
            <a:custGeom>
              <a:rect b="b" l="l" r="r" t="t"/>
              <a:pathLst>
                <a:path extrusionOk="0" h="2430" w="1734">
                  <a:moveTo>
                    <a:pt x="0" y="0"/>
                  </a:moveTo>
                  <a:lnTo>
                    <a:pt x="42" y="2430"/>
                  </a:lnTo>
                  <a:cubicBezTo>
                    <a:pt x="620" y="2349"/>
                    <a:pt x="1188" y="2231"/>
                    <a:pt x="1733" y="2077"/>
                  </a:cubicBezTo>
                  <a:lnTo>
                    <a:pt x="1733" y="359"/>
                  </a:lnTo>
                  <a:cubicBezTo>
                    <a:pt x="1174" y="202"/>
                    <a:pt x="592" y="83"/>
                    <a:pt x="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33"/>
            <p:cNvSpPr/>
            <p:nvPr/>
          </p:nvSpPr>
          <p:spPr>
            <a:xfrm>
              <a:off x="1462561" y="1587311"/>
              <a:ext cx="32033" cy="65843"/>
            </a:xfrm>
            <a:custGeom>
              <a:rect b="b" l="l" r="r" t="t"/>
              <a:pathLst>
                <a:path extrusionOk="0" h="2222" w="1081">
                  <a:moveTo>
                    <a:pt x="1065" y="1"/>
                  </a:moveTo>
                  <a:cubicBezTo>
                    <a:pt x="705" y="69"/>
                    <a:pt x="349" y="151"/>
                    <a:pt x="1" y="251"/>
                  </a:cubicBezTo>
                  <a:lnTo>
                    <a:pt x="1" y="1968"/>
                  </a:lnTo>
                  <a:cubicBezTo>
                    <a:pt x="353" y="2068"/>
                    <a:pt x="714" y="2152"/>
                    <a:pt x="1081" y="2222"/>
                  </a:cubicBezTo>
                  <a:lnTo>
                    <a:pt x="1065"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33"/>
            <p:cNvSpPr/>
            <p:nvPr/>
          </p:nvSpPr>
          <p:spPr>
            <a:xfrm>
              <a:off x="1783066" y="1592022"/>
              <a:ext cx="28299" cy="56302"/>
            </a:xfrm>
            <a:custGeom>
              <a:rect b="b" l="l" r="r" t="t"/>
              <a:pathLst>
                <a:path extrusionOk="0" h="1900" w="955">
                  <a:moveTo>
                    <a:pt x="0" y="0"/>
                  </a:moveTo>
                  <a:lnTo>
                    <a:pt x="0" y="1900"/>
                  </a:lnTo>
                  <a:lnTo>
                    <a:pt x="5" y="1900"/>
                  </a:lnTo>
                  <a:cubicBezTo>
                    <a:pt x="529" y="1900"/>
                    <a:pt x="955" y="1472"/>
                    <a:pt x="955" y="951"/>
                  </a:cubicBezTo>
                  <a:cubicBezTo>
                    <a:pt x="955" y="431"/>
                    <a:pt x="527" y="0"/>
                    <a:pt x="5"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33"/>
            <p:cNvSpPr/>
            <p:nvPr/>
          </p:nvSpPr>
          <p:spPr>
            <a:xfrm>
              <a:off x="1399563" y="1532372"/>
              <a:ext cx="67118" cy="149259"/>
            </a:xfrm>
            <a:custGeom>
              <a:rect b="b" l="l" r="r" t="t"/>
              <a:pathLst>
                <a:path extrusionOk="0" h="5037" w="2265">
                  <a:moveTo>
                    <a:pt x="0" y="0"/>
                  </a:moveTo>
                  <a:lnTo>
                    <a:pt x="0" y="16"/>
                  </a:lnTo>
                  <a:cubicBezTo>
                    <a:pt x="0" y="2004"/>
                    <a:pt x="849" y="3791"/>
                    <a:pt x="2204" y="5036"/>
                  </a:cubicBezTo>
                  <a:cubicBezTo>
                    <a:pt x="2243" y="4939"/>
                    <a:pt x="2265" y="4830"/>
                    <a:pt x="2265" y="4716"/>
                  </a:cubicBezTo>
                  <a:lnTo>
                    <a:pt x="2265" y="891"/>
                  </a:lnTo>
                  <a:cubicBezTo>
                    <a:pt x="2265" y="401"/>
                    <a:pt x="1865" y="0"/>
                    <a:pt x="1376"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33"/>
            <p:cNvSpPr/>
            <p:nvPr/>
          </p:nvSpPr>
          <p:spPr>
            <a:xfrm>
              <a:off x="1492698" y="1335464"/>
              <a:ext cx="188226" cy="341278"/>
            </a:xfrm>
            <a:custGeom>
              <a:rect b="b" l="l" r="r" t="t"/>
              <a:pathLst>
                <a:path extrusionOk="0" h="11517" w="6352">
                  <a:moveTo>
                    <a:pt x="3609" y="0"/>
                  </a:moveTo>
                  <a:cubicBezTo>
                    <a:pt x="2549" y="0"/>
                    <a:pt x="1542" y="245"/>
                    <a:pt x="644" y="682"/>
                  </a:cubicBezTo>
                  <a:lnTo>
                    <a:pt x="647" y="5066"/>
                  </a:lnTo>
                  <a:cubicBezTo>
                    <a:pt x="650" y="5164"/>
                    <a:pt x="620" y="5260"/>
                    <a:pt x="566" y="5339"/>
                  </a:cubicBezTo>
                  <a:cubicBezTo>
                    <a:pt x="194" y="5896"/>
                    <a:pt x="0" y="6550"/>
                    <a:pt x="6" y="7220"/>
                  </a:cubicBezTo>
                  <a:lnTo>
                    <a:pt x="6" y="10921"/>
                  </a:lnTo>
                  <a:cubicBezTo>
                    <a:pt x="10" y="11240"/>
                    <a:pt x="286" y="11509"/>
                    <a:pt x="603" y="11517"/>
                  </a:cubicBezTo>
                  <a:cubicBezTo>
                    <a:pt x="608" y="11517"/>
                    <a:pt x="614" y="11517"/>
                    <a:pt x="619" y="11517"/>
                  </a:cubicBezTo>
                  <a:cubicBezTo>
                    <a:pt x="850" y="11517"/>
                    <a:pt x="1051" y="11380"/>
                    <a:pt x="1144" y="11183"/>
                  </a:cubicBezTo>
                  <a:cubicBezTo>
                    <a:pt x="1156" y="11157"/>
                    <a:pt x="1179" y="11144"/>
                    <a:pt x="1203" y="11144"/>
                  </a:cubicBezTo>
                  <a:cubicBezTo>
                    <a:pt x="1227" y="11144"/>
                    <a:pt x="1251" y="11157"/>
                    <a:pt x="1264" y="11183"/>
                  </a:cubicBezTo>
                  <a:cubicBezTo>
                    <a:pt x="1359" y="11373"/>
                    <a:pt x="1558" y="11504"/>
                    <a:pt x="1784" y="11504"/>
                  </a:cubicBezTo>
                  <a:cubicBezTo>
                    <a:pt x="1787" y="11504"/>
                    <a:pt x="1790" y="11504"/>
                    <a:pt x="1792" y="11504"/>
                  </a:cubicBezTo>
                  <a:cubicBezTo>
                    <a:pt x="2022" y="11503"/>
                    <a:pt x="2221" y="11367"/>
                    <a:pt x="2315" y="11170"/>
                  </a:cubicBezTo>
                  <a:cubicBezTo>
                    <a:pt x="2326" y="11145"/>
                    <a:pt x="2350" y="11133"/>
                    <a:pt x="2374" y="11133"/>
                  </a:cubicBezTo>
                  <a:cubicBezTo>
                    <a:pt x="2397" y="11133"/>
                    <a:pt x="2421" y="11145"/>
                    <a:pt x="2433" y="11169"/>
                  </a:cubicBezTo>
                  <a:cubicBezTo>
                    <a:pt x="2530" y="11360"/>
                    <a:pt x="2731" y="11492"/>
                    <a:pt x="2957" y="11492"/>
                  </a:cubicBezTo>
                  <a:cubicBezTo>
                    <a:pt x="2959" y="11492"/>
                    <a:pt x="2960" y="11492"/>
                    <a:pt x="2961" y="11492"/>
                  </a:cubicBezTo>
                  <a:cubicBezTo>
                    <a:pt x="3188" y="11489"/>
                    <a:pt x="3390" y="11357"/>
                    <a:pt x="3491" y="11169"/>
                  </a:cubicBezTo>
                  <a:cubicBezTo>
                    <a:pt x="3505" y="11144"/>
                    <a:pt x="3530" y="11128"/>
                    <a:pt x="3560" y="11128"/>
                  </a:cubicBezTo>
                  <a:cubicBezTo>
                    <a:pt x="3588" y="11128"/>
                    <a:pt x="3614" y="11144"/>
                    <a:pt x="3628" y="11169"/>
                  </a:cubicBezTo>
                  <a:cubicBezTo>
                    <a:pt x="3728" y="11355"/>
                    <a:pt x="3925" y="11487"/>
                    <a:pt x="4147" y="11492"/>
                  </a:cubicBezTo>
                  <a:cubicBezTo>
                    <a:pt x="4152" y="11492"/>
                    <a:pt x="4157" y="11492"/>
                    <a:pt x="4161" y="11492"/>
                  </a:cubicBezTo>
                  <a:cubicBezTo>
                    <a:pt x="4486" y="11492"/>
                    <a:pt x="4749" y="11225"/>
                    <a:pt x="4746" y="10901"/>
                  </a:cubicBezTo>
                  <a:lnTo>
                    <a:pt x="4699" y="8333"/>
                  </a:lnTo>
                  <a:cubicBezTo>
                    <a:pt x="4697" y="8186"/>
                    <a:pt x="4817" y="8091"/>
                    <a:pt x="4941" y="8091"/>
                  </a:cubicBezTo>
                  <a:cubicBezTo>
                    <a:pt x="5009" y="8091"/>
                    <a:pt x="5078" y="8120"/>
                    <a:pt x="5128" y="8184"/>
                  </a:cubicBezTo>
                  <a:lnTo>
                    <a:pt x="5380" y="8509"/>
                  </a:lnTo>
                  <a:cubicBezTo>
                    <a:pt x="5711" y="8573"/>
                    <a:pt x="6034" y="8649"/>
                    <a:pt x="6352" y="8736"/>
                  </a:cubicBezTo>
                  <a:lnTo>
                    <a:pt x="6352" y="7862"/>
                  </a:lnTo>
                  <a:cubicBezTo>
                    <a:pt x="5952" y="7351"/>
                    <a:pt x="5548" y="6821"/>
                    <a:pt x="5066" y="6082"/>
                  </a:cubicBezTo>
                  <a:cubicBezTo>
                    <a:pt x="4805" y="5683"/>
                    <a:pt x="4665" y="5220"/>
                    <a:pt x="4660" y="4743"/>
                  </a:cubicBezTo>
                  <a:lnTo>
                    <a:pt x="4656" y="78"/>
                  </a:lnTo>
                  <a:cubicBezTo>
                    <a:pt x="4318" y="25"/>
                    <a:pt x="3972" y="0"/>
                    <a:pt x="3619" y="0"/>
                  </a:cubicBezTo>
                  <a:cubicBezTo>
                    <a:pt x="3616" y="0"/>
                    <a:pt x="3612" y="0"/>
                    <a:pt x="3609"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33"/>
            <p:cNvSpPr/>
            <p:nvPr/>
          </p:nvSpPr>
          <p:spPr>
            <a:xfrm>
              <a:off x="1504669" y="1398700"/>
              <a:ext cx="133643" cy="40745"/>
            </a:xfrm>
            <a:custGeom>
              <a:rect b="b" l="l" r="r" t="t"/>
              <a:pathLst>
                <a:path extrusionOk="0" h="1375" w="4510">
                  <a:moveTo>
                    <a:pt x="394" y="0"/>
                  </a:moveTo>
                  <a:cubicBezTo>
                    <a:pt x="178" y="0"/>
                    <a:pt x="0" y="177"/>
                    <a:pt x="0" y="392"/>
                  </a:cubicBezTo>
                  <a:lnTo>
                    <a:pt x="0" y="981"/>
                  </a:lnTo>
                  <a:cubicBezTo>
                    <a:pt x="0" y="1197"/>
                    <a:pt x="178" y="1374"/>
                    <a:pt x="394" y="1374"/>
                  </a:cubicBezTo>
                  <a:lnTo>
                    <a:pt x="4118" y="1374"/>
                  </a:lnTo>
                  <a:cubicBezTo>
                    <a:pt x="4334" y="1374"/>
                    <a:pt x="4510" y="1197"/>
                    <a:pt x="4510" y="981"/>
                  </a:cubicBezTo>
                  <a:lnTo>
                    <a:pt x="4510" y="392"/>
                  </a:lnTo>
                  <a:cubicBezTo>
                    <a:pt x="4510" y="177"/>
                    <a:pt x="4334" y="0"/>
                    <a:pt x="4118"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33"/>
            <p:cNvSpPr/>
            <p:nvPr/>
          </p:nvSpPr>
          <p:spPr>
            <a:xfrm>
              <a:off x="1680064" y="1537113"/>
              <a:ext cx="105521" cy="166120"/>
            </a:xfrm>
            <a:custGeom>
              <a:rect b="b" l="l" r="r" t="t"/>
              <a:pathLst>
                <a:path extrusionOk="0" h="5606" w="3561">
                  <a:moveTo>
                    <a:pt x="890" y="0"/>
                  </a:moveTo>
                  <a:cubicBezTo>
                    <a:pt x="400" y="0"/>
                    <a:pt x="1" y="400"/>
                    <a:pt x="1" y="889"/>
                  </a:cubicBezTo>
                  <a:lnTo>
                    <a:pt x="1" y="4716"/>
                  </a:lnTo>
                  <a:cubicBezTo>
                    <a:pt x="1" y="5206"/>
                    <a:pt x="400" y="5605"/>
                    <a:pt x="890" y="5605"/>
                  </a:cubicBezTo>
                  <a:lnTo>
                    <a:pt x="2669" y="5605"/>
                  </a:lnTo>
                  <a:cubicBezTo>
                    <a:pt x="3159" y="5605"/>
                    <a:pt x="3559" y="5206"/>
                    <a:pt x="3560" y="4716"/>
                  </a:cubicBezTo>
                  <a:lnTo>
                    <a:pt x="3560" y="889"/>
                  </a:lnTo>
                  <a:cubicBezTo>
                    <a:pt x="3560" y="400"/>
                    <a:pt x="3159" y="0"/>
                    <a:pt x="2669"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33"/>
            <p:cNvSpPr/>
            <p:nvPr/>
          </p:nvSpPr>
          <p:spPr>
            <a:xfrm>
              <a:off x="1504669" y="1438407"/>
              <a:ext cx="133643" cy="40745"/>
            </a:xfrm>
            <a:custGeom>
              <a:rect b="b" l="l" r="r" t="t"/>
              <a:pathLst>
                <a:path extrusionOk="0" h="1375" w="4510">
                  <a:moveTo>
                    <a:pt x="394" y="0"/>
                  </a:moveTo>
                  <a:cubicBezTo>
                    <a:pt x="178" y="0"/>
                    <a:pt x="0" y="177"/>
                    <a:pt x="0" y="393"/>
                  </a:cubicBezTo>
                  <a:lnTo>
                    <a:pt x="0" y="983"/>
                  </a:lnTo>
                  <a:cubicBezTo>
                    <a:pt x="0" y="1197"/>
                    <a:pt x="178" y="1374"/>
                    <a:pt x="394" y="1374"/>
                  </a:cubicBezTo>
                  <a:lnTo>
                    <a:pt x="4118" y="1374"/>
                  </a:lnTo>
                  <a:cubicBezTo>
                    <a:pt x="4334" y="1374"/>
                    <a:pt x="4510" y="1197"/>
                    <a:pt x="4510" y="983"/>
                  </a:cubicBezTo>
                  <a:lnTo>
                    <a:pt x="4510" y="393"/>
                  </a:lnTo>
                  <a:cubicBezTo>
                    <a:pt x="4510" y="177"/>
                    <a:pt x="4334" y="0"/>
                    <a:pt x="4118"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0" name="Google Shape;9730;p33"/>
          <p:cNvGrpSpPr/>
          <p:nvPr/>
        </p:nvGrpSpPr>
        <p:grpSpPr>
          <a:xfrm>
            <a:off x="4307723" y="1349207"/>
            <a:ext cx="528553" cy="548346"/>
            <a:chOff x="5377726" y="3403872"/>
            <a:chExt cx="395683" cy="413284"/>
          </a:xfrm>
        </p:grpSpPr>
        <p:sp>
          <p:nvSpPr>
            <p:cNvPr id="9731" name="Google Shape;9731;p33"/>
            <p:cNvSpPr/>
            <p:nvPr/>
          </p:nvSpPr>
          <p:spPr>
            <a:xfrm>
              <a:off x="5377904" y="3421563"/>
              <a:ext cx="395505" cy="219695"/>
            </a:xfrm>
            <a:custGeom>
              <a:rect b="b" l="l" r="r" t="t"/>
              <a:pathLst>
                <a:path extrusionOk="0" h="7414" w="13347">
                  <a:moveTo>
                    <a:pt x="6672" y="0"/>
                  </a:moveTo>
                  <a:cubicBezTo>
                    <a:pt x="3055" y="0"/>
                    <a:pt x="111" y="2879"/>
                    <a:pt x="1" y="6467"/>
                  </a:cubicBezTo>
                  <a:lnTo>
                    <a:pt x="2" y="6467"/>
                  </a:lnTo>
                  <a:cubicBezTo>
                    <a:pt x="2" y="6467"/>
                    <a:pt x="318" y="6765"/>
                    <a:pt x="859" y="7221"/>
                  </a:cubicBezTo>
                  <a:lnTo>
                    <a:pt x="13150" y="7413"/>
                  </a:lnTo>
                  <a:lnTo>
                    <a:pt x="13324" y="7221"/>
                  </a:lnTo>
                  <a:cubicBezTo>
                    <a:pt x="13339" y="7040"/>
                    <a:pt x="13347" y="6858"/>
                    <a:pt x="13347" y="6675"/>
                  </a:cubicBezTo>
                  <a:cubicBezTo>
                    <a:pt x="13347" y="2991"/>
                    <a:pt x="10359" y="0"/>
                    <a:pt x="6672"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33"/>
            <p:cNvSpPr/>
            <p:nvPr/>
          </p:nvSpPr>
          <p:spPr>
            <a:xfrm>
              <a:off x="5403328" y="3635598"/>
              <a:ext cx="369458" cy="141910"/>
            </a:xfrm>
            <a:custGeom>
              <a:rect b="b" l="l" r="r" t="t"/>
              <a:pathLst>
                <a:path extrusionOk="0" h="4789" w="12468">
                  <a:moveTo>
                    <a:pt x="1" y="1"/>
                  </a:moveTo>
                  <a:cubicBezTo>
                    <a:pt x="1791" y="1505"/>
                    <a:pt x="6074" y="4746"/>
                    <a:pt x="9829" y="4788"/>
                  </a:cubicBezTo>
                  <a:cubicBezTo>
                    <a:pt x="11308" y="3672"/>
                    <a:pt x="12309" y="1955"/>
                    <a:pt x="1246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33"/>
            <p:cNvSpPr/>
            <p:nvPr/>
          </p:nvSpPr>
          <p:spPr>
            <a:xfrm>
              <a:off x="5629691" y="3681202"/>
              <a:ext cx="79534" cy="72244"/>
            </a:xfrm>
            <a:custGeom>
              <a:rect b="b" l="l" r="r" t="t"/>
              <a:pathLst>
                <a:path extrusionOk="0" h="2438" w="2684">
                  <a:moveTo>
                    <a:pt x="1341" y="1"/>
                  </a:moveTo>
                  <a:cubicBezTo>
                    <a:pt x="792" y="1"/>
                    <a:pt x="293" y="376"/>
                    <a:pt x="157" y="935"/>
                  </a:cubicBezTo>
                  <a:cubicBezTo>
                    <a:pt x="0" y="1589"/>
                    <a:pt x="404" y="2247"/>
                    <a:pt x="1057" y="2404"/>
                  </a:cubicBezTo>
                  <a:cubicBezTo>
                    <a:pt x="1153" y="2427"/>
                    <a:pt x="1248" y="2438"/>
                    <a:pt x="1342" y="2438"/>
                  </a:cubicBezTo>
                  <a:cubicBezTo>
                    <a:pt x="1893" y="2438"/>
                    <a:pt x="2392" y="2061"/>
                    <a:pt x="2526" y="1504"/>
                  </a:cubicBezTo>
                  <a:cubicBezTo>
                    <a:pt x="2683" y="849"/>
                    <a:pt x="2279" y="192"/>
                    <a:pt x="1626" y="35"/>
                  </a:cubicBezTo>
                  <a:cubicBezTo>
                    <a:pt x="1531" y="12"/>
                    <a:pt x="1435" y="1"/>
                    <a:pt x="1341"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33"/>
            <p:cNvSpPr/>
            <p:nvPr/>
          </p:nvSpPr>
          <p:spPr>
            <a:xfrm>
              <a:off x="5381696" y="3437771"/>
              <a:ext cx="249980" cy="336033"/>
            </a:xfrm>
            <a:custGeom>
              <a:rect b="b" l="l" r="r" t="t"/>
              <a:pathLst>
                <a:path extrusionOk="0" h="11340" w="8436">
                  <a:moveTo>
                    <a:pt x="4834" y="1"/>
                  </a:moveTo>
                  <a:cubicBezTo>
                    <a:pt x="3871" y="1"/>
                    <a:pt x="3167" y="827"/>
                    <a:pt x="3232" y="1721"/>
                  </a:cubicBezTo>
                  <a:cubicBezTo>
                    <a:pt x="3247" y="1940"/>
                    <a:pt x="3090" y="2158"/>
                    <a:pt x="2873" y="2195"/>
                  </a:cubicBezTo>
                  <a:cubicBezTo>
                    <a:pt x="1794" y="2388"/>
                    <a:pt x="1060" y="3439"/>
                    <a:pt x="1262" y="4525"/>
                  </a:cubicBezTo>
                  <a:cubicBezTo>
                    <a:pt x="1295" y="4706"/>
                    <a:pt x="1213" y="4886"/>
                    <a:pt x="1056" y="4982"/>
                  </a:cubicBezTo>
                  <a:cubicBezTo>
                    <a:pt x="423" y="5371"/>
                    <a:pt x="0" y="6070"/>
                    <a:pt x="0" y="6866"/>
                  </a:cubicBezTo>
                  <a:cubicBezTo>
                    <a:pt x="0" y="7555"/>
                    <a:pt x="316" y="8169"/>
                    <a:pt x="807" y="8575"/>
                  </a:cubicBezTo>
                  <a:cubicBezTo>
                    <a:pt x="1278" y="8962"/>
                    <a:pt x="1559" y="9524"/>
                    <a:pt x="1632" y="10131"/>
                  </a:cubicBezTo>
                  <a:cubicBezTo>
                    <a:pt x="1693" y="10626"/>
                    <a:pt x="1980" y="11083"/>
                    <a:pt x="2420" y="11340"/>
                  </a:cubicBezTo>
                  <a:cubicBezTo>
                    <a:pt x="2587" y="10738"/>
                    <a:pt x="3006" y="10224"/>
                    <a:pt x="3583" y="9943"/>
                  </a:cubicBezTo>
                  <a:lnTo>
                    <a:pt x="3603" y="9933"/>
                  </a:lnTo>
                  <a:lnTo>
                    <a:pt x="3608" y="9911"/>
                  </a:lnTo>
                  <a:cubicBezTo>
                    <a:pt x="3644" y="9789"/>
                    <a:pt x="3737" y="9694"/>
                    <a:pt x="3855" y="9655"/>
                  </a:cubicBezTo>
                  <a:cubicBezTo>
                    <a:pt x="4018" y="9601"/>
                    <a:pt x="4188" y="9568"/>
                    <a:pt x="4359" y="9554"/>
                  </a:cubicBezTo>
                  <a:cubicBezTo>
                    <a:pt x="4570" y="9212"/>
                    <a:pt x="4848" y="8915"/>
                    <a:pt x="5175" y="8682"/>
                  </a:cubicBezTo>
                  <a:cubicBezTo>
                    <a:pt x="5175" y="8682"/>
                    <a:pt x="7730" y="6579"/>
                    <a:pt x="8433" y="4168"/>
                  </a:cubicBezTo>
                  <a:cubicBezTo>
                    <a:pt x="8436" y="3221"/>
                    <a:pt x="7754" y="2371"/>
                    <a:pt x="6796" y="2197"/>
                  </a:cubicBezTo>
                  <a:cubicBezTo>
                    <a:pt x="6580" y="2158"/>
                    <a:pt x="6423" y="1944"/>
                    <a:pt x="6439" y="1723"/>
                  </a:cubicBezTo>
                  <a:cubicBezTo>
                    <a:pt x="6504" y="829"/>
                    <a:pt x="5801" y="1"/>
                    <a:pt x="4834"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33"/>
            <p:cNvSpPr/>
            <p:nvPr/>
          </p:nvSpPr>
          <p:spPr>
            <a:xfrm>
              <a:off x="5523014" y="3581874"/>
              <a:ext cx="63621" cy="115863"/>
            </a:xfrm>
            <a:custGeom>
              <a:rect b="b" l="l" r="r" t="t"/>
              <a:pathLst>
                <a:path extrusionOk="0" h="3910" w="2147">
                  <a:moveTo>
                    <a:pt x="1882" y="0"/>
                  </a:moveTo>
                  <a:cubicBezTo>
                    <a:pt x="1840" y="0"/>
                    <a:pt x="1798" y="11"/>
                    <a:pt x="1760" y="35"/>
                  </a:cubicBezTo>
                  <a:cubicBezTo>
                    <a:pt x="1741" y="46"/>
                    <a:pt x="1301" y="323"/>
                    <a:pt x="869" y="912"/>
                  </a:cubicBezTo>
                  <a:cubicBezTo>
                    <a:pt x="471" y="1450"/>
                    <a:pt x="0" y="2367"/>
                    <a:pt x="9" y="3681"/>
                  </a:cubicBezTo>
                  <a:cubicBezTo>
                    <a:pt x="9" y="3806"/>
                    <a:pt x="115" y="3909"/>
                    <a:pt x="241" y="3909"/>
                  </a:cubicBezTo>
                  <a:cubicBezTo>
                    <a:pt x="372" y="3907"/>
                    <a:pt x="474" y="3805"/>
                    <a:pt x="474" y="3674"/>
                  </a:cubicBezTo>
                  <a:cubicBezTo>
                    <a:pt x="466" y="2732"/>
                    <a:pt x="721" y="1898"/>
                    <a:pt x="1230" y="1201"/>
                  </a:cubicBezTo>
                  <a:cubicBezTo>
                    <a:pt x="1610" y="677"/>
                    <a:pt x="2001" y="429"/>
                    <a:pt x="2005" y="427"/>
                  </a:cubicBezTo>
                  <a:cubicBezTo>
                    <a:pt x="2114" y="359"/>
                    <a:pt x="2147" y="217"/>
                    <a:pt x="2078" y="109"/>
                  </a:cubicBezTo>
                  <a:cubicBezTo>
                    <a:pt x="2035" y="39"/>
                    <a:pt x="1960" y="0"/>
                    <a:pt x="1882"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33"/>
            <p:cNvSpPr/>
            <p:nvPr/>
          </p:nvSpPr>
          <p:spPr>
            <a:xfrm>
              <a:off x="5515813" y="3532921"/>
              <a:ext cx="49634" cy="98350"/>
            </a:xfrm>
            <a:custGeom>
              <a:rect b="b" l="l" r="r" t="t"/>
              <a:pathLst>
                <a:path extrusionOk="0" h="3319" w="1675">
                  <a:moveTo>
                    <a:pt x="1409" y="0"/>
                  </a:moveTo>
                  <a:cubicBezTo>
                    <a:pt x="1364" y="0"/>
                    <a:pt x="1318" y="13"/>
                    <a:pt x="1278" y="41"/>
                  </a:cubicBezTo>
                  <a:cubicBezTo>
                    <a:pt x="1226" y="79"/>
                    <a:pt x="1" y="955"/>
                    <a:pt x="1" y="3086"/>
                  </a:cubicBezTo>
                  <a:cubicBezTo>
                    <a:pt x="1" y="3214"/>
                    <a:pt x="103" y="3318"/>
                    <a:pt x="231" y="3318"/>
                  </a:cubicBezTo>
                  <a:cubicBezTo>
                    <a:pt x="360" y="3318"/>
                    <a:pt x="464" y="3214"/>
                    <a:pt x="464" y="3086"/>
                  </a:cubicBezTo>
                  <a:cubicBezTo>
                    <a:pt x="464" y="2106"/>
                    <a:pt x="758" y="1433"/>
                    <a:pt x="1005" y="1042"/>
                  </a:cubicBezTo>
                  <a:cubicBezTo>
                    <a:pt x="1269" y="623"/>
                    <a:pt x="1539" y="427"/>
                    <a:pt x="1544" y="422"/>
                  </a:cubicBezTo>
                  <a:cubicBezTo>
                    <a:pt x="1647" y="349"/>
                    <a:pt x="1675" y="205"/>
                    <a:pt x="1602" y="100"/>
                  </a:cubicBezTo>
                  <a:cubicBezTo>
                    <a:pt x="1556" y="35"/>
                    <a:pt x="1483" y="0"/>
                    <a:pt x="14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33"/>
            <p:cNvSpPr/>
            <p:nvPr/>
          </p:nvSpPr>
          <p:spPr>
            <a:xfrm>
              <a:off x="5431657" y="3651985"/>
              <a:ext cx="80749" cy="77519"/>
            </a:xfrm>
            <a:custGeom>
              <a:rect b="b" l="l" r="r" t="t"/>
              <a:pathLst>
                <a:path extrusionOk="0" h="2616" w="2725">
                  <a:moveTo>
                    <a:pt x="261" y="1"/>
                  </a:moveTo>
                  <a:cubicBezTo>
                    <a:pt x="162" y="1"/>
                    <a:pt x="71" y="64"/>
                    <a:pt x="40" y="163"/>
                  </a:cubicBezTo>
                  <a:cubicBezTo>
                    <a:pt x="1" y="284"/>
                    <a:pt x="69" y="415"/>
                    <a:pt x="190" y="453"/>
                  </a:cubicBezTo>
                  <a:cubicBezTo>
                    <a:pt x="206" y="458"/>
                    <a:pt x="1616" y="932"/>
                    <a:pt x="2245" y="2473"/>
                  </a:cubicBezTo>
                  <a:cubicBezTo>
                    <a:pt x="2279" y="2561"/>
                    <a:pt x="2368" y="2616"/>
                    <a:pt x="2460" y="2616"/>
                  </a:cubicBezTo>
                  <a:cubicBezTo>
                    <a:pt x="2488" y="2616"/>
                    <a:pt x="2517" y="2611"/>
                    <a:pt x="2548" y="2598"/>
                  </a:cubicBezTo>
                  <a:cubicBezTo>
                    <a:pt x="2667" y="2552"/>
                    <a:pt x="2724" y="2417"/>
                    <a:pt x="2674" y="2297"/>
                  </a:cubicBezTo>
                  <a:cubicBezTo>
                    <a:pt x="1959" y="551"/>
                    <a:pt x="397" y="34"/>
                    <a:pt x="332" y="12"/>
                  </a:cubicBezTo>
                  <a:cubicBezTo>
                    <a:pt x="308" y="4"/>
                    <a:pt x="284" y="1"/>
                    <a:pt x="261"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33"/>
            <p:cNvSpPr/>
            <p:nvPr/>
          </p:nvSpPr>
          <p:spPr>
            <a:xfrm>
              <a:off x="5459630" y="3533514"/>
              <a:ext cx="62021" cy="92453"/>
            </a:xfrm>
            <a:custGeom>
              <a:rect b="b" l="l" r="r" t="t"/>
              <a:pathLst>
                <a:path extrusionOk="0" h="3120" w="2093">
                  <a:moveTo>
                    <a:pt x="263" y="0"/>
                  </a:moveTo>
                  <a:cubicBezTo>
                    <a:pt x="178" y="0"/>
                    <a:pt x="97" y="47"/>
                    <a:pt x="58" y="129"/>
                  </a:cubicBezTo>
                  <a:cubicBezTo>
                    <a:pt x="0" y="244"/>
                    <a:pt x="47" y="384"/>
                    <a:pt x="160" y="439"/>
                  </a:cubicBezTo>
                  <a:cubicBezTo>
                    <a:pt x="173" y="446"/>
                    <a:pt x="1340" y="1049"/>
                    <a:pt x="1614" y="2920"/>
                  </a:cubicBezTo>
                  <a:cubicBezTo>
                    <a:pt x="1632" y="3035"/>
                    <a:pt x="1730" y="3119"/>
                    <a:pt x="1844" y="3119"/>
                  </a:cubicBezTo>
                  <a:cubicBezTo>
                    <a:pt x="1855" y="3119"/>
                    <a:pt x="1867" y="3119"/>
                    <a:pt x="1876" y="3116"/>
                  </a:cubicBezTo>
                  <a:cubicBezTo>
                    <a:pt x="2002" y="3099"/>
                    <a:pt x="2092" y="2981"/>
                    <a:pt x="2072" y="2855"/>
                  </a:cubicBezTo>
                  <a:cubicBezTo>
                    <a:pt x="1766" y="744"/>
                    <a:pt x="425" y="54"/>
                    <a:pt x="369" y="26"/>
                  </a:cubicBezTo>
                  <a:cubicBezTo>
                    <a:pt x="335" y="9"/>
                    <a:pt x="299" y="0"/>
                    <a:pt x="2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33"/>
            <p:cNvSpPr/>
            <p:nvPr/>
          </p:nvSpPr>
          <p:spPr>
            <a:xfrm>
              <a:off x="5504345" y="3499526"/>
              <a:ext cx="33929" cy="226926"/>
            </a:xfrm>
            <a:custGeom>
              <a:rect b="b" l="l" r="r" t="t"/>
              <a:pathLst>
                <a:path extrusionOk="0" h="7658" w="1145">
                  <a:moveTo>
                    <a:pt x="582" y="1"/>
                  </a:moveTo>
                  <a:cubicBezTo>
                    <a:pt x="467" y="1"/>
                    <a:pt x="368" y="88"/>
                    <a:pt x="353" y="205"/>
                  </a:cubicBezTo>
                  <a:cubicBezTo>
                    <a:pt x="47" y="2814"/>
                    <a:pt x="1" y="5574"/>
                    <a:pt x="16" y="7430"/>
                  </a:cubicBezTo>
                  <a:cubicBezTo>
                    <a:pt x="16" y="7529"/>
                    <a:pt x="85" y="7619"/>
                    <a:pt x="182" y="7649"/>
                  </a:cubicBezTo>
                  <a:cubicBezTo>
                    <a:pt x="204" y="7655"/>
                    <a:pt x="226" y="7658"/>
                    <a:pt x="246" y="7658"/>
                  </a:cubicBezTo>
                  <a:cubicBezTo>
                    <a:pt x="324" y="7658"/>
                    <a:pt x="399" y="7619"/>
                    <a:pt x="442" y="7551"/>
                  </a:cubicBezTo>
                  <a:cubicBezTo>
                    <a:pt x="607" y="7296"/>
                    <a:pt x="812" y="7069"/>
                    <a:pt x="1050" y="6879"/>
                  </a:cubicBezTo>
                  <a:cubicBezTo>
                    <a:pt x="1112" y="6828"/>
                    <a:pt x="1145" y="6749"/>
                    <a:pt x="1134" y="6668"/>
                  </a:cubicBezTo>
                  <a:cubicBezTo>
                    <a:pt x="866" y="4764"/>
                    <a:pt x="594" y="2107"/>
                    <a:pt x="812" y="259"/>
                  </a:cubicBezTo>
                  <a:cubicBezTo>
                    <a:pt x="828" y="133"/>
                    <a:pt x="737" y="18"/>
                    <a:pt x="610" y="3"/>
                  </a:cubicBezTo>
                  <a:cubicBezTo>
                    <a:pt x="601" y="1"/>
                    <a:pt x="591" y="1"/>
                    <a:pt x="5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33"/>
            <p:cNvSpPr/>
            <p:nvPr/>
          </p:nvSpPr>
          <p:spPr>
            <a:xfrm>
              <a:off x="5507516" y="3505334"/>
              <a:ext cx="240142" cy="220732"/>
            </a:xfrm>
            <a:custGeom>
              <a:rect b="b" l="l" r="r" t="t"/>
              <a:pathLst>
                <a:path extrusionOk="0" h="7449" w="8104">
                  <a:moveTo>
                    <a:pt x="7767" y="1"/>
                  </a:moveTo>
                  <a:cubicBezTo>
                    <a:pt x="7638" y="197"/>
                    <a:pt x="7417" y="327"/>
                    <a:pt x="7164" y="327"/>
                  </a:cubicBezTo>
                  <a:cubicBezTo>
                    <a:pt x="7013" y="327"/>
                    <a:pt x="6870" y="281"/>
                    <a:pt x="6753" y="200"/>
                  </a:cubicBezTo>
                  <a:cubicBezTo>
                    <a:pt x="6722" y="177"/>
                    <a:pt x="6685" y="166"/>
                    <a:pt x="6648" y="166"/>
                  </a:cubicBezTo>
                  <a:cubicBezTo>
                    <a:pt x="6615" y="166"/>
                    <a:pt x="6581" y="175"/>
                    <a:pt x="6551" y="194"/>
                  </a:cubicBezTo>
                  <a:cubicBezTo>
                    <a:pt x="6421" y="279"/>
                    <a:pt x="6262" y="327"/>
                    <a:pt x="6093" y="327"/>
                  </a:cubicBezTo>
                  <a:cubicBezTo>
                    <a:pt x="5925" y="327"/>
                    <a:pt x="5768" y="279"/>
                    <a:pt x="5634" y="194"/>
                  </a:cubicBezTo>
                  <a:cubicBezTo>
                    <a:pt x="5604" y="175"/>
                    <a:pt x="5571" y="166"/>
                    <a:pt x="5537" y="166"/>
                  </a:cubicBezTo>
                  <a:cubicBezTo>
                    <a:pt x="5501" y="166"/>
                    <a:pt x="5464" y="177"/>
                    <a:pt x="5432" y="200"/>
                  </a:cubicBezTo>
                  <a:cubicBezTo>
                    <a:pt x="5315" y="281"/>
                    <a:pt x="5174" y="327"/>
                    <a:pt x="5023" y="327"/>
                  </a:cubicBezTo>
                  <a:cubicBezTo>
                    <a:pt x="4771" y="327"/>
                    <a:pt x="4552" y="200"/>
                    <a:pt x="4422" y="2"/>
                  </a:cubicBezTo>
                  <a:cubicBezTo>
                    <a:pt x="4342" y="204"/>
                    <a:pt x="4300" y="425"/>
                    <a:pt x="4300" y="654"/>
                  </a:cubicBezTo>
                  <a:cubicBezTo>
                    <a:pt x="4300" y="3512"/>
                    <a:pt x="864" y="6340"/>
                    <a:pt x="864" y="6340"/>
                  </a:cubicBezTo>
                  <a:cubicBezTo>
                    <a:pt x="514" y="6590"/>
                    <a:pt x="217" y="6915"/>
                    <a:pt x="1" y="7288"/>
                  </a:cubicBezTo>
                  <a:cubicBezTo>
                    <a:pt x="96" y="7275"/>
                    <a:pt x="193" y="7269"/>
                    <a:pt x="290" y="7269"/>
                  </a:cubicBezTo>
                  <a:cubicBezTo>
                    <a:pt x="525" y="7269"/>
                    <a:pt x="761" y="7306"/>
                    <a:pt x="985" y="7381"/>
                  </a:cubicBezTo>
                  <a:cubicBezTo>
                    <a:pt x="1121" y="7426"/>
                    <a:pt x="1264" y="7449"/>
                    <a:pt x="1408" y="7449"/>
                  </a:cubicBezTo>
                  <a:cubicBezTo>
                    <a:pt x="1551" y="7449"/>
                    <a:pt x="1695" y="7426"/>
                    <a:pt x="1832" y="7381"/>
                  </a:cubicBezTo>
                  <a:cubicBezTo>
                    <a:pt x="1922" y="7350"/>
                    <a:pt x="2015" y="7327"/>
                    <a:pt x="2109" y="7308"/>
                  </a:cubicBezTo>
                  <a:cubicBezTo>
                    <a:pt x="2110" y="7305"/>
                    <a:pt x="2109" y="7303"/>
                    <a:pt x="2109" y="7300"/>
                  </a:cubicBezTo>
                  <a:cubicBezTo>
                    <a:pt x="2076" y="6884"/>
                    <a:pt x="2373" y="6514"/>
                    <a:pt x="2786" y="6459"/>
                  </a:cubicBezTo>
                  <a:cubicBezTo>
                    <a:pt x="2884" y="6445"/>
                    <a:pt x="2957" y="6368"/>
                    <a:pt x="2959" y="6271"/>
                  </a:cubicBezTo>
                  <a:cubicBezTo>
                    <a:pt x="2967" y="6009"/>
                    <a:pt x="3093" y="5766"/>
                    <a:pt x="3306" y="5603"/>
                  </a:cubicBezTo>
                  <a:cubicBezTo>
                    <a:pt x="3460" y="5485"/>
                    <a:pt x="3647" y="5422"/>
                    <a:pt x="3835" y="5422"/>
                  </a:cubicBezTo>
                  <a:cubicBezTo>
                    <a:pt x="3904" y="5422"/>
                    <a:pt x="3973" y="5430"/>
                    <a:pt x="4041" y="5447"/>
                  </a:cubicBezTo>
                  <a:cubicBezTo>
                    <a:pt x="4057" y="5452"/>
                    <a:pt x="4074" y="5453"/>
                    <a:pt x="4090" y="5453"/>
                  </a:cubicBezTo>
                  <a:cubicBezTo>
                    <a:pt x="4173" y="5453"/>
                    <a:pt x="4248" y="5402"/>
                    <a:pt x="4277" y="5318"/>
                  </a:cubicBezTo>
                  <a:cubicBezTo>
                    <a:pt x="4446" y="4812"/>
                    <a:pt x="4917" y="4470"/>
                    <a:pt x="5452" y="4470"/>
                  </a:cubicBezTo>
                  <a:cubicBezTo>
                    <a:pt x="5987" y="4470"/>
                    <a:pt x="6458" y="4812"/>
                    <a:pt x="6627" y="5318"/>
                  </a:cubicBezTo>
                  <a:cubicBezTo>
                    <a:pt x="6656" y="5401"/>
                    <a:pt x="6732" y="5453"/>
                    <a:pt x="6815" y="5453"/>
                  </a:cubicBezTo>
                  <a:cubicBezTo>
                    <a:pt x="6831" y="5453"/>
                    <a:pt x="6846" y="5451"/>
                    <a:pt x="6862" y="5447"/>
                  </a:cubicBezTo>
                  <a:cubicBezTo>
                    <a:pt x="6930" y="5431"/>
                    <a:pt x="6998" y="5423"/>
                    <a:pt x="7066" y="5423"/>
                  </a:cubicBezTo>
                  <a:cubicBezTo>
                    <a:pt x="7208" y="5423"/>
                    <a:pt x="7347" y="5458"/>
                    <a:pt x="7474" y="5525"/>
                  </a:cubicBezTo>
                  <a:cubicBezTo>
                    <a:pt x="8104" y="2824"/>
                    <a:pt x="7888" y="582"/>
                    <a:pt x="7888" y="582"/>
                  </a:cubicBezTo>
                  <a:cubicBezTo>
                    <a:pt x="7880" y="379"/>
                    <a:pt x="7838" y="181"/>
                    <a:pt x="7767"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33"/>
            <p:cNvSpPr/>
            <p:nvPr/>
          </p:nvSpPr>
          <p:spPr>
            <a:xfrm>
              <a:off x="5675592" y="3403872"/>
              <a:ext cx="40300" cy="67888"/>
            </a:xfrm>
            <a:custGeom>
              <a:rect b="b" l="l" r="r" t="t"/>
              <a:pathLst>
                <a:path extrusionOk="0" h="2291" w="1360">
                  <a:moveTo>
                    <a:pt x="884" y="1"/>
                  </a:moveTo>
                  <a:cubicBezTo>
                    <a:pt x="729" y="1"/>
                    <a:pt x="577" y="84"/>
                    <a:pt x="501" y="237"/>
                  </a:cubicBezTo>
                  <a:cubicBezTo>
                    <a:pt x="299" y="641"/>
                    <a:pt x="52" y="1320"/>
                    <a:pt x="1" y="2279"/>
                  </a:cubicBezTo>
                  <a:cubicBezTo>
                    <a:pt x="7" y="2276"/>
                    <a:pt x="13" y="2273"/>
                    <a:pt x="20" y="2271"/>
                  </a:cubicBezTo>
                  <a:cubicBezTo>
                    <a:pt x="139" y="2206"/>
                    <a:pt x="278" y="2170"/>
                    <a:pt x="424" y="2170"/>
                  </a:cubicBezTo>
                  <a:cubicBezTo>
                    <a:pt x="568" y="2170"/>
                    <a:pt x="707" y="2206"/>
                    <a:pt x="828" y="2271"/>
                  </a:cubicBezTo>
                  <a:cubicBezTo>
                    <a:pt x="839" y="2276"/>
                    <a:pt x="853" y="2284"/>
                    <a:pt x="864" y="2290"/>
                  </a:cubicBezTo>
                  <a:cubicBezTo>
                    <a:pt x="913" y="1483"/>
                    <a:pt x="1119" y="932"/>
                    <a:pt x="1271" y="625"/>
                  </a:cubicBezTo>
                  <a:cubicBezTo>
                    <a:pt x="1359" y="447"/>
                    <a:pt x="1314" y="229"/>
                    <a:pt x="1159" y="103"/>
                  </a:cubicBezTo>
                  <a:lnTo>
                    <a:pt x="1156" y="98"/>
                  </a:lnTo>
                  <a:cubicBezTo>
                    <a:pt x="1076" y="32"/>
                    <a:pt x="979" y="1"/>
                    <a:pt x="884"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33"/>
            <p:cNvSpPr/>
            <p:nvPr/>
          </p:nvSpPr>
          <p:spPr>
            <a:xfrm>
              <a:off x="5541890" y="3690152"/>
              <a:ext cx="24447" cy="44152"/>
            </a:xfrm>
            <a:custGeom>
              <a:rect b="b" l="l" r="r" t="t"/>
              <a:pathLst>
                <a:path extrusionOk="0" h="1490" w="825">
                  <a:moveTo>
                    <a:pt x="562" y="0"/>
                  </a:moveTo>
                  <a:cubicBezTo>
                    <a:pt x="493" y="0"/>
                    <a:pt x="425" y="31"/>
                    <a:pt x="380" y="90"/>
                  </a:cubicBezTo>
                  <a:cubicBezTo>
                    <a:pt x="134" y="410"/>
                    <a:pt x="0" y="826"/>
                    <a:pt x="0" y="1258"/>
                  </a:cubicBezTo>
                  <a:cubicBezTo>
                    <a:pt x="0" y="1387"/>
                    <a:pt x="103" y="1489"/>
                    <a:pt x="232" y="1489"/>
                  </a:cubicBezTo>
                  <a:cubicBezTo>
                    <a:pt x="358" y="1489"/>
                    <a:pt x="462" y="1387"/>
                    <a:pt x="462" y="1258"/>
                  </a:cubicBezTo>
                  <a:cubicBezTo>
                    <a:pt x="462" y="927"/>
                    <a:pt x="563" y="611"/>
                    <a:pt x="747" y="372"/>
                  </a:cubicBezTo>
                  <a:cubicBezTo>
                    <a:pt x="824" y="271"/>
                    <a:pt x="804" y="126"/>
                    <a:pt x="703" y="48"/>
                  </a:cubicBezTo>
                  <a:cubicBezTo>
                    <a:pt x="661" y="16"/>
                    <a:pt x="611" y="0"/>
                    <a:pt x="562"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33"/>
            <p:cNvSpPr/>
            <p:nvPr/>
          </p:nvSpPr>
          <p:spPr>
            <a:xfrm>
              <a:off x="5612000" y="3708050"/>
              <a:ext cx="115182" cy="95950"/>
            </a:xfrm>
            <a:custGeom>
              <a:rect b="b" l="l" r="r" t="t"/>
              <a:pathLst>
                <a:path extrusionOk="0" h="3238" w="3887">
                  <a:moveTo>
                    <a:pt x="1505" y="1"/>
                  </a:moveTo>
                  <a:lnTo>
                    <a:pt x="1516" y="1275"/>
                  </a:lnTo>
                  <a:cubicBezTo>
                    <a:pt x="1516" y="1329"/>
                    <a:pt x="1473" y="1361"/>
                    <a:pt x="1431" y="1361"/>
                  </a:cubicBezTo>
                  <a:cubicBezTo>
                    <a:pt x="1401" y="1361"/>
                    <a:pt x="1371" y="1345"/>
                    <a:pt x="1356" y="1310"/>
                  </a:cubicBezTo>
                  <a:cubicBezTo>
                    <a:pt x="1112" y="742"/>
                    <a:pt x="821" y="153"/>
                    <a:pt x="821" y="153"/>
                  </a:cubicBezTo>
                  <a:cubicBezTo>
                    <a:pt x="680" y="248"/>
                    <a:pt x="510" y="302"/>
                    <a:pt x="333" y="307"/>
                  </a:cubicBezTo>
                  <a:cubicBezTo>
                    <a:pt x="252" y="309"/>
                    <a:pt x="185" y="369"/>
                    <a:pt x="174" y="448"/>
                  </a:cubicBezTo>
                  <a:cubicBezTo>
                    <a:pt x="153" y="596"/>
                    <a:pt x="90" y="730"/>
                    <a:pt x="0" y="840"/>
                  </a:cubicBezTo>
                  <a:cubicBezTo>
                    <a:pt x="681" y="1190"/>
                    <a:pt x="1133" y="1865"/>
                    <a:pt x="1189" y="2625"/>
                  </a:cubicBezTo>
                  <a:cubicBezTo>
                    <a:pt x="1203" y="2799"/>
                    <a:pt x="1194" y="2973"/>
                    <a:pt x="1166" y="3141"/>
                  </a:cubicBezTo>
                  <a:cubicBezTo>
                    <a:pt x="1169" y="3156"/>
                    <a:pt x="1169" y="3172"/>
                    <a:pt x="1171" y="3187"/>
                  </a:cubicBezTo>
                  <a:cubicBezTo>
                    <a:pt x="1171" y="3203"/>
                    <a:pt x="1174" y="3222"/>
                    <a:pt x="1178" y="3237"/>
                  </a:cubicBezTo>
                  <a:cubicBezTo>
                    <a:pt x="1786" y="3001"/>
                    <a:pt x="2352" y="2681"/>
                    <a:pt x="2859" y="2286"/>
                  </a:cubicBezTo>
                  <a:cubicBezTo>
                    <a:pt x="3114" y="1513"/>
                    <a:pt x="3589" y="1084"/>
                    <a:pt x="3886" y="879"/>
                  </a:cubicBezTo>
                  <a:cubicBezTo>
                    <a:pt x="3781" y="762"/>
                    <a:pt x="3706" y="613"/>
                    <a:pt x="3683" y="448"/>
                  </a:cubicBezTo>
                  <a:cubicBezTo>
                    <a:pt x="3672" y="369"/>
                    <a:pt x="3603" y="307"/>
                    <a:pt x="3524" y="307"/>
                  </a:cubicBezTo>
                  <a:cubicBezTo>
                    <a:pt x="3347" y="302"/>
                    <a:pt x="3177" y="248"/>
                    <a:pt x="3036" y="153"/>
                  </a:cubicBezTo>
                  <a:cubicBezTo>
                    <a:pt x="3036" y="153"/>
                    <a:pt x="2742" y="742"/>
                    <a:pt x="2501" y="1310"/>
                  </a:cubicBezTo>
                  <a:cubicBezTo>
                    <a:pt x="2487" y="1344"/>
                    <a:pt x="2457" y="1360"/>
                    <a:pt x="2426" y="1360"/>
                  </a:cubicBezTo>
                  <a:cubicBezTo>
                    <a:pt x="2383" y="1360"/>
                    <a:pt x="2340" y="1329"/>
                    <a:pt x="2340" y="1275"/>
                  </a:cubicBezTo>
                  <a:lnTo>
                    <a:pt x="2352" y="1"/>
                  </a:lnTo>
                  <a:lnTo>
                    <a:pt x="2352" y="1"/>
                  </a:lnTo>
                  <a:cubicBezTo>
                    <a:pt x="2215" y="51"/>
                    <a:pt x="2072" y="74"/>
                    <a:pt x="1928" y="74"/>
                  </a:cubicBezTo>
                  <a:cubicBezTo>
                    <a:pt x="1785" y="74"/>
                    <a:pt x="1640" y="51"/>
                    <a:pt x="150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33"/>
            <p:cNvSpPr/>
            <p:nvPr/>
          </p:nvSpPr>
          <p:spPr>
            <a:xfrm>
              <a:off x="5567907" y="3636843"/>
              <a:ext cx="202301" cy="107092"/>
            </a:xfrm>
            <a:custGeom>
              <a:rect b="b" l="l" r="r" t="t"/>
              <a:pathLst>
                <a:path extrusionOk="0" h="3614" w="6827">
                  <a:moveTo>
                    <a:pt x="3414" y="1"/>
                  </a:moveTo>
                  <a:cubicBezTo>
                    <a:pt x="2853" y="1"/>
                    <a:pt x="2377" y="366"/>
                    <a:pt x="2208" y="871"/>
                  </a:cubicBezTo>
                  <a:cubicBezTo>
                    <a:pt x="2184" y="941"/>
                    <a:pt x="2120" y="983"/>
                    <a:pt x="2050" y="983"/>
                  </a:cubicBezTo>
                  <a:cubicBezTo>
                    <a:pt x="2038" y="983"/>
                    <a:pt x="2025" y="981"/>
                    <a:pt x="2012" y="978"/>
                  </a:cubicBezTo>
                  <a:cubicBezTo>
                    <a:pt x="1941" y="961"/>
                    <a:pt x="1869" y="952"/>
                    <a:pt x="1799" y="952"/>
                  </a:cubicBezTo>
                  <a:cubicBezTo>
                    <a:pt x="1325" y="952"/>
                    <a:pt x="903" y="1333"/>
                    <a:pt x="888" y="1832"/>
                  </a:cubicBezTo>
                  <a:cubicBezTo>
                    <a:pt x="887" y="1913"/>
                    <a:pt x="825" y="1979"/>
                    <a:pt x="742" y="1989"/>
                  </a:cubicBezTo>
                  <a:cubicBezTo>
                    <a:pt x="322" y="2043"/>
                    <a:pt x="1" y="2419"/>
                    <a:pt x="38" y="2865"/>
                  </a:cubicBezTo>
                  <a:cubicBezTo>
                    <a:pt x="38" y="2869"/>
                    <a:pt x="38" y="2873"/>
                    <a:pt x="40" y="2876"/>
                  </a:cubicBezTo>
                  <a:cubicBezTo>
                    <a:pt x="188" y="2846"/>
                    <a:pt x="340" y="2830"/>
                    <a:pt x="492" y="2830"/>
                  </a:cubicBezTo>
                  <a:cubicBezTo>
                    <a:pt x="702" y="2830"/>
                    <a:pt x="911" y="2860"/>
                    <a:pt x="1112" y="2920"/>
                  </a:cubicBezTo>
                  <a:cubicBezTo>
                    <a:pt x="1235" y="2956"/>
                    <a:pt x="1330" y="3049"/>
                    <a:pt x="1369" y="3172"/>
                  </a:cubicBezTo>
                  <a:lnTo>
                    <a:pt x="1375" y="3192"/>
                  </a:lnTo>
                  <a:lnTo>
                    <a:pt x="1393" y="3201"/>
                  </a:lnTo>
                  <a:cubicBezTo>
                    <a:pt x="1437" y="3220"/>
                    <a:pt x="1479" y="3242"/>
                    <a:pt x="1519" y="3263"/>
                  </a:cubicBezTo>
                  <a:cubicBezTo>
                    <a:pt x="1589" y="3162"/>
                    <a:pt x="1639" y="3044"/>
                    <a:pt x="1658" y="2915"/>
                  </a:cubicBezTo>
                  <a:cubicBezTo>
                    <a:pt x="1670" y="2836"/>
                    <a:pt x="1737" y="2775"/>
                    <a:pt x="1818" y="2774"/>
                  </a:cubicBezTo>
                  <a:cubicBezTo>
                    <a:pt x="2102" y="2768"/>
                    <a:pt x="2366" y="2628"/>
                    <a:pt x="2534" y="2399"/>
                  </a:cubicBezTo>
                  <a:cubicBezTo>
                    <a:pt x="2566" y="2355"/>
                    <a:pt x="2615" y="2331"/>
                    <a:pt x="2665" y="2331"/>
                  </a:cubicBezTo>
                  <a:cubicBezTo>
                    <a:pt x="2695" y="2331"/>
                    <a:pt x="2725" y="2339"/>
                    <a:pt x="2752" y="2356"/>
                  </a:cubicBezTo>
                  <a:cubicBezTo>
                    <a:pt x="2954" y="2479"/>
                    <a:pt x="3183" y="2541"/>
                    <a:pt x="3412" y="2541"/>
                  </a:cubicBezTo>
                  <a:cubicBezTo>
                    <a:pt x="3641" y="2541"/>
                    <a:pt x="3870" y="2479"/>
                    <a:pt x="4072" y="2356"/>
                  </a:cubicBezTo>
                  <a:cubicBezTo>
                    <a:pt x="4098" y="2339"/>
                    <a:pt x="4128" y="2331"/>
                    <a:pt x="4157" y="2331"/>
                  </a:cubicBezTo>
                  <a:cubicBezTo>
                    <a:pt x="4208" y="2331"/>
                    <a:pt x="4257" y="2355"/>
                    <a:pt x="4291" y="2399"/>
                  </a:cubicBezTo>
                  <a:cubicBezTo>
                    <a:pt x="4457" y="2628"/>
                    <a:pt x="4721" y="2768"/>
                    <a:pt x="5007" y="2774"/>
                  </a:cubicBezTo>
                  <a:cubicBezTo>
                    <a:pt x="5090" y="2775"/>
                    <a:pt x="5155" y="2836"/>
                    <a:pt x="5168" y="2915"/>
                  </a:cubicBezTo>
                  <a:cubicBezTo>
                    <a:pt x="5225" y="3315"/>
                    <a:pt x="5568" y="3613"/>
                    <a:pt x="5975" y="3613"/>
                  </a:cubicBezTo>
                  <a:cubicBezTo>
                    <a:pt x="6009" y="3613"/>
                    <a:pt x="6043" y="3611"/>
                    <a:pt x="6077" y="3607"/>
                  </a:cubicBezTo>
                  <a:cubicBezTo>
                    <a:pt x="6458" y="3560"/>
                    <a:pt x="6756" y="3246"/>
                    <a:pt x="6787" y="2865"/>
                  </a:cubicBezTo>
                  <a:cubicBezTo>
                    <a:pt x="6826" y="2418"/>
                    <a:pt x="6506" y="2043"/>
                    <a:pt x="6086" y="1989"/>
                  </a:cubicBezTo>
                  <a:cubicBezTo>
                    <a:pt x="6004" y="1979"/>
                    <a:pt x="5945" y="1911"/>
                    <a:pt x="5940" y="1832"/>
                  </a:cubicBezTo>
                  <a:cubicBezTo>
                    <a:pt x="5925" y="1328"/>
                    <a:pt x="5501" y="953"/>
                    <a:pt x="5029" y="953"/>
                  </a:cubicBezTo>
                  <a:cubicBezTo>
                    <a:pt x="4959" y="953"/>
                    <a:pt x="4889" y="961"/>
                    <a:pt x="4818" y="978"/>
                  </a:cubicBezTo>
                  <a:cubicBezTo>
                    <a:pt x="4804" y="982"/>
                    <a:pt x="4790" y="984"/>
                    <a:pt x="4776" y="984"/>
                  </a:cubicBezTo>
                  <a:cubicBezTo>
                    <a:pt x="4707" y="984"/>
                    <a:pt x="4644" y="940"/>
                    <a:pt x="4620" y="871"/>
                  </a:cubicBezTo>
                  <a:cubicBezTo>
                    <a:pt x="4454" y="366"/>
                    <a:pt x="3978" y="1"/>
                    <a:pt x="3414"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33"/>
            <p:cNvSpPr/>
            <p:nvPr/>
          </p:nvSpPr>
          <p:spPr>
            <a:xfrm>
              <a:off x="5452163" y="3729622"/>
              <a:ext cx="197086" cy="87534"/>
            </a:xfrm>
            <a:custGeom>
              <a:rect b="b" l="l" r="r" t="t"/>
              <a:pathLst>
                <a:path extrusionOk="0" h="2954" w="6651">
                  <a:moveTo>
                    <a:pt x="5267" y="0"/>
                  </a:moveTo>
                  <a:lnTo>
                    <a:pt x="5267" y="0"/>
                  </a:lnTo>
                  <a:cubicBezTo>
                    <a:pt x="5306" y="89"/>
                    <a:pt x="5309" y="187"/>
                    <a:pt x="5278" y="280"/>
                  </a:cubicBezTo>
                  <a:cubicBezTo>
                    <a:pt x="5174" y="577"/>
                    <a:pt x="4967" y="695"/>
                    <a:pt x="4811" y="708"/>
                  </a:cubicBezTo>
                  <a:cubicBezTo>
                    <a:pt x="4801" y="708"/>
                    <a:pt x="4790" y="709"/>
                    <a:pt x="4779" y="709"/>
                  </a:cubicBezTo>
                  <a:cubicBezTo>
                    <a:pt x="4691" y="709"/>
                    <a:pt x="4603" y="682"/>
                    <a:pt x="4511" y="655"/>
                  </a:cubicBezTo>
                  <a:cubicBezTo>
                    <a:pt x="4416" y="627"/>
                    <a:pt x="4321" y="598"/>
                    <a:pt x="4222" y="598"/>
                  </a:cubicBezTo>
                  <a:cubicBezTo>
                    <a:pt x="4188" y="598"/>
                    <a:pt x="4154" y="602"/>
                    <a:pt x="4120" y="610"/>
                  </a:cubicBezTo>
                  <a:cubicBezTo>
                    <a:pt x="3986" y="641"/>
                    <a:pt x="3885" y="731"/>
                    <a:pt x="3789" y="818"/>
                  </a:cubicBezTo>
                  <a:cubicBezTo>
                    <a:pt x="3745" y="857"/>
                    <a:pt x="3700" y="896"/>
                    <a:pt x="3656" y="928"/>
                  </a:cubicBezTo>
                  <a:cubicBezTo>
                    <a:pt x="3528" y="1021"/>
                    <a:pt x="3371" y="1067"/>
                    <a:pt x="3214" y="1067"/>
                  </a:cubicBezTo>
                  <a:cubicBezTo>
                    <a:pt x="3060" y="1067"/>
                    <a:pt x="2906" y="1023"/>
                    <a:pt x="2780" y="934"/>
                  </a:cubicBezTo>
                  <a:cubicBezTo>
                    <a:pt x="2711" y="886"/>
                    <a:pt x="2648" y="826"/>
                    <a:pt x="2587" y="765"/>
                  </a:cubicBezTo>
                  <a:cubicBezTo>
                    <a:pt x="2472" y="655"/>
                    <a:pt x="2355" y="540"/>
                    <a:pt x="2197" y="498"/>
                  </a:cubicBezTo>
                  <a:cubicBezTo>
                    <a:pt x="2146" y="484"/>
                    <a:pt x="2094" y="477"/>
                    <a:pt x="2037" y="477"/>
                  </a:cubicBezTo>
                  <a:cubicBezTo>
                    <a:pt x="1959" y="477"/>
                    <a:pt x="1880" y="487"/>
                    <a:pt x="1800" y="498"/>
                  </a:cubicBezTo>
                  <a:cubicBezTo>
                    <a:pt x="1722" y="508"/>
                    <a:pt x="1647" y="518"/>
                    <a:pt x="1578" y="518"/>
                  </a:cubicBezTo>
                  <a:cubicBezTo>
                    <a:pt x="1438" y="518"/>
                    <a:pt x="1323" y="478"/>
                    <a:pt x="1252" y="327"/>
                  </a:cubicBezTo>
                  <a:lnTo>
                    <a:pt x="1246" y="314"/>
                  </a:lnTo>
                  <a:cubicBezTo>
                    <a:pt x="1205" y="221"/>
                    <a:pt x="1204" y="118"/>
                    <a:pt x="1244" y="20"/>
                  </a:cubicBezTo>
                  <a:lnTo>
                    <a:pt x="1244" y="20"/>
                  </a:lnTo>
                  <a:cubicBezTo>
                    <a:pt x="638" y="297"/>
                    <a:pt x="173" y="837"/>
                    <a:pt x="0" y="1489"/>
                  </a:cubicBezTo>
                  <a:cubicBezTo>
                    <a:pt x="1143" y="2405"/>
                    <a:pt x="2593" y="2954"/>
                    <a:pt x="4171" y="2954"/>
                  </a:cubicBezTo>
                  <a:cubicBezTo>
                    <a:pt x="5026" y="2954"/>
                    <a:pt x="5845" y="2792"/>
                    <a:pt x="6597" y="2498"/>
                  </a:cubicBezTo>
                  <a:cubicBezTo>
                    <a:pt x="6636" y="2304"/>
                    <a:pt x="6650" y="2100"/>
                    <a:pt x="6635" y="1892"/>
                  </a:cubicBezTo>
                  <a:cubicBezTo>
                    <a:pt x="6566" y="1043"/>
                    <a:pt x="6021" y="320"/>
                    <a:pt x="526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33"/>
            <p:cNvSpPr/>
            <p:nvPr/>
          </p:nvSpPr>
          <p:spPr>
            <a:xfrm>
              <a:off x="5484758" y="3719221"/>
              <a:ext cx="127449" cy="43293"/>
            </a:xfrm>
            <a:custGeom>
              <a:rect b="b" l="l" r="r" t="t"/>
              <a:pathLst>
                <a:path extrusionOk="0" h="1461" w="4301">
                  <a:moveTo>
                    <a:pt x="1058" y="1"/>
                  </a:moveTo>
                  <a:cubicBezTo>
                    <a:pt x="821" y="1"/>
                    <a:pt x="585" y="38"/>
                    <a:pt x="362" y="112"/>
                  </a:cubicBezTo>
                  <a:cubicBezTo>
                    <a:pt x="125" y="190"/>
                    <a:pt x="1" y="459"/>
                    <a:pt x="102" y="685"/>
                  </a:cubicBezTo>
                  <a:lnTo>
                    <a:pt x="108" y="696"/>
                  </a:lnTo>
                  <a:cubicBezTo>
                    <a:pt x="190" y="869"/>
                    <a:pt x="324" y="912"/>
                    <a:pt x="475" y="912"/>
                  </a:cubicBezTo>
                  <a:cubicBezTo>
                    <a:pt x="621" y="912"/>
                    <a:pt x="784" y="872"/>
                    <a:pt x="933" y="872"/>
                  </a:cubicBezTo>
                  <a:cubicBezTo>
                    <a:pt x="984" y="872"/>
                    <a:pt x="1033" y="877"/>
                    <a:pt x="1080" y="889"/>
                  </a:cubicBezTo>
                  <a:cubicBezTo>
                    <a:pt x="1310" y="951"/>
                    <a:pt x="1453" y="1181"/>
                    <a:pt x="1649" y="1318"/>
                  </a:cubicBezTo>
                  <a:cubicBezTo>
                    <a:pt x="1782" y="1413"/>
                    <a:pt x="1946" y="1460"/>
                    <a:pt x="2109" y="1460"/>
                  </a:cubicBezTo>
                  <a:cubicBezTo>
                    <a:pt x="2276" y="1460"/>
                    <a:pt x="2442" y="1411"/>
                    <a:pt x="2577" y="1313"/>
                  </a:cubicBezTo>
                  <a:cubicBezTo>
                    <a:pt x="2727" y="1205"/>
                    <a:pt x="2847" y="1041"/>
                    <a:pt x="3027" y="999"/>
                  </a:cubicBezTo>
                  <a:cubicBezTo>
                    <a:pt x="3058" y="993"/>
                    <a:pt x="3088" y="990"/>
                    <a:pt x="3119" y="990"/>
                  </a:cubicBezTo>
                  <a:cubicBezTo>
                    <a:pt x="3305" y="990"/>
                    <a:pt x="3491" y="1100"/>
                    <a:pt x="3679" y="1100"/>
                  </a:cubicBezTo>
                  <a:cubicBezTo>
                    <a:pt x="3690" y="1100"/>
                    <a:pt x="3702" y="1100"/>
                    <a:pt x="3713" y="1099"/>
                  </a:cubicBezTo>
                  <a:cubicBezTo>
                    <a:pt x="3899" y="1085"/>
                    <a:pt x="4112" y="942"/>
                    <a:pt x="4218" y="642"/>
                  </a:cubicBezTo>
                  <a:cubicBezTo>
                    <a:pt x="4300" y="415"/>
                    <a:pt x="4167" y="163"/>
                    <a:pt x="3934" y="93"/>
                  </a:cubicBezTo>
                  <a:cubicBezTo>
                    <a:pt x="3730" y="32"/>
                    <a:pt x="3515" y="1"/>
                    <a:pt x="3299" y="1"/>
                  </a:cubicBezTo>
                  <a:cubicBezTo>
                    <a:pt x="3060" y="1"/>
                    <a:pt x="2819" y="39"/>
                    <a:pt x="2587" y="117"/>
                  </a:cubicBezTo>
                  <a:cubicBezTo>
                    <a:pt x="2455" y="161"/>
                    <a:pt x="2317" y="183"/>
                    <a:pt x="2179" y="183"/>
                  </a:cubicBezTo>
                  <a:cubicBezTo>
                    <a:pt x="2042" y="183"/>
                    <a:pt x="1904" y="161"/>
                    <a:pt x="1771" y="117"/>
                  </a:cubicBezTo>
                  <a:cubicBezTo>
                    <a:pt x="1540" y="39"/>
                    <a:pt x="1299" y="1"/>
                    <a:pt x="1058"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33"/>
            <p:cNvSpPr/>
            <p:nvPr/>
          </p:nvSpPr>
          <p:spPr>
            <a:xfrm>
              <a:off x="5403565" y="3629316"/>
              <a:ext cx="53131" cy="56568"/>
            </a:xfrm>
            <a:custGeom>
              <a:rect b="b" l="l" r="r" t="t"/>
              <a:pathLst>
                <a:path extrusionOk="0" h="1909" w="1793">
                  <a:moveTo>
                    <a:pt x="1395" y="1"/>
                  </a:moveTo>
                  <a:cubicBezTo>
                    <a:pt x="1363" y="1"/>
                    <a:pt x="1331" y="11"/>
                    <a:pt x="1305" y="34"/>
                  </a:cubicBezTo>
                  <a:cubicBezTo>
                    <a:pt x="1187" y="135"/>
                    <a:pt x="984" y="317"/>
                    <a:pt x="728" y="597"/>
                  </a:cubicBezTo>
                  <a:cubicBezTo>
                    <a:pt x="490" y="906"/>
                    <a:pt x="223" y="1326"/>
                    <a:pt x="1" y="1857"/>
                  </a:cubicBezTo>
                  <a:lnTo>
                    <a:pt x="164" y="1909"/>
                  </a:lnTo>
                  <a:cubicBezTo>
                    <a:pt x="776" y="1142"/>
                    <a:pt x="1418" y="737"/>
                    <a:pt x="1695" y="583"/>
                  </a:cubicBezTo>
                  <a:cubicBezTo>
                    <a:pt x="1771" y="542"/>
                    <a:pt x="1793" y="446"/>
                    <a:pt x="1741" y="377"/>
                  </a:cubicBezTo>
                  <a:lnTo>
                    <a:pt x="1508" y="59"/>
                  </a:lnTo>
                  <a:cubicBezTo>
                    <a:pt x="1481" y="20"/>
                    <a:pt x="1438" y="1"/>
                    <a:pt x="139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33"/>
            <p:cNvSpPr/>
            <p:nvPr/>
          </p:nvSpPr>
          <p:spPr>
            <a:xfrm>
              <a:off x="5377726" y="3610114"/>
              <a:ext cx="14579" cy="69518"/>
            </a:xfrm>
            <a:custGeom>
              <a:rect b="b" l="l" r="r" t="t"/>
              <a:pathLst>
                <a:path extrusionOk="0" h="2346" w="492">
                  <a:moveTo>
                    <a:pt x="174" y="0"/>
                  </a:moveTo>
                  <a:cubicBezTo>
                    <a:pt x="158" y="0"/>
                    <a:pt x="142" y="3"/>
                    <a:pt x="126" y="9"/>
                  </a:cubicBezTo>
                  <a:lnTo>
                    <a:pt x="7" y="52"/>
                  </a:lnTo>
                  <a:cubicBezTo>
                    <a:pt x="2" y="139"/>
                    <a:pt x="0" y="227"/>
                    <a:pt x="0" y="314"/>
                  </a:cubicBezTo>
                  <a:cubicBezTo>
                    <a:pt x="2" y="1016"/>
                    <a:pt x="111" y="1692"/>
                    <a:pt x="311" y="2330"/>
                  </a:cubicBezTo>
                  <a:lnTo>
                    <a:pt x="363" y="2345"/>
                  </a:lnTo>
                  <a:cubicBezTo>
                    <a:pt x="476" y="1779"/>
                    <a:pt x="492" y="1282"/>
                    <a:pt x="468" y="893"/>
                  </a:cubicBezTo>
                  <a:cubicBezTo>
                    <a:pt x="417" y="520"/>
                    <a:pt x="352" y="254"/>
                    <a:pt x="310" y="104"/>
                  </a:cubicBezTo>
                  <a:cubicBezTo>
                    <a:pt x="293" y="41"/>
                    <a:pt x="235" y="0"/>
                    <a:pt x="174"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33"/>
            <p:cNvSpPr/>
            <p:nvPr/>
          </p:nvSpPr>
          <p:spPr>
            <a:xfrm>
              <a:off x="5395150" y="3616722"/>
              <a:ext cx="47738" cy="68095"/>
            </a:xfrm>
            <a:custGeom>
              <a:rect b="b" l="l" r="r" t="t"/>
              <a:pathLst>
                <a:path extrusionOk="0" h="2298" w="1611">
                  <a:moveTo>
                    <a:pt x="1146" y="1"/>
                  </a:moveTo>
                  <a:cubicBezTo>
                    <a:pt x="1102" y="1"/>
                    <a:pt x="1058" y="21"/>
                    <a:pt x="1031" y="59"/>
                  </a:cubicBezTo>
                  <a:cubicBezTo>
                    <a:pt x="847" y="324"/>
                    <a:pt x="403" y="1022"/>
                    <a:pt x="0" y="2194"/>
                  </a:cubicBezTo>
                  <a:lnTo>
                    <a:pt x="337" y="2298"/>
                  </a:lnTo>
                  <a:cubicBezTo>
                    <a:pt x="745" y="1323"/>
                    <a:pt x="1306" y="725"/>
                    <a:pt x="1548" y="495"/>
                  </a:cubicBezTo>
                  <a:cubicBezTo>
                    <a:pt x="1610" y="437"/>
                    <a:pt x="1606" y="338"/>
                    <a:pt x="1540" y="283"/>
                  </a:cubicBezTo>
                  <a:lnTo>
                    <a:pt x="1236" y="33"/>
                  </a:lnTo>
                  <a:cubicBezTo>
                    <a:pt x="1209" y="11"/>
                    <a:pt x="1177" y="1"/>
                    <a:pt x="1146"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33"/>
            <p:cNvSpPr/>
            <p:nvPr/>
          </p:nvSpPr>
          <p:spPr>
            <a:xfrm>
              <a:off x="5386882" y="3608603"/>
              <a:ext cx="20595" cy="73637"/>
            </a:xfrm>
            <a:custGeom>
              <a:rect b="b" l="l" r="r" t="t"/>
              <a:pathLst>
                <a:path extrusionOk="0" h="2485" w="695">
                  <a:moveTo>
                    <a:pt x="549" y="0"/>
                  </a:moveTo>
                  <a:cubicBezTo>
                    <a:pt x="544" y="0"/>
                    <a:pt x="540" y="0"/>
                    <a:pt x="536" y="1"/>
                  </a:cubicBezTo>
                  <a:lnTo>
                    <a:pt x="142" y="37"/>
                  </a:lnTo>
                  <a:cubicBezTo>
                    <a:pt x="58" y="44"/>
                    <a:pt x="1" y="124"/>
                    <a:pt x="18" y="208"/>
                  </a:cubicBezTo>
                  <a:cubicBezTo>
                    <a:pt x="89" y="534"/>
                    <a:pt x="215" y="1344"/>
                    <a:pt x="4" y="2381"/>
                  </a:cubicBezTo>
                  <a:lnTo>
                    <a:pt x="343" y="2485"/>
                  </a:lnTo>
                  <a:cubicBezTo>
                    <a:pt x="669" y="1288"/>
                    <a:pt x="694" y="462"/>
                    <a:pt x="688" y="139"/>
                  </a:cubicBezTo>
                  <a:cubicBezTo>
                    <a:pt x="686" y="63"/>
                    <a:pt x="624" y="0"/>
                    <a:pt x="549"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33"/>
            <p:cNvSpPr/>
            <p:nvPr/>
          </p:nvSpPr>
          <p:spPr>
            <a:xfrm>
              <a:off x="5393164" y="3688581"/>
              <a:ext cx="44597" cy="55205"/>
            </a:xfrm>
            <a:custGeom>
              <a:rect b="b" l="l" r="r" t="t"/>
              <a:pathLst>
                <a:path extrusionOk="0" h="1863" w="1505">
                  <a:moveTo>
                    <a:pt x="854" y="0"/>
                  </a:moveTo>
                  <a:cubicBezTo>
                    <a:pt x="681" y="192"/>
                    <a:pt x="454" y="280"/>
                    <a:pt x="227" y="280"/>
                  </a:cubicBezTo>
                  <a:cubicBezTo>
                    <a:pt x="150" y="280"/>
                    <a:pt x="74" y="270"/>
                    <a:pt x="0" y="251"/>
                  </a:cubicBezTo>
                  <a:lnTo>
                    <a:pt x="0" y="251"/>
                  </a:lnTo>
                  <a:cubicBezTo>
                    <a:pt x="246" y="835"/>
                    <a:pt x="572" y="1377"/>
                    <a:pt x="966" y="1862"/>
                  </a:cubicBezTo>
                  <a:lnTo>
                    <a:pt x="1220" y="1410"/>
                  </a:lnTo>
                  <a:cubicBezTo>
                    <a:pt x="1505" y="903"/>
                    <a:pt x="1321" y="285"/>
                    <a:pt x="854"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33"/>
            <p:cNvSpPr/>
            <p:nvPr/>
          </p:nvSpPr>
          <p:spPr>
            <a:xfrm>
              <a:off x="5386527" y="3677647"/>
              <a:ext cx="32507" cy="20654"/>
            </a:xfrm>
            <a:custGeom>
              <a:rect b="b" l="l" r="r" t="t"/>
              <a:pathLst>
                <a:path extrusionOk="0" h="697" w="1097">
                  <a:moveTo>
                    <a:pt x="0" y="1"/>
                  </a:moveTo>
                  <a:lnTo>
                    <a:pt x="0" y="1"/>
                  </a:lnTo>
                  <a:cubicBezTo>
                    <a:pt x="73" y="232"/>
                    <a:pt x="156" y="458"/>
                    <a:pt x="249" y="677"/>
                  </a:cubicBezTo>
                  <a:cubicBezTo>
                    <a:pt x="310" y="690"/>
                    <a:pt x="372" y="696"/>
                    <a:pt x="434" y="696"/>
                  </a:cubicBezTo>
                  <a:cubicBezTo>
                    <a:pt x="677" y="696"/>
                    <a:pt x="922" y="597"/>
                    <a:pt x="1096" y="379"/>
                  </a:cubicBezTo>
                  <a:cubicBezTo>
                    <a:pt x="1019" y="327"/>
                    <a:pt x="931" y="287"/>
                    <a:pt x="838" y="257"/>
                  </a:cubicBezTo>
                  <a:lnTo>
                    <a:pt x="0" y="1"/>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33"/>
            <p:cNvSpPr/>
            <p:nvPr/>
          </p:nvSpPr>
          <p:spPr>
            <a:xfrm>
              <a:off x="5479276" y="3629316"/>
              <a:ext cx="53161" cy="56568"/>
            </a:xfrm>
            <a:custGeom>
              <a:rect b="b" l="l" r="r" t="t"/>
              <a:pathLst>
                <a:path extrusionOk="0" h="1909" w="1794">
                  <a:moveTo>
                    <a:pt x="1396" y="1"/>
                  </a:moveTo>
                  <a:cubicBezTo>
                    <a:pt x="1364" y="1"/>
                    <a:pt x="1332" y="11"/>
                    <a:pt x="1305" y="34"/>
                  </a:cubicBezTo>
                  <a:cubicBezTo>
                    <a:pt x="1184" y="135"/>
                    <a:pt x="985" y="317"/>
                    <a:pt x="728" y="597"/>
                  </a:cubicBezTo>
                  <a:cubicBezTo>
                    <a:pt x="491" y="906"/>
                    <a:pt x="223" y="1326"/>
                    <a:pt x="1" y="1857"/>
                  </a:cubicBezTo>
                  <a:lnTo>
                    <a:pt x="164" y="1909"/>
                  </a:lnTo>
                  <a:cubicBezTo>
                    <a:pt x="777" y="1142"/>
                    <a:pt x="1417" y="737"/>
                    <a:pt x="1695" y="583"/>
                  </a:cubicBezTo>
                  <a:cubicBezTo>
                    <a:pt x="1771" y="542"/>
                    <a:pt x="1793" y="446"/>
                    <a:pt x="1742" y="377"/>
                  </a:cubicBezTo>
                  <a:lnTo>
                    <a:pt x="1509" y="59"/>
                  </a:lnTo>
                  <a:cubicBezTo>
                    <a:pt x="1481" y="20"/>
                    <a:pt x="1439" y="1"/>
                    <a:pt x="139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33"/>
            <p:cNvSpPr/>
            <p:nvPr/>
          </p:nvSpPr>
          <p:spPr>
            <a:xfrm>
              <a:off x="5442710" y="3610114"/>
              <a:ext cx="25247" cy="69518"/>
            </a:xfrm>
            <a:custGeom>
              <a:rect b="b" l="l" r="r" t="t"/>
              <a:pathLst>
                <a:path extrusionOk="0" h="2346" w="852">
                  <a:moveTo>
                    <a:pt x="536" y="1"/>
                  </a:moveTo>
                  <a:cubicBezTo>
                    <a:pt x="521" y="1"/>
                    <a:pt x="505" y="4"/>
                    <a:pt x="489" y="9"/>
                  </a:cubicBezTo>
                  <a:lnTo>
                    <a:pt x="117" y="141"/>
                  </a:lnTo>
                  <a:cubicBezTo>
                    <a:pt x="38" y="171"/>
                    <a:pt x="1" y="262"/>
                    <a:pt x="38" y="337"/>
                  </a:cubicBezTo>
                  <a:cubicBezTo>
                    <a:pt x="183" y="621"/>
                    <a:pt x="483" y="1319"/>
                    <a:pt x="559" y="2294"/>
                  </a:cubicBezTo>
                  <a:lnTo>
                    <a:pt x="722" y="2345"/>
                  </a:lnTo>
                  <a:cubicBezTo>
                    <a:pt x="837" y="1779"/>
                    <a:pt x="851" y="1282"/>
                    <a:pt x="829" y="893"/>
                  </a:cubicBezTo>
                  <a:cubicBezTo>
                    <a:pt x="776" y="520"/>
                    <a:pt x="713" y="253"/>
                    <a:pt x="672" y="104"/>
                  </a:cubicBezTo>
                  <a:cubicBezTo>
                    <a:pt x="655" y="40"/>
                    <a:pt x="598" y="1"/>
                    <a:pt x="536"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33"/>
            <p:cNvSpPr/>
            <p:nvPr/>
          </p:nvSpPr>
          <p:spPr>
            <a:xfrm>
              <a:off x="5470801" y="3616722"/>
              <a:ext cx="47708" cy="68095"/>
            </a:xfrm>
            <a:custGeom>
              <a:rect b="b" l="l" r="r" t="t"/>
              <a:pathLst>
                <a:path extrusionOk="0" h="2298" w="1610">
                  <a:moveTo>
                    <a:pt x="1148" y="1"/>
                  </a:moveTo>
                  <a:cubicBezTo>
                    <a:pt x="1104" y="1"/>
                    <a:pt x="1060" y="21"/>
                    <a:pt x="1033" y="59"/>
                  </a:cubicBezTo>
                  <a:cubicBezTo>
                    <a:pt x="848" y="324"/>
                    <a:pt x="405" y="1022"/>
                    <a:pt x="1" y="2194"/>
                  </a:cubicBezTo>
                  <a:lnTo>
                    <a:pt x="340" y="2298"/>
                  </a:lnTo>
                  <a:cubicBezTo>
                    <a:pt x="746" y="1323"/>
                    <a:pt x="1305" y="725"/>
                    <a:pt x="1551" y="495"/>
                  </a:cubicBezTo>
                  <a:cubicBezTo>
                    <a:pt x="1610" y="437"/>
                    <a:pt x="1608" y="338"/>
                    <a:pt x="1543" y="283"/>
                  </a:cubicBezTo>
                  <a:lnTo>
                    <a:pt x="1237" y="33"/>
                  </a:lnTo>
                  <a:cubicBezTo>
                    <a:pt x="1211" y="11"/>
                    <a:pt x="1179" y="1"/>
                    <a:pt x="1148"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33"/>
            <p:cNvSpPr/>
            <p:nvPr/>
          </p:nvSpPr>
          <p:spPr>
            <a:xfrm>
              <a:off x="5462475" y="3608603"/>
              <a:ext cx="20654" cy="73637"/>
            </a:xfrm>
            <a:custGeom>
              <a:rect b="b" l="l" r="r" t="t"/>
              <a:pathLst>
                <a:path extrusionOk="0" h="2485" w="697">
                  <a:moveTo>
                    <a:pt x="550" y="0"/>
                  </a:moveTo>
                  <a:cubicBezTo>
                    <a:pt x="546" y="0"/>
                    <a:pt x="541" y="0"/>
                    <a:pt x="537" y="1"/>
                  </a:cubicBezTo>
                  <a:lnTo>
                    <a:pt x="145" y="37"/>
                  </a:lnTo>
                  <a:cubicBezTo>
                    <a:pt x="61" y="44"/>
                    <a:pt x="1" y="124"/>
                    <a:pt x="21" y="208"/>
                  </a:cubicBezTo>
                  <a:cubicBezTo>
                    <a:pt x="92" y="534"/>
                    <a:pt x="218" y="1344"/>
                    <a:pt x="7" y="2381"/>
                  </a:cubicBezTo>
                  <a:lnTo>
                    <a:pt x="344" y="2485"/>
                  </a:lnTo>
                  <a:cubicBezTo>
                    <a:pt x="671" y="1288"/>
                    <a:pt x="697" y="462"/>
                    <a:pt x="691" y="139"/>
                  </a:cubicBezTo>
                  <a:cubicBezTo>
                    <a:pt x="689" y="63"/>
                    <a:pt x="627" y="0"/>
                    <a:pt x="550"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33"/>
            <p:cNvSpPr/>
            <p:nvPr/>
          </p:nvSpPr>
          <p:spPr>
            <a:xfrm>
              <a:off x="5414351" y="3674772"/>
              <a:ext cx="99061" cy="113404"/>
            </a:xfrm>
            <a:custGeom>
              <a:rect b="b" l="l" r="r" t="t"/>
              <a:pathLst>
                <a:path extrusionOk="0" h="3827" w="3343">
                  <a:moveTo>
                    <a:pt x="1130" y="0"/>
                  </a:moveTo>
                  <a:cubicBezTo>
                    <a:pt x="604" y="0"/>
                    <a:pt x="134" y="402"/>
                    <a:pt x="87" y="961"/>
                  </a:cubicBezTo>
                  <a:lnTo>
                    <a:pt x="0" y="2000"/>
                  </a:lnTo>
                  <a:cubicBezTo>
                    <a:pt x="523" y="2733"/>
                    <a:pt x="1189" y="3357"/>
                    <a:pt x="1959" y="3827"/>
                  </a:cubicBezTo>
                  <a:lnTo>
                    <a:pt x="3056" y="1873"/>
                  </a:lnTo>
                  <a:cubicBezTo>
                    <a:pt x="3342" y="1369"/>
                    <a:pt x="3160" y="751"/>
                    <a:pt x="2691" y="466"/>
                  </a:cubicBezTo>
                  <a:cubicBezTo>
                    <a:pt x="2519" y="658"/>
                    <a:pt x="2290" y="745"/>
                    <a:pt x="2063" y="745"/>
                  </a:cubicBezTo>
                  <a:cubicBezTo>
                    <a:pt x="1653" y="745"/>
                    <a:pt x="1246" y="462"/>
                    <a:pt x="1183" y="2"/>
                  </a:cubicBezTo>
                  <a:cubicBezTo>
                    <a:pt x="1166" y="1"/>
                    <a:pt x="1148" y="0"/>
                    <a:pt x="1130"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33"/>
            <p:cNvSpPr/>
            <p:nvPr/>
          </p:nvSpPr>
          <p:spPr>
            <a:xfrm>
              <a:off x="5448844" y="3674802"/>
              <a:ext cx="45871" cy="23558"/>
            </a:xfrm>
            <a:custGeom>
              <a:rect b="b" l="l" r="r" t="t"/>
              <a:pathLst>
                <a:path extrusionOk="0" h="795" w="1548">
                  <a:moveTo>
                    <a:pt x="0" y="1"/>
                  </a:moveTo>
                  <a:lnTo>
                    <a:pt x="0" y="1"/>
                  </a:lnTo>
                  <a:cubicBezTo>
                    <a:pt x="37" y="491"/>
                    <a:pt x="460" y="795"/>
                    <a:pt x="886" y="795"/>
                  </a:cubicBezTo>
                  <a:cubicBezTo>
                    <a:pt x="1128" y="795"/>
                    <a:pt x="1372" y="696"/>
                    <a:pt x="1547" y="478"/>
                  </a:cubicBezTo>
                  <a:cubicBezTo>
                    <a:pt x="1469" y="428"/>
                    <a:pt x="1381" y="388"/>
                    <a:pt x="1289" y="358"/>
                  </a:cubicBezTo>
                  <a:lnTo>
                    <a:pt x="280" y="47"/>
                  </a:lnTo>
                  <a:cubicBezTo>
                    <a:pt x="187" y="18"/>
                    <a:pt x="94" y="2"/>
                    <a:pt x="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33"/>
            <p:cNvSpPr/>
            <p:nvPr/>
          </p:nvSpPr>
          <p:spPr>
            <a:xfrm>
              <a:off x="5634699" y="3466248"/>
              <a:ext cx="106884" cy="50642"/>
            </a:xfrm>
            <a:custGeom>
              <a:rect b="b" l="l" r="r" t="t"/>
              <a:pathLst>
                <a:path extrusionOk="0" h="1709" w="3607">
                  <a:moveTo>
                    <a:pt x="1804" y="0"/>
                  </a:moveTo>
                  <a:cubicBezTo>
                    <a:pt x="1658" y="0"/>
                    <a:pt x="1519" y="37"/>
                    <a:pt x="1400" y="101"/>
                  </a:cubicBezTo>
                  <a:cubicBezTo>
                    <a:pt x="1208" y="205"/>
                    <a:pt x="997" y="271"/>
                    <a:pt x="778" y="271"/>
                  </a:cubicBezTo>
                  <a:cubicBezTo>
                    <a:pt x="768" y="271"/>
                    <a:pt x="758" y="271"/>
                    <a:pt x="748" y="271"/>
                  </a:cubicBezTo>
                  <a:lnTo>
                    <a:pt x="717" y="271"/>
                  </a:lnTo>
                  <a:cubicBezTo>
                    <a:pt x="321" y="278"/>
                    <a:pt x="1" y="619"/>
                    <a:pt x="15" y="1015"/>
                  </a:cubicBezTo>
                  <a:cubicBezTo>
                    <a:pt x="27" y="1399"/>
                    <a:pt x="344" y="1708"/>
                    <a:pt x="733" y="1708"/>
                  </a:cubicBezTo>
                  <a:cubicBezTo>
                    <a:pt x="885" y="1708"/>
                    <a:pt x="1026" y="1662"/>
                    <a:pt x="1143" y="1579"/>
                  </a:cubicBezTo>
                  <a:cubicBezTo>
                    <a:pt x="1175" y="1558"/>
                    <a:pt x="1211" y="1547"/>
                    <a:pt x="1248" y="1547"/>
                  </a:cubicBezTo>
                  <a:cubicBezTo>
                    <a:pt x="1281" y="1547"/>
                    <a:pt x="1315" y="1556"/>
                    <a:pt x="1345" y="1575"/>
                  </a:cubicBezTo>
                  <a:cubicBezTo>
                    <a:pt x="1477" y="1660"/>
                    <a:pt x="1634" y="1708"/>
                    <a:pt x="1804" y="1708"/>
                  </a:cubicBezTo>
                  <a:cubicBezTo>
                    <a:pt x="1973" y="1708"/>
                    <a:pt x="2130" y="1660"/>
                    <a:pt x="2262" y="1575"/>
                  </a:cubicBezTo>
                  <a:cubicBezTo>
                    <a:pt x="2292" y="1556"/>
                    <a:pt x="2326" y="1547"/>
                    <a:pt x="2360" y="1547"/>
                  </a:cubicBezTo>
                  <a:cubicBezTo>
                    <a:pt x="2396" y="1547"/>
                    <a:pt x="2433" y="1558"/>
                    <a:pt x="2464" y="1579"/>
                  </a:cubicBezTo>
                  <a:cubicBezTo>
                    <a:pt x="2581" y="1662"/>
                    <a:pt x="2722" y="1708"/>
                    <a:pt x="2875" y="1708"/>
                  </a:cubicBezTo>
                  <a:cubicBezTo>
                    <a:pt x="3263" y="1708"/>
                    <a:pt x="3579" y="1401"/>
                    <a:pt x="3593" y="1015"/>
                  </a:cubicBezTo>
                  <a:cubicBezTo>
                    <a:pt x="3607" y="619"/>
                    <a:pt x="3287" y="278"/>
                    <a:pt x="2890" y="271"/>
                  </a:cubicBezTo>
                  <a:lnTo>
                    <a:pt x="2859" y="271"/>
                  </a:lnTo>
                  <a:cubicBezTo>
                    <a:pt x="2850" y="271"/>
                    <a:pt x="2840" y="271"/>
                    <a:pt x="2830" y="271"/>
                  </a:cubicBezTo>
                  <a:cubicBezTo>
                    <a:pt x="2612" y="271"/>
                    <a:pt x="2401" y="204"/>
                    <a:pt x="2208" y="101"/>
                  </a:cubicBezTo>
                  <a:cubicBezTo>
                    <a:pt x="2087" y="37"/>
                    <a:pt x="1950" y="0"/>
                    <a:pt x="1804"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0" name="Google Shape;9760;p33"/>
          <p:cNvGrpSpPr/>
          <p:nvPr/>
        </p:nvGrpSpPr>
        <p:grpSpPr>
          <a:xfrm>
            <a:off x="1461584" y="3112901"/>
            <a:ext cx="528632" cy="548542"/>
            <a:chOff x="3392793" y="3403813"/>
            <a:chExt cx="395742" cy="413433"/>
          </a:xfrm>
        </p:grpSpPr>
        <p:sp>
          <p:nvSpPr>
            <p:cNvPr id="9761" name="Google Shape;9761;p33"/>
            <p:cNvSpPr/>
            <p:nvPr/>
          </p:nvSpPr>
          <p:spPr>
            <a:xfrm>
              <a:off x="3392793" y="3421563"/>
              <a:ext cx="395742" cy="340063"/>
            </a:xfrm>
            <a:custGeom>
              <a:rect b="b" l="l" r="r" t="t"/>
              <a:pathLst>
                <a:path extrusionOk="0" h="11476" w="13355">
                  <a:moveTo>
                    <a:pt x="6679" y="0"/>
                  </a:moveTo>
                  <a:cubicBezTo>
                    <a:pt x="2992" y="0"/>
                    <a:pt x="1" y="2989"/>
                    <a:pt x="1" y="6677"/>
                  </a:cubicBezTo>
                  <a:cubicBezTo>
                    <a:pt x="3" y="8561"/>
                    <a:pt x="781" y="10259"/>
                    <a:pt x="2036" y="11475"/>
                  </a:cubicBezTo>
                  <a:lnTo>
                    <a:pt x="11906" y="10830"/>
                  </a:lnTo>
                  <a:cubicBezTo>
                    <a:pt x="12812" y="9689"/>
                    <a:pt x="13355" y="8247"/>
                    <a:pt x="13355" y="6677"/>
                  </a:cubicBezTo>
                  <a:cubicBezTo>
                    <a:pt x="13355" y="2991"/>
                    <a:pt x="10366" y="0"/>
                    <a:pt x="6679"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33"/>
            <p:cNvSpPr/>
            <p:nvPr/>
          </p:nvSpPr>
          <p:spPr>
            <a:xfrm>
              <a:off x="3509485" y="3451402"/>
              <a:ext cx="70081" cy="29336"/>
            </a:xfrm>
            <a:custGeom>
              <a:rect b="b" l="l" r="r" t="t"/>
              <a:pathLst>
                <a:path extrusionOk="0" h="990" w="2365">
                  <a:moveTo>
                    <a:pt x="0" y="1"/>
                  </a:moveTo>
                  <a:lnTo>
                    <a:pt x="0" y="989"/>
                  </a:lnTo>
                  <a:cubicBezTo>
                    <a:pt x="171" y="949"/>
                    <a:pt x="349" y="927"/>
                    <a:pt x="529" y="927"/>
                  </a:cubicBezTo>
                  <a:lnTo>
                    <a:pt x="1836" y="927"/>
                  </a:lnTo>
                  <a:cubicBezTo>
                    <a:pt x="2018" y="927"/>
                    <a:pt x="2194" y="949"/>
                    <a:pt x="2365" y="989"/>
                  </a:cubicBezTo>
                  <a:lnTo>
                    <a:pt x="2365"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33"/>
            <p:cNvSpPr/>
            <p:nvPr/>
          </p:nvSpPr>
          <p:spPr>
            <a:xfrm>
              <a:off x="3455851" y="3609521"/>
              <a:ext cx="146296" cy="44627"/>
            </a:xfrm>
            <a:custGeom>
              <a:rect b="b" l="l" r="r" t="t"/>
              <a:pathLst>
                <a:path extrusionOk="0" h="1506" w="4937">
                  <a:moveTo>
                    <a:pt x="1016" y="1"/>
                  </a:moveTo>
                  <a:cubicBezTo>
                    <a:pt x="458" y="1"/>
                    <a:pt x="1" y="458"/>
                    <a:pt x="1" y="1016"/>
                  </a:cubicBezTo>
                  <a:lnTo>
                    <a:pt x="1" y="1506"/>
                  </a:lnTo>
                  <a:cubicBezTo>
                    <a:pt x="31" y="1485"/>
                    <a:pt x="68" y="1474"/>
                    <a:pt x="105" y="1474"/>
                  </a:cubicBezTo>
                  <a:lnTo>
                    <a:pt x="4747" y="1474"/>
                  </a:lnTo>
                  <a:lnTo>
                    <a:pt x="4678" y="273"/>
                  </a:lnTo>
                  <a:cubicBezTo>
                    <a:pt x="4670" y="125"/>
                    <a:pt x="4787" y="1"/>
                    <a:pt x="4936"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33"/>
            <p:cNvSpPr/>
            <p:nvPr/>
          </p:nvSpPr>
          <p:spPr>
            <a:xfrm>
              <a:off x="3457421" y="3476798"/>
              <a:ext cx="174328" cy="72748"/>
            </a:xfrm>
            <a:custGeom>
              <a:rect b="b" l="l" r="r" t="t"/>
              <a:pathLst>
                <a:path extrusionOk="0" h="2455" w="5883">
                  <a:moveTo>
                    <a:pt x="2286" y="0"/>
                  </a:moveTo>
                  <a:cubicBezTo>
                    <a:pt x="1168" y="0"/>
                    <a:pt x="228" y="794"/>
                    <a:pt x="1" y="1847"/>
                  </a:cubicBezTo>
                  <a:cubicBezTo>
                    <a:pt x="551" y="1960"/>
                    <a:pt x="713" y="2455"/>
                    <a:pt x="1404" y="2455"/>
                  </a:cubicBezTo>
                  <a:cubicBezTo>
                    <a:pt x="2193" y="2455"/>
                    <a:pt x="2193" y="1875"/>
                    <a:pt x="2982" y="1875"/>
                  </a:cubicBezTo>
                  <a:cubicBezTo>
                    <a:pt x="3770" y="1875"/>
                    <a:pt x="3770" y="2455"/>
                    <a:pt x="4560" y="2455"/>
                  </a:cubicBezTo>
                  <a:cubicBezTo>
                    <a:pt x="5227" y="2455"/>
                    <a:pt x="5382" y="1988"/>
                    <a:pt x="5883" y="1858"/>
                  </a:cubicBezTo>
                  <a:cubicBezTo>
                    <a:pt x="5659" y="801"/>
                    <a:pt x="4717" y="0"/>
                    <a:pt x="3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33"/>
            <p:cNvSpPr/>
            <p:nvPr/>
          </p:nvSpPr>
          <p:spPr>
            <a:xfrm>
              <a:off x="3502166" y="3403813"/>
              <a:ext cx="84779" cy="49634"/>
            </a:xfrm>
            <a:custGeom>
              <a:rect b="b" l="l" r="r" t="t"/>
              <a:pathLst>
                <a:path extrusionOk="0" h="1675" w="2861">
                  <a:moveTo>
                    <a:pt x="379" y="1"/>
                  </a:moveTo>
                  <a:cubicBezTo>
                    <a:pt x="170" y="1"/>
                    <a:pt x="0" y="172"/>
                    <a:pt x="0" y="380"/>
                  </a:cubicBezTo>
                  <a:lnTo>
                    <a:pt x="0" y="1296"/>
                  </a:lnTo>
                  <a:cubicBezTo>
                    <a:pt x="0" y="1506"/>
                    <a:pt x="171" y="1675"/>
                    <a:pt x="379" y="1675"/>
                  </a:cubicBezTo>
                  <a:lnTo>
                    <a:pt x="2483" y="1675"/>
                  </a:lnTo>
                  <a:cubicBezTo>
                    <a:pt x="2692" y="1675"/>
                    <a:pt x="2860" y="1506"/>
                    <a:pt x="2860" y="1296"/>
                  </a:cubicBezTo>
                  <a:lnTo>
                    <a:pt x="2860" y="380"/>
                  </a:lnTo>
                  <a:cubicBezTo>
                    <a:pt x="2860" y="170"/>
                    <a:pt x="2692" y="1"/>
                    <a:pt x="248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33"/>
            <p:cNvSpPr/>
            <p:nvPr/>
          </p:nvSpPr>
          <p:spPr>
            <a:xfrm>
              <a:off x="3452354" y="3652192"/>
              <a:ext cx="153378" cy="165053"/>
            </a:xfrm>
            <a:custGeom>
              <a:rect b="b" l="l" r="r" t="t"/>
              <a:pathLst>
                <a:path extrusionOk="0" h="5570" w="5176">
                  <a:moveTo>
                    <a:pt x="225" y="0"/>
                  </a:moveTo>
                  <a:cubicBezTo>
                    <a:pt x="100" y="0"/>
                    <a:pt x="1" y="101"/>
                    <a:pt x="1" y="223"/>
                  </a:cubicBezTo>
                  <a:lnTo>
                    <a:pt x="1" y="3664"/>
                  </a:lnTo>
                  <a:cubicBezTo>
                    <a:pt x="1204" y="4844"/>
                    <a:pt x="2852" y="5570"/>
                    <a:pt x="4669" y="5570"/>
                  </a:cubicBezTo>
                  <a:cubicBezTo>
                    <a:pt x="4840" y="5570"/>
                    <a:pt x="5008" y="5565"/>
                    <a:pt x="5176" y="5551"/>
                  </a:cubicBezTo>
                  <a:lnTo>
                    <a:pt x="4865" y="0"/>
                  </a:ln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33"/>
            <p:cNvSpPr/>
            <p:nvPr/>
          </p:nvSpPr>
          <p:spPr>
            <a:xfrm>
              <a:off x="3455969" y="3529929"/>
              <a:ext cx="177262" cy="79623"/>
            </a:xfrm>
            <a:custGeom>
              <a:rect b="b" l="l" r="r" t="t"/>
              <a:pathLst>
                <a:path extrusionOk="0" h="2687" w="5982">
                  <a:moveTo>
                    <a:pt x="3033" y="1"/>
                  </a:moveTo>
                  <a:cubicBezTo>
                    <a:pt x="2243" y="1"/>
                    <a:pt x="2243" y="579"/>
                    <a:pt x="1455" y="579"/>
                  </a:cubicBezTo>
                  <a:cubicBezTo>
                    <a:pt x="732" y="579"/>
                    <a:pt x="672" y="96"/>
                    <a:pt x="62" y="12"/>
                  </a:cubicBezTo>
                  <a:cubicBezTo>
                    <a:pt x="20" y="183"/>
                    <a:pt x="0" y="362"/>
                    <a:pt x="0" y="545"/>
                  </a:cubicBezTo>
                  <a:lnTo>
                    <a:pt x="0" y="1672"/>
                  </a:lnTo>
                  <a:cubicBezTo>
                    <a:pt x="0" y="2228"/>
                    <a:pt x="456" y="2685"/>
                    <a:pt x="1014" y="2685"/>
                  </a:cubicBezTo>
                  <a:lnTo>
                    <a:pt x="4968" y="2687"/>
                  </a:lnTo>
                  <a:cubicBezTo>
                    <a:pt x="5526" y="2687"/>
                    <a:pt x="5981" y="2231"/>
                    <a:pt x="5981" y="1673"/>
                  </a:cubicBezTo>
                  <a:lnTo>
                    <a:pt x="5981" y="546"/>
                  </a:lnTo>
                  <a:cubicBezTo>
                    <a:pt x="5981" y="368"/>
                    <a:pt x="5961" y="195"/>
                    <a:pt x="5924" y="27"/>
                  </a:cubicBezTo>
                  <a:cubicBezTo>
                    <a:pt x="5388" y="141"/>
                    <a:pt x="5298" y="579"/>
                    <a:pt x="4610" y="579"/>
                  </a:cubicBezTo>
                  <a:cubicBezTo>
                    <a:pt x="3821" y="579"/>
                    <a:pt x="3821" y="1"/>
                    <a:pt x="303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33"/>
            <p:cNvSpPr/>
            <p:nvPr/>
          </p:nvSpPr>
          <p:spPr>
            <a:xfrm>
              <a:off x="3498936" y="3692315"/>
              <a:ext cx="91238" cy="91209"/>
            </a:xfrm>
            <a:custGeom>
              <a:rect b="b" l="l" r="r" t="t"/>
              <a:pathLst>
                <a:path extrusionOk="0" h="3078" w="3079">
                  <a:moveTo>
                    <a:pt x="1539" y="0"/>
                  </a:moveTo>
                  <a:cubicBezTo>
                    <a:pt x="689" y="0"/>
                    <a:pt x="0" y="690"/>
                    <a:pt x="0" y="1539"/>
                  </a:cubicBezTo>
                  <a:cubicBezTo>
                    <a:pt x="0" y="2389"/>
                    <a:pt x="691" y="3078"/>
                    <a:pt x="1539" y="3078"/>
                  </a:cubicBezTo>
                  <a:cubicBezTo>
                    <a:pt x="2391" y="3078"/>
                    <a:pt x="3078" y="2388"/>
                    <a:pt x="3078" y="1539"/>
                  </a:cubicBezTo>
                  <a:cubicBezTo>
                    <a:pt x="3078" y="690"/>
                    <a:pt x="2390" y="0"/>
                    <a:pt x="15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33"/>
            <p:cNvSpPr/>
            <p:nvPr/>
          </p:nvSpPr>
          <p:spPr>
            <a:xfrm>
              <a:off x="3571625" y="3572896"/>
              <a:ext cx="14757" cy="14727"/>
            </a:xfrm>
            <a:custGeom>
              <a:rect b="b" l="l" r="r" t="t"/>
              <a:pathLst>
                <a:path extrusionOk="0" h="497" w="498">
                  <a:moveTo>
                    <a:pt x="247" y="1"/>
                  </a:moveTo>
                  <a:cubicBezTo>
                    <a:pt x="114" y="1"/>
                    <a:pt x="0" y="109"/>
                    <a:pt x="0" y="248"/>
                  </a:cubicBezTo>
                  <a:cubicBezTo>
                    <a:pt x="0" y="388"/>
                    <a:pt x="115" y="497"/>
                    <a:pt x="249" y="497"/>
                  </a:cubicBezTo>
                  <a:cubicBezTo>
                    <a:pt x="387" y="497"/>
                    <a:pt x="498" y="385"/>
                    <a:pt x="498" y="248"/>
                  </a:cubicBezTo>
                  <a:cubicBezTo>
                    <a:pt x="498" y="135"/>
                    <a:pt x="415" y="31"/>
                    <a:pt x="297" y="6"/>
                  </a:cubicBezTo>
                  <a:cubicBezTo>
                    <a:pt x="280" y="2"/>
                    <a:pt x="264" y="1"/>
                    <a:pt x="247"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33"/>
            <p:cNvSpPr/>
            <p:nvPr/>
          </p:nvSpPr>
          <p:spPr>
            <a:xfrm>
              <a:off x="3533340" y="3557279"/>
              <a:ext cx="24536" cy="24565"/>
            </a:xfrm>
            <a:custGeom>
              <a:rect b="b" l="l" r="r" t="t"/>
              <a:pathLst>
                <a:path extrusionOk="0" h="829" w="828">
                  <a:moveTo>
                    <a:pt x="414" y="1"/>
                  </a:moveTo>
                  <a:cubicBezTo>
                    <a:pt x="401" y="1"/>
                    <a:pt x="387" y="1"/>
                    <a:pt x="374" y="3"/>
                  </a:cubicBezTo>
                  <a:cubicBezTo>
                    <a:pt x="156" y="23"/>
                    <a:pt x="1" y="206"/>
                    <a:pt x="1" y="415"/>
                  </a:cubicBezTo>
                  <a:cubicBezTo>
                    <a:pt x="1" y="646"/>
                    <a:pt x="189" y="828"/>
                    <a:pt x="414" y="828"/>
                  </a:cubicBezTo>
                  <a:cubicBezTo>
                    <a:pt x="641" y="828"/>
                    <a:pt x="827" y="643"/>
                    <a:pt x="827" y="415"/>
                  </a:cubicBezTo>
                  <a:cubicBezTo>
                    <a:pt x="827" y="181"/>
                    <a:pt x="639" y="1"/>
                    <a:pt x="414"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33"/>
            <p:cNvSpPr/>
            <p:nvPr/>
          </p:nvSpPr>
          <p:spPr>
            <a:xfrm>
              <a:off x="3592101" y="3609521"/>
              <a:ext cx="161349" cy="96543"/>
            </a:xfrm>
            <a:custGeom>
              <a:rect b="b" l="l" r="r" t="t"/>
              <a:pathLst>
                <a:path extrusionOk="0" h="3258" w="5445">
                  <a:moveTo>
                    <a:pt x="267" y="1"/>
                  </a:moveTo>
                  <a:cubicBezTo>
                    <a:pt x="119" y="1"/>
                    <a:pt x="1" y="125"/>
                    <a:pt x="9" y="273"/>
                  </a:cubicBezTo>
                  <a:lnTo>
                    <a:pt x="149" y="2768"/>
                  </a:lnTo>
                  <a:cubicBezTo>
                    <a:pt x="749" y="2802"/>
                    <a:pt x="772" y="3257"/>
                    <a:pt x="1417" y="3257"/>
                  </a:cubicBezTo>
                  <a:cubicBezTo>
                    <a:pt x="2087" y="3257"/>
                    <a:pt x="2087" y="2766"/>
                    <a:pt x="2755" y="2766"/>
                  </a:cubicBezTo>
                  <a:cubicBezTo>
                    <a:pt x="3425" y="2766"/>
                    <a:pt x="3425" y="3257"/>
                    <a:pt x="4094" y="3257"/>
                  </a:cubicBezTo>
                  <a:cubicBezTo>
                    <a:pt x="4714" y="3257"/>
                    <a:pt x="4761" y="2838"/>
                    <a:pt x="5294" y="2776"/>
                  </a:cubicBezTo>
                  <a:lnTo>
                    <a:pt x="5437" y="273"/>
                  </a:lnTo>
                  <a:cubicBezTo>
                    <a:pt x="5445" y="125"/>
                    <a:pt x="5328" y="1"/>
                    <a:pt x="51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33"/>
            <p:cNvSpPr/>
            <p:nvPr/>
          </p:nvSpPr>
          <p:spPr>
            <a:xfrm>
              <a:off x="3596487" y="3689440"/>
              <a:ext cx="152726" cy="127449"/>
            </a:xfrm>
            <a:custGeom>
              <a:rect b="b" l="l" r="r" t="t"/>
              <a:pathLst>
                <a:path extrusionOk="0" h="4301" w="5154">
                  <a:moveTo>
                    <a:pt x="2612" y="1"/>
                  </a:moveTo>
                  <a:cubicBezTo>
                    <a:pt x="1942" y="1"/>
                    <a:pt x="1942" y="494"/>
                    <a:pt x="1274" y="494"/>
                  </a:cubicBezTo>
                  <a:cubicBezTo>
                    <a:pt x="625" y="494"/>
                    <a:pt x="605" y="35"/>
                    <a:pt x="1" y="4"/>
                  </a:cubicBezTo>
                  <a:lnTo>
                    <a:pt x="1" y="4"/>
                  </a:lnTo>
                  <a:lnTo>
                    <a:pt x="242" y="4300"/>
                  </a:lnTo>
                  <a:cubicBezTo>
                    <a:pt x="2192" y="4171"/>
                    <a:pt x="3916" y="3208"/>
                    <a:pt x="5054" y="1760"/>
                  </a:cubicBezTo>
                  <a:lnTo>
                    <a:pt x="5154" y="10"/>
                  </a:lnTo>
                  <a:lnTo>
                    <a:pt x="5154" y="10"/>
                  </a:lnTo>
                  <a:cubicBezTo>
                    <a:pt x="4617" y="71"/>
                    <a:pt x="4571" y="494"/>
                    <a:pt x="3950" y="494"/>
                  </a:cubicBezTo>
                  <a:cubicBezTo>
                    <a:pt x="3280" y="494"/>
                    <a:pt x="3280" y="1"/>
                    <a:pt x="2612"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33"/>
            <p:cNvSpPr/>
            <p:nvPr/>
          </p:nvSpPr>
          <p:spPr>
            <a:xfrm>
              <a:off x="3680287" y="3728911"/>
              <a:ext cx="14757" cy="14787"/>
            </a:xfrm>
            <a:custGeom>
              <a:rect b="b" l="l" r="r" t="t"/>
              <a:pathLst>
                <a:path extrusionOk="0" h="499" w="498">
                  <a:moveTo>
                    <a:pt x="249" y="1"/>
                  </a:moveTo>
                  <a:cubicBezTo>
                    <a:pt x="110" y="1"/>
                    <a:pt x="0" y="111"/>
                    <a:pt x="0" y="250"/>
                  </a:cubicBezTo>
                  <a:cubicBezTo>
                    <a:pt x="0" y="388"/>
                    <a:pt x="110" y="498"/>
                    <a:pt x="249" y="498"/>
                  </a:cubicBezTo>
                  <a:cubicBezTo>
                    <a:pt x="386" y="498"/>
                    <a:pt x="498" y="388"/>
                    <a:pt x="498" y="250"/>
                  </a:cubicBezTo>
                  <a:cubicBezTo>
                    <a:pt x="498" y="113"/>
                    <a:pt x="384" y="1"/>
                    <a:pt x="249"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33"/>
            <p:cNvSpPr/>
            <p:nvPr/>
          </p:nvSpPr>
          <p:spPr>
            <a:xfrm>
              <a:off x="3641676" y="3743905"/>
              <a:ext cx="27173" cy="26551"/>
            </a:xfrm>
            <a:custGeom>
              <a:rect b="b" l="l" r="r" t="t"/>
              <a:pathLst>
                <a:path extrusionOk="0" h="896" w="917">
                  <a:moveTo>
                    <a:pt x="470" y="1"/>
                  </a:moveTo>
                  <a:cubicBezTo>
                    <a:pt x="455" y="1"/>
                    <a:pt x="440" y="2"/>
                    <a:pt x="425" y="3"/>
                  </a:cubicBezTo>
                  <a:cubicBezTo>
                    <a:pt x="224" y="22"/>
                    <a:pt x="49" y="179"/>
                    <a:pt x="24" y="404"/>
                  </a:cubicBezTo>
                  <a:cubicBezTo>
                    <a:pt x="1" y="648"/>
                    <a:pt x="173" y="864"/>
                    <a:pt x="425" y="894"/>
                  </a:cubicBezTo>
                  <a:cubicBezTo>
                    <a:pt x="439" y="895"/>
                    <a:pt x="453" y="896"/>
                    <a:pt x="468" y="896"/>
                  </a:cubicBezTo>
                  <a:cubicBezTo>
                    <a:pt x="717" y="896"/>
                    <a:pt x="916" y="692"/>
                    <a:pt x="916" y="448"/>
                  </a:cubicBezTo>
                  <a:cubicBezTo>
                    <a:pt x="916" y="197"/>
                    <a:pt x="709" y="1"/>
                    <a:pt x="470"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33"/>
            <p:cNvSpPr/>
            <p:nvPr/>
          </p:nvSpPr>
          <p:spPr>
            <a:xfrm>
              <a:off x="3515708" y="3730778"/>
              <a:ext cx="57813" cy="52598"/>
            </a:xfrm>
            <a:custGeom>
              <a:rect b="b" l="l" r="r" t="t"/>
              <a:pathLst>
                <a:path extrusionOk="0" h="1775" w="1951">
                  <a:moveTo>
                    <a:pt x="979" y="0"/>
                  </a:moveTo>
                  <a:cubicBezTo>
                    <a:pt x="911" y="0"/>
                    <a:pt x="841" y="8"/>
                    <a:pt x="771" y="25"/>
                  </a:cubicBezTo>
                  <a:cubicBezTo>
                    <a:pt x="296" y="138"/>
                    <a:pt x="0" y="616"/>
                    <a:pt x="114" y="1091"/>
                  </a:cubicBezTo>
                  <a:cubicBezTo>
                    <a:pt x="209" y="1500"/>
                    <a:pt x="574" y="1775"/>
                    <a:pt x="975" y="1775"/>
                  </a:cubicBezTo>
                  <a:cubicBezTo>
                    <a:pt x="1042" y="1775"/>
                    <a:pt x="1111" y="1767"/>
                    <a:pt x="1180" y="1750"/>
                  </a:cubicBezTo>
                  <a:cubicBezTo>
                    <a:pt x="1656" y="1638"/>
                    <a:pt x="1951" y="1160"/>
                    <a:pt x="1839" y="684"/>
                  </a:cubicBezTo>
                  <a:cubicBezTo>
                    <a:pt x="1742" y="275"/>
                    <a:pt x="1380" y="0"/>
                    <a:pt x="97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6" name="Google Shape;9776;p33"/>
          <p:cNvGrpSpPr/>
          <p:nvPr/>
        </p:nvGrpSpPr>
        <p:grpSpPr>
          <a:xfrm>
            <a:off x="4306119" y="3112845"/>
            <a:ext cx="531763" cy="548654"/>
            <a:chOff x="2068872" y="2011530"/>
            <a:chExt cx="396424" cy="413610"/>
          </a:xfrm>
        </p:grpSpPr>
        <p:sp>
          <p:nvSpPr>
            <p:cNvPr id="9777" name="Google Shape;9777;p33"/>
            <p:cNvSpPr/>
            <p:nvPr/>
          </p:nvSpPr>
          <p:spPr>
            <a:xfrm>
              <a:off x="2068872" y="2029457"/>
              <a:ext cx="395683" cy="395683"/>
            </a:xfrm>
            <a:custGeom>
              <a:rect b="b" l="l" r="r" t="t"/>
              <a:pathLst>
                <a:path extrusionOk="0" h="13353" w="13353">
                  <a:moveTo>
                    <a:pt x="6677" y="0"/>
                  </a:moveTo>
                  <a:cubicBezTo>
                    <a:pt x="2991" y="0"/>
                    <a:pt x="0" y="2988"/>
                    <a:pt x="0" y="6677"/>
                  </a:cubicBezTo>
                  <a:cubicBezTo>
                    <a:pt x="0" y="6712"/>
                    <a:pt x="0" y="6750"/>
                    <a:pt x="2" y="6785"/>
                  </a:cubicBezTo>
                  <a:cubicBezTo>
                    <a:pt x="2" y="6787"/>
                    <a:pt x="330" y="10718"/>
                    <a:pt x="3419" y="12503"/>
                  </a:cubicBezTo>
                  <a:cubicBezTo>
                    <a:pt x="4043" y="12852"/>
                    <a:pt x="4729" y="13106"/>
                    <a:pt x="5458" y="13239"/>
                  </a:cubicBezTo>
                  <a:cubicBezTo>
                    <a:pt x="5487" y="13246"/>
                    <a:pt x="5517" y="13249"/>
                    <a:pt x="5545" y="13255"/>
                  </a:cubicBezTo>
                  <a:cubicBezTo>
                    <a:pt x="5561" y="13256"/>
                    <a:pt x="5575" y="13260"/>
                    <a:pt x="5590" y="13263"/>
                  </a:cubicBezTo>
                  <a:cubicBezTo>
                    <a:pt x="5621" y="13269"/>
                    <a:pt x="5652" y="13272"/>
                    <a:pt x="5683" y="13278"/>
                  </a:cubicBezTo>
                  <a:cubicBezTo>
                    <a:pt x="6008" y="13326"/>
                    <a:pt x="6341" y="13353"/>
                    <a:pt x="6677" y="13353"/>
                  </a:cubicBezTo>
                  <a:cubicBezTo>
                    <a:pt x="7014" y="13353"/>
                    <a:pt x="7345" y="13326"/>
                    <a:pt x="7670" y="13278"/>
                  </a:cubicBezTo>
                  <a:cubicBezTo>
                    <a:pt x="7679" y="13275"/>
                    <a:pt x="7687" y="13272"/>
                    <a:pt x="7696" y="13272"/>
                  </a:cubicBezTo>
                  <a:cubicBezTo>
                    <a:pt x="7945" y="13233"/>
                    <a:pt x="8191" y="13182"/>
                    <a:pt x="8428" y="13117"/>
                  </a:cubicBezTo>
                  <a:cubicBezTo>
                    <a:pt x="12274" y="12004"/>
                    <a:pt x="13351" y="6785"/>
                    <a:pt x="13351" y="6785"/>
                  </a:cubicBezTo>
                  <a:cubicBezTo>
                    <a:pt x="13351" y="6748"/>
                    <a:pt x="13353" y="6712"/>
                    <a:pt x="13353" y="6677"/>
                  </a:cubicBezTo>
                  <a:cubicBezTo>
                    <a:pt x="13353" y="2990"/>
                    <a:pt x="10364" y="0"/>
                    <a:pt x="6677"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33"/>
            <p:cNvSpPr/>
            <p:nvPr/>
          </p:nvSpPr>
          <p:spPr>
            <a:xfrm>
              <a:off x="2208382" y="2253627"/>
              <a:ext cx="60421" cy="58761"/>
            </a:xfrm>
            <a:custGeom>
              <a:rect b="b" l="l" r="r" t="t"/>
              <a:pathLst>
                <a:path extrusionOk="0" h="1983" w="2039">
                  <a:moveTo>
                    <a:pt x="705" y="1"/>
                  </a:moveTo>
                  <a:lnTo>
                    <a:pt x="1" y="406"/>
                  </a:lnTo>
                  <a:lnTo>
                    <a:pt x="910" y="1983"/>
                  </a:lnTo>
                  <a:lnTo>
                    <a:pt x="2039" y="1334"/>
                  </a:lnTo>
                  <a:lnTo>
                    <a:pt x="70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33"/>
            <p:cNvSpPr/>
            <p:nvPr/>
          </p:nvSpPr>
          <p:spPr>
            <a:xfrm>
              <a:off x="2261898" y="2154506"/>
              <a:ext cx="165320" cy="119330"/>
            </a:xfrm>
            <a:custGeom>
              <a:rect b="b" l="l" r="r" t="t"/>
              <a:pathLst>
                <a:path extrusionOk="0" h="4027" w="5579">
                  <a:moveTo>
                    <a:pt x="4669" y="1"/>
                  </a:moveTo>
                  <a:lnTo>
                    <a:pt x="1" y="2694"/>
                  </a:lnTo>
                  <a:lnTo>
                    <a:pt x="1332" y="4027"/>
                  </a:lnTo>
                  <a:lnTo>
                    <a:pt x="5578" y="1575"/>
                  </a:lnTo>
                  <a:lnTo>
                    <a:pt x="466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33"/>
            <p:cNvSpPr/>
            <p:nvPr/>
          </p:nvSpPr>
          <p:spPr>
            <a:xfrm>
              <a:off x="2114239" y="2275555"/>
              <a:ext cx="103980" cy="91416"/>
            </a:xfrm>
            <a:custGeom>
              <a:rect b="b" l="l" r="r" t="t"/>
              <a:pathLst>
                <a:path extrusionOk="0" h="3085" w="3509">
                  <a:moveTo>
                    <a:pt x="2599" y="1"/>
                  </a:moveTo>
                  <a:lnTo>
                    <a:pt x="0" y="1501"/>
                  </a:lnTo>
                  <a:cubicBezTo>
                    <a:pt x="206" y="2066"/>
                    <a:pt x="506" y="2601"/>
                    <a:pt x="897" y="3085"/>
                  </a:cubicBezTo>
                  <a:lnTo>
                    <a:pt x="3509" y="1577"/>
                  </a:lnTo>
                  <a:lnTo>
                    <a:pt x="2599"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33"/>
            <p:cNvSpPr/>
            <p:nvPr/>
          </p:nvSpPr>
          <p:spPr>
            <a:xfrm>
              <a:off x="2406030" y="2011530"/>
              <a:ext cx="23617" cy="88809"/>
            </a:xfrm>
            <a:custGeom>
              <a:rect b="b" l="l" r="r" t="t"/>
              <a:pathLst>
                <a:path extrusionOk="0" h="2997" w="797">
                  <a:moveTo>
                    <a:pt x="576" y="1"/>
                  </a:moveTo>
                  <a:cubicBezTo>
                    <a:pt x="453" y="1"/>
                    <a:pt x="354" y="99"/>
                    <a:pt x="354" y="221"/>
                  </a:cubicBezTo>
                  <a:cubicBezTo>
                    <a:pt x="354" y="515"/>
                    <a:pt x="1" y="579"/>
                    <a:pt x="1" y="1073"/>
                  </a:cubicBezTo>
                  <a:cubicBezTo>
                    <a:pt x="1" y="1572"/>
                    <a:pt x="354" y="1630"/>
                    <a:pt x="354" y="1924"/>
                  </a:cubicBezTo>
                  <a:cubicBezTo>
                    <a:pt x="354" y="2216"/>
                    <a:pt x="1" y="2281"/>
                    <a:pt x="1" y="2775"/>
                  </a:cubicBezTo>
                  <a:cubicBezTo>
                    <a:pt x="1" y="2898"/>
                    <a:pt x="100" y="2996"/>
                    <a:pt x="221" y="2996"/>
                  </a:cubicBezTo>
                  <a:cubicBezTo>
                    <a:pt x="343" y="2996"/>
                    <a:pt x="442" y="2898"/>
                    <a:pt x="444" y="2775"/>
                  </a:cubicBezTo>
                  <a:cubicBezTo>
                    <a:pt x="444" y="2482"/>
                    <a:pt x="797" y="2418"/>
                    <a:pt x="797" y="1924"/>
                  </a:cubicBezTo>
                  <a:cubicBezTo>
                    <a:pt x="797" y="1428"/>
                    <a:pt x="444" y="1364"/>
                    <a:pt x="444" y="1073"/>
                  </a:cubicBezTo>
                  <a:cubicBezTo>
                    <a:pt x="444" y="779"/>
                    <a:pt x="797" y="716"/>
                    <a:pt x="797" y="221"/>
                  </a:cubicBezTo>
                  <a:cubicBezTo>
                    <a:pt x="797" y="99"/>
                    <a:pt x="699" y="1"/>
                    <a:pt x="57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33"/>
            <p:cNvSpPr/>
            <p:nvPr/>
          </p:nvSpPr>
          <p:spPr>
            <a:xfrm>
              <a:off x="2441767" y="2074558"/>
              <a:ext cx="23528" cy="63621"/>
            </a:xfrm>
            <a:custGeom>
              <a:rect b="b" l="l" r="r" t="t"/>
              <a:pathLst>
                <a:path extrusionOk="0" h="2147" w="794">
                  <a:moveTo>
                    <a:pt x="220" y="0"/>
                  </a:moveTo>
                  <a:cubicBezTo>
                    <a:pt x="100" y="0"/>
                    <a:pt x="1" y="100"/>
                    <a:pt x="1" y="222"/>
                  </a:cubicBezTo>
                  <a:cubicBezTo>
                    <a:pt x="1" y="718"/>
                    <a:pt x="355" y="782"/>
                    <a:pt x="355" y="1074"/>
                  </a:cubicBezTo>
                  <a:cubicBezTo>
                    <a:pt x="355" y="1366"/>
                    <a:pt x="1" y="1432"/>
                    <a:pt x="1" y="1925"/>
                  </a:cubicBezTo>
                  <a:cubicBezTo>
                    <a:pt x="1" y="2047"/>
                    <a:pt x="99" y="2147"/>
                    <a:pt x="220" y="2147"/>
                  </a:cubicBezTo>
                  <a:cubicBezTo>
                    <a:pt x="343" y="2147"/>
                    <a:pt x="442" y="2047"/>
                    <a:pt x="441" y="1925"/>
                  </a:cubicBezTo>
                  <a:cubicBezTo>
                    <a:pt x="441" y="1634"/>
                    <a:pt x="794" y="1567"/>
                    <a:pt x="794" y="1074"/>
                  </a:cubicBezTo>
                  <a:cubicBezTo>
                    <a:pt x="794" y="574"/>
                    <a:pt x="441" y="516"/>
                    <a:pt x="441" y="222"/>
                  </a:cubicBezTo>
                  <a:cubicBezTo>
                    <a:pt x="441" y="100"/>
                    <a:pt x="343" y="0"/>
                    <a:pt x="22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33"/>
            <p:cNvSpPr/>
            <p:nvPr/>
          </p:nvSpPr>
          <p:spPr>
            <a:xfrm>
              <a:off x="2447901" y="2047266"/>
              <a:ext cx="15053" cy="19350"/>
            </a:xfrm>
            <a:custGeom>
              <a:rect b="b" l="l" r="r" t="t"/>
              <a:pathLst>
                <a:path extrusionOk="0" h="653" w="508">
                  <a:moveTo>
                    <a:pt x="285" y="1"/>
                  </a:moveTo>
                  <a:cubicBezTo>
                    <a:pt x="165" y="1"/>
                    <a:pt x="66" y="100"/>
                    <a:pt x="66" y="223"/>
                  </a:cubicBezTo>
                  <a:cubicBezTo>
                    <a:pt x="66" y="273"/>
                    <a:pt x="58" y="316"/>
                    <a:pt x="44" y="352"/>
                  </a:cubicBezTo>
                  <a:cubicBezTo>
                    <a:pt x="1" y="467"/>
                    <a:pt x="57" y="593"/>
                    <a:pt x="172" y="638"/>
                  </a:cubicBezTo>
                  <a:cubicBezTo>
                    <a:pt x="197" y="648"/>
                    <a:pt x="224" y="653"/>
                    <a:pt x="250" y="653"/>
                  </a:cubicBezTo>
                  <a:cubicBezTo>
                    <a:pt x="339" y="653"/>
                    <a:pt x="422" y="599"/>
                    <a:pt x="456" y="512"/>
                  </a:cubicBezTo>
                  <a:cubicBezTo>
                    <a:pt x="490" y="422"/>
                    <a:pt x="507" y="329"/>
                    <a:pt x="507" y="223"/>
                  </a:cubicBezTo>
                  <a:cubicBezTo>
                    <a:pt x="507" y="100"/>
                    <a:pt x="408" y="1"/>
                    <a:pt x="285"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33"/>
            <p:cNvSpPr/>
            <p:nvPr/>
          </p:nvSpPr>
          <p:spPr>
            <a:xfrm>
              <a:off x="2423069" y="2103657"/>
              <a:ext cx="13127" cy="17246"/>
            </a:xfrm>
            <a:custGeom>
              <a:rect b="b" l="l" r="r" t="t"/>
              <a:pathLst>
                <a:path extrusionOk="0" h="582" w="443">
                  <a:moveTo>
                    <a:pt x="220" y="1"/>
                  </a:moveTo>
                  <a:cubicBezTo>
                    <a:pt x="100" y="1"/>
                    <a:pt x="1" y="100"/>
                    <a:pt x="1" y="221"/>
                  </a:cubicBezTo>
                  <a:lnTo>
                    <a:pt x="1" y="360"/>
                  </a:lnTo>
                  <a:cubicBezTo>
                    <a:pt x="1" y="482"/>
                    <a:pt x="97" y="582"/>
                    <a:pt x="220" y="582"/>
                  </a:cubicBezTo>
                  <a:cubicBezTo>
                    <a:pt x="343" y="582"/>
                    <a:pt x="442" y="482"/>
                    <a:pt x="442" y="360"/>
                  </a:cubicBezTo>
                  <a:lnTo>
                    <a:pt x="442" y="221"/>
                  </a:lnTo>
                  <a:cubicBezTo>
                    <a:pt x="442" y="100"/>
                    <a:pt x="343" y="1"/>
                    <a:pt x="220"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33"/>
            <p:cNvSpPr/>
            <p:nvPr/>
          </p:nvSpPr>
          <p:spPr>
            <a:xfrm>
              <a:off x="2190513" y="2264828"/>
              <a:ext cx="46464" cy="57932"/>
            </a:xfrm>
            <a:custGeom>
              <a:rect b="b" l="l" r="r" t="t"/>
              <a:pathLst>
                <a:path extrusionOk="0" h="1955" w="1568">
                  <a:moveTo>
                    <a:pt x="658" y="0"/>
                  </a:moveTo>
                  <a:lnTo>
                    <a:pt x="1" y="378"/>
                  </a:lnTo>
                  <a:lnTo>
                    <a:pt x="910" y="1954"/>
                  </a:lnTo>
                  <a:lnTo>
                    <a:pt x="1567" y="1575"/>
                  </a:lnTo>
                  <a:lnTo>
                    <a:pt x="658" y="0"/>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33"/>
            <p:cNvSpPr/>
            <p:nvPr/>
          </p:nvSpPr>
          <p:spPr>
            <a:xfrm>
              <a:off x="2068901" y="2064009"/>
              <a:ext cx="395624" cy="358850"/>
            </a:xfrm>
            <a:custGeom>
              <a:rect b="b" l="l" r="r" t="t"/>
              <a:pathLst>
                <a:path extrusionOk="0" h="12110" w="13351">
                  <a:moveTo>
                    <a:pt x="6676" y="1344"/>
                  </a:moveTo>
                  <a:cubicBezTo>
                    <a:pt x="8065" y="1344"/>
                    <a:pt x="9454" y="1874"/>
                    <a:pt x="10515" y="2933"/>
                  </a:cubicBezTo>
                  <a:cubicBezTo>
                    <a:pt x="12394" y="4813"/>
                    <a:pt x="12607" y="7727"/>
                    <a:pt x="11154" y="9841"/>
                  </a:cubicBezTo>
                  <a:cubicBezTo>
                    <a:pt x="11100" y="9919"/>
                    <a:pt x="11015" y="9959"/>
                    <a:pt x="10930" y="9959"/>
                  </a:cubicBezTo>
                  <a:cubicBezTo>
                    <a:pt x="10861" y="9959"/>
                    <a:pt x="10792" y="9933"/>
                    <a:pt x="10739" y="9880"/>
                  </a:cubicBezTo>
                  <a:lnTo>
                    <a:pt x="3567" y="2710"/>
                  </a:lnTo>
                  <a:cubicBezTo>
                    <a:pt x="3446" y="2590"/>
                    <a:pt x="3466" y="2389"/>
                    <a:pt x="3606" y="2295"/>
                  </a:cubicBezTo>
                  <a:cubicBezTo>
                    <a:pt x="4528" y="1661"/>
                    <a:pt x="5602" y="1344"/>
                    <a:pt x="6676" y="1344"/>
                  </a:cubicBezTo>
                  <a:close/>
                  <a:moveTo>
                    <a:pt x="6676" y="1"/>
                  </a:moveTo>
                  <a:cubicBezTo>
                    <a:pt x="4943" y="1"/>
                    <a:pt x="3209" y="662"/>
                    <a:pt x="1886" y="1984"/>
                  </a:cubicBezTo>
                  <a:cubicBezTo>
                    <a:pt x="857" y="3011"/>
                    <a:pt x="231" y="4286"/>
                    <a:pt x="1" y="5616"/>
                  </a:cubicBezTo>
                  <a:cubicBezTo>
                    <a:pt x="54" y="8916"/>
                    <a:pt x="2502" y="11635"/>
                    <a:pt x="5682" y="12109"/>
                  </a:cubicBezTo>
                  <a:cubicBezTo>
                    <a:pt x="4641" y="11916"/>
                    <a:pt x="3644" y="11417"/>
                    <a:pt x="2838" y="10611"/>
                  </a:cubicBezTo>
                  <a:cubicBezTo>
                    <a:pt x="958" y="8731"/>
                    <a:pt x="746" y="5817"/>
                    <a:pt x="2199" y="3701"/>
                  </a:cubicBezTo>
                  <a:cubicBezTo>
                    <a:pt x="2252" y="3623"/>
                    <a:pt x="2338" y="3583"/>
                    <a:pt x="2424" y="3583"/>
                  </a:cubicBezTo>
                  <a:cubicBezTo>
                    <a:pt x="2492" y="3583"/>
                    <a:pt x="2561" y="3609"/>
                    <a:pt x="2614" y="3662"/>
                  </a:cubicBezTo>
                  <a:lnTo>
                    <a:pt x="9786" y="10834"/>
                  </a:lnTo>
                  <a:cubicBezTo>
                    <a:pt x="9904" y="10954"/>
                    <a:pt x="9885" y="11155"/>
                    <a:pt x="9746" y="11249"/>
                  </a:cubicBezTo>
                  <a:cubicBezTo>
                    <a:pt x="9108" y="11686"/>
                    <a:pt x="8401" y="11972"/>
                    <a:pt x="7669" y="12109"/>
                  </a:cubicBezTo>
                  <a:cubicBezTo>
                    <a:pt x="10849" y="11635"/>
                    <a:pt x="13296" y="8916"/>
                    <a:pt x="13350" y="5616"/>
                  </a:cubicBezTo>
                  <a:cubicBezTo>
                    <a:pt x="13120" y="4286"/>
                    <a:pt x="12492" y="3011"/>
                    <a:pt x="11465" y="1984"/>
                  </a:cubicBezTo>
                  <a:cubicBezTo>
                    <a:pt x="10143" y="662"/>
                    <a:pt x="8410" y="1"/>
                    <a:pt x="6676"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33"/>
            <p:cNvSpPr/>
            <p:nvPr/>
          </p:nvSpPr>
          <p:spPr>
            <a:xfrm>
              <a:off x="2378502" y="2154418"/>
              <a:ext cx="48627" cy="58761"/>
            </a:xfrm>
            <a:custGeom>
              <a:rect b="b" l="l" r="r" t="t"/>
              <a:pathLst>
                <a:path extrusionOk="0" h="1983" w="1641">
                  <a:moveTo>
                    <a:pt x="731" y="0"/>
                  </a:moveTo>
                  <a:lnTo>
                    <a:pt x="0" y="425"/>
                  </a:lnTo>
                  <a:lnTo>
                    <a:pt x="939" y="1982"/>
                  </a:lnTo>
                  <a:lnTo>
                    <a:pt x="1640" y="1577"/>
                  </a:lnTo>
                  <a:lnTo>
                    <a:pt x="7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33"/>
            <p:cNvSpPr/>
            <p:nvPr/>
          </p:nvSpPr>
          <p:spPr>
            <a:xfrm>
              <a:off x="2399363" y="2146150"/>
              <a:ext cx="53902" cy="55472"/>
            </a:xfrm>
            <a:custGeom>
              <a:rect b="b" l="l" r="r" t="t"/>
              <a:pathLst>
                <a:path extrusionOk="0" h="1872" w="1819">
                  <a:moveTo>
                    <a:pt x="596" y="0"/>
                  </a:moveTo>
                  <a:cubicBezTo>
                    <a:pt x="543" y="0"/>
                    <a:pt x="490" y="14"/>
                    <a:pt x="442" y="42"/>
                  </a:cubicBezTo>
                  <a:lnTo>
                    <a:pt x="0" y="295"/>
                  </a:lnTo>
                  <a:lnTo>
                    <a:pt x="910" y="1871"/>
                  </a:lnTo>
                  <a:lnTo>
                    <a:pt x="1611" y="1467"/>
                  </a:lnTo>
                  <a:cubicBezTo>
                    <a:pt x="1786" y="1368"/>
                    <a:pt x="1819" y="1133"/>
                    <a:pt x="1679" y="990"/>
                  </a:cubicBezTo>
                  <a:lnTo>
                    <a:pt x="815" y="93"/>
                  </a:lnTo>
                  <a:cubicBezTo>
                    <a:pt x="756" y="32"/>
                    <a:pt x="676" y="0"/>
                    <a:pt x="596"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9" name="Google Shape;9789;p33"/>
          <p:cNvGrpSpPr/>
          <p:nvPr/>
        </p:nvGrpSpPr>
        <p:grpSpPr>
          <a:xfrm>
            <a:off x="7135062" y="3112845"/>
            <a:ext cx="566068" cy="548655"/>
            <a:chOff x="4710431" y="1339731"/>
            <a:chExt cx="414914" cy="395712"/>
          </a:xfrm>
        </p:grpSpPr>
        <p:sp>
          <p:nvSpPr>
            <p:cNvPr id="9790" name="Google Shape;9790;p33"/>
            <p:cNvSpPr/>
            <p:nvPr/>
          </p:nvSpPr>
          <p:spPr>
            <a:xfrm>
              <a:off x="4710431" y="1339731"/>
              <a:ext cx="395712" cy="378940"/>
            </a:xfrm>
            <a:custGeom>
              <a:rect b="b" l="l" r="r" t="t"/>
              <a:pathLst>
                <a:path extrusionOk="0" h="12788" w="13354">
                  <a:moveTo>
                    <a:pt x="6677" y="1"/>
                  </a:moveTo>
                  <a:cubicBezTo>
                    <a:pt x="2990" y="1"/>
                    <a:pt x="1" y="2988"/>
                    <a:pt x="1" y="6677"/>
                  </a:cubicBezTo>
                  <a:cubicBezTo>
                    <a:pt x="1" y="7423"/>
                    <a:pt x="122" y="8138"/>
                    <a:pt x="347" y="8808"/>
                  </a:cubicBezTo>
                  <a:lnTo>
                    <a:pt x="9368" y="12787"/>
                  </a:lnTo>
                  <a:cubicBezTo>
                    <a:pt x="11715" y="11752"/>
                    <a:pt x="13353" y="9406"/>
                    <a:pt x="13353" y="6677"/>
                  </a:cubicBezTo>
                  <a:cubicBezTo>
                    <a:pt x="13353" y="2988"/>
                    <a:pt x="10364" y="1"/>
                    <a:pt x="667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33"/>
            <p:cNvSpPr/>
            <p:nvPr/>
          </p:nvSpPr>
          <p:spPr>
            <a:xfrm>
              <a:off x="4720121" y="1384595"/>
              <a:ext cx="268470" cy="350849"/>
            </a:xfrm>
            <a:custGeom>
              <a:rect b="b" l="l" r="r" t="t"/>
              <a:pathLst>
                <a:path extrusionOk="0" h="11840" w="9060">
                  <a:moveTo>
                    <a:pt x="951" y="1"/>
                  </a:moveTo>
                  <a:cubicBezTo>
                    <a:pt x="428" y="1"/>
                    <a:pt x="0" y="425"/>
                    <a:pt x="0" y="952"/>
                  </a:cubicBezTo>
                  <a:lnTo>
                    <a:pt x="0" y="7232"/>
                  </a:lnTo>
                  <a:cubicBezTo>
                    <a:pt x="190" y="7815"/>
                    <a:pt x="459" y="8365"/>
                    <a:pt x="793" y="8864"/>
                  </a:cubicBezTo>
                  <a:lnTo>
                    <a:pt x="3964" y="11399"/>
                  </a:lnTo>
                  <a:cubicBezTo>
                    <a:pt x="4704" y="11684"/>
                    <a:pt x="5507" y="11839"/>
                    <a:pt x="6350" y="11839"/>
                  </a:cubicBezTo>
                  <a:cubicBezTo>
                    <a:pt x="7314" y="11839"/>
                    <a:pt x="8231" y="11635"/>
                    <a:pt x="9058" y="11265"/>
                  </a:cubicBezTo>
                  <a:cubicBezTo>
                    <a:pt x="9058" y="11251"/>
                    <a:pt x="9059" y="11241"/>
                    <a:pt x="9059" y="11227"/>
                  </a:cubicBezTo>
                  <a:lnTo>
                    <a:pt x="9059" y="6111"/>
                  </a:lnTo>
                  <a:cubicBezTo>
                    <a:pt x="9017" y="6109"/>
                    <a:pt x="8974" y="6095"/>
                    <a:pt x="8940" y="6066"/>
                  </a:cubicBezTo>
                  <a:lnTo>
                    <a:pt x="5557" y="3234"/>
                  </a:lnTo>
                  <a:cubicBezTo>
                    <a:pt x="5531" y="3212"/>
                    <a:pt x="5507" y="3190"/>
                    <a:pt x="5484" y="3172"/>
                  </a:cubicBezTo>
                  <a:cubicBezTo>
                    <a:pt x="4785" y="2536"/>
                    <a:pt x="4573" y="1566"/>
                    <a:pt x="4875" y="727"/>
                  </a:cubicBezTo>
                  <a:lnTo>
                    <a:pt x="3173" y="727"/>
                  </a:lnTo>
                  <a:cubicBezTo>
                    <a:pt x="2832" y="727"/>
                    <a:pt x="2554" y="448"/>
                    <a:pt x="2554" y="109"/>
                  </a:cubicBezTo>
                  <a:cubicBezTo>
                    <a:pt x="2554" y="72"/>
                    <a:pt x="2559" y="35"/>
                    <a:pt x="256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33"/>
            <p:cNvSpPr/>
            <p:nvPr/>
          </p:nvSpPr>
          <p:spPr>
            <a:xfrm>
              <a:off x="4827302" y="1347969"/>
              <a:ext cx="54109" cy="22373"/>
            </a:xfrm>
            <a:custGeom>
              <a:rect b="b" l="l" r="r" t="t"/>
              <a:pathLst>
                <a:path extrusionOk="0" h="755" w="1826">
                  <a:moveTo>
                    <a:pt x="754" y="1"/>
                  </a:moveTo>
                  <a:cubicBezTo>
                    <a:pt x="341" y="1"/>
                    <a:pt x="0" y="340"/>
                    <a:pt x="0" y="755"/>
                  </a:cubicBezTo>
                  <a:lnTo>
                    <a:pt x="1825" y="755"/>
                  </a:lnTo>
                  <a:cubicBezTo>
                    <a:pt x="1825" y="340"/>
                    <a:pt x="1486" y="1"/>
                    <a:pt x="1071"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33"/>
            <p:cNvSpPr/>
            <p:nvPr/>
          </p:nvSpPr>
          <p:spPr>
            <a:xfrm>
              <a:off x="4742494" y="1406997"/>
              <a:ext cx="223696" cy="316090"/>
            </a:xfrm>
            <a:custGeom>
              <a:rect b="b" l="l" r="r" t="t"/>
              <a:pathLst>
                <a:path extrusionOk="0" h="10667" w="7549">
                  <a:moveTo>
                    <a:pt x="210" y="0"/>
                  </a:moveTo>
                  <a:cubicBezTo>
                    <a:pt x="94" y="0"/>
                    <a:pt x="1" y="93"/>
                    <a:pt x="1" y="210"/>
                  </a:cubicBezTo>
                  <a:lnTo>
                    <a:pt x="1" y="8050"/>
                  </a:lnTo>
                  <a:cubicBezTo>
                    <a:pt x="776" y="9239"/>
                    <a:pt x="1922" y="10166"/>
                    <a:pt x="3273" y="10666"/>
                  </a:cubicBezTo>
                  <a:lnTo>
                    <a:pt x="7337" y="10666"/>
                  </a:lnTo>
                  <a:cubicBezTo>
                    <a:pt x="7455" y="10666"/>
                    <a:pt x="7549" y="10572"/>
                    <a:pt x="7549" y="10455"/>
                  </a:cubicBezTo>
                  <a:lnTo>
                    <a:pt x="7549" y="4778"/>
                  </a:lnTo>
                  <a:lnTo>
                    <a:pt x="4802" y="2478"/>
                  </a:lnTo>
                  <a:cubicBezTo>
                    <a:pt x="4776" y="2456"/>
                    <a:pt x="4752" y="2434"/>
                    <a:pt x="4729" y="2416"/>
                  </a:cubicBezTo>
                  <a:cubicBezTo>
                    <a:pt x="4037" y="1786"/>
                    <a:pt x="3823" y="832"/>
                    <a:pt x="41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33"/>
            <p:cNvSpPr/>
            <p:nvPr/>
          </p:nvSpPr>
          <p:spPr>
            <a:xfrm>
              <a:off x="4795062" y="1369453"/>
              <a:ext cx="102321" cy="38256"/>
            </a:xfrm>
            <a:custGeom>
              <a:rect b="b" l="l" r="r" t="t"/>
              <a:pathLst>
                <a:path extrusionOk="0" h="1291" w="3453">
                  <a:moveTo>
                    <a:pt x="645" y="0"/>
                  </a:moveTo>
                  <a:cubicBezTo>
                    <a:pt x="289" y="0"/>
                    <a:pt x="0" y="291"/>
                    <a:pt x="0" y="645"/>
                  </a:cubicBezTo>
                  <a:cubicBezTo>
                    <a:pt x="0" y="1000"/>
                    <a:pt x="292" y="1290"/>
                    <a:pt x="645" y="1290"/>
                  </a:cubicBezTo>
                  <a:lnTo>
                    <a:pt x="2340" y="1290"/>
                  </a:lnTo>
                  <a:cubicBezTo>
                    <a:pt x="2425" y="1037"/>
                    <a:pt x="2562" y="793"/>
                    <a:pt x="2745" y="571"/>
                  </a:cubicBezTo>
                  <a:cubicBezTo>
                    <a:pt x="2947" y="330"/>
                    <a:pt x="3188" y="142"/>
                    <a:pt x="3452" y="8"/>
                  </a:cubicBezTo>
                  <a:cubicBezTo>
                    <a:pt x="3421" y="3"/>
                    <a:pt x="3390" y="0"/>
                    <a:pt x="335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33"/>
            <p:cNvSpPr/>
            <p:nvPr/>
          </p:nvSpPr>
          <p:spPr>
            <a:xfrm>
              <a:off x="4811449" y="1399885"/>
              <a:ext cx="60332" cy="41456"/>
            </a:xfrm>
            <a:custGeom>
              <a:rect b="b" l="l" r="r" t="t"/>
              <a:pathLst>
                <a:path extrusionOk="0" h="1399" w="2036">
                  <a:moveTo>
                    <a:pt x="210" y="1"/>
                  </a:moveTo>
                  <a:cubicBezTo>
                    <a:pt x="94" y="1"/>
                    <a:pt x="0" y="94"/>
                    <a:pt x="0" y="211"/>
                  </a:cubicBezTo>
                  <a:lnTo>
                    <a:pt x="0" y="854"/>
                  </a:lnTo>
                  <a:cubicBezTo>
                    <a:pt x="0" y="1153"/>
                    <a:pt x="245" y="1398"/>
                    <a:pt x="545" y="1398"/>
                  </a:cubicBezTo>
                  <a:lnTo>
                    <a:pt x="759" y="1398"/>
                  </a:lnTo>
                  <a:cubicBezTo>
                    <a:pt x="913" y="1398"/>
                    <a:pt x="1057" y="1320"/>
                    <a:pt x="1148" y="1196"/>
                  </a:cubicBezTo>
                  <a:cubicBezTo>
                    <a:pt x="1171" y="1160"/>
                    <a:pt x="1210" y="1142"/>
                    <a:pt x="1250" y="1142"/>
                  </a:cubicBezTo>
                  <a:lnTo>
                    <a:pt x="1648" y="1142"/>
                  </a:lnTo>
                  <a:cubicBezTo>
                    <a:pt x="1668" y="1142"/>
                    <a:pt x="1685" y="1145"/>
                    <a:pt x="1703" y="1156"/>
                  </a:cubicBezTo>
                  <a:cubicBezTo>
                    <a:pt x="1733" y="1170"/>
                    <a:pt x="1765" y="1177"/>
                    <a:pt x="1796" y="1177"/>
                  </a:cubicBezTo>
                  <a:cubicBezTo>
                    <a:pt x="1873" y="1177"/>
                    <a:pt x="1948" y="1135"/>
                    <a:pt x="1985" y="1062"/>
                  </a:cubicBezTo>
                  <a:cubicBezTo>
                    <a:pt x="2035" y="958"/>
                    <a:pt x="1995" y="832"/>
                    <a:pt x="1892" y="779"/>
                  </a:cubicBezTo>
                  <a:cubicBezTo>
                    <a:pt x="1816" y="741"/>
                    <a:pt x="1732" y="722"/>
                    <a:pt x="1647" y="722"/>
                  </a:cubicBezTo>
                  <a:lnTo>
                    <a:pt x="1250" y="722"/>
                  </a:lnTo>
                  <a:cubicBezTo>
                    <a:pt x="1073" y="722"/>
                    <a:pt x="908" y="809"/>
                    <a:pt x="806" y="955"/>
                  </a:cubicBezTo>
                  <a:cubicBezTo>
                    <a:pt x="796" y="971"/>
                    <a:pt x="778" y="980"/>
                    <a:pt x="761" y="980"/>
                  </a:cubicBezTo>
                  <a:lnTo>
                    <a:pt x="548" y="980"/>
                  </a:lnTo>
                  <a:cubicBezTo>
                    <a:pt x="479" y="980"/>
                    <a:pt x="420" y="922"/>
                    <a:pt x="420" y="854"/>
                  </a:cubicBezTo>
                  <a:lnTo>
                    <a:pt x="420" y="211"/>
                  </a:lnTo>
                  <a:cubicBezTo>
                    <a:pt x="420" y="94"/>
                    <a:pt x="327" y="1"/>
                    <a:pt x="21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33"/>
            <p:cNvSpPr/>
            <p:nvPr/>
          </p:nvSpPr>
          <p:spPr>
            <a:xfrm>
              <a:off x="4775416" y="1465492"/>
              <a:ext cx="38967" cy="38937"/>
            </a:xfrm>
            <a:custGeom>
              <a:rect b="b" l="l" r="r" t="t"/>
              <a:pathLst>
                <a:path extrusionOk="0" h="1314" w="1315">
                  <a:moveTo>
                    <a:pt x="335" y="0"/>
                  </a:moveTo>
                  <a:cubicBezTo>
                    <a:pt x="150" y="0"/>
                    <a:pt x="1" y="151"/>
                    <a:pt x="1" y="336"/>
                  </a:cubicBezTo>
                  <a:lnTo>
                    <a:pt x="1" y="979"/>
                  </a:lnTo>
                  <a:cubicBezTo>
                    <a:pt x="1" y="1164"/>
                    <a:pt x="152" y="1314"/>
                    <a:pt x="335" y="1314"/>
                  </a:cubicBezTo>
                  <a:lnTo>
                    <a:pt x="979" y="1314"/>
                  </a:lnTo>
                  <a:cubicBezTo>
                    <a:pt x="1162" y="1314"/>
                    <a:pt x="1314" y="1161"/>
                    <a:pt x="1314" y="979"/>
                  </a:cubicBezTo>
                  <a:lnTo>
                    <a:pt x="1314" y="336"/>
                  </a:lnTo>
                  <a:cubicBezTo>
                    <a:pt x="1314" y="151"/>
                    <a:pt x="1162" y="0"/>
                    <a:pt x="97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33"/>
            <p:cNvSpPr/>
            <p:nvPr/>
          </p:nvSpPr>
          <p:spPr>
            <a:xfrm>
              <a:off x="4777697" y="1462825"/>
              <a:ext cx="46760" cy="34551"/>
            </a:xfrm>
            <a:custGeom>
              <a:rect b="b" l="l" r="r" t="t"/>
              <a:pathLst>
                <a:path extrusionOk="0" h="1166" w="1578">
                  <a:moveTo>
                    <a:pt x="1348" y="0"/>
                  </a:moveTo>
                  <a:cubicBezTo>
                    <a:pt x="1295" y="0"/>
                    <a:pt x="1241" y="20"/>
                    <a:pt x="1200" y="61"/>
                  </a:cubicBezTo>
                  <a:lnTo>
                    <a:pt x="602" y="659"/>
                  </a:lnTo>
                  <a:lnTo>
                    <a:pt x="376" y="434"/>
                  </a:lnTo>
                  <a:cubicBezTo>
                    <a:pt x="336" y="393"/>
                    <a:pt x="283" y="373"/>
                    <a:pt x="229" y="373"/>
                  </a:cubicBezTo>
                  <a:cubicBezTo>
                    <a:pt x="176" y="373"/>
                    <a:pt x="122" y="393"/>
                    <a:pt x="81" y="434"/>
                  </a:cubicBezTo>
                  <a:cubicBezTo>
                    <a:pt x="0" y="518"/>
                    <a:pt x="0" y="650"/>
                    <a:pt x="81" y="731"/>
                  </a:cubicBezTo>
                  <a:lnTo>
                    <a:pt x="454" y="1104"/>
                  </a:lnTo>
                  <a:cubicBezTo>
                    <a:pt x="495" y="1145"/>
                    <a:pt x="549" y="1165"/>
                    <a:pt x="602" y="1165"/>
                  </a:cubicBezTo>
                  <a:cubicBezTo>
                    <a:pt x="655" y="1165"/>
                    <a:pt x="708" y="1145"/>
                    <a:pt x="748" y="1104"/>
                  </a:cubicBezTo>
                  <a:lnTo>
                    <a:pt x="1495" y="356"/>
                  </a:lnTo>
                  <a:cubicBezTo>
                    <a:pt x="1578" y="275"/>
                    <a:pt x="1578" y="143"/>
                    <a:pt x="1495" y="61"/>
                  </a:cubicBezTo>
                  <a:cubicBezTo>
                    <a:pt x="1455" y="20"/>
                    <a:pt x="1402" y="0"/>
                    <a:pt x="1348"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33"/>
            <p:cNvSpPr/>
            <p:nvPr/>
          </p:nvSpPr>
          <p:spPr>
            <a:xfrm>
              <a:off x="4840933" y="1467181"/>
              <a:ext cx="18757" cy="12475"/>
            </a:xfrm>
            <a:custGeom>
              <a:rect b="b" l="l" r="r" t="t"/>
              <a:pathLst>
                <a:path extrusionOk="0" h="421" w="633">
                  <a:moveTo>
                    <a:pt x="210" y="1"/>
                  </a:moveTo>
                  <a:cubicBezTo>
                    <a:pt x="94" y="1"/>
                    <a:pt x="0" y="94"/>
                    <a:pt x="0" y="211"/>
                  </a:cubicBezTo>
                  <a:cubicBezTo>
                    <a:pt x="0" y="327"/>
                    <a:pt x="94" y="420"/>
                    <a:pt x="210" y="420"/>
                  </a:cubicBezTo>
                  <a:lnTo>
                    <a:pt x="423" y="420"/>
                  </a:lnTo>
                  <a:cubicBezTo>
                    <a:pt x="540" y="420"/>
                    <a:pt x="633" y="327"/>
                    <a:pt x="633" y="211"/>
                  </a:cubicBezTo>
                  <a:cubicBezTo>
                    <a:pt x="633" y="94"/>
                    <a:pt x="540" y="1"/>
                    <a:pt x="42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33"/>
            <p:cNvSpPr/>
            <p:nvPr/>
          </p:nvSpPr>
          <p:spPr>
            <a:xfrm>
              <a:off x="4840933" y="1490175"/>
              <a:ext cx="40685" cy="12475"/>
            </a:xfrm>
            <a:custGeom>
              <a:rect b="b" l="l" r="r" t="t"/>
              <a:pathLst>
                <a:path extrusionOk="0" h="421" w="1373">
                  <a:moveTo>
                    <a:pt x="210" y="0"/>
                  </a:moveTo>
                  <a:cubicBezTo>
                    <a:pt x="94" y="0"/>
                    <a:pt x="0" y="94"/>
                    <a:pt x="0" y="210"/>
                  </a:cubicBezTo>
                  <a:cubicBezTo>
                    <a:pt x="0" y="327"/>
                    <a:pt x="94" y="420"/>
                    <a:pt x="210" y="420"/>
                  </a:cubicBezTo>
                  <a:lnTo>
                    <a:pt x="1163" y="420"/>
                  </a:lnTo>
                  <a:cubicBezTo>
                    <a:pt x="1280" y="420"/>
                    <a:pt x="1373" y="327"/>
                    <a:pt x="1373" y="210"/>
                  </a:cubicBezTo>
                  <a:cubicBezTo>
                    <a:pt x="1373" y="94"/>
                    <a:pt x="1280" y="0"/>
                    <a:pt x="1163"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33"/>
            <p:cNvSpPr/>
            <p:nvPr/>
          </p:nvSpPr>
          <p:spPr>
            <a:xfrm>
              <a:off x="4775416" y="1526979"/>
              <a:ext cx="38967" cy="38907"/>
            </a:xfrm>
            <a:custGeom>
              <a:rect b="b" l="l" r="r" t="t"/>
              <a:pathLst>
                <a:path extrusionOk="0" h="1313" w="1315">
                  <a:moveTo>
                    <a:pt x="335" y="0"/>
                  </a:moveTo>
                  <a:cubicBezTo>
                    <a:pt x="150" y="0"/>
                    <a:pt x="1" y="151"/>
                    <a:pt x="1" y="335"/>
                  </a:cubicBezTo>
                  <a:lnTo>
                    <a:pt x="1" y="978"/>
                  </a:lnTo>
                  <a:cubicBezTo>
                    <a:pt x="1" y="1161"/>
                    <a:pt x="152" y="1312"/>
                    <a:pt x="335" y="1312"/>
                  </a:cubicBezTo>
                  <a:lnTo>
                    <a:pt x="979" y="1312"/>
                  </a:lnTo>
                  <a:cubicBezTo>
                    <a:pt x="1162" y="1312"/>
                    <a:pt x="1314" y="1160"/>
                    <a:pt x="1314" y="978"/>
                  </a:cubicBezTo>
                  <a:lnTo>
                    <a:pt x="1314" y="335"/>
                  </a:lnTo>
                  <a:cubicBezTo>
                    <a:pt x="1314" y="150"/>
                    <a:pt x="1162" y="0"/>
                    <a:pt x="97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33"/>
            <p:cNvSpPr/>
            <p:nvPr/>
          </p:nvSpPr>
          <p:spPr>
            <a:xfrm>
              <a:off x="4777697" y="1524312"/>
              <a:ext cx="46760" cy="34522"/>
            </a:xfrm>
            <a:custGeom>
              <a:rect b="b" l="l" r="r" t="t"/>
              <a:pathLst>
                <a:path extrusionOk="0" h="1165" w="1578">
                  <a:moveTo>
                    <a:pt x="1348" y="0"/>
                  </a:moveTo>
                  <a:cubicBezTo>
                    <a:pt x="1295" y="0"/>
                    <a:pt x="1241" y="20"/>
                    <a:pt x="1200" y="61"/>
                  </a:cubicBezTo>
                  <a:lnTo>
                    <a:pt x="602" y="659"/>
                  </a:lnTo>
                  <a:lnTo>
                    <a:pt x="376" y="434"/>
                  </a:lnTo>
                  <a:cubicBezTo>
                    <a:pt x="336" y="393"/>
                    <a:pt x="283" y="373"/>
                    <a:pt x="229" y="373"/>
                  </a:cubicBezTo>
                  <a:cubicBezTo>
                    <a:pt x="176" y="373"/>
                    <a:pt x="122" y="393"/>
                    <a:pt x="81" y="434"/>
                  </a:cubicBezTo>
                  <a:cubicBezTo>
                    <a:pt x="0" y="516"/>
                    <a:pt x="0" y="648"/>
                    <a:pt x="81" y="729"/>
                  </a:cubicBezTo>
                  <a:lnTo>
                    <a:pt x="454" y="1102"/>
                  </a:lnTo>
                  <a:cubicBezTo>
                    <a:pt x="495" y="1144"/>
                    <a:pt x="549" y="1165"/>
                    <a:pt x="602" y="1165"/>
                  </a:cubicBezTo>
                  <a:cubicBezTo>
                    <a:pt x="655" y="1165"/>
                    <a:pt x="708" y="1144"/>
                    <a:pt x="748" y="1104"/>
                  </a:cubicBezTo>
                  <a:lnTo>
                    <a:pt x="1495" y="356"/>
                  </a:lnTo>
                  <a:cubicBezTo>
                    <a:pt x="1578" y="275"/>
                    <a:pt x="1578" y="143"/>
                    <a:pt x="1495" y="61"/>
                  </a:cubicBezTo>
                  <a:cubicBezTo>
                    <a:pt x="1455" y="20"/>
                    <a:pt x="1402" y="0"/>
                    <a:pt x="1348"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33"/>
            <p:cNvSpPr/>
            <p:nvPr/>
          </p:nvSpPr>
          <p:spPr>
            <a:xfrm>
              <a:off x="4840933" y="1528668"/>
              <a:ext cx="86705" cy="12475"/>
            </a:xfrm>
            <a:custGeom>
              <a:rect b="b" l="l" r="r" t="t"/>
              <a:pathLst>
                <a:path extrusionOk="0" h="421" w="2926">
                  <a:moveTo>
                    <a:pt x="210" y="1"/>
                  </a:moveTo>
                  <a:cubicBezTo>
                    <a:pt x="94" y="1"/>
                    <a:pt x="0" y="94"/>
                    <a:pt x="0" y="211"/>
                  </a:cubicBezTo>
                  <a:cubicBezTo>
                    <a:pt x="0" y="327"/>
                    <a:pt x="94" y="421"/>
                    <a:pt x="210" y="421"/>
                  </a:cubicBezTo>
                  <a:lnTo>
                    <a:pt x="2716" y="421"/>
                  </a:lnTo>
                  <a:cubicBezTo>
                    <a:pt x="2832" y="421"/>
                    <a:pt x="2926" y="326"/>
                    <a:pt x="2926" y="211"/>
                  </a:cubicBezTo>
                  <a:cubicBezTo>
                    <a:pt x="2926" y="94"/>
                    <a:pt x="2832" y="1"/>
                    <a:pt x="2716"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33"/>
            <p:cNvSpPr/>
            <p:nvPr/>
          </p:nvSpPr>
          <p:spPr>
            <a:xfrm>
              <a:off x="4841022" y="1551663"/>
              <a:ext cx="69399" cy="12475"/>
            </a:xfrm>
            <a:custGeom>
              <a:rect b="b" l="l" r="r" t="t"/>
              <a:pathLst>
                <a:path extrusionOk="0" h="421" w="2342">
                  <a:moveTo>
                    <a:pt x="210" y="0"/>
                  </a:moveTo>
                  <a:cubicBezTo>
                    <a:pt x="94" y="0"/>
                    <a:pt x="0" y="94"/>
                    <a:pt x="0" y="210"/>
                  </a:cubicBezTo>
                  <a:cubicBezTo>
                    <a:pt x="0" y="327"/>
                    <a:pt x="94" y="420"/>
                    <a:pt x="210" y="420"/>
                  </a:cubicBezTo>
                  <a:lnTo>
                    <a:pt x="2132" y="420"/>
                  </a:lnTo>
                  <a:cubicBezTo>
                    <a:pt x="2247" y="420"/>
                    <a:pt x="2340" y="325"/>
                    <a:pt x="2341" y="210"/>
                  </a:cubicBezTo>
                  <a:cubicBezTo>
                    <a:pt x="2341" y="94"/>
                    <a:pt x="2248" y="0"/>
                    <a:pt x="2132"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33"/>
            <p:cNvSpPr/>
            <p:nvPr/>
          </p:nvSpPr>
          <p:spPr>
            <a:xfrm>
              <a:off x="4775416" y="1588407"/>
              <a:ext cx="38967" cy="38878"/>
            </a:xfrm>
            <a:custGeom>
              <a:rect b="b" l="l" r="r" t="t"/>
              <a:pathLst>
                <a:path extrusionOk="0" h="1312" w="1315">
                  <a:moveTo>
                    <a:pt x="335" y="1"/>
                  </a:moveTo>
                  <a:cubicBezTo>
                    <a:pt x="150" y="1"/>
                    <a:pt x="1" y="152"/>
                    <a:pt x="1" y="335"/>
                  </a:cubicBezTo>
                  <a:lnTo>
                    <a:pt x="1" y="977"/>
                  </a:lnTo>
                  <a:cubicBezTo>
                    <a:pt x="1" y="1162"/>
                    <a:pt x="152" y="1311"/>
                    <a:pt x="335" y="1311"/>
                  </a:cubicBezTo>
                  <a:lnTo>
                    <a:pt x="979" y="1311"/>
                  </a:lnTo>
                  <a:cubicBezTo>
                    <a:pt x="1162" y="1311"/>
                    <a:pt x="1314" y="1160"/>
                    <a:pt x="1314" y="977"/>
                  </a:cubicBezTo>
                  <a:lnTo>
                    <a:pt x="1314" y="335"/>
                  </a:lnTo>
                  <a:cubicBezTo>
                    <a:pt x="1314" y="150"/>
                    <a:pt x="1162" y="1"/>
                    <a:pt x="979"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33"/>
            <p:cNvSpPr/>
            <p:nvPr/>
          </p:nvSpPr>
          <p:spPr>
            <a:xfrm>
              <a:off x="4840933" y="1590126"/>
              <a:ext cx="94113" cy="12475"/>
            </a:xfrm>
            <a:custGeom>
              <a:rect b="b" l="l" r="r" t="t"/>
              <a:pathLst>
                <a:path extrusionOk="0" h="421" w="3176">
                  <a:moveTo>
                    <a:pt x="210" y="0"/>
                  </a:moveTo>
                  <a:cubicBezTo>
                    <a:pt x="94" y="0"/>
                    <a:pt x="0" y="94"/>
                    <a:pt x="0" y="210"/>
                  </a:cubicBezTo>
                  <a:cubicBezTo>
                    <a:pt x="0" y="327"/>
                    <a:pt x="94" y="420"/>
                    <a:pt x="210" y="420"/>
                  </a:cubicBezTo>
                  <a:lnTo>
                    <a:pt x="2966" y="420"/>
                  </a:lnTo>
                  <a:cubicBezTo>
                    <a:pt x="3083" y="420"/>
                    <a:pt x="3176" y="327"/>
                    <a:pt x="3176" y="210"/>
                  </a:cubicBezTo>
                  <a:cubicBezTo>
                    <a:pt x="3176" y="94"/>
                    <a:pt x="3083" y="0"/>
                    <a:pt x="2966"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33"/>
            <p:cNvSpPr/>
            <p:nvPr/>
          </p:nvSpPr>
          <p:spPr>
            <a:xfrm>
              <a:off x="4841022" y="1613121"/>
              <a:ext cx="69399" cy="12446"/>
            </a:xfrm>
            <a:custGeom>
              <a:rect b="b" l="l" r="r" t="t"/>
              <a:pathLst>
                <a:path extrusionOk="0" h="420" w="2342">
                  <a:moveTo>
                    <a:pt x="210" y="0"/>
                  </a:moveTo>
                  <a:cubicBezTo>
                    <a:pt x="94" y="0"/>
                    <a:pt x="0" y="93"/>
                    <a:pt x="0" y="210"/>
                  </a:cubicBezTo>
                  <a:cubicBezTo>
                    <a:pt x="0" y="326"/>
                    <a:pt x="94" y="420"/>
                    <a:pt x="210" y="420"/>
                  </a:cubicBezTo>
                  <a:lnTo>
                    <a:pt x="2132" y="420"/>
                  </a:lnTo>
                  <a:cubicBezTo>
                    <a:pt x="2247" y="420"/>
                    <a:pt x="2340" y="326"/>
                    <a:pt x="2341" y="210"/>
                  </a:cubicBezTo>
                  <a:cubicBezTo>
                    <a:pt x="2341" y="93"/>
                    <a:pt x="2248" y="0"/>
                    <a:pt x="2132"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33"/>
            <p:cNvSpPr/>
            <p:nvPr/>
          </p:nvSpPr>
          <p:spPr>
            <a:xfrm>
              <a:off x="4775416" y="1649806"/>
              <a:ext cx="38967" cy="38907"/>
            </a:xfrm>
            <a:custGeom>
              <a:rect b="b" l="l" r="r" t="t"/>
              <a:pathLst>
                <a:path extrusionOk="0" h="1313" w="1315">
                  <a:moveTo>
                    <a:pt x="335" y="1"/>
                  </a:moveTo>
                  <a:cubicBezTo>
                    <a:pt x="150" y="1"/>
                    <a:pt x="1" y="153"/>
                    <a:pt x="1" y="335"/>
                  </a:cubicBezTo>
                  <a:lnTo>
                    <a:pt x="1" y="979"/>
                  </a:lnTo>
                  <a:cubicBezTo>
                    <a:pt x="1" y="1164"/>
                    <a:pt x="152" y="1313"/>
                    <a:pt x="335" y="1313"/>
                  </a:cubicBezTo>
                  <a:lnTo>
                    <a:pt x="979" y="1313"/>
                  </a:lnTo>
                  <a:cubicBezTo>
                    <a:pt x="1162" y="1313"/>
                    <a:pt x="1314" y="1162"/>
                    <a:pt x="1314" y="979"/>
                  </a:cubicBezTo>
                  <a:lnTo>
                    <a:pt x="1314" y="338"/>
                  </a:lnTo>
                  <a:cubicBezTo>
                    <a:pt x="1314" y="153"/>
                    <a:pt x="1162" y="1"/>
                    <a:pt x="979"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33"/>
            <p:cNvSpPr/>
            <p:nvPr/>
          </p:nvSpPr>
          <p:spPr>
            <a:xfrm>
              <a:off x="4840933" y="1651554"/>
              <a:ext cx="94113" cy="12475"/>
            </a:xfrm>
            <a:custGeom>
              <a:rect b="b" l="l" r="r" t="t"/>
              <a:pathLst>
                <a:path extrusionOk="0" h="421" w="3176">
                  <a:moveTo>
                    <a:pt x="210" y="1"/>
                  </a:moveTo>
                  <a:cubicBezTo>
                    <a:pt x="94" y="1"/>
                    <a:pt x="0" y="94"/>
                    <a:pt x="0" y="211"/>
                  </a:cubicBezTo>
                  <a:cubicBezTo>
                    <a:pt x="0" y="327"/>
                    <a:pt x="94" y="421"/>
                    <a:pt x="210" y="421"/>
                  </a:cubicBezTo>
                  <a:lnTo>
                    <a:pt x="2966" y="421"/>
                  </a:lnTo>
                  <a:cubicBezTo>
                    <a:pt x="3083" y="421"/>
                    <a:pt x="3176" y="327"/>
                    <a:pt x="3176" y="211"/>
                  </a:cubicBezTo>
                  <a:cubicBezTo>
                    <a:pt x="3176" y="94"/>
                    <a:pt x="3083" y="1"/>
                    <a:pt x="2966"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33"/>
            <p:cNvSpPr/>
            <p:nvPr/>
          </p:nvSpPr>
          <p:spPr>
            <a:xfrm>
              <a:off x="4841022" y="1674549"/>
              <a:ext cx="69399" cy="12475"/>
            </a:xfrm>
            <a:custGeom>
              <a:rect b="b" l="l" r="r" t="t"/>
              <a:pathLst>
                <a:path extrusionOk="0" h="421" w="2342">
                  <a:moveTo>
                    <a:pt x="210" y="1"/>
                  </a:moveTo>
                  <a:cubicBezTo>
                    <a:pt x="94" y="1"/>
                    <a:pt x="0" y="94"/>
                    <a:pt x="0" y="210"/>
                  </a:cubicBezTo>
                  <a:cubicBezTo>
                    <a:pt x="0" y="327"/>
                    <a:pt x="94" y="420"/>
                    <a:pt x="210" y="420"/>
                  </a:cubicBezTo>
                  <a:lnTo>
                    <a:pt x="2132" y="420"/>
                  </a:lnTo>
                  <a:cubicBezTo>
                    <a:pt x="2247" y="420"/>
                    <a:pt x="2340" y="327"/>
                    <a:pt x="2341" y="210"/>
                  </a:cubicBezTo>
                  <a:cubicBezTo>
                    <a:pt x="2341" y="94"/>
                    <a:pt x="2248" y="1"/>
                    <a:pt x="2132"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33"/>
            <p:cNvSpPr/>
            <p:nvPr/>
          </p:nvSpPr>
          <p:spPr>
            <a:xfrm>
              <a:off x="4850830" y="1359081"/>
              <a:ext cx="274515" cy="207902"/>
            </a:xfrm>
            <a:custGeom>
              <a:rect b="b" l="l" r="r" t="t"/>
              <a:pathLst>
                <a:path extrusionOk="0" h="7016" w="9264">
                  <a:moveTo>
                    <a:pt x="2614" y="1"/>
                  </a:moveTo>
                  <a:cubicBezTo>
                    <a:pt x="1941" y="1"/>
                    <a:pt x="1270" y="293"/>
                    <a:pt x="804" y="849"/>
                  </a:cubicBezTo>
                  <a:cubicBezTo>
                    <a:pt x="1" y="1807"/>
                    <a:pt x="105" y="3221"/>
                    <a:pt x="1019" y="4056"/>
                  </a:cubicBezTo>
                  <a:cubicBezTo>
                    <a:pt x="1042" y="4076"/>
                    <a:pt x="1068" y="4098"/>
                    <a:pt x="1093" y="4120"/>
                  </a:cubicBezTo>
                  <a:lnTo>
                    <a:pt x="4488" y="6963"/>
                  </a:lnTo>
                  <a:cubicBezTo>
                    <a:pt x="4529" y="6998"/>
                    <a:pt x="4581" y="7015"/>
                    <a:pt x="4633" y="7015"/>
                  </a:cubicBezTo>
                  <a:cubicBezTo>
                    <a:pt x="4685" y="7015"/>
                    <a:pt x="4737" y="6998"/>
                    <a:pt x="4779" y="6963"/>
                  </a:cubicBezTo>
                  <a:lnTo>
                    <a:pt x="8174" y="4120"/>
                  </a:lnTo>
                  <a:cubicBezTo>
                    <a:pt x="8198" y="4098"/>
                    <a:pt x="8222" y="4076"/>
                    <a:pt x="8247" y="4056"/>
                  </a:cubicBezTo>
                  <a:cubicBezTo>
                    <a:pt x="9162" y="3221"/>
                    <a:pt x="9263" y="1807"/>
                    <a:pt x="8463" y="849"/>
                  </a:cubicBezTo>
                  <a:cubicBezTo>
                    <a:pt x="7997" y="293"/>
                    <a:pt x="7326" y="1"/>
                    <a:pt x="6653" y="1"/>
                  </a:cubicBezTo>
                  <a:cubicBezTo>
                    <a:pt x="6137" y="1"/>
                    <a:pt x="5620" y="173"/>
                    <a:pt x="5192" y="531"/>
                  </a:cubicBezTo>
                  <a:lnTo>
                    <a:pt x="4934" y="747"/>
                  </a:lnTo>
                  <a:cubicBezTo>
                    <a:pt x="4847" y="820"/>
                    <a:pt x="4740" y="856"/>
                    <a:pt x="4633" y="856"/>
                  </a:cubicBezTo>
                  <a:cubicBezTo>
                    <a:pt x="4526" y="856"/>
                    <a:pt x="4419" y="820"/>
                    <a:pt x="4333" y="747"/>
                  </a:cubicBezTo>
                  <a:lnTo>
                    <a:pt x="4073" y="531"/>
                  </a:lnTo>
                  <a:cubicBezTo>
                    <a:pt x="3647" y="173"/>
                    <a:pt x="3130" y="1"/>
                    <a:pt x="2614"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33"/>
            <p:cNvSpPr/>
            <p:nvPr/>
          </p:nvSpPr>
          <p:spPr>
            <a:xfrm>
              <a:off x="4851986" y="1396655"/>
              <a:ext cx="271819" cy="115182"/>
            </a:xfrm>
            <a:custGeom>
              <a:rect b="b" l="l" r="r" t="t"/>
              <a:pathLst>
                <a:path extrusionOk="0" h="3887" w="9173">
                  <a:moveTo>
                    <a:pt x="5495" y="1"/>
                  </a:moveTo>
                  <a:cubicBezTo>
                    <a:pt x="5402" y="2"/>
                    <a:pt x="5321" y="69"/>
                    <a:pt x="5298" y="159"/>
                  </a:cubicBezTo>
                  <a:lnTo>
                    <a:pt x="4622" y="2928"/>
                  </a:lnTo>
                  <a:lnTo>
                    <a:pt x="4283" y="1928"/>
                  </a:lnTo>
                  <a:cubicBezTo>
                    <a:pt x="4253" y="1843"/>
                    <a:pt x="4174" y="1787"/>
                    <a:pt x="4085" y="1787"/>
                  </a:cubicBezTo>
                  <a:lnTo>
                    <a:pt x="3324" y="1787"/>
                  </a:lnTo>
                  <a:cubicBezTo>
                    <a:pt x="3238" y="1787"/>
                    <a:pt x="3160" y="1840"/>
                    <a:pt x="3129" y="1919"/>
                  </a:cubicBezTo>
                  <a:lnTo>
                    <a:pt x="2882" y="2545"/>
                  </a:lnTo>
                  <a:lnTo>
                    <a:pt x="2374" y="850"/>
                  </a:lnTo>
                  <a:cubicBezTo>
                    <a:pt x="2348" y="763"/>
                    <a:pt x="2268" y="702"/>
                    <a:pt x="2180" y="700"/>
                  </a:cubicBezTo>
                  <a:cubicBezTo>
                    <a:pt x="2178" y="700"/>
                    <a:pt x="2177" y="700"/>
                    <a:pt x="2176" y="700"/>
                  </a:cubicBezTo>
                  <a:cubicBezTo>
                    <a:pt x="2087" y="700"/>
                    <a:pt x="2008" y="754"/>
                    <a:pt x="1978" y="839"/>
                  </a:cubicBezTo>
                  <a:lnTo>
                    <a:pt x="1629" y="1790"/>
                  </a:lnTo>
                  <a:lnTo>
                    <a:pt x="207" y="1843"/>
                  </a:lnTo>
                  <a:cubicBezTo>
                    <a:pt x="91" y="1849"/>
                    <a:pt x="0" y="1944"/>
                    <a:pt x="5" y="2060"/>
                  </a:cubicBezTo>
                  <a:cubicBezTo>
                    <a:pt x="8" y="2174"/>
                    <a:pt x="101" y="2263"/>
                    <a:pt x="214" y="2263"/>
                  </a:cubicBezTo>
                  <a:cubicBezTo>
                    <a:pt x="217" y="2263"/>
                    <a:pt x="220" y="2263"/>
                    <a:pt x="223" y="2263"/>
                  </a:cubicBezTo>
                  <a:lnTo>
                    <a:pt x="1785" y="2207"/>
                  </a:lnTo>
                  <a:cubicBezTo>
                    <a:pt x="1870" y="2202"/>
                    <a:pt x="1943" y="2148"/>
                    <a:pt x="1973" y="2068"/>
                  </a:cubicBezTo>
                  <a:lnTo>
                    <a:pt x="2152" y="1577"/>
                  </a:lnTo>
                  <a:lnTo>
                    <a:pt x="2654" y="3248"/>
                  </a:lnTo>
                  <a:cubicBezTo>
                    <a:pt x="2679" y="3334"/>
                    <a:pt x="2756" y="3394"/>
                    <a:pt x="2845" y="3397"/>
                  </a:cubicBezTo>
                  <a:cubicBezTo>
                    <a:pt x="2849" y="3397"/>
                    <a:pt x="2852" y="3398"/>
                    <a:pt x="2856" y="3398"/>
                  </a:cubicBezTo>
                  <a:cubicBezTo>
                    <a:pt x="2942" y="3398"/>
                    <a:pt x="3017" y="3346"/>
                    <a:pt x="3050" y="3265"/>
                  </a:cubicBezTo>
                  <a:lnTo>
                    <a:pt x="3465" y="2208"/>
                  </a:lnTo>
                  <a:lnTo>
                    <a:pt x="3933" y="2208"/>
                  </a:lnTo>
                  <a:lnTo>
                    <a:pt x="4457" y="3745"/>
                  </a:lnTo>
                  <a:cubicBezTo>
                    <a:pt x="4485" y="3831"/>
                    <a:pt x="4566" y="3887"/>
                    <a:pt x="4654" y="3887"/>
                  </a:cubicBezTo>
                  <a:cubicBezTo>
                    <a:pt x="4656" y="3887"/>
                    <a:pt x="4661" y="3887"/>
                    <a:pt x="4661" y="3885"/>
                  </a:cubicBezTo>
                  <a:cubicBezTo>
                    <a:pt x="4754" y="3881"/>
                    <a:pt x="4833" y="3817"/>
                    <a:pt x="4855" y="3725"/>
                  </a:cubicBezTo>
                  <a:lnTo>
                    <a:pt x="5515" y="1022"/>
                  </a:lnTo>
                  <a:lnTo>
                    <a:pt x="5814" y="2056"/>
                  </a:lnTo>
                  <a:cubicBezTo>
                    <a:pt x="5842" y="2146"/>
                    <a:pt x="5923" y="2208"/>
                    <a:pt x="6016" y="2208"/>
                  </a:cubicBezTo>
                  <a:lnTo>
                    <a:pt x="6667" y="2208"/>
                  </a:lnTo>
                  <a:cubicBezTo>
                    <a:pt x="6751" y="2208"/>
                    <a:pt x="6826" y="2160"/>
                    <a:pt x="6860" y="2084"/>
                  </a:cubicBezTo>
                  <a:lnTo>
                    <a:pt x="7028" y="1698"/>
                  </a:lnTo>
                  <a:lnTo>
                    <a:pt x="7213" y="2090"/>
                  </a:lnTo>
                  <a:cubicBezTo>
                    <a:pt x="7249" y="2163"/>
                    <a:pt x="7322" y="2210"/>
                    <a:pt x="7404" y="2210"/>
                  </a:cubicBezTo>
                  <a:lnTo>
                    <a:pt x="8963" y="2210"/>
                  </a:lnTo>
                  <a:cubicBezTo>
                    <a:pt x="9080" y="2210"/>
                    <a:pt x="9173" y="2116"/>
                    <a:pt x="9173" y="2000"/>
                  </a:cubicBezTo>
                  <a:cubicBezTo>
                    <a:pt x="9173" y="1883"/>
                    <a:pt x="9080" y="1790"/>
                    <a:pt x="8963" y="1790"/>
                  </a:cubicBezTo>
                  <a:lnTo>
                    <a:pt x="7538" y="1790"/>
                  </a:lnTo>
                  <a:lnTo>
                    <a:pt x="7213" y="1105"/>
                  </a:lnTo>
                  <a:cubicBezTo>
                    <a:pt x="7179" y="1031"/>
                    <a:pt x="7105" y="983"/>
                    <a:pt x="7024" y="983"/>
                  </a:cubicBezTo>
                  <a:cubicBezTo>
                    <a:pt x="7023" y="983"/>
                    <a:pt x="7021" y="983"/>
                    <a:pt x="7020" y="983"/>
                  </a:cubicBezTo>
                  <a:cubicBezTo>
                    <a:pt x="6939" y="983"/>
                    <a:pt x="6865" y="1033"/>
                    <a:pt x="6832" y="1108"/>
                  </a:cubicBezTo>
                  <a:lnTo>
                    <a:pt x="6534" y="1788"/>
                  </a:lnTo>
                  <a:lnTo>
                    <a:pt x="6176" y="1788"/>
                  </a:lnTo>
                  <a:lnTo>
                    <a:pt x="5702" y="152"/>
                  </a:lnTo>
                  <a:cubicBezTo>
                    <a:pt x="5674" y="63"/>
                    <a:pt x="5593" y="1"/>
                    <a:pt x="55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15" name="Shape 9815"/>
        <p:cNvGrpSpPr/>
        <p:nvPr/>
      </p:nvGrpSpPr>
      <p:grpSpPr>
        <a:xfrm>
          <a:off x="0" y="0"/>
          <a:ext cx="0" cy="0"/>
          <a:chOff x="0" y="0"/>
          <a:chExt cx="0" cy="0"/>
        </a:xfrm>
      </p:grpSpPr>
      <p:sp>
        <p:nvSpPr>
          <p:cNvPr id="9816" name="Google Shape;9816;p34"/>
          <p:cNvSpPr txBox="1"/>
          <p:nvPr>
            <p:ph type="title"/>
          </p:nvPr>
        </p:nvSpPr>
        <p:spPr>
          <a:xfrm>
            <a:off x="1388100" y="1307100"/>
            <a:ext cx="6367800" cy="2529300"/>
          </a:xfrm>
          <a:prstGeom prst="rect">
            <a:avLst/>
          </a:prstGeom>
        </p:spPr>
        <p:txBody>
          <a:bodyPr anchorCtr="0" anchor="ctr" bIns="91425" lIns="91425" spcFirstLastPara="1" rIns="91425" wrap="square" tIns="91425">
            <a:noAutofit/>
          </a:bodyPr>
          <a:lstStyle/>
          <a:p>
            <a:pPr indent="0" lvl="0" marL="0" rtl="0" algn="ctr">
              <a:lnSpc>
                <a:spcPct val="80000"/>
              </a:lnSpc>
              <a:spcBef>
                <a:spcPts val="0"/>
              </a:spcBef>
              <a:spcAft>
                <a:spcPts val="0"/>
              </a:spcAft>
              <a:buNone/>
            </a:pPr>
            <a:r>
              <a:rPr lang="en"/>
              <a:t>Awesome words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9820" name="Shape 9820"/>
        <p:cNvGrpSpPr/>
        <p:nvPr/>
      </p:nvGrpSpPr>
      <p:grpSpPr>
        <a:xfrm>
          <a:off x="0" y="0"/>
          <a:ext cx="0" cy="0"/>
          <a:chOff x="0" y="0"/>
          <a:chExt cx="0" cy="0"/>
        </a:xfrm>
      </p:grpSpPr>
      <p:sp>
        <p:nvSpPr>
          <p:cNvPr id="9821" name="Google Shape;9821;p35"/>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a:t>
            </a:r>
            <a:r>
              <a:rPr lang="en"/>
              <a:t> picture is worth a thousand words</a:t>
            </a:r>
            <a:endParaRPr/>
          </a:p>
        </p:txBody>
      </p:sp>
      <p:grpSp>
        <p:nvGrpSpPr>
          <p:cNvPr id="9822" name="Google Shape;9822;p35"/>
          <p:cNvGrpSpPr/>
          <p:nvPr/>
        </p:nvGrpSpPr>
        <p:grpSpPr>
          <a:xfrm>
            <a:off x="530379" y="640577"/>
            <a:ext cx="684032" cy="697236"/>
            <a:chOff x="121063" y="211715"/>
            <a:chExt cx="684032" cy="697236"/>
          </a:xfrm>
        </p:grpSpPr>
        <p:grpSp>
          <p:nvGrpSpPr>
            <p:cNvPr id="9823" name="Google Shape;9823;p35"/>
            <p:cNvGrpSpPr/>
            <p:nvPr/>
          </p:nvGrpSpPr>
          <p:grpSpPr>
            <a:xfrm flipH="1">
              <a:off x="482506" y="211715"/>
              <a:ext cx="322588" cy="124262"/>
              <a:chOff x="2449294" y="636165"/>
              <a:chExt cx="322588" cy="124262"/>
            </a:xfrm>
          </p:grpSpPr>
          <p:sp>
            <p:nvSpPr>
              <p:cNvPr id="9824" name="Google Shape;9824;p35"/>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35"/>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35"/>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35"/>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35"/>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35"/>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35"/>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35"/>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35"/>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3" name="Google Shape;9833;p35"/>
            <p:cNvGrpSpPr/>
            <p:nvPr/>
          </p:nvGrpSpPr>
          <p:grpSpPr>
            <a:xfrm>
              <a:off x="121063" y="377859"/>
              <a:ext cx="470985" cy="455906"/>
              <a:chOff x="1490538" y="753834"/>
              <a:chExt cx="470985" cy="455906"/>
            </a:xfrm>
          </p:grpSpPr>
          <p:sp>
            <p:nvSpPr>
              <p:cNvPr id="9834" name="Google Shape;9834;p3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3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3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3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3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3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3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3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3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3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44" name="Google Shape;9844;p35"/>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35"/>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35"/>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7" name="Google Shape;9847;p35"/>
          <p:cNvGrpSpPr/>
          <p:nvPr/>
        </p:nvGrpSpPr>
        <p:grpSpPr>
          <a:xfrm rot="10800000">
            <a:off x="7898704" y="259577"/>
            <a:ext cx="684032" cy="697236"/>
            <a:chOff x="121063" y="211715"/>
            <a:chExt cx="684032" cy="697236"/>
          </a:xfrm>
        </p:grpSpPr>
        <p:grpSp>
          <p:nvGrpSpPr>
            <p:cNvPr id="9848" name="Google Shape;9848;p35"/>
            <p:cNvGrpSpPr/>
            <p:nvPr/>
          </p:nvGrpSpPr>
          <p:grpSpPr>
            <a:xfrm flipH="1">
              <a:off x="482506" y="211715"/>
              <a:ext cx="322588" cy="124262"/>
              <a:chOff x="2449294" y="636165"/>
              <a:chExt cx="322588" cy="124262"/>
            </a:xfrm>
          </p:grpSpPr>
          <p:sp>
            <p:nvSpPr>
              <p:cNvPr id="9849" name="Google Shape;9849;p35"/>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35"/>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35"/>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35"/>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35"/>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35"/>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35"/>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35"/>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35"/>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8" name="Google Shape;9858;p35"/>
            <p:cNvGrpSpPr/>
            <p:nvPr/>
          </p:nvGrpSpPr>
          <p:grpSpPr>
            <a:xfrm>
              <a:off x="121063" y="377859"/>
              <a:ext cx="470985" cy="455906"/>
              <a:chOff x="1490538" y="753834"/>
              <a:chExt cx="470985" cy="455906"/>
            </a:xfrm>
          </p:grpSpPr>
          <p:sp>
            <p:nvSpPr>
              <p:cNvPr id="9859" name="Google Shape;9859;p3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3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3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3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3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3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3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3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3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3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9" name="Google Shape;9869;p35"/>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35"/>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35"/>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75" name="Shape 9875"/>
        <p:cNvGrpSpPr/>
        <p:nvPr/>
      </p:nvGrpSpPr>
      <p:grpSpPr>
        <a:xfrm>
          <a:off x="0" y="0"/>
          <a:ext cx="0" cy="0"/>
          <a:chOff x="0" y="0"/>
          <a:chExt cx="0" cy="0"/>
        </a:xfrm>
      </p:grpSpPr>
      <p:grpSp>
        <p:nvGrpSpPr>
          <p:cNvPr id="9876" name="Google Shape;9876;p36"/>
          <p:cNvGrpSpPr/>
          <p:nvPr/>
        </p:nvGrpSpPr>
        <p:grpSpPr>
          <a:xfrm rot="-8833976">
            <a:off x="3127396" y="3233895"/>
            <a:ext cx="804524" cy="1469662"/>
            <a:chOff x="3377730" y="919968"/>
            <a:chExt cx="471039" cy="860470"/>
          </a:xfrm>
        </p:grpSpPr>
        <p:grpSp>
          <p:nvGrpSpPr>
            <p:cNvPr id="9877" name="Google Shape;9877;p36"/>
            <p:cNvGrpSpPr/>
            <p:nvPr/>
          </p:nvGrpSpPr>
          <p:grpSpPr>
            <a:xfrm>
              <a:off x="3377730" y="919968"/>
              <a:ext cx="408804" cy="692511"/>
              <a:chOff x="3377730" y="919968"/>
              <a:chExt cx="408804" cy="692511"/>
            </a:xfrm>
          </p:grpSpPr>
          <p:sp>
            <p:nvSpPr>
              <p:cNvPr id="9878" name="Google Shape;9878;p36"/>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36"/>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36"/>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36"/>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36"/>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36"/>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36"/>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36"/>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36"/>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36"/>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36"/>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36"/>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0" name="Google Shape;9890;p36"/>
            <p:cNvGrpSpPr/>
            <p:nvPr/>
          </p:nvGrpSpPr>
          <p:grpSpPr>
            <a:xfrm>
              <a:off x="3487239" y="1131104"/>
              <a:ext cx="361530" cy="649334"/>
              <a:chOff x="1266852" y="1150479"/>
              <a:chExt cx="361530" cy="649334"/>
            </a:xfrm>
          </p:grpSpPr>
          <p:sp>
            <p:nvSpPr>
              <p:cNvPr id="9891" name="Google Shape;9891;p36"/>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36"/>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36"/>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36"/>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36"/>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36"/>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36"/>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36"/>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99" name="Google Shape;9899;p36"/>
          <p:cNvGrpSpPr/>
          <p:nvPr/>
        </p:nvGrpSpPr>
        <p:grpSpPr>
          <a:xfrm>
            <a:off x="3574493" y="1394256"/>
            <a:ext cx="4874665" cy="3209119"/>
            <a:chOff x="3549200" y="1451950"/>
            <a:chExt cx="4484100" cy="2952000"/>
          </a:xfrm>
        </p:grpSpPr>
        <p:sp>
          <p:nvSpPr>
            <p:cNvPr id="9900" name="Google Shape;9900;p36"/>
            <p:cNvSpPr/>
            <p:nvPr/>
          </p:nvSpPr>
          <p:spPr>
            <a:xfrm>
              <a:off x="3549200" y="1451950"/>
              <a:ext cx="4484100" cy="2586000"/>
            </a:xfrm>
            <a:prstGeom prst="roundRect">
              <a:avLst>
                <a:gd fmla="val 7706"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36"/>
            <p:cNvSpPr/>
            <p:nvPr/>
          </p:nvSpPr>
          <p:spPr>
            <a:xfrm>
              <a:off x="5379800" y="4220950"/>
              <a:ext cx="822900" cy="183000"/>
            </a:xfrm>
            <a:prstGeom prst="roundRect">
              <a:avLst>
                <a:gd fmla="val 29044"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36"/>
            <p:cNvSpPr/>
            <p:nvPr/>
          </p:nvSpPr>
          <p:spPr>
            <a:xfrm>
              <a:off x="5562650" y="4037950"/>
              <a:ext cx="457200" cy="183000"/>
            </a:xfrm>
            <a:prstGeom prst="roundRect">
              <a:avLst>
                <a:gd fmla="val 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3" name="Google Shape;9903;p36"/>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Brazil’s Action</a:t>
            </a:r>
            <a:endParaRPr/>
          </a:p>
        </p:txBody>
      </p:sp>
      <p:sp>
        <p:nvSpPr>
          <p:cNvPr id="9904" name="Google Shape;9904;p36"/>
          <p:cNvSpPr txBox="1"/>
          <p:nvPr>
            <p:ph idx="1" type="subTitle"/>
          </p:nvPr>
        </p:nvSpPr>
        <p:spPr>
          <a:xfrm>
            <a:off x="720000" y="1958600"/>
            <a:ext cx="2073600" cy="1203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Brazil is helping the Amazon Rainforest in tons of ways, such as</a:t>
            </a:r>
            <a:endParaRPr/>
          </a:p>
        </p:txBody>
      </p:sp>
      <p:pic>
        <p:nvPicPr>
          <p:cNvPr id="9905" name="Google Shape;9905;p36"/>
          <p:cNvPicPr preferRelativeResize="0"/>
          <p:nvPr/>
        </p:nvPicPr>
        <p:blipFill>
          <a:blip r:embed="rId3">
            <a:alphaModFix/>
          </a:blip>
          <a:stretch>
            <a:fillRect/>
          </a:stretch>
        </p:blipFill>
        <p:spPr>
          <a:xfrm>
            <a:off x="3675860" y="1490804"/>
            <a:ext cx="4672200" cy="2618400"/>
          </a:xfrm>
          <a:prstGeom prst="roundRect">
            <a:avLst>
              <a:gd fmla="val 6564" name="adj"/>
            </a:avLst>
          </a:prstGeom>
          <a:noFill/>
          <a:ln>
            <a:noFill/>
          </a:ln>
        </p:spPr>
      </p:pic>
      <p:grpSp>
        <p:nvGrpSpPr>
          <p:cNvPr id="9906" name="Google Shape;9906;p36"/>
          <p:cNvGrpSpPr/>
          <p:nvPr/>
        </p:nvGrpSpPr>
        <p:grpSpPr>
          <a:xfrm>
            <a:off x="7675283" y="917442"/>
            <a:ext cx="1319021" cy="1203001"/>
            <a:chOff x="2374102" y="2397733"/>
            <a:chExt cx="590853" cy="538858"/>
          </a:xfrm>
        </p:grpSpPr>
        <p:grpSp>
          <p:nvGrpSpPr>
            <p:cNvPr id="9907" name="Google Shape;9907;p36"/>
            <p:cNvGrpSpPr/>
            <p:nvPr/>
          </p:nvGrpSpPr>
          <p:grpSpPr>
            <a:xfrm>
              <a:off x="2374102" y="2397733"/>
              <a:ext cx="590853" cy="538858"/>
              <a:chOff x="1993102" y="2397733"/>
              <a:chExt cx="590853" cy="538858"/>
            </a:xfrm>
          </p:grpSpPr>
          <p:sp>
            <p:nvSpPr>
              <p:cNvPr id="9908" name="Google Shape;9908;p36"/>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36"/>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36"/>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36"/>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36"/>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36"/>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36"/>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36"/>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36"/>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36"/>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36"/>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36"/>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36"/>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36"/>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36"/>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36"/>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24" name="Google Shape;9924;p36"/>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36"/>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36"/>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7" name="Google Shape;9927;p36"/>
            <p:cNvGrpSpPr/>
            <p:nvPr/>
          </p:nvGrpSpPr>
          <p:grpSpPr>
            <a:xfrm>
              <a:off x="2672051" y="2466803"/>
              <a:ext cx="88776" cy="97630"/>
              <a:chOff x="2291051" y="2466803"/>
              <a:chExt cx="88776" cy="97630"/>
            </a:xfrm>
          </p:grpSpPr>
          <p:sp>
            <p:nvSpPr>
              <p:cNvPr id="9928" name="Google Shape;9928;p36"/>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36"/>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36"/>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36"/>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36"/>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36"/>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36"/>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36"/>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36"/>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36"/>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36"/>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36"/>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36"/>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36"/>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36"/>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36"/>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36"/>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36"/>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36"/>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36"/>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36"/>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36"/>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36"/>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36"/>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36"/>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36"/>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36"/>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36"/>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36"/>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7" name="Google Shape;9957;p36"/>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36"/>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36"/>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36"/>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36"/>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36"/>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36"/>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4" name="Google Shape;9964;p36"/>
          <p:cNvGrpSpPr/>
          <p:nvPr/>
        </p:nvGrpSpPr>
        <p:grpSpPr>
          <a:xfrm flipH="1">
            <a:off x="3406740" y="3298710"/>
            <a:ext cx="365767" cy="351686"/>
            <a:chOff x="1490538" y="753834"/>
            <a:chExt cx="470985" cy="455906"/>
          </a:xfrm>
        </p:grpSpPr>
        <p:sp>
          <p:nvSpPr>
            <p:cNvPr id="9965" name="Google Shape;9965;p3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3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3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3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3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3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3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3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3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3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5" name="Google Shape;9975;p36"/>
          <p:cNvGrpSpPr/>
          <p:nvPr/>
        </p:nvGrpSpPr>
        <p:grpSpPr>
          <a:xfrm flipH="1" rot="975046">
            <a:off x="2644235" y="3439401"/>
            <a:ext cx="274335" cy="260618"/>
            <a:chOff x="1490538" y="753834"/>
            <a:chExt cx="470985" cy="455906"/>
          </a:xfrm>
        </p:grpSpPr>
        <p:sp>
          <p:nvSpPr>
            <p:cNvPr id="9976" name="Google Shape;9976;p3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3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3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3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3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3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3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3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3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3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89" name="Shape 9989"/>
        <p:cNvGrpSpPr/>
        <p:nvPr/>
      </p:nvGrpSpPr>
      <p:grpSpPr>
        <a:xfrm>
          <a:off x="0" y="0"/>
          <a:ext cx="0" cy="0"/>
          <a:chOff x="0" y="0"/>
          <a:chExt cx="0" cy="0"/>
        </a:xfrm>
      </p:grpSpPr>
      <p:cxnSp>
        <p:nvCxnSpPr>
          <p:cNvPr id="9990" name="Google Shape;9990;p37"/>
          <p:cNvCxnSpPr/>
          <p:nvPr/>
        </p:nvCxnSpPr>
        <p:spPr>
          <a:xfrm>
            <a:off x="3737400" y="3018550"/>
            <a:ext cx="2955900" cy="977100"/>
          </a:xfrm>
          <a:prstGeom prst="bentConnector3">
            <a:avLst>
              <a:gd fmla="val 50000" name="adj1"/>
            </a:avLst>
          </a:prstGeom>
          <a:noFill/>
          <a:ln cap="flat" cmpd="sng" w="19050">
            <a:solidFill>
              <a:schemeClr val="dk2"/>
            </a:solidFill>
            <a:prstDash val="solid"/>
            <a:round/>
            <a:headEnd len="med" w="med" type="none"/>
            <a:tailEnd len="med" w="med" type="none"/>
          </a:ln>
        </p:spPr>
      </p:cxnSp>
      <p:sp>
        <p:nvSpPr>
          <p:cNvPr id="9991" name="Google Shape;9991;p37"/>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Triathlon location</a:t>
            </a:r>
            <a:endParaRPr/>
          </a:p>
        </p:txBody>
      </p:sp>
      <p:sp>
        <p:nvSpPr>
          <p:cNvPr id="9992" name="Google Shape;9992;p37"/>
          <p:cNvSpPr txBox="1"/>
          <p:nvPr>
            <p:ph idx="4294967295" type="title"/>
          </p:nvPr>
        </p:nvSpPr>
        <p:spPr>
          <a:xfrm>
            <a:off x="720000" y="2789950"/>
            <a:ext cx="3017400" cy="45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500"/>
              <a:t>Kailua-Kona, Hawaii</a:t>
            </a:r>
            <a:endParaRPr sz="2500"/>
          </a:p>
        </p:txBody>
      </p:sp>
      <p:sp>
        <p:nvSpPr>
          <p:cNvPr id="9993" name="Google Shape;9993;p37"/>
          <p:cNvSpPr txBox="1"/>
          <p:nvPr>
            <p:ph idx="4294967295" type="subTitle"/>
          </p:nvPr>
        </p:nvSpPr>
        <p:spPr>
          <a:xfrm>
            <a:off x="720000" y="3170943"/>
            <a:ext cx="3017400" cy="137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 This planet's name has nothing to do with the liquid metal, since Mercury was named after the Roman messenger god</a:t>
            </a:r>
            <a:endParaRPr/>
          </a:p>
        </p:txBody>
      </p:sp>
      <p:grpSp>
        <p:nvGrpSpPr>
          <p:cNvPr id="9994" name="Google Shape;9994;p37"/>
          <p:cNvGrpSpPr/>
          <p:nvPr/>
        </p:nvGrpSpPr>
        <p:grpSpPr>
          <a:xfrm>
            <a:off x="2336854" y="1254858"/>
            <a:ext cx="5439412" cy="3348602"/>
            <a:chOff x="1973275" y="1713650"/>
            <a:chExt cx="3675775" cy="2262875"/>
          </a:xfrm>
        </p:grpSpPr>
        <p:sp>
          <p:nvSpPr>
            <p:cNvPr id="9995" name="Google Shape;9995;p37"/>
            <p:cNvSpPr/>
            <p:nvPr/>
          </p:nvSpPr>
          <p:spPr>
            <a:xfrm>
              <a:off x="4835500" y="3056950"/>
              <a:ext cx="813550" cy="919575"/>
            </a:xfrm>
            <a:custGeom>
              <a:rect b="b" l="l" r="r" t="t"/>
              <a:pathLst>
                <a:path extrusionOk="0" h="36783" w="32542">
                  <a:moveTo>
                    <a:pt x="5431" y="0"/>
                  </a:moveTo>
                  <a:cubicBezTo>
                    <a:pt x="5217" y="0"/>
                    <a:pt x="5005" y="42"/>
                    <a:pt x="4849" y="167"/>
                  </a:cubicBezTo>
                  <a:cubicBezTo>
                    <a:pt x="4383" y="540"/>
                    <a:pt x="3824" y="2590"/>
                    <a:pt x="4337" y="3430"/>
                  </a:cubicBezTo>
                  <a:cubicBezTo>
                    <a:pt x="4849" y="4268"/>
                    <a:pt x="5128" y="4827"/>
                    <a:pt x="5128" y="4827"/>
                  </a:cubicBezTo>
                  <a:cubicBezTo>
                    <a:pt x="5128" y="4827"/>
                    <a:pt x="6154" y="6227"/>
                    <a:pt x="6154" y="6460"/>
                  </a:cubicBezTo>
                  <a:cubicBezTo>
                    <a:pt x="6154" y="6694"/>
                    <a:pt x="6108" y="7232"/>
                    <a:pt x="6108" y="7232"/>
                  </a:cubicBezTo>
                  <a:lnTo>
                    <a:pt x="5828" y="7951"/>
                  </a:lnTo>
                  <a:lnTo>
                    <a:pt x="5269" y="8092"/>
                  </a:lnTo>
                  <a:lnTo>
                    <a:pt x="4895" y="8698"/>
                  </a:lnTo>
                  <a:lnTo>
                    <a:pt x="4133" y="9817"/>
                  </a:lnTo>
                  <a:lnTo>
                    <a:pt x="3731" y="10515"/>
                  </a:lnTo>
                  <a:lnTo>
                    <a:pt x="3731" y="11169"/>
                  </a:lnTo>
                  <a:lnTo>
                    <a:pt x="3031" y="11122"/>
                  </a:lnTo>
                  <a:cubicBezTo>
                    <a:pt x="3031" y="11122"/>
                    <a:pt x="2794" y="11004"/>
                    <a:pt x="2608" y="11004"/>
                  </a:cubicBezTo>
                  <a:cubicBezTo>
                    <a:pt x="2533" y="11004"/>
                    <a:pt x="2466" y="11023"/>
                    <a:pt x="2426" y="11077"/>
                  </a:cubicBezTo>
                  <a:cubicBezTo>
                    <a:pt x="2286" y="11263"/>
                    <a:pt x="1586" y="12241"/>
                    <a:pt x="1586" y="12241"/>
                  </a:cubicBezTo>
                  <a:cubicBezTo>
                    <a:pt x="1586" y="12241"/>
                    <a:pt x="608" y="12986"/>
                    <a:pt x="468" y="13081"/>
                  </a:cubicBezTo>
                  <a:cubicBezTo>
                    <a:pt x="327" y="13174"/>
                    <a:pt x="2" y="13968"/>
                    <a:pt x="234" y="14105"/>
                  </a:cubicBezTo>
                  <a:cubicBezTo>
                    <a:pt x="468" y="14245"/>
                    <a:pt x="0" y="14664"/>
                    <a:pt x="419" y="14898"/>
                  </a:cubicBezTo>
                  <a:cubicBezTo>
                    <a:pt x="840" y="15132"/>
                    <a:pt x="234" y="15598"/>
                    <a:pt x="606" y="15878"/>
                  </a:cubicBezTo>
                  <a:cubicBezTo>
                    <a:pt x="979" y="16157"/>
                    <a:pt x="652" y="16671"/>
                    <a:pt x="1166" y="16857"/>
                  </a:cubicBezTo>
                  <a:cubicBezTo>
                    <a:pt x="1678" y="17042"/>
                    <a:pt x="2098" y="17416"/>
                    <a:pt x="2098" y="17416"/>
                  </a:cubicBezTo>
                  <a:lnTo>
                    <a:pt x="2052" y="17601"/>
                  </a:lnTo>
                  <a:lnTo>
                    <a:pt x="2472" y="18116"/>
                  </a:lnTo>
                  <a:cubicBezTo>
                    <a:pt x="2472" y="18116"/>
                    <a:pt x="2752" y="20398"/>
                    <a:pt x="2565" y="20492"/>
                  </a:cubicBezTo>
                  <a:cubicBezTo>
                    <a:pt x="2379" y="20587"/>
                    <a:pt x="2986" y="20818"/>
                    <a:pt x="2986" y="20818"/>
                  </a:cubicBezTo>
                  <a:cubicBezTo>
                    <a:pt x="2986" y="20818"/>
                    <a:pt x="2565" y="21238"/>
                    <a:pt x="3219" y="21377"/>
                  </a:cubicBezTo>
                  <a:cubicBezTo>
                    <a:pt x="3872" y="21517"/>
                    <a:pt x="3592" y="21936"/>
                    <a:pt x="3592" y="21936"/>
                  </a:cubicBezTo>
                  <a:cubicBezTo>
                    <a:pt x="3592" y="21936"/>
                    <a:pt x="3358" y="22451"/>
                    <a:pt x="3546" y="22730"/>
                  </a:cubicBezTo>
                  <a:cubicBezTo>
                    <a:pt x="3732" y="23010"/>
                    <a:pt x="3732" y="23244"/>
                    <a:pt x="3825" y="23523"/>
                  </a:cubicBezTo>
                  <a:cubicBezTo>
                    <a:pt x="3920" y="23803"/>
                    <a:pt x="4246" y="24641"/>
                    <a:pt x="4246" y="24641"/>
                  </a:cubicBezTo>
                  <a:cubicBezTo>
                    <a:pt x="4246" y="24641"/>
                    <a:pt x="4525" y="25248"/>
                    <a:pt x="4339" y="25575"/>
                  </a:cubicBezTo>
                  <a:cubicBezTo>
                    <a:pt x="4154" y="25900"/>
                    <a:pt x="4246" y="26553"/>
                    <a:pt x="4246" y="26553"/>
                  </a:cubicBezTo>
                  <a:cubicBezTo>
                    <a:pt x="4246" y="26553"/>
                    <a:pt x="4106" y="27019"/>
                    <a:pt x="4059" y="27253"/>
                  </a:cubicBezTo>
                  <a:cubicBezTo>
                    <a:pt x="4014" y="27487"/>
                    <a:pt x="3733" y="27953"/>
                    <a:pt x="3874" y="28232"/>
                  </a:cubicBezTo>
                  <a:cubicBezTo>
                    <a:pt x="4014" y="28512"/>
                    <a:pt x="3874" y="29350"/>
                    <a:pt x="3780" y="29584"/>
                  </a:cubicBezTo>
                  <a:cubicBezTo>
                    <a:pt x="3687" y="29818"/>
                    <a:pt x="3266" y="30750"/>
                    <a:pt x="3546" y="31077"/>
                  </a:cubicBezTo>
                  <a:cubicBezTo>
                    <a:pt x="3825" y="31402"/>
                    <a:pt x="3732" y="32195"/>
                    <a:pt x="3920" y="32381"/>
                  </a:cubicBezTo>
                  <a:cubicBezTo>
                    <a:pt x="4106" y="32568"/>
                    <a:pt x="4525" y="33127"/>
                    <a:pt x="4573" y="33314"/>
                  </a:cubicBezTo>
                  <a:cubicBezTo>
                    <a:pt x="4618" y="33500"/>
                    <a:pt x="5086" y="34059"/>
                    <a:pt x="5598" y="34059"/>
                  </a:cubicBezTo>
                  <a:cubicBezTo>
                    <a:pt x="6111" y="34059"/>
                    <a:pt x="6251" y="34385"/>
                    <a:pt x="6251" y="34385"/>
                  </a:cubicBezTo>
                  <a:cubicBezTo>
                    <a:pt x="6251" y="34385"/>
                    <a:pt x="7090" y="34525"/>
                    <a:pt x="7277" y="34619"/>
                  </a:cubicBezTo>
                  <a:cubicBezTo>
                    <a:pt x="7462" y="34713"/>
                    <a:pt x="8209" y="35133"/>
                    <a:pt x="8629" y="35412"/>
                  </a:cubicBezTo>
                  <a:cubicBezTo>
                    <a:pt x="9048" y="35692"/>
                    <a:pt x="9514" y="36251"/>
                    <a:pt x="9514" y="36251"/>
                  </a:cubicBezTo>
                  <a:cubicBezTo>
                    <a:pt x="9514" y="36251"/>
                    <a:pt x="9504" y="36783"/>
                    <a:pt x="9752" y="36783"/>
                  </a:cubicBezTo>
                  <a:cubicBezTo>
                    <a:pt x="9801" y="36783"/>
                    <a:pt x="9861" y="36762"/>
                    <a:pt x="9932" y="36712"/>
                  </a:cubicBezTo>
                  <a:cubicBezTo>
                    <a:pt x="9932" y="36712"/>
                    <a:pt x="10725" y="36152"/>
                    <a:pt x="11004" y="35967"/>
                  </a:cubicBezTo>
                  <a:cubicBezTo>
                    <a:pt x="11285" y="35780"/>
                    <a:pt x="11191" y="34987"/>
                    <a:pt x="11470" y="34987"/>
                  </a:cubicBezTo>
                  <a:cubicBezTo>
                    <a:pt x="11656" y="34987"/>
                    <a:pt x="11718" y="35029"/>
                    <a:pt x="11822" y="35029"/>
                  </a:cubicBezTo>
                  <a:cubicBezTo>
                    <a:pt x="11874" y="35029"/>
                    <a:pt x="11936" y="35018"/>
                    <a:pt x="12029" y="34987"/>
                  </a:cubicBezTo>
                  <a:cubicBezTo>
                    <a:pt x="12310" y="34893"/>
                    <a:pt x="12029" y="34427"/>
                    <a:pt x="12029" y="34427"/>
                  </a:cubicBezTo>
                  <a:cubicBezTo>
                    <a:pt x="12029" y="34427"/>
                    <a:pt x="12636" y="33775"/>
                    <a:pt x="12869" y="33449"/>
                  </a:cubicBezTo>
                  <a:cubicBezTo>
                    <a:pt x="13103" y="33123"/>
                    <a:pt x="13474" y="32089"/>
                    <a:pt x="13708" y="31673"/>
                  </a:cubicBezTo>
                  <a:cubicBezTo>
                    <a:pt x="13941" y="31258"/>
                    <a:pt x="14127" y="31118"/>
                    <a:pt x="14127" y="31118"/>
                  </a:cubicBezTo>
                  <a:lnTo>
                    <a:pt x="14127" y="30604"/>
                  </a:lnTo>
                  <a:lnTo>
                    <a:pt x="15200" y="30604"/>
                  </a:lnTo>
                  <a:lnTo>
                    <a:pt x="15713" y="30278"/>
                  </a:lnTo>
                  <a:lnTo>
                    <a:pt x="16646" y="29299"/>
                  </a:lnTo>
                  <a:lnTo>
                    <a:pt x="16972" y="29299"/>
                  </a:lnTo>
                  <a:lnTo>
                    <a:pt x="17346" y="28880"/>
                  </a:lnTo>
                  <a:cubicBezTo>
                    <a:pt x="17346" y="28880"/>
                    <a:pt x="17470" y="29004"/>
                    <a:pt x="17649" y="29004"/>
                  </a:cubicBezTo>
                  <a:cubicBezTo>
                    <a:pt x="17739" y="29004"/>
                    <a:pt x="17842" y="28973"/>
                    <a:pt x="17951" y="28880"/>
                  </a:cubicBezTo>
                  <a:cubicBezTo>
                    <a:pt x="18276" y="28600"/>
                    <a:pt x="18417" y="28135"/>
                    <a:pt x="18697" y="27902"/>
                  </a:cubicBezTo>
                  <a:cubicBezTo>
                    <a:pt x="18976" y="27668"/>
                    <a:pt x="19350" y="27576"/>
                    <a:pt x="19350" y="27576"/>
                  </a:cubicBezTo>
                  <a:cubicBezTo>
                    <a:pt x="19350" y="27576"/>
                    <a:pt x="19490" y="27110"/>
                    <a:pt x="19724" y="27110"/>
                  </a:cubicBezTo>
                  <a:lnTo>
                    <a:pt x="21121" y="27110"/>
                  </a:lnTo>
                  <a:lnTo>
                    <a:pt x="21121" y="27344"/>
                  </a:lnTo>
                  <a:cubicBezTo>
                    <a:pt x="21121" y="27344"/>
                    <a:pt x="21592" y="27403"/>
                    <a:pt x="21926" y="27403"/>
                  </a:cubicBezTo>
                  <a:cubicBezTo>
                    <a:pt x="22012" y="27403"/>
                    <a:pt x="22089" y="27399"/>
                    <a:pt x="22147" y="27389"/>
                  </a:cubicBezTo>
                  <a:cubicBezTo>
                    <a:pt x="22426" y="27344"/>
                    <a:pt x="23080" y="27155"/>
                    <a:pt x="23219" y="27110"/>
                  </a:cubicBezTo>
                  <a:cubicBezTo>
                    <a:pt x="23359" y="27063"/>
                    <a:pt x="23825" y="26876"/>
                    <a:pt x="23825" y="26876"/>
                  </a:cubicBezTo>
                  <a:lnTo>
                    <a:pt x="24758" y="26270"/>
                  </a:lnTo>
                  <a:lnTo>
                    <a:pt x="25503" y="25851"/>
                  </a:lnTo>
                  <a:cubicBezTo>
                    <a:pt x="25503" y="25851"/>
                    <a:pt x="25627" y="25975"/>
                    <a:pt x="25834" y="25975"/>
                  </a:cubicBezTo>
                  <a:cubicBezTo>
                    <a:pt x="25938" y="25975"/>
                    <a:pt x="26063" y="25944"/>
                    <a:pt x="26203" y="25851"/>
                  </a:cubicBezTo>
                  <a:cubicBezTo>
                    <a:pt x="26603" y="25585"/>
                    <a:pt x="27003" y="25148"/>
                    <a:pt x="27242" y="25148"/>
                  </a:cubicBezTo>
                  <a:cubicBezTo>
                    <a:pt x="27253" y="25148"/>
                    <a:pt x="27264" y="25149"/>
                    <a:pt x="27275" y="25151"/>
                  </a:cubicBezTo>
                  <a:cubicBezTo>
                    <a:pt x="27294" y="25155"/>
                    <a:pt x="27312" y="25157"/>
                    <a:pt x="27330" y="25157"/>
                  </a:cubicBezTo>
                  <a:cubicBezTo>
                    <a:pt x="27521" y="25157"/>
                    <a:pt x="27621" y="24919"/>
                    <a:pt x="28348" y="24406"/>
                  </a:cubicBezTo>
                  <a:cubicBezTo>
                    <a:pt x="29141" y="23847"/>
                    <a:pt x="31610" y="21750"/>
                    <a:pt x="31610" y="21750"/>
                  </a:cubicBezTo>
                  <a:cubicBezTo>
                    <a:pt x="31610" y="21750"/>
                    <a:pt x="31750" y="21097"/>
                    <a:pt x="31936" y="20816"/>
                  </a:cubicBezTo>
                  <a:cubicBezTo>
                    <a:pt x="32123" y="20537"/>
                    <a:pt x="32542" y="20023"/>
                    <a:pt x="31936" y="19744"/>
                  </a:cubicBezTo>
                  <a:cubicBezTo>
                    <a:pt x="31331" y="19464"/>
                    <a:pt x="30864" y="19451"/>
                    <a:pt x="30864" y="19451"/>
                  </a:cubicBezTo>
                  <a:cubicBezTo>
                    <a:pt x="30864" y="19451"/>
                    <a:pt x="28671" y="18300"/>
                    <a:pt x="28671" y="17926"/>
                  </a:cubicBezTo>
                  <a:cubicBezTo>
                    <a:pt x="28671" y="17552"/>
                    <a:pt x="28578" y="17320"/>
                    <a:pt x="28299" y="17320"/>
                  </a:cubicBezTo>
                  <a:cubicBezTo>
                    <a:pt x="28018" y="17320"/>
                    <a:pt x="27506" y="17041"/>
                    <a:pt x="27644" y="16575"/>
                  </a:cubicBezTo>
                  <a:cubicBezTo>
                    <a:pt x="27785" y="16109"/>
                    <a:pt x="27691" y="15082"/>
                    <a:pt x="27411" y="14663"/>
                  </a:cubicBezTo>
                  <a:cubicBezTo>
                    <a:pt x="27244" y="14412"/>
                    <a:pt x="26992" y="14361"/>
                    <a:pt x="26817" y="14361"/>
                  </a:cubicBezTo>
                  <a:cubicBezTo>
                    <a:pt x="26700" y="14361"/>
                    <a:pt x="26618" y="14384"/>
                    <a:pt x="26618" y="14384"/>
                  </a:cubicBezTo>
                  <a:cubicBezTo>
                    <a:pt x="26618" y="14384"/>
                    <a:pt x="26466" y="14232"/>
                    <a:pt x="26309" y="14232"/>
                  </a:cubicBezTo>
                  <a:cubicBezTo>
                    <a:pt x="26237" y="14232"/>
                    <a:pt x="26164" y="14265"/>
                    <a:pt x="26105" y="14360"/>
                  </a:cubicBezTo>
                  <a:cubicBezTo>
                    <a:pt x="26057" y="14439"/>
                    <a:pt x="26001" y="14468"/>
                    <a:pt x="25947" y="14468"/>
                  </a:cubicBezTo>
                  <a:cubicBezTo>
                    <a:pt x="25896" y="14468"/>
                    <a:pt x="25846" y="14443"/>
                    <a:pt x="25802" y="14409"/>
                  </a:cubicBezTo>
                  <a:cubicBezTo>
                    <a:pt x="25709" y="14341"/>
                    <a:pt x="25639" y="14232"/>
                    <a:pt x="25639" y="14232"/>
                  </a:cubicBezTo>
                  <a:lnTo>
                    <a:pt x="25454" y="14571"/>
                  </a:lnTo>
                  <a:lnTo>
                    <a:pt x="25268" y="14945"/>
                  </a:lnTo>
                  <a:cubicBezTo>
                    <a:pt x="25268" y="14945"/>
                    <a:pt x="24847" y="14245"/>
                    <a:pt x="24894" y="13919"/>
                  </a:cubicBezTo>
                  <a:cubicBezTo>
                    <a:pt x="24940" y="13594"/>
                    <a:pt x="24940" y="11915"/>
                    <a:pt x="25080" y="11496"/>
                  </a:cubicBezTo>
                  <a:cubicBezTo>
                    <a:pt x="25220" y="11077"/>
                    <a:pt x="24706" y="10703"/>
                    <a:pt x="24706" y="10703"/>
                  </a:cubicBezTo>
                  <a:lnTo>
                    <a:pt x="24008" y="10097"/>
                  </a:lnTo>
                  <a:lnTo>
                    <a:pt x="23123" y="9118"/>
                  </a:lnTo>
                  <a:lnTo>
                    <a:pt x="22608" y="8419"/>
                  </a:lnTo>
                  <a:lnTo>
                    <a:pt x="21304" y="7580"/>
                  </a:lnTo>
                  <a:lnTo>
                    <a:pt x="21090" y="7232"/>
                  </a:lnTo>
                  <a:lnTo>
                    <a:pt x="20653" y="7232"/>
                  </a:lnTo>
                  <a:lnTo>
                    <a:pt x="19579" y="6460"/>
                  </a:lnTo>
                  <a:lnTo>
                    <a:pt x="18601" y="5994"/>
                  </a:lnTo>
                  <a:lnTo>
                    <a:pt x="17482" y="5388"/>
                  </a:lnTo>
                  <a:cubicBezTo>
                    <a:pt x="17482" y="5388"/>
                    <a:pt x="15710" y="4410"/>
                    <a:pt x="15570" y="4410"/>
                  </a:cubicBezTo>
                  <a:lnTo>
                    <a:pt x="13846" y="3990"/>
                  </a:lnTo>
                  <a:cubicBezTo>
                    <a:pt x="13846" y="3990"/>
                    <a:pt x="13680" y="3824"/>
                    <a:pt x="13280" y="3824"/>
                  </a:cubicBezTo>
                  <a:cubicBezTo>
                    <a:pt x="13079" y="3824"/>
                    <a:pt x="12820" y="3866"/>
                    <a:pt x="12494" y="3990"/>
                  </a:cubicBezTo>
                  <a:cubicBezTo>
                    <a:pt x="12242" y="4086"/>
                    <a:pt x="12077" y="4122"/>
                    <a:pt x="11970" y="4122"/>
                  </a:cubicBezTo>
                  <a:cubicBezTo>
                    <a:pt x="11660" y="4122"/>
                    <a:pt x="11840" y="3823"/>
                    <a:pt x="11840" y="3823"/>
                  </a:cubicBezTo>
                  <a:lnTo>
                    <a:pt x="10955" y="3337"/>
                  </a:lnTo>
                  <a:lnTo>
                    <a:pt x="10350" y="2544"/>
                  </a:lnTo>
                  <a:lnTo>
                    <a:pt x="9138" y="2100"/>
                  </a:lnTo>
                  <a:cubicBezTo>
                    <a:pt x="9138" y="2100"/>
                    <a:pt x="8951" y="1964"/>
                    <a:pt x="8438" y="1274"/>
                  </a:cubicBezTo>
                  <a:cubicBezTo>
                    <a:pt x="8034" y="733"/>
                    <a:pt x="7746" y="675"/>
                    <a:pt x="7641" y="675"/>
                  </a:cubicBezTo>
                  <a:cubicBezTo>
                    <a:pt x="7613" y="675"/>
                    <a:pt x="7598" y="679"/>
                    <a:pt x="7598" y="679"/>
                  </a:cubicBezTo>
                  <a:lnTo>
                    <a:pt x="6294" y="167"/>
                  </a:lnTo>
                  <a:cubicBezTo>
                    <a:pt x="6294" y="167"/>
                    <a:pt x="5859" y="0"/>
                    <a:pt x="54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37"/>
            <p:cNvSpPr/>
            <p:nvPr/>
          </p:nvSpPr>
          <p:spPr>
            <a:xfrm>
              <a:off x="4430350" y="2534450"/>
              <a:ext cx="463125" cy="314800"/>
            </a:xfrm>
            <a:custGeom>
              <a:rect b="b" l="l" r="r" t="t"/>
              <a:pathLst>
                <a:path extrusionOk="0" h="12592" w="18525">
                  <a:moveTo>
                    <a:pt x="2659" y="1"/>
                  </a:moveTo>
                  <a:lnTo>
                    <a:pt x="2415" y="210"/>
                  </a:lnTo>
                  <a:lnTo>
                    <a:pt x="2099" y="526"/>
                  </a:lnTo>
                  <a:lnTo>
                    <a:pt x="1959" y="210"/>
                  </a:lnTo>
                  <a:lnTo>
                    <a:pt x="1609" y="210"/>
                  </a:lnTo>
                  <a:lnTo>
                    <a:pt x="1574" y="666"/>
                  </a:lnTo>
                  <a:lnTo>
                    <a:pt x="1363" y="666"/>
                  </a:lnTo>
                  <a:lnTo>
                    <a:pt x="1187" y="1015"/>
                  </a:lnTo>
                  <a:lnTo>
                    <a:pt x="804" y="1015"/>
                  </a:lnTo>
                  <a:cubicBezTo>
                    <a:pt x="804" y="1015"/>
                    <a:pt x="138" y="2203"/>
                    <a:pt x="69" y="2657"/>
                  </a:cubicBezTo>
                  <a:cubicBezTo>
                    <a:pt x="1" y="3111"/>
                    <a:pt x="384" y="3426"/>
                    <a:pt x="489" y="3601"/>
                  </a:cubicBezTo>
                  <a:cubicBezTo>
                    <a:pt x="595" y="3776"/>
                    <a:pt x="699" y="4684"/>
                    <a:pt x="699" y="4684"/>
                  </a:cubicBezTo>
                  <a:lnTo>
                    <a:pt x="1574" y="5454"/>
                  </a:lnTo>
                  <a:lnTo>
                    <a:pt x="2133" y="6249"/>
                  </a:lnTo>
                  <a:lnTo>
                    <a:pt x="2377" y="6249"/>
                  </a:lnTo>
                  <a:lnTo>
                    <a:pt x="3077" y="6538"/>
                  </a:lnTo>
                  <a:lnTo>
                    <a:pt x="3881" y="6817"/>
                  </a:lnTo>
                  <a:lnTo>
                    <a:pt x="3881" y="7062"/>
                  </a:lnTo>
                  <a:cubicBezTo>
                    <a:pt x="3881" y="7062"/>
                    <a:pt x="4141" y="7207"/>
                    <a:pt x="4425" y="7207"/>
                  </a:cubicBezTo>
                  <a:cubicBezTo>
                    <a:pt x="4453" y="7207"/>
                    <a:pt x="4482" y="7205"/>
                    <a:pt x="4511" y="7202"/>
                  </a:cubicBezTo>
                  <a:cubicBezTo>
                    <a:pt x="4824" y="7168"/>
                    <a:pt x="4860" y="6713"/>
                    <a:pt x="4860" y="6713"/>
                  </a:cubicBezTo>
                  <a:lnTo>
                    <a:pt x="5488" y="6609"/>
                  </a:lnTo>
                  <a:cubicBezTo>
                    <a:pt x="5488" y="6609"/>
                    <a:pt x="6083" y="6852"/>
                    <a:pt x="6222" y="6888"/>
                  </a:cubicBezTo>
                  <a:cubicBezTo>
                    <a:pt x="6362" y="6923"/>
                    <a:pt x="6327" y="7484"/>
                    <a:pt x="6291" y="7658"/>
                  </a:cubicBezTo>
                  <a:cubicBezTo>
                    <a:pt x="6256" y="7834"/>
                    <a:pt x="6291" y="8114"/>
                    <a:pt x="6467" y="8253"/>
                  </a:cubicBezTo>
                  <a:cubicBezTo>
                    <a:pt x="6643" y="8392"/>
                    <a:pt x="6607" y="9617"/>
                    <a:pt x="6572" y="9720"/>
                  </a:cubicBezTo>
                  <a:cubicBezTo>
                    <a:pt x="6536" y="9826"/>
                    <a:pt x="6675" y="10631"/>
                    <a:pt x="6675" y="10631"/>
                  </a:cubicBezTo>
                  <a:lnTo>
                    <a:pt x="6396" y="10898"/>
                  </a:lnTo>
                  <a:lnTo>
                    <a:pt x="6780" y="11296"/>
                  </a:lnTo>
                  <a:cubicBezTo>
                    <a:pt x="6780" y="11296"/>
                    <a:pt x="6780" y="11609"/>
                    <a:pt x="6675" y="11785"/>
                  </a:cubicBezTo>
                  <a:cubicBezTo>
                    <a:pt x="6616" y="11882"/>
                    <a:pt x="6815" y="11904"/>
                    <a:pt x="7005" y="11904"/>
                  </a:cubicBezTo>
                  <a:cubicBezTo>
                    <a:pt x="7158" y="11904"/>
                    <a:pt x="7304" y="11890"/>
                    <a:pt x="7304" y="11890"/>
                  </a:cubicBezTo>
                  <a:lnTo>
                    <a:pt x="7480" y="12385"/>
                  </a:lnTo>
                  <a:lnTo>
                    <a:pt x="7723" y="12239"/>
                  </a:lnTo>
                  <a:cubicBezTo>
                    <a:pt x="7723" y="12239"/>
                    <a:pt x="7828" y="12415"/>
                    <a:pt x="8004" y="12555"/>
                  </a:cubicBezTo>
                  <a:cubicBezTo>
                    <a:pt x="8036" y="12581"/>
                    <a:pt x="8080" y="12592"/>
                    <a:pt x="8129" y="12592"/>
                  </a:cubicBezTo>
                  <a:cubicBezTo>
                    <a:pt x="8344" y="12592"/>
                    <a:pt x="8668" y="12391"/>
                    <a:pt x="8668" y="12391"/>
                  </a:cubicBezTo>
                  <a:lnTo>
                    <a:pt x="9052" y="12387"/>
                  </a:lnTo>
                  <a:lnTo>
                    <a:pt x="9611" y="12387"/>
                  </a:lnTo>
                  <a:cubicBezTo>
                    <a:pt x="9611" y="12387"/>
                    <a:pt x="9890" y="12368"/>
                    <a:pt x="10128" y="12368"/>
                  </a:cubicBezTo>
                  <a:cubicBezTo>
                    <a:pt x="10247" y="12368"/>
                    <a:pt x="10356" y="12373"/>
                    <a:pt x="10414" y="12387"/>
                  </a:cubicBezTo>
                  <a:cubicBezTo>
                    <a:pt x="10423" y="12389"/>
                    <a:pt x="10433" y="12390"/>
                    <a:pt x="10443" y="12390"/>
                  </a:cubicBezTo>
                  <a:cubicBezTo>
                    <a:pt x="10621" y="12390"/>
                    <a:pt x="10903" y="12067"/>
                    <a:pt x="10903" y="12067"/>
                  </a:cubicBezTo>
                  <a:lnTo>
                    <a:pt x="11148" y="11856"/>
                  </a:lnTo>
                  <a:lnTo>
                    <a:pt x="13314" y="11227"/>
                  </a:lnTo>
                  <a:lnTo>
                    <a:pt x="13838" y="11191"/>
                  </a:lnTo>
                  <a:cubicBezTo>
                    <a:pt x="13838" y="11191"/>
                    <a:pt x="14153" y="11227"/>
                    <a:pt x="14398" y="11367"/>
                  </a:cubicBezTo>
                  <a:cubicBezTo>
                    <a:pt x="14423" y="11382"/>
                    <a:pt x="14448" y="11388"/>
                    <a:pt x="14472" y="11388"/>
                  </a:cubicBezTo>
                  <a:cubicBezTo>
                    <a:pt x="14676" y="11388"/>
                    <a:pt x="14817" y="10907"/>
                    <a:pt x="14817" y="10907"/>
                  </a:cubicBezTo>
                  <a:cubicBezTo>
                    <a:pt x="14817" y="10907"/>
                    <a:pt x="14951" y="10876"/>
                    <a:pt x="15092" y="10876"/>
                  </a:cubicBezTo>
                  <a:cubicBezTo>
                    <a:pt x="15154" y="10876"/>
                    <a:pt x="15218" y="10882"/>
                    <a:pt x="15272" y="10900"/>
                  </a:cubicBezTo>
                  <a:cubicBezTo>
                    <a:pt x="15287" y="10905"/>
                    <a:pt x="15304" y="10907"/>
                    <a:pt x="15321" y="10907"/>
                  </a:cubicBezTo>
                  <a:cubicBezTo>
                    <a:pt x="15496" y="10907"/>
                    <a:pt x="15737" y="10664"/>
                    <a:pt x="15831" y="10599"/>
                  </a:cubicBezTo>
                  <a:cubicBezTo>
                    <a:pt x="15866" y="10576"/>
                    <a:pt x="15979" y="10569"/>
                    <a:pt x="16114" y="10569"/>
                  </a:cubicBezTo>
                  <a:cubicBezTo>
                    <a:pt x="16384" y="10569"/>
                    <a:pt x="16742" y="10599"/>
                    <a:pt x="16742" y="10599"/>
                  </a:cubicBezTo>
                  <a:cubicBezTo>
                    <a:pt x="16742" y="10599"/>
                    <a:pt x="16919" y="10354"/>
                    <a:pt x="16953" y="10003"/>
                  </a:cubicBezTo>
                  <a:cubicBezTo>
                    <a:pt x="16985" y="9653"/>
                    <a:pt x="17720" y="9549"/>
                    <a:pt x="17720" y="9549"/>
                  </a:cubicBezTo>
                  <a:cubicBezTo>
                    <a:pt x="17720" y="9549"/>
                    <a:pt x="17930" y="9234"/>
                    <a:pt x="18139" y="8989"/>
                  </a:cubicBezTo>
                  <a:cubicBezTo>
                    <a:pt x="18349" y="8744"/>
                    <a:pt x="18525" y="8080"/>
                    <a:pt x="18420" y="7416"/>
                  </a:cubicBezTo>
                  <a:cubicBezTo>
                    <a:pt x="18315" y="6752"/>
                    <a:pt x="17406" y="6368"/>
                    <a:pt x="17301" y="6253"/>
                  </a:cubicBezTo>
                  <a:cubicBezTo>
                    <a:pt x="17196" y="6140"/>
                    <a:pt x="16358" y="5949"/>
                    <a:pt x="16358" y="5949"/>
                  </a:cubicBezTo>
                  <a:lnTo>
                    <a:pt x="15658" y="5494"/>
                  </a:lnTo>
                  <a:cubicBezTo>
                    <a:pt x="15658" y="5494"/>
                    <a:pt x="15552" y="5702"/>
                    <a:pt x="15168" y="5702"/>
                  </a:cubicBezTo>
                  <a:cubicBezTo>
                    <a:pt x="14783" y="5702"/>
                    <a:pt x="14680" y="4967"/>
                    <a:pt x="14680" y="4967"/>
                  </a:cubicBezTo>
                  <a:cubicBezTo>
                    <a:pt x="14680" y="4967"/>
                    <a:pt x="14463" y="4720"/>
                    <a:pt x="14176" y="4720"/>
                  </a:cubicBezTo>
                  <a:cubicBezTo>
                    <a:pt x="14157" y="4720"/>
                    <a:pt x="14139" y="4721"/>
                    <a:pt x="14120" y="4724"/>
                  </a:cubicBezTo>
                  <a:cubicBezTo>
                    <a:pt x="14104" y="4725"/>
                    <a:pt x="14087" y="4726"/>
                    <a:pt x="14071" y="4726"/>
                  </a:cubicBezTo>
                  <a:cubicBezTo>
                    <a:pt x="13788" y="4726"/>
                    <a:pt x="13632" y="4443"/>
                    <a:pt x="13632" y="4443"/>
                  </a:cubicBezTo>
                  <a:cubicBezTo>
                    <a:pt x="13632" y="4443"/>
                    <a:pt x="13178" y="4024"/>
                    <a:pt x="13003" y="3703"/>
                  </a:cubicBezTo>
                  <a:cubicBezTo>
                    <a:pt x="12827" y="3380"/>
                    <a:pt x="12095" y="3081"/>
                    <a:pt x="11779" y="2968"/>
                  </a:cubicBezTo>
                  <a:cubicBezTo>
                    <a:pt x="11465" y="2854"/>
                    <a:pt x="11291" y="2732"/>
                    <a:pt x="10941" y="2380"/>
                  </a:cubicBezTo>
                  <a:cubicBezTo>
                    <a:pt x="10832" y="2270"/>
                    <a:pt x="10713" y="2232"/>
                    <a:pt x="10600" y="2232"/>
                  </a:cubicBezTo>
                  <a:cubicBezTo>
                    <a:pt x="10352" y="2232"/>
                    <a:pt x="10136" y="2417"/>
                    <a:pt x="10136" y="2417"/>
                  </a:cubicBezTo>
                  <a:lnTo>
                    <a:pt x="9788" y="2381"/>
                  </a:lnTo>
                  <a:cubicBezTo>
                    <a:pt x="9773" y="2380"/>
                    <a:pt x="9758" y="2379"/>
                    <a:pt x="9743" y="2379"/>
                  </a:cubicBezTo>
                  <a:cubicBezTo>
                    <a:pt x="9428" y="2379"/>
                    <a:pt x="9333" y="2730"/>
                    <a:pt x="9333" y="2730"/>
                  </a:cubicBezTo>
                  <a:lnTo>
                    <a:pt x="8774" y="2730"/>
                  </a:lnTo>
                  <a:lnTo>
                    <a:pt x="8529" y="2975"/>
                  </a:lnTo>
                  <a:lnTo>
                    <a:pt x="7550" y="3429"/>
                  </a:lnTo>
                  <a:cubicBezTo>
                    <a:pt x="7550" y="3429"/>
                    <a:pt x="7131" y="3500"/>
                    <a:pt x="6536" y="3640"/>
                  </a:cubicBezTo>
                  <a:cubicBezTo>
                    <a:pt x="6338" y="3687"/>
                    <a:pt x="6202" y="3703"/>
                    <a:pt x="6109" y="3703"/>
                  </a:cubicBezTo>
                  <a:cubicBezTo>
                    <a:pt x="5922" y="3703"/>
                    <a:pt x="5906" y="3640"/>
                    <a:pt x="5906" y="3640"/>
                  </a:cubicBezTo>
                  <a:cubicBezTo>
                    <a:pt x="5656" y="3579"/>
                    <a:pt x="5236" y="3040"/>
                    <a:pt x="5236" y="3040"/>
                  </a:cubicBezTo>
                  <a:cubicBezTo>
                    <a:pt x="5236" y="3040"/>
                    <a:pt x="5106" y="2621"/>
                    <a:pt x="5001" y="2340"/>
                  </a:cubicBezTo>
                  <a:cubicBezTo>
                    <a:pt x="4896" y="2061"/>
                    <a:pt x="4582" y="1850"/>
                    <a:pt x="4582" y="1850"/>
                  </a:cubicBezTo>
                  <a:lnTo>
                    <a:pt x="4511" y="1291"/>
                  </a:lnTo>
                  <a:lnTo>
                    <a:pt x="4266" y="1326"/>
                  </a:lnTo>
                  <a:lnTo>
                    <a:pt x="4126" y="1047"/>
                  </a:lnTo>
                  <a:lnTo>
                    <a:pt x="3847" y="838"/>
                  </a:lnTo>
                  <a:lnTo>
                    <a:pt x="3636" y="665"/>
                  </a:lnTo>
                  <a:lnTo>
                    <a:pt x="3112" y="384"/>
                  </a:lnTo>
                  <a:lnTo>
                    <a:pt x="300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37"/>
            <p:cNvSpPr/>
            <p:nvPr/>
          </p:nvSpPr>
          <p:spPr>
            <a:xfrm>
              <a:off x="4428575" y="2828200"/>
              <a:ext cx="114475" cy="68625"/>
            </a:xfrm>
            <a:custGeom>
              <a:rect b="b" l="l" r="r" t="t"/>
              <a:pathLst>
                <a:path extrusionOk="0" h="2745" w="4579">
                  <a:moveTo>
                    <a:pt x="3196" y="0"/>
                  </a:moveTo>
                  <a:cubicBezTo>
                    <a:pt x="2756" y="0"/>
                    <a:pt x="1502" y="1016"/>
                    <a:pt x="1502" y="1016"/>
                  </a:cubicBezTo>
                  <a:cubicBezTo>
                    <a:pt x="1334" y="1145"/>
                    <a:pt x="1240" y="1181"/>
                    <a:pt x="1186" y="1181"/>
                  </a:cubicBezTo>
                  <a:cubicBezTo>
                    <a:pt x="1119" y="1181"/>
                    <a:pt x="1118" y="1122"/>
                    <a:pt x="1118" y="1122"/>
                  </a:cubicBezTo>
                  <a:cubicBezTo>
                    <a:pt x="1118" y="1122"/>
                    <a:pt x="631" y="1471"/>
                    <a:pt x="315" y="1785"/>
                  </a:cubicBezTo>
                  <a:cubicBezTo>
                    <a:pt x="1" y="2101"/>
                    <a:pt x="315" y="2206"/>
                    <a:pt x="315" y="2206"/>
                  </a:cubicBezTo>
                  <a:lnTo>
                    <a:pt x="699" y="2730"/>
                  </a:lnTo>
                  <a:lnTo>
                    <a:pt x="979" y="2744"/>
                  </a:lnTo>
                  <a:cubicBezTo>
                    <a:pt x="984" y="2744"/>
                    <a:pt x="989" y="2744"/>
                    <a:pt x="993" y="2744"/>
                  </a:cubicBezTo>
                  <a:cubicBezTo>
                    <a:pt x="1266" y="2744"/>
                    <a:pt x="1503" y="2414"/>
                    <a:pt x="1503" y="2414"/>
                  </a:cubicBezTo>
                  <a:cubicBezTo>
                    <a:pt x="1503" y="2414"/>
                    <a:pt x="1676" y="2625"/>
                    <a:pt x="1887" y="2730"/>
                  </a:cubicBezTo>
                  <a:cubicBezTo>
                    <a:pt x="1906" y="2739"/>
                    <a:pt x="1924" y="2743"/>
                    <a:pt x="1940" y="2743"/>
                  </a:cubicBezTo>
                  <a:cubicBezTo>
                    <a:pt x="2094" y="2743"/>
                    <a:pt x="2145" y="2372"/>
                    <a:pt x="2304" y="2372"/>
                  </a:cubicBezTo>
                  <a:cubicBezTo>
                    <a:pt x="2316" y="2372"/>
                    <a:pt x="2329" y="2374"/>
                    <a:pt x="2342" y="2379"/>
                  </a:cubicBezTo>
                  <a:cubicBezTo>
                    <a:pt x="2366" y="2387"/>
                    <a:pt x="2392" y="2390"/>
                    <a:pt x="2421" y="2390"/>
                  </a:cubicBezTo>
                  <a:cubicBezTo>
                    <a:pt x="2644" y="2390"/>
                    <a:pt x="2982" y="2170"/>
                    <a:pt x="2982" y="2170"/>
                  </a:cubicBezTo>
                  <a:lnTo>
                    <a:pt x="2982" y="2730"/>
                  </a:lnTo>
                  <a:lnTo>
                    <a:pt x="3425" y="2554"/>
                  </a:lnTo>
                  <a:lnTo>
                    <a:pt x="3810" y="2379"/>
                  </a:lnTo>
                  <a:lnTo>
                    <a:pt x="4160" y="2554"/>
                  </a:lnTo>
                  <a:lnTo>
                    <a:pt x="4458" y="2274"/>
                  </a:lnTo>
                  <a:lnTo>
                    <a:pt x="4334" y="1785"/>
                  </a:lnTo>
                  <a:lnTo>
                    <a:pt x="4054" y="1785"/>
                  </a:lnTo>
                  <a:cubicBezTo>
                    <a:pt x="4054" y="1785"/>
                    <a:pt x="3808" y="1646"/>
                    <a:pt x="3983" y="1506"/>
                  </a:cubicBezTo>
                  <a:cubicBezTo>
                    <a:pt x="4159" y="1366"/>
                    <a:pt x="4088" y="1016"/>
                    <a:pt x="4088" y="1016"/>
                  </a:cubicBezTo>
                  <a:lnTo>
                    <a:pt x="4088" y="1016"/>
                  </a:lnTo>
                  <a:cubicBezTo>
                    <a:pt x="4088" y="1016"/>
                    <a:pt x="4115" y="1025"/>
                    <a:pt x="4157" y="1025"/>
                  </a:cubicBezTo>
                  <a:cubicBezTo>
                    <a:pt x="4230" y="1025"/>
                    <a:pt x="4349" y="997"/>
                    <a:pt x="4438" y="842"/>
                  </a:cubicBezTo>
                  <a:cubicBezTo>
                    <a:pt x="4578" y="600"/>
                    <a:pt x="3878" y="508"/>
                    <a:pt x="3878" y="508"/>
                  </a:cubicBezTo>
                  <a:cubicBezTo>
                    <a:pt x="3878" y="508"/>
                    <a:pt x="3635" y="36"/>
                    <a:pt x="3216" y="1"/>
                  </a:cubicBezTo>
                  <a:cubicBezTo>
                    <a:pt x="3209" y="0"/>
                    <a:pt x="3203" y="0"/>
                    <a:pt x="31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37"/>
            <p:cNvSpPr/>
            <p:nvPr/>
          </p:nvSpPr>
          <p:spPr>
            <a:xfrm>
              <a:off x="4194275" y="2608475"/>
              <a:ext cx="172225" cy="129125"/>
            </a:xfrm>
            <a:custGeom>
              <a:rect b="b" l="l" r="r" t="t"/>
              <a:pathLst>
                <a:path extrusionOk="0" h="5165" w="6889">
                  <a:moveTo>
                    <a:pt x="1948" y="1"/>
                  </a:moveTo>
                  <a:cubicBezTo>
                    <a:pt x="1819" y="1"/>
                    <a:pt x="1702" y="5"/>
                    <a:pt x="1643" y="16"/>
                  </a:cubicBezTo>
                  <a:cubicBezTo>
                    <a:pt x="1468" y="52"/>
                    <a:pt x="769" y="226"/>
                    <a:pt x="769" y="226"/>
                  </a:cubicBezTo>
                  <a:cubicBezTo>
                    <a:pt x="769" y="226"/>
                    <a:pt x="0" y="576"/>
                    <a:pt x="176" y="856"/>
                  </a:cubicBezTo>
                  <a:cubicBezTo>
                    <a:pt x="349" y="1135"/>
                    <a:pt x="639" y="1659"/>
                    <a:pt x="968" y="1659"/>
                  </a:cubicBezTo>
                  <a:cubicBezTo>
                    <a:pt x="1295" y="1659"/>
                    <a:pt x="1608" y="1975"/>
                    <a:pt x="1643" y="2080"/>
                  </a:cubicBezTo>
                  <a:cubicBezTo>
                    <a:pt x="1679" y="2183"/>
                    <a:pt x="2414" y="2989"/>
                    <a:pt x="2238" y="3337"/>
                  </a:cubicBezTo>
                  <a:cubicBezTo>
                    <a:pt x="2062" y="3687"/>
                    <a:pt x="2343" y="4490"/>
                    <a:pt x="2343" y="4490"/>
                  </a:cubicBezTo>
                  <a:cubicBezTo>
                    <a:pt x="2343" y="4490"/>
                    <a:pt x="2518" y="4945"/>
                    <a:pt x="2867" y="5085"/>
                  </a:cubicBezTo>
                  <a:cubicBezTo>
                    <a:pt x="2983" y="5132"/>
                    <a:pt x="3131" y="5147"/>
                    <a:pt x="3276" y="5147"/>
                  </a:cubicBezTo>
                  <a:cubicBezTo>
                    <a:pt x="3566" y="5147"/>
                    <a:pt x="3845" y="5085"/>
                    <a:pt x="3845" y="5085"/>
                  </a:cubicBezTo>
                  <a:cubicBezTo>
                    <a:pt x="3845" y="5085"/>
                    <a:pt x="4226" y="5165"/>
                    <a:pt x="4539" y="5165"/>
                  </a:cubicBezTo>
                  <a:cubicBezTo>
                    <a:pt x="4617" y="5165"/>
                    <a:pt x="4691" y="5160"/>
                    <a:pt x="4753" y="5147"/>
                  </a:cubicBezTo>
                  <a:lnTo>
                    <a:pt x="5069" y="5085"/>
                  </a:lnTo>
                  <a:cubicBezTo>
                    <a:pt x="5069" y="5085"/>
                    <a:pt x="5277" y="4630"/>
                    <a:pt x="5839" y="4596"/>
                  </a:cubicBezTo>
                  <a:cubicBezTo>
                    <a:pt x="6399" y="4561"/>
                    <a:pt x="6096" y="4281"/>
                    <a:pt x="6300" y="4072"/>
                  </a:cubicBezTo>
                  <a:cubicBezTo>
                    <a:pt x="6502" y="3861"/>
                    <a:pt x="6853" y="3294"/>
                    <a:pt x="6853" y="3294"/>
                  </a:cubicBezTo>
                  <a:cubicBezTo>
                    <a:pt x="6853" y="3294"/>
                    <a:pt x="6889" y="2673"/>
                    <a:pt x="6642" y="2464"/>
                  </a:cubicBezTo>
                  <a:cubicBezTo>
                    <a:pt x="6399" y="2254"/>
                    <a:pt x="5488" y="996"/>
                    <a:pt x="5488" y="996"/>
                  </a:cubicBezTo>
                  <a:cubicBezTo>
                    <a:pt x="5488" y="996"/>
                    <a:pt x="4439" y="16"/>
                    <a:pt x="3986" y="16"/>
                  </a:cubicBezTo>
                  <a:lnTo>
                    <a:pt x="2518" y="16"/>
                  </a:lnTo>
                  <a:cubicBezTo>
                    <a:pt x="2518" y="16"/>
                    <a:pt x="2208" y="1"/>
                    <a:pt x="19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37"/>
            <p:cNvSpPr/>
            <p:nvPr/>
          </p:nvSpPr>
          <p:spPr>
            <a:xfrm>
              <a:off x="4044700" y="2404225"/>
              <a:ext cx="381175" cy="117300"/>
            </a:xfrm>
            <a:custGeom>
              <a:rect b="b" l="l" r="r" t="t"/>
              <a:pathLst>
                <a:path extrusionOk="0" h="4692" w="15247">
                  <a:moveTo>
                    <a:pt x="7306" y="1013"/>
                  </a:moveTo>
                  <a:lnTo>
                    <a:pt x="7306" y="1013"/>
                  </a:lnTo>
                  <a:lnTo>
                    <a:pt x="7306" y="1013"/>
                  </a:lnTo>
                  <a:cubicBezTo>
                    <a:pt x="7306" y="1013"/>
                    <a:pt x="7306" y="1013"/>
                    <a:pt x="7306" y="1013"/>
                  </a:cubicBezTo>
                  <a:close/>
                  <a:moveTo>
                    <a:pt x="1537" y="1"/>
                  </a:moveTo>
                  <a:lnTo>
                    <a:pt x="1293" y="210"/>
                  </a:lnTo>
                  <a:cubicBezTo>
                    <a:pt x="1293" y="210"/>
                    <a:pt x="1572" y="420"/>
                    <a:pt x="1537" y="909"/>
                  </a:cubicBezTo>
                  <a:cubicBezTo>
                    <a:pt x="1501" y="1400"/>
                    <a:pt x="977" y="1714"/>
                    <a:pt x="977" y="1714"/>
                  </a:cubicBezTo>
                  <a:cubicBezTo>
                    <a:pt x="977" y="1714"/>
                    <a:pt x="908" y="2030"/>
                    <a:pt x="489" y="2274"/>
                  </a:cubicBezTo>
                  <a:cubicBezTo>
                    <a:pt x="69" y="2519"/>
                    <a:pt x="384" y="2625"/>
                    <a:pt x="245" y="2973"/>
                  </a:cubicBezTo>
                  <a:cubicBezTo>
                    <a:pt x="105" y="3325"/>
                    <a:pt x="0" y="3428"/>
                    <a:pt x="0" y="3428"/>
                  </a:cubicBezTo>
                  <a:lnTo>
                    <a:pt x="316" y="3568"/>
                  </a:lnTo>
                  <a:lnTo>
                    <a:pt x="806" y="3604"/>
                  </a:lnTo>
                  <a:lnTo>
                    <a:pt x="2763" y="3674"/>
                  </a:lnTo>
                  <a:lnTo>
                    <a:pt x="3846" y="3639"/>
                  </a:lnTo>
                  <a:cubicBezTo>
                    <a:pt x="3846" y="3639"/>
                    <a:pt x="4267" y="3639"/>
                    <a:pt x="4494" y="3534"/>
                  </a:cubicBezTo>
                  <a:cubicBezTo>
                    <a:pt x="4722" y="3428"/>
                    <a:pt x="5246" y="3325"/>
                    <a:pt x="5246" y="3325"/>
                  </a:cubicBezTo>
                  <a:lnTo>
                    <a:pt x="5805" y="3395"/>
                  </a:lnTo>
                  <a:cubicBezTo>
                    <a:pt x="5805" y="3395"/>
                    <a:pt x="6434" y="3463"/>
                    <a:pt x="6748" y="3534"/>
                  </a:cubicBezTo>
                  <a:cubicBezTo>
                    <a:pt x="7064" y="3605"/>
                    <a:pt x="7201" y="3883"/>
                    <a:pt x="7201" y="3883"/>
                  </a:cubicBezTo>
                  <a:lnTo>
                    <a:pt x="7816" y="3883"/>
                  </a:lnTo>
                  <a:lnTo>
                    <a:pt x="9197" y="4445"/>
                  </a:lnTo>
                  <a:lnTo>
                    <a:pt x="10071" y="4653"/>
                  </a:lnTo>
                  <a:cubicBezTo>
                    <a:pt x="10180" y="4679"/>
                    <a:pt x="10313" y="4691"/>
                    <a:pt x="10462" y="4691"/>
                  </a:cubicBezTo>
                  <a:cubicBezTo>
                    <a:pt x="11497" y="4691"/>
                    <a:pt x="13288" y="4129"/>
                    <a:pt x="13288" y="4129"/>
                  </a:cubicBezTo>
                  <a:lnTo>
                    <a:pt x="13462" y="3883"/>
                  </a:lnTo>
                  <a:lnTo>
                    <a:pt x="13462" y="3883"/>
                  </a:lnTo>
                  <a:cubicBezTo>
                    <a:pt x="13461" y="3884"/>
                    <a:pt x="13385" y="3992"/>
                    <a:pt x="13437" y="3992"/>
                  </a:cubicBezTo>
                  <a:cubicBezTo>
                    <a:pt x="13463" y="3992"/>
                    <a:pt x="13521" y="3965"/>
                    <a:pt x="13638" y="3883"/>
                  </a:cubicBezTo>
                  <a:cubicBezTo>
                    <a:pt x="13986" y="3638"/>
                    <a:pt x="14862" y="2696"/>
                    <a:pt x="14862" y="2696"/>
                  </a:cubicBezTo>
                  <a:cubicBezTo>
                    <a:pt x="14862" y="2696"/>
                    <a:pt x="15108" y="2380"/>
                    <a:pt x="15176" y="2172"/>
                  </a:cubicBezTo>
                  <a:cubicBezTo>
                    <a:pt x="15247" y="1961"/>
                    <a:pt x="15176" y="1889"/>
                    <a:pt x="15176" y="1889"/>
                  </a:cubicBezTo>
                  <a:lnTo>
                    <a:pt x="14798" y="1747"/>
                  </a:lnTo>
                  <a:lnTo>
                    <a:pt x="14798" y="1747"/>
                  </a:lnTo>
                  <a:cubicBezTo>
                    <a:pt x="14805" y="1733"/>
                    <a:pt x="14790" y="1688"/>
                    <a:pt x="14721" y="1581"/>
                  </a:cubicBezTo>
                  <a:cubicBezTo>
                    <a:pt x="14635" y="1445"/>
                    <a:pt x="14513" y="1411"/>
                    <a:pt x="14413" y="1411"/>
                  </a:cubicBezTo>
                  <a:cubicBezTo>
                    <a:pt x="14312" y="1411"/>
                    <a:pt x="14233" y="1445"/>
                    <a:pt x="14233" y="1445"/>
                  </a:cubicBezTo>
                  <a:cubicBezTo>
                    <a:pt x="14233" y="1445"/>
                    <a:pt x="14125" y="1473"/>
                    <a:pt x="13969" y="1473"/>
                  </a:cubicBezTo>
                  <a:cubicBezTo>
                    <a:pt x="13892" y="1473"/>
                    <a:pt x="13802" y="1466"/>
                    <a:pt x="13709" y="1445"/>
                  </a:cubicBezTo>
                  <a:cubicBezTo>
                    <a:pt x="13674" y="1437"/>
                    <a:pt x="13642" y="1434"/>
                    <a:pt x="13613" y="1434"/>
                  </a:cubicBezTo>
                  <a:cubicBezTo>
                    <a:pt x="13475" y="1434"/>
                    <a:pt x="13395" y="1508"/>
                    <a:pt x="13300" y="1508"/>
                  </a:cubicBezTo>
                  <a:cubicBezTo>
                    <a:pt x="13256" y="1508"/>
                    <a:pt x="13208" y="1492"/>
                    <a:pt x="13149" y="1445"/>
                  </a:cubicBezTo>
                  <a:cubicBezTo>
                    <a:pt x="13077" y="1389"/>
                    <a:pt x="12989" y="1370"/>
                    <a:pt x="12899" y="1370"/>
                  </a:cubicBezTo>
                  <a:cubicBezTo>
                    <a:pt x="12724" y="1370"/>
                    <a:pt x="12542" y="1440"/>
                    <a:pt x="12450" y="1445"/>
                  </a:cubicBezTo>
                  <a:cubicBezTo>
                    <a:pt x="12311" y="1454"/>
                    <a:pt x="11926" y="1678"/>
                    <a:pt x="11926" y="1678"/>
                  </a:cubicBezTo>
                  <a:lnTo>
                    <a:pt x="11366" y="1678"/>
                  </a:lnTo>
                  <a:cubicBezTo>
                    <a:pt x="11366" y="1678"/>
                    <a:pt x="11035" y="1563"/>
                    <a:pt x="10840" y="1563"/>
                  </a:cubicBezTo>
                  <a:cubicBezTo>
                    <a:pt x="10797" y="1563"/>
                    <a:pt x="10761" y="1568"/>
                    <a:pt x="10736" y="1581"/>
                  </a:cubicBezTo>
                  <a:cubicBezTo>
                    <a:pt x="10655" y="1625"/>
                    <a:pt x="10645" y="1676"/>
                    <a:pt x="10566" y="1676"/>
                  </a:cubicBezTo>
                  <a:cubicBezTo>
                    <a:pt x="10511" y="1676"/>
                    <a:pt x="10421" y="1651"/>
                    <a:pt x="10248" y="1581"/>
                  </a:cubicBezTo>
                  <a:cubicBezTo>
                    <a:pt x="10108" y="1525"/>
                    <a:pt x="9977" y="1506"/>
                    <a:pt x="9864" y="1506"/>
                  </a:cubicBezTo>
                  <a:cubicBezTo>
                    <a:pt x="9638" y="1506"/>
                    <a:pt x="9486" y="1581"/>
                    <a:pt x="9486" y="1581"/>
                  </a:cubicBezTo>
                  <a:lnTo>
                    <a:pt x="9235" y="1445"/>
                  </a:lnTo>
                  <a:lnTo>
                    <a:pt x="9235" y="1060"/>
                  </a:lnTo>
                  <a:lnTo>
                    <a:pt x="9096" y="529"/>
                  </a:lnTo>
                  <a:lnTo>
                    <a:pt x="8780" y="424"/>
                  </a:lnTo>
                  <a:cubicBezTo>
                    <a:pt x="8780" y="424"/>
                    <a:pt x="8827" y="213"/>
                    <a:pt x="8709" y="213"/>
                  </a:cubicBezTo>
                  <a:cubicBezTo>
                    <a:pt x="8683" y="213"/>
                    <a:pt x="8649" y="224"/>
                    <a:pt x="8605" y="249"/>
                  </a:cubicBezTo>
                  <a:cubicBezTo>
                    <a:pt x="8361" y="389"/>
                    <a:pt x="8501" y="808"/>
                    <a:pt x="8326" y="913"/>
                  </a:cubicBezTo>
                  <a:cubicBezTo>
                    <a:pt x="8150" y="1019"/>
                    <a:pt x="8010" y="1264"/>
                    <a:pt x="8010" y="1264"/>
                  </a:cubicBezTo>
                  <a:lnTo>
                    <a:pt x="7306" y="1013"/>
                  </a:lnTo>
                  <a:lnTo>
                    <a:pt x="7306" y="1013"/>
                  </a:lnTo>
                  <a:cubicBezTo>
                    <a:pt x="7306" y="1013"/>
                    <a:pt x="7304" y="1014"/>
                    <a:pt x="6782" y="1054"/>
                  </a:cubicBezTo>
                  <a:cubicBezTo>
                    <a:pt x="6607" y="1068"/>
                    <a:pt x="6463" y="1073"/>
                    <a:pt x="6349" y="1073"/>
                  </a:cubicBezTo>
                  <a:cubicBezTo>
                    <a:pt x="6121" y="1073"/>
                    <a:pt x="6012" y="1054"/>
                    <a:pt x="6012" y="1054"/>
                  </a:cubicBezTo>
                  <a:cubicBezTo>
                    <a:pt x="6012" y="1054"/>
                    <a:pt x="5557" y="873"/>
                    <a:pt x="5103" y="734"/>
                  </a:cubicBezTo>
                  <a:cubicBezTo>
                    <a:pt x="4951" y="688"/>
                    <a:pt x="4832" y="672"/>
                    <a:pt x="4741" y="672"/>
                  </a:cubicBezTo>
                  <a:cubicBezTo>
                    <a:pt x="4559" y="672"/>
                    <a:pt x="4489" y="734"/>
                    <a:pt x="4489" y="734"/>
                  </a:cubicBezTo>
                  <a:lnTo>
                    <a:pt x="3284" y="594"/>
                  </a:lnTo>
                  <a:cubicBezTo>
                    <a:pt x="3284" y="594"/>
                    <a:pt x="2968" y="385"/>
                    <a:pt x="2760" y="175"/>
                  </a:cubicBezTo>
                  <a:cubicBezTo>
                    <a:pt x="2703" y="118"/>
                    <a:pt x="2628" y="97"/>
                    <a:pt x="2549" y="97"/>
                  </a:cubicBezTo>
                  <a:cubicBezTo>
                    <a:pt x="2337" y="97"/>
                    <a:pt x="2096" y="246"/>
                    <a:pt x="2096" y="246"/>
                  </a:cubicBezTo>
                  <a:lnTo>
                    <a:pt x="171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37"/>
            <p:cNvSpPr/>
            <p:nvPr/>
          </p:nvSpPr>
          <p:spPr>
            <a:xfrm>
              <a:off x="3426900" y="2069525"/>
              <a:ext cx="405600" cy="312625"/>
            </a:xfrm>
            <a:custGeom>
              <a:rect b="b" l="l" r="r" t="t"/>
              <a:pathLst>
                <a:path extrusionOk="0" h="12505" w="16224">
                  <a:moveTo>
                    <a:pt x="7701" y="0"/>
                  </a:moveTo>
                  <a:cubicBezTo>
                    <a:pt x="7369" y="0"/>
                    <a:pt x="7305" y="282"/>
                    <a:pt x="7305" y="282"/>
                  </a:cubicBezTo>
                  <a:lnTo>
                    <a:pt x="7025" y="282"/>
                  </a:lnTo>
                  <a:cubicBezTo>
                    <a:pt x="7025" y="282"/>
                    <a:pt x="6606" y="457"/>
                    <a:pt x="6535" y="598"/>
                  </a:cubicBezTo>
                  <a:cubicBezTo>
                    <a:pt x="6466" y="735"/>
                    <a:pt x="6046" y="1122"/>
                    <a:pt x="5767" y="1365"/>
                  </a:cubicBezTo>
                  <a:cubicBezTo>
                    <a:pt x="5487" y="1610"/>
                    <a:pt x="5487" y="1749"/>
                    <a:pt x="5487" y="2029"/>
                  </a:cubicBezTo>
                  <a:cubicBezTo>
                    <a:pt x="5487" y="2308"/>
                    <a:pt x="4928" y="2589"/>
                    <a:pt x="4928" y="2589"/>
                  </a:cubicBezTo>
                  <a:lnTo>
                    <a:pt x="4368" y="3184"/>
                  </a:lnTo>
                  <a:cubicBezTo>
                    <a:pt x="4368" y="3515"/>
                    <a:pt x="4233" y="3594"/>
                    <a:pt x="4105" y="3594"/>
                  </a:cubicBezTo>
                  <a:cubicBezTo>
                    <a:pt x="3990" y="3594"/>
                    <a:pt x="3881" y="3531"/>
                    <a:pt x="3881" y="3531"/>
                  </a:cubicBezTo>
                  <a:cubicBezTo>
                    <a:pt x="3881" y="3531"/>
                    <a:pt x="3427" y="3566"/>
                    <a:pt x="2867" y="3671"/>
                  </a:cubicBezTo>
                  <a:cubicBezTo>
                    <a:pt x="2716" y="3699"/>
                    <a:pt x="2559" y="3709"/>
                    <a:pt x="2411" y="3709"/>
                  </a:cubicBezTo>
                  <a:cubicBezTo>
                    <a:pt x="2013" y="3709"/>
                    <a:pt x="1679" y="3635"/>
                    <a:pt x="1679" y="3635"/>
                  </a:cubicBezTo>
                  <a:lnTo>
                    <a:pt x="1" y="3879"/>
                  </a:lnTo>
                  <a:cubicBezTo>
                    <a:pt x="1" y="3879"/>
                    <a:pt x="1435" y="4683"/>
                    <a:pt x="1435" y="5417"/>
                  </a:cubicBezTo>
                  <a:cubicBezTo>
                    <a:pt x="1435" y="6152"/>
                    <a:pt x="1295" y="6292"/>
                    <a:pt x="1611" y="6571"/>
                  </a:cubicBezTo>
                  <a:cubicBezTo>
                    <a:pt x="1925" y="6852"/>
                    <a:pt x="2554" y="7342"/>
                    <a:pt x="2345" y="7866"/>
                  </a:cubicBezTo>
                  <a:cubicBezTo>
                    <a:pt x="2135" y="8390"/>
                    <a:pt x="2345" y="8390"/>
                    <a:pt x="2833" y="8565"/>
                  </a:cubicBezTo>
                  <a:cubicBezTo>
                    <a:pt x="3325" y="8741"/>
                    <a:pt x="3778" y="9649"/>
                    <a:pt x="3813" y="9963"/>
                  </a:cubicBezTo>
                  <a:cubicBezTo>
                    <a:pt x="3849" y="10277"/>
                    <a:pt x="4128" y="10908"/>
                    <a:pt x="4128" y="10908"/>
                  </a:cubicBezTo>
                  <a:cubicBezTo>
                    <a:pt x="4128" y="10908"/>
                    <a:pt x="4373" y="11222"/>
                    <a:pt x="4373" y="11502"/>
                  </a:cubicBezTo>
                  <a:cubicBezTo>
                    <a:pt x="4373" y="11577"/>
                    <a:pt x="4477" y="11604"/>
                    <a:pt x="4630" y="11604"/>
                  </a:cubicBezTo>
                  <a:cubicBezTo>
                    <a:pt x="5051" y="11604"/>
                    <a:pt x="5841" y="11398"/>
                    <a:pt x="5841" y="11398"/>
                  </a:cubicBezTo>
                  <a:lnTo>
                    <a:pt x="6749" y="11202"/>
                  </a:lnTo>
                  <a:lnTo>
                    <a:pt x="7273" y="11046"/>
                  </a:lnTo>
                  <a:lnTo>
                    <a:pt x="7729" y="10838"/>
                  </a:lnTo>
                  <a:cubicBezTo>
                    <a:pt x="7729" y="10838"/>
                    <a:pt x="7886" y="10733"/>
                    <a:pt x="8002" y="10733"/>
                  </a:cubicBezTo>
                  <a:cubicBezTo>
                    <a:pt x="8051" y="10733"/>
                    <a:pt x="8092" y="10751"/>
                    <a:pt x="8113" y="10803"/>
                  </a:cubicBezTo>
                  <a:cubicBezTo>
                    <a:pt x="8184" y="10978"/>
                    <a:pt x="8883" y="11202"/>
                    <a:pt x="8883" y="11202"/>
                  </a:cubicBezTo>
                  <a:cubicBezTo>
                    <a:pt x="8883" y="11202"/>
                    <a:pt x="9162" y="11273"/>
                    <a:pt x="9348" y="11273"/>
                  </a:cubicBezTo>
                  <a:cubicBezTo>
                    <a:pt x="9441" y="11273"/>
                    <a:pt x="9511" y="11255"/>
                    <a:pt x="9511" y="11202"/>
                  </a:cubicBezTo>
                  <a:cubicBezTo>
                    <a:pt x="9511" y="11044"/>
                    <a:pt x="9580" y="10697"/>
                    <a:pt x="9756" y="10627"/>
                  </a:cubicBezTo>
                  <a:cubicBezTo>
                    <a:pt x="9770" y="10622"/>
                    <a:pt x="9782" y="10619"/>
                    <a:pt x="9794" y="10619"/>
                  </a:cubicBezTo>
                  <a:cubicBezTo>
                    <a:pt x="9925" y="10619"/>
                    <a:pt x="9893" y="10964"/>
                    <a:pt x="9860" y="11202"/>
                  </a:cubicBezTo>
                  <a:cubicBezTo>
                    <a:pt x="9837" y="11376"/>
                    <a:pt x="10198" y="11405"/>
                    <a:pt x="10443" y="11405"/>
                  </a:cubicBezTo>
                  <a:cubicBezTo>
                    <a:pt x="10568" y="11405"/>
                    <a:pt x="10663" y="11398"/>
                    <a:pt x="10663" y="11398"/>
                  </a:cubicBezTo>
                  <a:lnTo>
                    <a:pt x="11153" y="11957"/>
                  </a:lnTo>
                  <a:cubicBezTo>
                    <a:pt x="11153" y="11957"/>
                    <a:pt x="11606" y="12203"/>
                    <a:pt x="11677" y="12412"/>
                  </a:cubicBezTo>
                  <a:cubicBezTo>
                    <a:pt x="11701" y="12481"/>
                    <a:pt x="11806" y="12505"/>
                    <a:pt x="11936" y="12505"/>
                  </a:cubicBezTo>
                  <a:cubicBezTo>
                    <a:pt x="12195" y="12505"/>
                    <a:pt x="12553" y="12412"/>
                    <a:pt x="12553" y="12412"/>
                  </a:cubicBezTo>
                  <a:lnTo>
                    <a:pt x="13147" y="12028"/>
                  </a:lnTo>
                  <a:cubicBezTo>
                    <a:pt x="13147" y="12028"/>
                    <a:pt x="13812" y="11923"/>
                    <a:pt x="13986" y="11818"/>
                  </a:cubicBezTo>
                  <a:cubicBezTo>
                    <a:pt x="14012" y="11803"/>
                    <a:pt x="14036" y="11796"/>
                    <a:pt x="14058" y="11796"/>
                  </a:cubicBezTo>
                  <a:cubicBezTo>
                    <a:pt x="14188" y="11796"/>
                    <a:pt x="14278" y="12020"/>
                    <a:pt x="14545" y="12169"/>
                  </a:cubicBezTo>
                  <a:cubicBezTo>
                    <a:pt x="14650" y="12228"/>
                    <a:pt x="14728" y="12247"/>
                    <a:pt x="14785" y="12247"/>
                  </a:cubicBezTo>
                  <a:cubicBezTo>
                    <a:pt x="14899" y="12247"/>
                    <a:pt x="14930" y="12169"/>
                    <a:pt x="14930" y="12169"/>
                  </a:cubicBezTo>
                  <a:lnTo>
                    <a:pt x="15525" y="11750"/>
                  </a:lnTo>
                  <a:cubicBezTo>
                    <a:pt x="15525" y="11750"/>
                    <a:pt x="16152" y="11434"/>
                    <a:pt x="16188" y="11206"/>
                  </a:cubicBezTo>
                  <a:cubicBezTo>
                    <a:pt x="16223" y="10976"/>
                    <a:pt x="15664" y="10561"/>
                    <a:pt x="15204" y="10456"/>
                  </a:cubicBezTo>
                  <a:cubicBezTo>
                    <a:pt x="14743" y="10351"/>
                    <a:pt x="14650" y="9861"/>
                    <a:pt x="14614" y="9616"/>
                  </a:cubicBezTo>
                  <a:cubicBezTo>
                    <a:pt x="14579" y="9372"/>
                    <a:pt x="14719" y="8847"/>
                    <a:pt x="14614" y="8602"/>
                  </a:cubicBezTo>
                  <a:cubicBezTo>
                    <a:pt x="14508" y="8358"/>
                    <a:pt x="14195" y="8358"/>
                    <a:pt x="13844" y="8218"/>
                  </a:cubicBezTo>
                  <a:cubicBezTo>
                    <a:pt x="13494" y="8078"/>
                    <a:pt x="13878" y="7902"/>
                    <a:pt x="13773" y="7902"/>
                  </a:cubicBezTo>
                  <a:cubicBezTo>
                    <a:pt x="13670" y="7902"/>
                    <a:pt x="14054" y="7588"/>
                    <a:pt x="14054" y="7588"/>
                  </a:cubicBezTo>
                  <a:cubicBezTo>
                    <a:pt x="14054" y="7588"/>
                    <a:pt x="14226" y="7412"/>
                    <a:pt x="14297" y="7169"/>
                  </a:cubicBezTo>
                  <a:cubicBezTo>
                    <a:pt x="14336" y="7034"/>
                    <a:pt x="14300" y="6984"/>
                    <a:pt x="14208" y="6984"/>
                  </a:cubicBezTo>
                  <a:cubicBezTo>
                    <a:pt x="14133" y="6984"/>
                    <a:pt x="14020" y="7017"/>
                    <a:pt x="13878" y="7064"/>
                  </a:cubicBezTo>
                  <a:cubicBezTo>
                    <a:pt x="13782" y="7096"/>
                    <a:pt x="13711" y="7112"/>
                    <a:pt x="13653" y="7112"/>
                  </a:cubicBezTo>
                  <a:cubicBezTo>
                    <a:pt x="13521" y="7112"/>
                    <a:pt x="13445" y="7033"/>
                    <a:pt x="13256" y="6888"/>
                  </a:cubicBezTo>
                  <a:cubicBezTo>
                    <a:pt x="13193" y="6840"/>
                    <a:pt x="13144" y="6820"/>
                    <a:pt x="13103" y="6820"/>
                  </a:cubicBezTo>
                  <a:cubicBezTo>
                    <a:pt x="12967" y="6820"/>
                    <a:pt x="12920" y="7042"/>
                    <a:pt x="12759" y="7204"/>
                  </a:cubicBezTo>
                  <a:cubicBezTo>
                    <a:pt x="12548" y="7412"/>
                    <a:pt x="13177" y="7483"/>
                    <a:pt x="13248" y="7588"/>
                  </a:cubicBezTo>
                  <a:cubicBezTo>
                    <a:pt x="13319" y="7694"/>
                    <a:pt x="12864" y="8218"/>
                    <a:pt x="12864" y="8218"/>
                  </a:cubicBezTo>
                  <a:cubicBezTo>
                    <a:pt x="12864" y="8218"/>
                    <a:pt x="12548" y="8184"/>
                    <a:pt x="12548" y="7973"/>
                  </a:cubicBezTo>
                  <a:cubicBezTo>
                    <a:pt x="12548" y="7765"/>
                    <a:pt x="12200" y="7730"/>
                    <a:pt x="12060" y="7694"/>
                  </a:cubicBezTo>
                  <a:cubicBezTo>
                    <a:pt x="11921" y="7659"/>
                    <a:pt x="12024" y="7346"/>
                    <a:pt x="11885" y="7170"/>
                  </a:cubicBezTo>
                  <a:cubicBezTo>
                    <a:pt x="11745" y="6995"/>
                    <a:pt x="11465" y="7030"/>
                    <a:pt x="11221" y="6959"/>
                  </a:cubicBezTo>
                  <a:cubicBezTo>
                    <a:pt x="10976" y="6890"/>
                    <a:pt x="11326" y="6680"/>
                    <a:pt x="11221" y="6435"/>
                  </a:cubicBezTo>
                  <a:cubicBezTo>
                    <a:pt x="11155" y="6279"/>
                    <a:pt x="11032" y="6250"/>
                    <a:pt x="10952" y="6250"/>
                  </a:cubicBezTo>
                  <a:cubicBezTo>
                    <a:pt x="10905" y="6250"/>
                    <a:pt x="10873" y="6260"/>
                    <a:pt x="10873" y="6260"/>
                  </a:cubicBezTo>
                  <a:cubicBezTo>
                    <a:pt x="10873" y="6260"/>
                    <a:pt x="11012" y="5840"/>
                    <a:pt x="11187" y="5770"/>
                  </a:cubicBezTo>
                  <a:cubicBezTo>
                    <a:pt x="11361" y="5700"/>
                    <a:pt x="11397" y="5526"/>
                    <a:pt x="11397" y="5210"/>
                  </a:cubicBezTo>
                  <a:cubicBezTo>
                    <a:pt x="11397" y="4896"/>
                    <a:pt x="11081" y="4372"/>
                    <a:pt x="10802" y="4372"/>
                  </a:cubicBezTo>
                  <a:cubicBezTo>
                    <a:pt x="10615" y="4372"/>
                    <a:pt x="10491" y="4464"/>
                    <a:pt x="10418" y="4464"/>
                  </a:cubicBezTo>
                  <a:cubicBezTo>
                    <a:pt x="10381" y="4464"/>
                    <a:pt x="10358" y="4441"/>
                    <a:pt x="10346" y="4372"/>
                  </a:cubicBezTo>
                  <a:cubicBezTo>
                    <a:pt x="10312" y="4170"/>
                    <a:pt x="10505" y="3741"/>
                    <a:pt x="10208" y="3741"/>
                  </a:cubicBezTo>
                  <a:cubicBezTo>
                    <a:pt x="10197" y="3741"/>
                    <a:pt x="10185" y="3742"/>
                    <a:pt x="10172" y="3743"/>
                  </a:cubicBezTo>
                  <a:cubicBezTo>
                    <a:pt x="10145" y="3746"/>
                    <a:pt x="10120" y="3747"/>
                    <a:pt x="10098" y="3747"/>
                  </a:cubicBezTo>
                  <a:cubicBezTo>
                    <a:pt x="9831" y="3747"/>
                    <a:pt x="9891" y="3567"/>
                    <a:pt x="9891" y="3567"/>
                  </a:cubicBezTo>
                  <a:cubicBezTo>
                    <a:pt x="9891" y="3567"/>
                    <a:pt x="10032" y="3324"/>
                    <a:pt x="9891" y="3184"/>
                  </a:cubicBezTo>
                  <a:cubicBezTo>
                    <a:pt x="9751" y="3043"/>
                    <a:pt x="9890" y="2869"/>
                    <a:pt x="9577" y="2869"/>
                  </a:cubicBezTo>
                  <a:cubicBezTo>
                    <a:pt x="9263" y="2869"/>
                    <a:pt x="9332" y="2449"/>
                    <a:pt x="9332" y="2449"/>
                  </a:cubicBezTo>
                  <a:lnTo>
                    <a:pt x="8494" y="770"/>
                  </a:lnTo>
                  <a:cubicBezTo>
                    <a:pt x="8494" y="770"/>
                    <a:pt x="8389" y="282"/>
                    <a:pt x="8284" y="246"/>
                  </a:cubicBezTo>
                  <a:cubicBezTo>
                    <a:pt x="8179" y="211"/>
                    <a:pt x="8144" y="38"/>
                    <a:pt x="7760" y="3"/>
                  </a:cubicBezTo>
                  <a:cubicBezTo>
                    <a:pt x="7740" y="1"/>
                    <a:pt x="7720" y="0"/>
                    <a:pt x="77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37"/>
            <p:cNvSpPr/>
            <p:nvPr/>
          </p:nvSpPr>
          <p:spPr>
            <a:xfrm>
              <a:off x="2465300" y="1713650"/>
              <a:ext cx="320900" cy="249375"/>
            </a:xfrm>
            <a:custGeom>
              <a:rect b="b" l="l" r="r" t="t"/>
              <a:pathLst>
                <a:path extrusionOk="0" h="9975" w="12836">
                  <a:moveTo>
                    <a:pt x="7932" y="0"/>
                  </a:moveTo>
                  <a:cubicBezTo>
                    <a:pt x="7873" y="0"/>
                    <a:pt x="7815" y="25"/>
                    <a:pt x="7766" y="89"/>
                  </a:cubicBezTo>
                  <a:lnTo>
                    <a:pt x="7555" y="358"/>
                  </a:lnTo>
                  <a:cubicBezTo>
                    <a:pt x="7555" y="358"/>
                    <a:pt x="7555" y="707"/>
                    <a:pt x="7450" y="707"/>
                  </a:cubicBezTo>
                  <a:cubicBezTo>
                    <a:pt x="7395" y="707"/>
                    <a:pt x="7262" y="756"/>
                    <a:pt x="7159" y="756"/>
                  </a:cubicBezTo>
                  <a:cubicBezTo>
                    <a:pt x="7066" y="756"/>
                    <a:pt x="6997" y="717"/>
                    <a:pt x="7031" y="567"/>
                  </a:cubicBezTo>
                  <a:cubicBezTo>
                    <a:pt x="7058" y="445"/>
                    <a:pt x="6964" y="407"/>
                    <a:pt x="6838" y="407"/>
                  </a:cubicBezTo>
                  <a:cubicBezTo>
                    <a:pt x="6641" y="407"/>
                    <a:pt x="6367" y="499"/>
                    <a:pt x="6367" y="499"/>
                  </a:cubicBezTo>
                  <a:cubicBezTo>
                    <a:pt x="6367" y="499"/>
                    <a:pt x="6239" y="146"/>
                    <a:pt x="5951" y="146"/>
                  </a:cubicBezTo>
                  <a:cubicBezTo>
                    <a:pt x="5938" y="146"/>
                    <a:pt x="5925" y="147"/>
                    <a:pt x="5912" y="148"/>
                  </a:cubicBezTo>
                  <a:cubicBezTo>
                    <a:pt x="5598" y="183"/>
                    <a:pt x="5282" y="113"/>
                    <a:pt x="5142" y="288"/>
                  </a:cubicBezTo>
                  <a:cubicBezTo>
                    <a:pt x="5003" y="464"/>
                    <a:pt x="4792" y="743"/>
                    <a:pt x="4792" y="743"/>
                  </a:cubicBezTo>
                  <a:lnTo>
                    <a:pt x="4373" y="952"/>
                  </a:lnTo>
                  <a:lnTo>
                    <a:pt x="3987" y="1267"/>
                  </a:lnTo>
                  <a:lnTo>
                    <a:pt x="3463" y="1618"/>
                  </a:lnTo>
                  <a:cubicBezTo>
                    <a:pt x="3463" y="1618"/>
                    <a:pt x="3282" y="1830"/>
                    <a:pt x="3031" y="1830"/>
                  </a:cubicBezTo>
                  <a:cubicBezTo>
                    <a:pt x="3012" y="1830"/>
                    <a:pt x="2994" y="1829"/>
                    <a:pt x="2975" y="1826"/>
                  </a:cubicBezTo>
                  <a:cubicBezTo>
                    <a:pt x="2861" y="1812"/>
                    <a:pt x="2776" y="1798"/>
                    <a:pt x="2692" y="1798"/>
                  </a:cubicBezTo>
                  <a:cubicBezTo>
                    <a:pt x="2570" y="1798"/>
                    <a:pt x="2449" y="1828"/>
                    <a:pt x="2241" y="1931"/>
                  </a:cubicBezTo>
                  <a:cubicBezTo>
                    <a:pt x="1890" y="2107"/>
                    <a:pt x="1506" y="2107"/>
                    <a:pt x="1472" y="2421"/>
                  </a:cubicBezTo>
                  <a:cubicBezTo>
                    <a:pt x="1437" y="2737"/>
                    <a:pt x="1472" y="3156"/>
                    <a:pt x="1472" y="3156"/>
                  </a:cubicBezTo>
                  <a:cubicBezTo>
                    <a:pt x="1472" y="3156"/>
                    <a:pt x="1158" y="3367"/>
                    <a:pt x="1122" y="3470"/>
                  </a:cubicBezTo>
                  <a:cubicBezTo>
                    <a:pt x="1087" y="3575"/>
                    <a:pt x="1226" y="3786"/>
                    <a:pt x="1122" y="3856"/>
                  </a:cubicBezTo>
                  <a:cubicBezTo>
                    <a:pt x="1018" y="3924"/>
                    <a:pt x="387" y="4344"/>
                    <a:pt x="352" y="4483"/>
                  </a:cubicBezTo>
                  <a:cubicBezTo>
                    <a:pt x="317" y="4623"/>
                    <a:pt x="1" y="5252"/>
                    <a:pt x="72" y="5463"/>
                  </a:cubicBezTo>
                  <a:cubicBezTo>
                    <a:pt x="142" y="5671"/>
                    <a:pt x="176" y="6090"/>
                    <a:pt x="352" y="6126"/>
                  </a:cubicBezTo>
                  <a:cubicBezTo>
                    <a:pt x="528" y="6161"/>
                    <a:pt x="563" y="6442"/>
                    <a:pt x="563" y="6442"/>
                  </a:cubicBezTo>
                  <a:cubicBezTo>
                    <a:pt x="563" y="6442"/>
                    <a:pt x="1401" y="7490"/>
                    <a:pt x="2030" y="7596"/>
                  </a:cubicBezTo>
                  <a:cubicBezTo>
                    <a:pt x="2345" y="7648"/>
                    <a:pt x="2546" y="7648"/>
                    <a:pt x="2685" y="7648"/>
                  </a:cubicBezTo>
                  <a:cubicBezTo>
                    <a:pt x="2825" y="7648"/>
                    <a:pt x="2903" y="7648"/>
                    <a:pt x="2973" y="7701"/>
                  </a:cubicBezTo>
                  <a:cubicBezTo>
                    <a:pt x="3114" y="7804"/>
                    <a:pt x="3393" y="7944"/>
                    <a:pt x="3393" y="7944"/>
                  </a:cubicBezTo>
                  <a:cubicBezTo>
                    <a:pt x="3393" y="7944"/>
                    <a:pt x="3497" y="8015"/>
                    <a:pt x="3602" y="8260"/>
                  </a:cubicBezTo>
                  <a:cubicBezTo>
                    <a:pt x="3707" y="8504"/>
                    <a:pt x="3846" y="8399"/>
                    <a:pt x="4057" y="8644"/>
                  </a:cubicBezTo>
                  <a:cubicBezTo>
                    <a:pt x="4256" y="8873"/>
                    <a:pt x="4267" y="9135"/>
                    <a:pt x="4442" y="9135"/>
                  </a:cubicBezTo>
                  <a:cubicBezTo>
                    <a:pt x="4452" y="9135"/>
                    <a:pt x="4464" y="9134"/>
                    <a:pt x="4476" y="9132"/>
                  </a:cubicBezTo>
                  <a:cubicBezTo>
                    <a:pt x="4492" y="9130"/>
                    <a:pt x="4506" y="9128"/>
                    <a:pt x="4519" y="9128"/>
                  </a:cubicBezTo>
                  <a:cubicBezTo>
                    <a:pt x="4678" y="9128"/>
                    <a:pt x="4631" y="9316"/>
                    <a:pt x="4793" y="9411"/>
                  </a:cubicBezTo>
                  <a:cubicBezTo>
                    <a:pt x="4793" y="9411"/>
                    <a:pt x="5024" y="9123"/>
                    <a:pt x="5224" y="9123"/>
                  </a:cubicBezTo>
                  <a:cubicBezTo>
                    <a:pt x="5244" y="9123"/>
                    <a:pt x="5264" y="9126"/>
                    <a:pt x="5283" y="9132"/>
                  </a:cubicBezTo>
                  <a:cubicBezTo>
                    <a:pt x="5493" y="9203"/>
                    <a:pt x="5528" y="9411"/>
                    <a:pt x="5738" y="9411"/>
                  </a:cubicBezTo>
                  <a:cubicBezTo>
                    <a:pt x="5877" y="9411"/>
                    <a:pt x="6126" y="9350"/>
                    <a:pt x="6297" y="9350"/>
                  </a:cubicBezTo>
                  <a:cubicBezTo>
                    <a:pt x="6383" y="9350"/>
                    <a:pt x="6449" y="9365"/>
                    <a:pt x="6473" y="9411"/>
                  </a:cubicBezTo>
                  <a:cubicBezTo>
                    <a:pt x="6496" y="9458"/>
                    <a:pt x="6604" y="9474"/>
                    <a:pt x="6739" y="9474"/>
                  </a:cubicBezTo>
                  <a:cubicBezTo>
                    <a:pt x="7008" y="9474"/>
                    <a:pt x="7381" y="9411"/>
                    <a:pt x="7381" y="9411"/>
                  </a:cubicBezTo>
                  <a:lnTo>
                    <a:pt x="7975" y="9866"/>
                  </a:lnTo>
                  <a:lnTo>
                    <a:pt x="8220" y="9866"/>
                  </a:lnTo>
                  <a:cubicBezTo>
                    <a:pt x="8220" y="9866"/>
                    <a:pt x="8391" y="9758"/>
                    <a:pt x="8546" y="9758"/>
                  </a:cubicBezTo>
                  <a:cubicBezTo>
                    <a:pt x="8624" y="9758"/>
                    <a:pt x="8698" y="9785"/>
                    <a:pt x="8744" y="9866"/>
                  </a:cubicBezTo>
                  <a:cubicBezTo>
                    <a:pt x="8791" y="9948"/>
                    <a:pt x="8857" y="9975"/>
                    <a:pt x="8925" y="9975"/>
                  </a:cubicBezTo>
                  <a:cubicBezTo>
                    <a:pt x="9059" y="9975"/>
                    <a:pt x="9199" y="9866"/>
                    <a:pt x="9199" y="9866"/>
                  </a:cubicBezTo>
                  <a:lnTo>
                    <a:pt x="9794" y="9273"/>
                  </a:lnTo>
                  <a:lnTo>
                    <a:pt x="10145" y="9122"/>
                  </a:lnTo>
                  <a:lnTo>
                    <a:pt x="10529" y="8678"/>
                  </a:lnTo>
                  <a:cubicBezTo>
                    <a:pt x="10529" y="8678"/>
                    <a:pt x="10600" y="8538"/>
                    <a:pt x="11017" y="8328"/>
                  </a:cubicBezTo>
                  <a:cubicBezTo>
                    <a:pt x="11437" y="8118"/>
                    <a:pt x="11296" y="7698"/>
                    <a:pt x="11296" y="7698"/>
                  </a:cubicBezTo>
                  <a:lnTo>
                    <a:pt x="11820" y="7698"/>
                  </a:lnTo>
                  <a:cubicBezTo>
                    <a:pt x="11820" y="7698"/>
                    <a:pt x="11890" y="7419"/>
                    <a:pt x="11820" y="6508"/>
                  </a:cubicBezTo>
                  <a:cubicBezTo>
                    <a:pt x="11750" y="5600"/>
                    <a:pt x="11330" y="5878"/>
                    <a:pt x="11646" y="5286"/>
                  </a:cubicBezTo>
                  <a:cubicBezTo>
                    <a:pt x="11961" y="4691"/>
                    <a:pt x="12241" y="4517"/>
                    <a:pt x="12241" y="4517"/>
                  </a:cubicBezTo>
                  <a:lnTo>
                    <a:pt x="12241" y="3888"/>
                  </a:lnTo>
                  <a:lnTo>
                    <a:pt x="12520" y="3609"/>
                  </a:lnTo>
                  <a:lnTo>
                    <a:pt x="12836" y="3050"/>
                  </a:lnTo>
                  <a:lnTo>
                    <a:pt x="12417" y="2107"/>
                  </a:lnTo>
                  <a:lnTo>
                    <a:pt x="12206" y="1407"/>
                  </a:lnTo>
                  <a:lnTo>
                    <a:pt x="11751" y="917"/>
                  </a:lnTo>
                  <a:cubicBezTo>
                    <a:pt x="11751" y="917"/>
                    <a:pt x="11227" y="566"/>
                    <a:pt x="10981" y="566"/>
                  </a:cubicBezTo>
                  <a:lnTo>
                    <a:pt x="10597" y="566"/>
                  </a:lnTo>
                  <a:lnTo>
                    <a:pt x="10316" y="287"/>
                  </a:lnTo>
                  <a:cubicBezTo>
                    <a:pt x="10316" y="287"/>
                    <a:pt x="10069" y="88"/>
                    <a:pt x="9886" y="88"/>
                  </a:cubicBezTo>
                  <a:cubicBezTo>
                    <a:pt x="9852" y="88"/>
                    <a:pt x="9820" y="95"/>
                    <a:pt x="9792" y="111"/>
                  </a:cubicBezTo>
                  <a:cubicBezTo>
                    <a:pt x="9617" y="216"/>
                    <a:pt x="9268" y="390"/>
                    <a:pt x="9268" y="390"/>
                  </a:cubicBezTo>
                  <a:lnTo>
                    <a:pt x="8954" y="89"/>
                  </a:lnTo>
                  <a:lnTo>
                    <a:pt x="8325" y="251"/>
                  </a:lnTo>
                  <a:cubicBezTo>
                    <a:pt x="8325" y="251"/>
                    <a:pt x="8121" y="0"/>
                    <a:pt x="79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37"/>
            <p:cNvSpPr/>
            <p:nvPr/>
          </p:nvSpPr>
          <p:spPr>
            <a:xfrm>
              <a:off x="2176000" y="1871900"/>
              <a:ext cx="130300" cy="156575"/>
            </a:xfrm>
            <a:custGeom>
              <a:rect b="b" l="l" r="r" t="t"/>
              <a:pathLst>
                <a:path extrusionOk="0" h="6263" w="5212">
                  <a:moveTo>
                    <a:pt x="4720" y="0"/>
                  </a:moveTo>
                  <a:cubicBezTo>
                    <a:pt x="4570" y="0"/>
                    <a:pt x="4443" y="96"/>
                    <a:pt x="4359" y="96"/>
                  </a:cubicBezTo>
                  <a:cubicBezTo>
                    <a:pt x="4337" y="96"/>
                    <a:pt x="4319" y="90"/>
                    <a:pt x="4303" y="75"/>
                  </a:cubicBezTo>
                  <a:cubicBezTo>
                    <a:pt x="4268" y="40"/>
                    <a:pt x="4186" y="24"/>
                    <a:pt x="4087" y="24"/>
                  </a:cubicBezTo>
                  <a:cubicBezTo>
                    <a:pt x="3890" y="24"/>
                    <a:pt x="3626" y="86"/>
                    <a:pt x="3533" y="178"/>
                  </a:cubicBezTo>
                  <a:cubicBezTo>
                    <a:pt x="3393" y="318"/>
                    <a:pt x="3323" y="633"/>
                    <a:pt x="3323" y="633"/>
                  </a:cubicBezTo>
                  <a:lnTo>
                    <a:pt x="3323" y="1155"/>
                  </a:lnTo>
                  <a:cubicBezTo>
                    <a:pt x="3323" y="1155"/>
                    <a:pt x="3044" y="1228"/>
                    <a:pt x="2974" y="1402"/>
                  </a:cubicBezTo>
                  <a:cubicBezTo>
                    <a:pt x="2903" y="1577"/>
                    <a:pt x="2658" y="1577"/>
                    <a:pt x="2658" y="1577"/>
                  </a:cubicBezTo>
                  <a:cubicBezTo>
                    <a:pt x="2658" y="1577"/>
                    <a:pt x="2596" y="1572"/>
                    <a:pt x="2520" y="1572"/>
                  </a:cubicBezTo>
                  <a:cubicBezTo>
                    <a:pt x="2406" y="1572"/>
                    <a:pt x="2260" y="1584"/>
                    <a:pt x="2239" y="1648"/>
                  </a:cubicBezTo>
                  <a:cubicBezTo>
                    <a:pt x="2203" y="1753"/>
                    <a:pt x="1679" y="1998"/>
                    <a:pt x="1679" y="1998"/>
                  </a:cubicBezTo>
                  <a:cubicBezTo>
                    <a:pt x="1679" y="1998"/>
                    <a:pt x="1191" y="2174"/>
                    <a:pt x="1225" y="2314"/>
                  </a:cubicBezTo>
                  <a:cubicBezTo>
                    <a:pt x="1260" y="2454"/>
                    <a:pt x="1120" y="2628"/>
                    <a:pt x="980" y="2698"/>
                  </a:cubicBezTo>
                  <a:cubicBezTo>
                    <a:pt x="839" y="2768"/>
                    <a:pt x="281" y="3049"/>
                    <a:pt x="317" y="3292"/>
                  </a:cubicBezTo>
                  <a:cubicBezTo>
                    <a:pt x="352" y="3537"/>
                    <a:pt x="488" y="3747"/>
                    <a:pt x="314" y="3816"/>
                  </a:cubicBezTo>
                  <a:cubicBezTo>
                    <a:pt x="141" y="3887"/>
                    <a:pt x="1" y="4168"/>
                    <a:pt x="1" y="4168"/>
                  </a:cubicBezTo>
                  <a:lnTo>
                    <a:pt x="1" y="4342"/>
                  </a:lnTo>
                  <a:lnTo>
                    <a:pt x="1" y="4551"/>
                  </a:lnTo>
                  <a:lnTo>
                    <a:pt x="1" y="5111"/>
                  </a:lnTo>
                  <a:lnTo>
                    <a:pt x="212" y="5495"/>
                  </a:lnTo>
                  <a:cubicBezTo>
                    <a:pt x="212" y="5495"/>
                    <a:pt x="107" y="5775"/>
                    <a:pt x="317" y="5878"/>
                  </a:cubicBezTo>
                  <a:cubicBezTo>
                    <a:pt x="348" y="5894"/>
                    <a:pt x="377" y="5901"/>
                    <a:pt x="403" y="5901"/>
                  </a:cubicBezTo>
                  <a:cubicBezTo>
                    <a:pt x="505" y="5901"/>
                    <a:pt x="574" y="5805"/>
                    <a:pt x="665" y="5805"/>
                  </a:cubicBezTo>
                  <a:cubicBezTo>
                    <a:pt x="706" y="5805"/>
                    <a:pt x="752" y="5824"/>
                    <a:pt x="807" y="5878"/>
                  </a:cubicBezTo>
                  <a:cubicBezTo>
                    <a:pt x="960" y="6033"/>
                    <a:pt x="1000" y="6263"/>
                    <a:pt x="1095" y="6263"/>
                  </a:cubicBezTo>
                  <a:cubicBezTo>
                    <a:pt x="1129" y="6263"/>
                    <a:pt x="1170" y="6233"/>
                    <a:pt x="1226" y="6159"/>
                  </a:cubicBezTo>
                  <a:cubicBezTo>
                    <a:pt x="1436" y="5878"/>
                    <a:pt x="1331" y="5424"/>
                    <a:pt x="1331" y="5424"/>
                  </a:cubicBezTo>
                  <a:lnTo>
                    <a:pt x="1610" y="4934"/>
                  </a:lnTo>
                  <a:cubicBezTo>
                    <a:pt x="1610" y="4934"/>
                    <a:pt x="2134" y="3920"/>
                    <a:pt x="2274" y="3850"/>
                  </a:cubicBezTo>
                  <a:cubicBezTo>
                    <a:pt x="2414" y="3780"/>
                    <a:pt x="2729" y="3857"/>
                    <a:pt x="2903" y="3645"/>
                  </a:cubicBezTo>
                  <a:cubicBezTo>
                    <a:pt x="3078" y="3431"/>
                    <a:pt x="3008" y="3467"/>
                    <a:pt x="3498" y="3362"/>
                  </a:cubicBezTo>
                  <a:cubicBezTo>
                    <a:pt x="3988" y="3257"/>
                    <a:pt x="4197" y="3081"/>
                    <a:pt x="4268" y="2943"/>
                  </a:cubicBezTo>
                  <a:cubicBezTo>
                    <a:pt x="4339" y="2802"/>
                    <a:pt x="4268" y="2312"/>
                    <a:pt x="4268" y="2312"/>
                  </a:cubicBezTo>
                  <a:cubicBezTo>
                    <a:pt x="4268" y="2312"/>
                    <a:pt x="3883" y="1821"/>
                    <a:pt x="4268" y="1332"/>
                  </a:cubicBezTo>
                  <a:cubicBezTo>
                    <a:pt x="4652" y="842"/>
                    <a:pt x="4618" y="1157"/>
                    <a:pt x="4652" y="842"/>
                  </a:cubicBezTo>
                  <a:cubicBezTo>
                    <a:pt x="4661" y="758"/>
                    <a:pt x="4678" y="728"/>
                    <a:pt x="4700" y="728"/>
                  </a:cubicBezTo>
                  <a:cubicBezTo>
                    <a:pt x="4748" y="728"/>
                    <a:pt x="4820" y="870"/>
                    <a:pt x="4886" y="870"/>
                  </a:cubicBezTo>
                  <a:cubicBezTo>
                    <a:pt x="4901" y="870"/>
                    <a:pt x="4916" y="862"/>
                    <a:pt x="4931" y="842"/>
                  </a:cubicBezTo>
                  <a:cubicBezTo>
                    <a:pt x="5036" y="702"/>
                    <a:pt x="5211" y="283"/>
                    <a:pt x="4931" y="75"/>
                  </a:cubicBezTo>
                  <a:cubicBezTo>
                    <a:pt x="4857" y="19"/>
                    <a:pt x="4786" y="0"/>
                    <a:pt x="47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37"/>
            <p:cNvSpPr/>
            <p:nvPr/>
          </p:nvSpPr>
          <p:spPr>
            <a:xfrm>
              <a:off x="2267775" y="1844925"/>
              <a:ext cx="13200" cy="17525"/>
            </a:xfrm>
            <a:custGeom>
              <a:rect b="b" l="l" r="r" t="t"/>
              <a:pathLst>
                <a:path extrusionOk="0" h="701" w="528">
                  <a:moveTo>
                    <a:pt x="1" y="1"/>
                  </a:moveTo>
                  <a:lnTo>
                    <a:pt x="1" y="280"/>
                  </a:lnTo>
                  <a:lnTo>
                    <a:pt x="1" y="701"/>
                  </a:lnTo>
                  <a:lnTo>
                    <a:pt x="528" y="701"/>
                  </a:lnTo>
                  <a:lnTo>
                    <a:pt x="528" y="141"/>
                  </a:lnTo>
                  <a:lnTo>
                    <a:pt x="264" y="141"/>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37"/>
            <p:cNvSpPr/>
            <p:nvPr/>
          </p:nvSpPr>
          <p:spPr>
            <a:xfrm>
              <a:off x="1973275" y="2098475"/>
              <a:ext cx="28850" cy="28775"/>
            </a:xfrm>
            <a:custGeom>
              <a:rect b="b" l="l" r="r" t="t"/>
              <a:pathLst>
                <a:path extrusionOk="0" h="1151" w="1154">
                  <a:moveTo>
                    <a:pt x="791" y="0"/>
                  </a:moveTo>
                  <a:cubicBezTo>
                    <a:pt x="754" y="0"/>
                    <a:pt x="702" y="19"/>
                    <a:pt x="630" y="67"/>
                  </a:cubicBezTo>
                  <a:cubicBezTo>
                    <a:pt x="314" y="277"/>
                    <a:pt x="314" y="347"/>
                    <a:pt x="314" y="347"/>
                  </a:cubicBezTo>
                  <a:cubicBezTo>
                    <a:pt x="1" y="628"/>
                    <a:pt x="385" y="767"/>
                    <a:pt x="314" y="907"/>
                  </a:cubicBezTo>
                  <a:cubicBezTo>
                    <a:pt x="244" y="1047"/>
                    <a:pt x="733" y="1150"/>
                    <a:pt x="733" y="1150"/>
                  </a:cubicBezTo>
                  <a:lnTo>
                    <a:pt x="1154" y="731"/>
                  </a:lnTo>
                  <a:lnTo>
                    <a:pt x="1154" y="347"/>
                  </a:lnTo>
                  <a:lnTo>
                    <a:pt x="873" y="207"/>
                  </a:lnTo>
                  <a:cubicBezTo>
                    <a:pt x="873" y="207"/>
                    <a:pt x="915" y="0"/>
                    <a:pt x="7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5" name="Google Shape;10005;p37"/>
          <p:cNvGrpSpPr/>
          <p:nvPr/>
        </p:nvGrpSpPr>
        <p:grpSpPr>
          <a:xfrm>
            <a:off x="6592190" y="3775279"/>
            <a:ext cx="260394" cy="351202"/>
            <a:chOff x="4837624" y="4046504"/>
            <a:chExt cx="260394" cy="351202"/>
          </a:xfrm>
        </p:grpSpPr>
        <p:sp>
          <p:nvSpPr>
            <p:cNvPr id="10006" name="Google Shape;10006;p37"/>
            <p:cNvSpPr/>
            <p:nvPr/>
          </p:nvSpPr>
          <p:spPr>
            <a:xfrm>
              <a:off x="4874075" y="4081576"/>
              <a:ext cx="187800" cy="1878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7" name="Google Shape;10007;p37"/>
            <p:cNvGrpSpPr/>
            <p:nvPr/>
          </p:nvGrpSpPr>
          <p:grpSpPr>
            <a:xfrm>
              <a:off x="4837624" y="4046504"/>
              <a:ext cx="260394" cy="351202"/>
              <a:chOff x="5211406" y="1513504"/>
              <a:chExt cx="260394" cy="351202"/>
            </a:xfrm>
          </p:grpSpPr>
          <p:sp>
            <p:nvSpPr>
              <p:cNvPr id="10008" name="Google Shape;10008;p37"/>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37"/>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13" name="Shape 10013"/>
        <p:cNvGrpSpPr/>
        <p:nvPr/>
      </p:nvGrpSpPr>
      <p:grpSpPr>
        <a:xfrm>
          <a:off x="0" y="0"/>
          <a:ext cx="0" cy="0"/>
          <a:chOff x="0" y="0"/>
          <a:chExt cx="0" cy="0"/>
        </a:xfrm>
      </p:grpSpPr>
      <p:sp>
        <p:nvSpPr>
          <p:cNvPr id="10014" name="Google Shape;10014;p38"/>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Hawaii triathlon program</a:t>
            </a:r>
            <a:endParaRPr/>
          </a:p>
        </p:txBody>
      </p:sp>
      <p:sp>
        <p:nvSpPr>
          <p:cNvPr id="10015" name="Google Shape;10015;p38"/>
          <p:cNvSpPr txBox="1"/>
          <p:nvPr>
            <p:ph idx="4294967295" type="title"/>
          </p:nvPr>
        </p:nvSpPr>
        <p:spPr>
          <a:xfrm>
            <a:off x="719988" y="2715134"/>
            <a:ext cx="17949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500"/>
              <a:t>Swim</a:t>
            </a:r>
            <a:endParaRPr sz="2500"/>
          </a:p>
        </p:txBody>
      </p:sp>
      <p:sp>
        <p:nvSpPr>
          <p:cNvPr id="10016" name="Google Shape;10016;p38"/>
          <p:cNvSpPr txBox="1"/>
          <p:nvPr>
            <p:ph idx="4294967295" type="subTitle"/>
          </p:nvPr>
        </p:nvSpPr>
        <p:spPr>
          <a:xfrm>
            <a:off x="719988" y="3096127"/>
            <a:ext cx="1794900" cy="91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of them all</a:t>
            </a:r>
            <a:endParaRPr/>
          </a:p>
        </p:txBody>
      </p:sp>
      <p:sp>
        <p:nvSpPr>
          <p:cNvPr id="10017" name="Google Shape;10017;p38"/>
          <p:cNvSpPr txBox="1"/>
          <p:nvPr>
            <p:ph idx="4294967295" type="title"/>
          </p:nvPr>
        </p:nvSpPr>
        <p:spPr>
          <a:xfrm>
            <a:off x="6629097" y="2715134"/>
            <a:ext cx="17949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500"/>
              <a:t>Run</a:t>
            </a:r>
            <a:endParaRPr sz="2500"/>
          </a:p>
        </p:txBody>
      </p:sp>
      <p:sp>
        <p:nvSpPr>
          <p:cNvPr id="10018" name="Google Shape;10018;p38"/>
          <p:cNvSpPr txBox="1"/>
          <p:nvPr>
            <p:ph idx="4294967295" type="subTitle"/>
          </p:nvPr>
        </p:nvSpPr>
        <p:spPr>
          <a:xfrm>
            <a:off x="6629097" y="3096127"/>
            <a:ext cx="1794900" cy="91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10019" name="Google Shape;10019;p38"/>
          <p:cNvSpPr txBox="1"/>
          <p:nvPr>
            <p:ph idx="4294967295" type="title"/>
          </p:nvPr>
        </p:nvSpPr>
        <p:spPr>
          <a:xfrm>
            <a:off x="3674556" y="2715134"/>
            <a:ext cx="17949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500"/>
              <a:t>Bike</a:t>
            </a:r>
            <a:endParaRPr sz="2500"/>
          </a:p>
        </p:txBody>
      </p:sp>
      <p:sp>
        <p:nvSpPr>
          <p:cNvPr id="10020" name="Google Shape;10020;p38"/>
          <p:cNvSpPr txBox="1"/>
          <p:nvPr>
            <p:ph idx="4294967295" type="subTitle"/>
          </p:nvPr>
        </p:nvSpPr>
        <p:spPr>
          <a:xfrm>
            <a:off x="3674556" y="3096127"/>
            <a:ext cx="1794900" cy="91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grpSp>
        <p:nvGrpSpPr>
          <p:cNvPr id="10021" name="Google Shape;10021;p38"/>
          <p:cNvGrpSpPr/>
          <p:nvPr/>
        </p:nvGrpSpPr>
        <p:grpSpPr>
          <a:xfrm>
            <a:off x="4160615" y="1901497"/>
            <a:ext cx="739431" cy="731114"/>
            <a:chOff x="4710520" y="4148596"/>
            <a:chExt cx="413344" cy="413433"/>
          </a:xfrm>
        </p:grpSpPr>
        <p:sp>
          <p:nvSpPr>
            <p:cNvPr id="10022" name="Google Shape;10022;p38"/>
            <p:cNvSpPr/>
            <p:nvPr/>
          </p:nvSpPr>
          <p:spPr>
            <a:xfrm>
              <a:off x="4710520" y="4166316"/>
              <a:ext cx="395712" cy="395712"/>
            </a:xfrm>
            <a:custGeom>
              <a:rect b="b" l="l" r="r" t="t"/>
              <a:pathLst>
                <a:path extrusionOk="0" h="13354" w="13354">
                  <a:moveTo>
                    <a:pt x="6675" y="1"/>
                  </a:moveTo>
                  <a:cubicBezTo>
                    <a:pt x="4906" y="1"/>
                    <a:pt x="3301" y="688"/>
                    <a:pt x="2105" y="1810"/>
                  </a:cubicBezTo>
                  <a:lnTo>
                    <a:pt x="1549" y="2401"/>
                  </a:lnTo>
                  <a:cubicBezTo>
                    <a:pt x="582" y="3559"/>
                    <a:pt x="1" y="5049"/>
                    <a:pt x="1" y="6677"/>
                  </a:cubicBezTo>
                  <a:cubicBezTo>
                    <a:pt x="1" y="6943"/>
                    <a:pt x="16" y="7205"/>
                    <a:pt x="47" y="7463"/>
                  </a:cubicBezTo>
                  <a:lnTo>
                    <a:pt x="1720" y="11147"/>
                  </a:lnTo>
                  <a:cubicBezTo>
                    <a:pt x="2942" y="12503"/>
                    <a:pt x="4711" y="13353"/>
                    <a:pt x="6677" y="13353"/>
                  </a:cubicBezTo>
                  <a:cubicBezTo>
                    <a:pt x="10362" y="13353"/>
                    <a:pt x="13353" y="10365"/>
                    <a:pt x="13353" y="6677"/>
                  </a:cubicBezTo>
                  <a:cubicBezTo>
                    <a:pt x="13350" y="2991"/>
                    <a:pt x="10361" y="1"/>
                    <a:pt x="6675"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38"/>
            <p:cNvSpPr/>
            <p:nvPr/>
          </p:nvSpPr>
          <p:spPr>
            <a:xfrm>
              <a:off x="4991644" y="4410755"/>
              <a:ext cx="101254" cy="12297"/>
            </a:xfrm>
            <a:custGeom>
              <a:rect b="b" l="l" r="r" t="t"/>
              <a:pathLst>
                <a:path extrusionOk="0" h="415" w="3417">
                  <a:moveTo>
                    <a:pt x="206" y="1"/>
                  </a:moveTo>
                  <a:cubicBezTo>
                    <a:pt x="91" y="1"/>
                    <a:pt x="0" y="93"/>
                    <a:pt x="0" y="208"/>
                  </a:cubicBezTo>
                  <a:cubicBezTo>
                    <a:pt x="0" y="323"/>
                    <a:pt x="91" y="414"/>
                    <a:pt x="206" y="414"/>
                  </a:cubicBezTo>
                  <a:lnTo>
                    <a:pt x="3212" y="414"/>
                  </a:lnTo>
                  <a:cubicBezTo>
                    <a:pt x="3325" y="414"/>
                    <a:pt x="3417" y="323"/>
                    <a:pt x="3417" y="208"/>
                  </a:cubicBezTo>
                  <a:cubicBezTo>
                    <a:pt x="3417" y="93"/>
                    <a:pt x="3325" y="1"/>
                    <a:pt x="32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38"/>
            <p:cNvSpPr/>
            <p:nvPr/>
          </p:nvSpPr>
          <p:spPr>
            <a:xfrm>
              <a:off x="4870328" y="4410755"/>
              <a:ext cx="101314" cy="12297"/>
            </a:xfrm>
            <a:custGeom>
              <a:rect b="b" l="l" r="r" t="t"/>
              <a:pathLst>
                <a:path extrusionOk="0" h="415" w="3419">
                  <a:moveTo>
                    <a:pt x="205" y="1"/>
                  </a:moveTo>
                  <a:cubicBezTo>
                    <a:pt x="92" y="1"/>
                    <a:pt x="0" y="93"/>
                    <a:pt x="0" y="208"/>
                  </a:cubicBezTo>
                  <a:cubicBezTo>
                    <a:pt x="0" y="323"/>
                    <a:pt x="92" y="414"/>
                    <a:pt x="205" y="414"/>
                  </a:cubicBezTo>
                  <a:lnTo>
                    <a:pt x="3211" y="414"/>
                  </a:lnTo>
                  <a:cubicBezTo>
                    <a:pt x="3326" y="414"/>
                    <a:pt x="3418" y="323"/>
                    <a:pt x="3418" y="208"/>
                  </a:cubicBezTo>
                  <a:cubicBezTo>
                    <a:pt x="3418" y="93"/>
                    <a:pt x="3326" y="1"/>
                    <a:pt x="32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38"/>
            <p:cNvSpPr/>
            <p:nvPr/>
          </p:nvSpPr>
          <p:spPr>
            <a:xfrm>
              <a:off x="4986399" y="4336407"/>
              <a:ext cx="76333" cy="75207"/>
            </a:xfrm>
            <a:custGeom>
              <a:rect b="b" l="l" r="r" t="t"/>
              <a:pathLst>
                <a:path extrusionOk="0" h="2538" w="2576">
                  <a:moveTo>
                    <a:pt x="2351" y="1"/>
                  </a:moveTo>
                  <a:cubicBezTo>
                    <a:pt x="2298" y="1"/>
                    <a:pt x="2246" y="21"/>
                    <a:pt x="2206" y="60"/>
                  </a:cubicBezTo>
                  <a:lnTo>
                    <a:pt x="79" y="2187"/>
                  </a:lnTo>
                  <a:cubicBezTo>
                    <a:pt x="0" y="2267"/>
                    <a:pt x="0" y="2398"/>
                    <a:pt x="79" y="2477"/>
                  </a:cubicBezTo>
                  <a:cubicBezTo>
                    <a:pt x="120" y="2519"/>
                    <a:pt x="173" y="2538"/>
                    <a:pt x="226" y="2538"/>
                  </a:cubicBezTo>
                  <a:cubicBezTo>
                    <a:pt x="278" y="2538"/>
                    <a:pt x="330" y="2519"/>
                    <a:pt x="372" y="2477"/>
                  </a:cubicBezTo>
                  <a:lnTo>
                    <a:pt x="2497" y="352"/>
                  </a:lnTo>
                  <a:cubicBezTo>
                    <a:pt x="2576" y="270"/>
                    <a:pt x="2576" y="141"/>
                    <a:pt x="2497" y="60"/>
                  </a:cubicBezTo>
                  <a:cubicBezTo>
                    <a:pt x="2456" y="21"/>
                    <a:pt x="2403" y="1"/>
                    <a:pt x="23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38"/>
            <p:cNvSpPr/>
            <p:nvPr/>
          </p:nvSpPr>
          <p:spPr>
            <a:xfrm>
              <a:off x="4900583" y="4422193"/>
              <a:ext cx="76393" cy="75237"/>
            </a:xfrm>
            <a:custGeom>
              <a:rect b="b" l="l" r="r" t="t"/>
              <a:pathLst>
                <a:path extrusionOk="0" h="2539" w="2578">
                  <a:moveTo>
                    <a:pt x="2351" y="0"/>
                  </a:moveTo>
                  <a:cubicBezTo>
                    <a:pt x="2298" y="0"/>
                    <a:pt x="2246" y="21"/>
                    <a:pt x="2206" y="61"/>
                  </a:cubicBezTo>
                  <a:lnTo>
                    <a:pt x="81" y="2186"/>
                  </a:lnTo>
                  <a:cubicBezTo>
                    <a:pt x="0" y="2268"/>
                    <a:pt x="0" y="2397"/>
                    <a:pt x="81" y="2478"/>
                  </a:cubicBezTo>
                  <a:cubicBezTo>
                    <a:pt x="122" y="2519"/>
                    <a:pt x="174" y="2539"/>
                    <a:pt x="226" y="2539"/>
                  </a:cubicBezTo>
                  <a:cubicBezTo>
                    <a:pt x="279" y="2539"/>
                    <a:pt x="331" y="2517"/>
                    <a:pt x="372" y="2478"/>
                  </a:cubicBezTo>
                  <a:lnTo>
                    <a:pt x="2498" y="352"/>
                  </a:lnTo>
                  <a:cubicBezTo>
                    <a:pt x="2577" y="271"/>
                    <a:pt x="2577" y="140"/>
                    <a:pt x="2498" y="61"/>
                  </a:cubicBezTo>
                  <a:cubicBezTo>
                    <a:pt x="2457" y="21"/>
                    <a:pt x="2404" y="0"/>
                    <a:pt x="23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38"/>
            <p:cNvSpPr/>
            <p:nvPr/>
          </p:nvSpPr>
          <p:spPr>
            <a:xfrm>
              <a:off x="4975524" y="4305619"/>
              <a:ext cx="12238" cy="101314"/>
            </a:xfrm>
            <a:custGeom>
              <a:rect b="b" l="l" r="r" t="t"/>
              <a:pathLst>
                <a:path extrusionOk="0" h="3419" w="413">
                  <a:moveTo>
                    <a:pt x="205" y="0"/>
                  </a:moveTo>
                  <a:cubicBezTo>
                    <a:pt x="90" y="0"/>
                    <a:pt x="0" y="92"/>
                    <a:pt x="0" y="205"/>
                  </a:cubicBezTo>
                  <a:lnTo>
                    <a:pt x="0" y="3212"/>
                  </a:lnTo>
                  <a:cubicBezTo>
                    <a:pt x="0" y="3327"/>
                    <a:pt x="90" y="3418"/>
                    <a:pt x="205" y="3418"/>
                  </a:cubicBezTo>
                  <a:cubicBezTo>
                    <a:pt x="321" y="3418"/>
                    <a:pt x="412" y="3325"/>
                    <a:pt x="412" y="3212"/>
                  </a:cubicBezTo>
                  <a:lnTo>
                    <a:pt x="412" y="205"/>
                  </a:lnTo>
                  <a:cubicBezTo>
                    <a:pt x="412" y="90"/>
                    <a:pt x="321" y="0"/>
                    <a:pt x="2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38"/>
            <p:cNvSpPr/>
            <p:nvPr/>
          </p:nvSpPr>
          <p:spPr>
            <a:xfrm>
              <a:off x="4975524" y="4426875"/>
              <a:ext cx="12238" cy="101343"/>
            </a:xfrm>
            <a:custGeom>
              <a:rect b="b" l="l" r="r" t="t"/>
              <a:pathLst>
                <a:path extrusionOk="0" h="3420" w="413">
                  <a:moveTo>
                    <a:pt x="205" y="1"/>
                  </a:moveTo>
                  <a:cubicBezTo>
                    <a:pt x="90" y="1"/>
                    <a:pt x="0" y="93"/>
                    <a:pt x="0" y="208"/>
                  </a:cubicBezTo>
                  <a:lnTo>
                    <a:pt x="0" y="3214"/>
                  </a:lnTo>
                  <a:cubicBezTo>
                    <a:pt x="0" y="3329"/>
                    <a:pt x="90" y="3419"/>
                    <a:pt x="205" y="3419"/>
                  </a:cubicBezTo>
                  <a:cubicBezTo>
                    <a:pt x="321" y="3419"/>
                    <a:pt x="412" y="3329"/>
                    <a:pt x="412" y="3214"/>
                  </a:cubicBezTo>
                  <a:lnTo>
                    <a:pt x="412" y="208"/>
                  </a:lnTo>
                  <a:cubicBezTo>
                    <a:pt x="412" y="93"/>
                    <a:pt x="321" y="1"/>
                    <a:pt x="2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38"/>
            <p:cNvSpPr/>
            <p:nvPr/>
          </p:nvSpPr>
          <p:spPr>
            <a:xfrm>
              <a:off x="4900524" y="4336407"/>
              <a:ext cx="76393" cy="75207"/>
            </a:xfrm>
            <a:custGeom>
              <a:rect b="b" l="l" r="r" t="t"/>
              <a:pathLst>
                <a:path extrusionOk="0" h="2538" w="2578">
                  <a:moveTo>
                    <a:pt x="226" y="1"/>
                  </a:moveTo>
                  <a:cubicBezTo>
                    <a:pt x="173" y="1"/>
                    <a:pt x="120" y="21"/>
                    <a:pt x="80" y="60"/>
                  </a:cubicBezTo>
                  <a:cubicBezTo>
                    <a:pt x="1" y="143"/>
                    <a:pt x="1" y="272"/>
                    <a:pt x="80" y="352"/>
                  </a:cubicBezTo>
                  <a:lnTo>
                    <a:pt x="2206" y="2477"/>
                  </a:lnTo>
                  <a:cubicBezTo>
                    <a:pt x="2247" y="2519"/>
                    <a:pt x="2300" y="2538"/>
                    <a:pt x="2353" y="2538"/>
                  </a:cubicBezTo>
                  <a:cubicBezTo>
                    <a:pt x="2404" y="2538"/>
                    <a:pt x="2457" y="2519"/>
                    <a:pt x="2497" y="2477"/>
                  </a:cubicBezTo>
                  <a:cubicBezTo>
                    <a:pt x="2578" y="2396"/>
                    <a:pt x="2578" y="2266"/>
                    <a:pt x="2497" y="2187"/>
                  </a:cubicBezTo>
                  <a:lnTo>
                    <a:pt x="372" y="60"/>
                  </a:lnTo>
                  <a:cubicBezTo>
                    <a:pt x="331" y="21"/>
                    <a:pt x="278" y="1"/>
                    <a:pt x="2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38"/>
            <p:cNvSpPr/>
            <p:nvPr/>
          </p:nvSpPr>
          <p:spPr>
            <a:xfrm>
              <a:off x="4986340" y="4422193"/>
              <a:ext cx="76363" cy="75237"/>
            </a:xfrm>
            <a:custGeom>
              <a:rect b="b" l="l" r="r" t="t"/>
              <a:pathLst>
                <a:path extrusionOk="0" h="2539" w="2577">
                  <a:moveTo>
                    <a:pt x="225" y="0"/>
                  </a:moveTo>
                  <a:cubicBezTo>
                    <a:pt x="172" y="0"/>
                    <a:pt x="120" y="21"/>
                    <a:pt x="80" y="61"/>
                  </a:cubicBezTo>
                  <a:cubicBezTo>
                    <a:pt x="1" y="142"/>
                    <a:pt x="1" y="272"/>
                    <a:pt x="80" y="352"/>
                  </a:cubicBezTo>
                  <a:lnTo>
                    <a:pt x="2205" y="2478"/>
                  </a:lnTo>
                  <a:cubicBezTo>
                    <a:pt x="2247" y="2519"/>
                    <a:pt x="2298" y="2539"/>
                    <a:pt x="2351" y="2539"/>
                  </a:cubicBezTo>
                  <a:cubicBezTo>
                    <a:pt x="2404" y="2539"/>
                    <a:pt x="2457" y="2517"/>
                    <a:pt x="2497" y="2478"/>
                  </a:cubicBezTo>
                  <a:cubicBezTo>
                    <a:pt x="2576" y="2396"/>
                    <a:pt x="2576" y="2267"/>
                    <a:pt x="2497" y="2186"/>
                  </a:cubicBezTo>
                  <a:lnTo>
                    <a:pt x="371" y="61"/>
                  </a:lnTo>
                  <a:cubicBezTo>
                    <a:pt x="330" y="21"/>
                    <a:pt x="277"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38"/>
            <p:cNvSpPr/>
            <p:nvPr/>
          </p:nvSpPr>
          <p:spPr>
            <a:xfrm>
              <a:off x="4847571" y="4282861"/>
              <a:ext cx="268144" cy="268085"/>
            </a:xfrm>
            <a:custGeom>
              <a:rect b="b" l="l" r="r" t="t"/>
              <a:pathLst>
                <a:path extrusionOk="0" h="9047" w="9049">
                  <a:moveTo>
                    <a:pt x="4523" y="973"/>
                  </a:moveTo>
                  <a:cubicBezTo>
                    <a:pt x="6484" y="973"/>
                    <a:pt x="8074" y="2564"/>
                    <a:pt x="8074" y="4524"/>
                  </a:cubicBezTo>
                  <a:cubicBezTo>
                    <a:pt x="8074" y="6484"/>
                    <a:pt x="6484" y="8074"/>
                    <a:pt x="4523" y="8074"/>
                  </a:cubicBezTo>
                  <a:cubicBezTo>
                    <a:pt x="2563" y="8074"/>
                    <a:pt x="973" y="6484"/>
                    <a:pt x="973" y="4524"/>
                  </a:cubicBezTo>
                  <a:cubicBezTo>
                    <a:pt x="973" y="2564"/>
                    <a:pt x="2563" y="973"/>
                    <a:pt x="4523" y="973"/>
                  </a:cubicBezTo>
                  <a:close/>
                  <a:moveTo>
                    <a:pt x="4523" y="0"/>
                  </a:moveTo>
                  <a:cubicBezTo>
                    <a:pt x="2026" y="0"/>
                    <a:pt x="0" y="2026"/>
                    <a:pt x="0" y="4524"/>
                  </a:cubicBezTo>
                  <a:cubicBezTo>
                    <a:pt x="0" y="7023"/>
                    <a:pt x="2026" y="9047"/>
                    <a:pt x="4523" y="9047"/>
                  </a:cubicBezTo>
                  <a:cubicBezTo>
                    <a:pt x="7023" y="9047"/>
                    <a:pt x="9047" y="7023"/>
                    <a:pt x="9047" y="4524"/>
                  </a:cubicBezTo>
                  <a:cubicBezTo>
                    <a:pt x="9048" y="2026"/>
                    <a:pt x="7023" y="0"/>
                    <a:pt x="4523"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38"/>
            <p:cNvSpPr/>
            <p:nvPr/>
          </p:nvSpPr>
          <p:spPr>
            <a:xfrm>
              <a:off x="4839451" y="4274741"/>
              <a:ext cx="284413" cy="284413"/>
            </a:xfrm>
            <a:custGeom>
              <a:rect b="b" l="l" r="r" t="t"/>
              <a:pathLst>
                <a:path extrusionOk="0" h="9598" w="9598">
                  <a:moveTo>
                    <a:pt x="4797" y="548"/>
                  </a:moveTo>
                  <a:cubicBezTo>
                    <a:pt x="7142" y="548"/>
                    <a:pt x="9047" y="2455"/>
                    <a:pt x="9047" y="4798"/>
                  </a:cubicBezTo>
                  <a:cubicBezTo>
                    <a:pt x="9047" y="7140"/>
                    <a:pt x="7140" y="9047"/>
                    <a:pt x="4797" y="9047"/>
                  </a:cubicBezTo>
                  <a:cubicBezTo>
                    <a:pt x="2455" y="9047"/>
                    <a:pt x="548" y="7142"/>
                    <a:pt x="548" y="4798"/>
                  </a:cubicBezTo>
                  <a:cubicBezTo>
                    <a:pt x="548" y="2455"/>
                    <a:pt x="2455" y="548"/>
                    <a:pt x="4797" y="548"/>
                  </a:cubicBezTo>
                  <a:close/>
                  <a:moveTo>
                    <a:pt x="4797" y="1"/>
                  </a:moveTo>
                  <a:cubicBezTo>
                    <a:pt x="2153" y="1"/>
                    <a:pt x="1" y="2154"/>
                    <a:pt x="1" y="4799"/>
                  </a:cubicBezTo>
                  <a:cubicBezTo>
                    <a:pt x="1" y="7445"/>
                    <a:pt x="2152" y="9598"/>
                    <a:pt x="4797" y="9598"/>
                  </a:cubicBezTo>
                  <a:cubicBezTo>
                    <a:pt x="7445" y="9598"/>
                    <a:pt x="9598" y="7445"/>
                    <a:pt x="9594" y="4799"/>
                  </a:cubicBezTo>
                  <a:cubicBezTo>
                    <a:pt x="9594" y="2154"/>
                    <a:pt x="7442" y="1"/>
                    <a:pt x="4797"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38"/>
            <p:cNvSpPr/>
            <p:nvPr/>
          </p:nvSpPr>
          <p:spPr>
            <a:xfrm>
              <a:off x="4898361" y="4269259"/>
              <a:ext cx="87920" cy="142088"/>
            </a:xfrm>
            <a:custGeom>
              <a:rect b="b" l="l" r="r" t="t"/>
              <a:pathLst>
                <a:path extrusionOk="0" h="4795" w="2967">
                  <a:moveTo>
                    <a:pt x="994" y="0"/>
                  </a:moveTo>
                  <a:cubicBezTo>
                    <a:pt x="981" y="0"/>
                    <a:pt x="967" y="3"/>
                    <a:pt x="954" y="9"/>
                  </a:cubicBezTo>
                  <a:lnTo>
                    <a:pt x="304" y="281"/>
                  </a:lnTo>
                  <a:lnTo>
                    <a:pt x="1" y="568"/>
                  </a:lnTo>
                  <a:lnTo>
                    <a:pt x="402" y="980"/>
                  </a:lnTo>
                  <a:cubicBezTo>
                    <a:pt x="602" y="1184"/>
                    <a:pt x="767" y="1417"/>
                    <a:pt x="894" y="1673"/>
                  </a:cubicBezTo>
                  <a:lnTo>
                    <a:pt x="2290" y="4708"/>
                  </a:lnTo>
                  <a:cubicBezTo>
                    <a:pt x="2306" y="4740"/>
                    <a:pt x="2326" y="4770"/>
                    <a:pt x="2349" y="4795"/>
                  </a:cubicBezTo>
                  <a:cubicBezTo>
                    <a:pt x="2430" y="4608"/>
                    <a:pt x="2615" y="4477"/>
                    <a:pt x="2831" y="4477"/>
                  </a:cubicBezTo>
                  <a:cubicBezTo>
                    <a:pt x="2878" y="4477"/>
                    <a:pt x="2925" y="4485"/>
                    <a:pt x="2966" y="4498"/>
                  </a:cubicBezTo>
                  <a:cubicBezTo>
                    <a:pt x="2963" y="4470"/>
                    <a:pt x="2956" y="4440"/>
                    <a:pt x="2943" y="4415"/>
                  </a:cubicBezTo>
                  <a:lnTo>
                    <a:pt x="1089" y="63"/>
                  </a:lnTo>
                  <a:cubicBezTo>
                    <a:pt x="1072" y="23"/>
                    <a:pt x="1034" y="0"/>
                    <a:pt x="994"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38"/>
            <p:cNvSpPr/>
            <p:nvPr/>
          </p:nvSpPr>
          <p:spPr>
            <a:xfrm>
              <a:off x="4866802" y="4192156"/>
              <a:ext cx="39322" cy="24773"/>
            </a:xfrm>
            <a:custGeom>
              <a:rect b="b" l="l" r="r" t="t"/>
              <a:pathLst>
                <a:path extrusionOk="0" h="836" w="1327">
                  <a:moveTo>
                    <a:pt x="1122" y="1"/>
                  </a:moveTo>
                  <a:lnTo>
                    <a:pt x="24" y="164"/>
                  </a:lnTo>
                  <a:cubicBezTo>
                    <a:pt x="16" y="165"/>
                    <a:pt x="9" y="165"/>
                    <a:pt x="1" y="165"/>
                  </a:cubicBezTo>
                  <a:cubicBezTo>
                    <a:pt x="72" y="290"/>
                    <a:pt x="138" y="419"/>
                    <a:pt x="195" y="552"/>
                  </a:cubicBezTo>
                  <a:lnTo>
                    <a:pt x="307" y="835"/>
                  </a:lnTo>
                  <a:cubicBezTo>
                    <a:pt x="455" y="812"/>
                    <a:pt x="601" y="778"/>
                    <a:pt x="742" y="737"/>
                  </a:cubicBezTo>
                  <a:lnTo>
                    <a:pt x="1322" y="566"/>
                  </a:lnTo>
                  <a:cubicBezTo>
                    <a:pt x="1324" y="566"/>
                    <a:pt x="1325" y="566"/>
                    <a:pt x="1327" y="565"/>
                  </a:cubicBezTo>
                  <a:lnTo>
                    <a:pt x="1122" y="1"/>
                  </a:lnTo>
                  <a:close/>
                </a:path>
              </a:pathLst>
            </a:custGeom>
            <a:solidFill>
              <a:srgbClr val="2123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38"/>
            <p:cNvSpPr/>
            <p:nvPr/>
          </p:nvSpPr>
          <p:spPr>
            <a:xfrm>
              <a:off x="4756391" y="4207268"/>
              <a:ext cx="173172" cy="213058"/>
            </a:xfrm>
            <a:custGeom>
              <a:rect b="b" l="l" r="r" t="t"/>
              <a:pathLst>
                <a:path extrusionOk="0" h="7190" w="5844">
                  <a:moveTo>
                    <a:pt x="5041" y="1"/>
                  </a:moveTo>
                  <a:cubicBezTo>
                    <a:pt x="5034" y="1"/>
                    <a:pt x="5027" y="2"/>
                    <a:pt x="5020" y="4"/>
                  </a:cubicBezTo>
                  <a:lnTo>
                    <a:pt x="4442" y="175"/>
                  </a:lnTo>
                  <a:cubicBezTo>
                    <a:pt x="4182" y="251"/>
                    <a:pt x="3915" y="297"/>
                    <a:pt x="3645" y="311"/>
                  </a:cubicBezTo>
                  <a:lnTo>
                    <a:pt x="557" y="430"/>
                  </a:lnTo>
                  <a:cubicBezTo>
                    <a:pt x="362" y="614"/>
                    <a:pt x="175" y="812"/>
                    <a:pt x="1" y="1020"/>
                  </a:cubicBezTo>
                  <a:cubicBezTo>
                    <a:pt x="1530" y="983"/>
                    <a:pt x="3317" y="941"/>
                    <a:pt x="3575" y="941"/>
                  </a:cubicBezTo>
                  <a:cubicBezTo>
                    <a:pt x="3589" y="941"/>
                    <a:pt x="3599" y="941"/>
                    <a:pt x="3613" y="942"/>
                  </a:cubicBezTo>
                  <a:cubicBezTo>
                    <a:pt x="4072" y="966"/>
                    <a:pt x="4304" y="1515"/>
                    <a:pt x="4011" y="1869"/>
                  </a:cubicBezTo>
                  <a:lnTo>
                    <a:pt x="77" y="6706"/>
                  </a:lnTo>
                  <a:lnTo>
                    <a:pt x="77" y="6742"/>
                  </a:lnTo>
                  <a:cubicBezTo>
                    <a:pt x="245" y="6862"/>
                    <a:pt x="386" y="7012"/>
                    <a:pt x="491" y="7190"/>
                  </a:cubicBezTo>
                  <a:lnTo>
                    <a:pt x="4807" y="2677"/>
                  </a:lnTo>
                  <a:cubicBezTo>
                    <a:pt x="4997" y="2480"/>
                    <a:pt x="5232" y="2327"/>
                    <a:pt x="5493" y="2237"/>
                  </a:cubicBezTo>
                  <a:lnTo>
                    <a:pt x="5780" y="2136"/>
                  </a:lnTo>
                  <a:cubicBezTo>
                    <a:pt x="5822" y="2121"/>
                    <a:pt x="5844" y="2074"/>
                    <a:pt x="5828" y="2031"/>
                  </a:cubicBezTo>
                  <a:lnTo>
                    <a:pt x="5120" y="55"/>
                  </a:lnTo>
                  <a:cubicBezTo>
                    <a:pt x="5107" y="21"/>
                    <a:pt x="5075" y="1"/>
                    <a:pt x="5041"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38"/>
            <p:cNvSpPr/>
            <p:nvPr/>
          </p:nvSpPr>
          <p:spPr>
            <a:xfrm>
              <a:off x="4711824" y="4382841"/>
              <a:ext cx="83060" cy="113818"/>
            </a:xfrm>
            <a:custGeom>
              <a:rect b="b" l="l" r="r" t="t"/>
              <a:pathLst>
                <a:path extrusionOk="0" h="3841" w="2803">
                  <a:moveTo>
                    <a:pt x="779" y="1"/>
                  </a:moveTo>
                  <a:cubicBezTo>
                    <a:pt x="502" y="1"/>
                    <a:pt x="241" y="55"/>
                    <a:pt x="0" y="156"/>
                  </a:cubicBezTo>
                  <a:cubicBezTo>
                    <a:pt x="165" y="1566"/>
                    <a:pt x="770" y="2842"/>
                    <a:pt x="1673" y="3840"/>
                  </a:cubicBezTo>
                  <a:cubicBezTo>
                    <a:pt x="2341" y="3511"/>
                    <a:pt x="2803" y="2821"/>
                    <a:pt x="2803" y="2025"/>
                  </a:cubicBezTo>
                  <a:cubicBezTo>
                    <a:pt x="2803" y="907"/>
                    <a:pt x="1898" y="1"/>
                    <a:pt x="77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38"/>
            <p:cNvSpPr/>
            <p:nvPr/>
          </p:nvSpPr>
          <p:spPr>
            <a:xfrm>
              <a:off x="4944647" y="4148596"/>
              <a:ext cx="36241" cy="35678"/>
            </a:xfrm>
            <a:custGeom>
              <a:rect b="b" l="l" r="r" t="t"/>
              <a:pathLst>
                <a:path extrusionOk="0" h="1204" w="1223">
                  <a:moveTo>
                    <a:pt x="881" y="0"/>
                  </a:moveTo>
                  <a:cubicBezTo>
                    <a:pt x="747" y="0"/>
                    <a:pt x="630" y="86"/>
                    <a:pt x="592" y="212"/>
                  </a:cubicBezTo>
                  <a:cubicBezTo>
                    <a:pt x="514" y="480"/>
                    <a:pt x="229" y="678"/>
                    <a:pt x="1" y="801"/>
                  </a:cubicBezTo>
                  <a:cubicBezTo>
                    <a:pt x="187" y="888"/>
                    <a:pt x="347" y="1026"/>
                    <a:pt x="467" y="1203"/>
                  </a:cubicBezTo>
                  <a:lnTo>
                    <a:pt x="721" y="1026"/>
                  </a:lnTo>
                  <a:cubicBezTo>
                    <a:pt x="944" y="871"/>
                    <a:pt x="1106" y="642"/>
                    <a:pt x="1174" y="378"/>
                  </a:cubicBezTo>
                  <a:cubicBezTo>
                    <a:pt x="1223" y="191"/>
                    <a:pt x="1083" y="5"/>
                    <a:pt x="888" y="0"/>
                  </a:cubicBezTo>
                  <a:cubicBezTo>
                    <a:pt x="886" y="0"/>
                    <a:pt x="884" y="0"/>
                    <a:pt x="881"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38"/>
            <p:cNvSpPr/>
            <p:nvPr/>
          </p:nvSpPr>
          <p:spPr>
            <a:xfrm>
              <a:off x="4966753" y="4158849"/>
              <a:ext cx="29840" cy="70792"/>
            </a:xfrm>
            <a:custGeom>
              <a:rect b="b" l="l" r="r" t="t"/>
              <a:pathLst>
                <a:path extrusionOk="0" h="2389" w="1007">
                  <a:moveTo>
                    <a:pt x="232" y="1"/>
                  </a:moveTo>
                  <a:cubicBezTo>
                    <a:pt x="191" y="1"/>
                    <a:pt x="149" y="13"/>
                    <a:pt x="113" y="40"/>
                  </a:cubicBezTo>
                  <a:cubicBezTo>
                    <a:pt x="21" y="105"/>
                    <a:pt x="1" y="236"/>
                    <a:pt x="66" y="327"/>
                  </a:cubicBezTo>
                  <a:lnTo>
                    <a:pt x="430" y="832"/>
                  </a:lnTo>
                  <a:lnTo>
                    <a:pt x="430" y="842"/>
                  </a:lnTo>
                  <a:cubicBezTo>
                    <a:pt x="357" y="1109"/>
                    <a:pt x="229" y="1785"/>
                    <a:pt x="607" y="2303"/>
                  </a:cubicBezTo>
                  <a:cubicBezTo>
                    <a:pt x="648" y="2359"/>
                    <a:pt x="710" y="2388"/>
                    <a:pt x="774" y="2388"/>
                  </a:cubicBezTo>
                  <a:cubicBezTo>
                    <a:pt x="817" y="2388"/>
                    <a:pt x="857" y="2376"/>
                    <a:pt x="896" y="2345"/>
                  </a:cubicBezTo>
                  <a:cubicBezTo>
                    <a:pt x="986" y="2278"/>
                    <a:pt x="1007" y="2149"/>
                    <a:pt x="940" y="2057"/>
                  </a:cubicBezTo>
                  <a:cubicBezTo>
                    <a:pt x="660" y="1673"/>
                    <a:pt x="783" y="1109"/>
                    <a:pt x="828" y="946"/>
                  </a:cubicBezTo>
                  <a:cubicBezTo>
                    <a:pt x="859" y="834"/>
                    <a:pt x="842" y="711"/>
                    <a:pt x="780" y="612"/>
                  </a:cubicBezTo>
                  <a:cubicBezTo>
                    <a:pt x="778" y="609"/>
                    <a:pt x="775" y="604"/>
                    <a:pt x="772" y="601"/>
                  </a:cubicBezTo>
                  <a:lnTo>
                    <a:pt x="400" y="86"/>
                  </a:lnTo>
                  <a:cubicBezTo>
                    <a:pt x="360" y="31"/>
                    <a:pt x="297" y="1"/>
                    <a:pt x="232" y="1"/>
                  </a:cubicBezTo>
                  <a:close/>
                </a:path>
              </a:pathLst>
            </a:custGeom>
            <a:solidFill>
              <a:srgbClr val="2123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38"/>
            <p:cNvSpPr/>
            <p:nvPr/>
          </p:nvSpPr>
          <p:spPr>
            <a:xfrm>
              <a:off x="4854890" y="4166020"/>
              <a:ext cx="63532" cy="32714"/>
            </a:xfrm>
            <a:custGeom>
              <a:rect b="b" l="l" r="r" t="t"/>
              <a:pathLst>
                <a:path extrusionOk="0" h="1104" w="2144">
                  <a:moveTo>
                    <a:pt x="1794" y="1"/>
                  </a:moveTo>
                  <a:cubicBezTo>
                    <a:pt x="1778" y="1"/>
                    <a:pt x="1762" y="2"/>
                    <a:pt x="1746" y="4"/>
                  </a:cubicBezTo>
                  <a:lnTo>
                    <a:pt x="296" y="220"/>
                  </a:lnTo>
                  <a:cubicBezTo>
                    <a:pt x="120" y="245"/>
                    <a:pt x="0" y="412"/>
                    <a:pt x="25" y="584"/>
                  </a:cubicBezTo>
                  <a:lnTo>
                    <a:pt x="62" y="831"/>
                  </a:lnTo>
                  <a:cubicBezTo>
                    <a:pt x="85" y="990"/>
                    <a:pt x="224" y="1104"/>
                    <a:pt x="379" y="1104"/>
                  </a:cubicBezTo>
                  <a:cubicBezTo>
                    <a:pt x="394" y="1104"/>
                    <a:pt x="409" y="1102"/>
                    <a:pt x="425" y="1100"/>
                  </a:cubicBezTo>
                  <a:lnTo>
                    <a:pt x="1876" y="884"/>
                  </a:lnTo>
                  <a:cubicBezTo>
                    <a:pt x="2013" y="864"/>
                    <a:pt x="2116" y="763"/>
                    <a:pt x="2144" y="639"/>
                  </a:cubicBezTo>
                  <a:lnTo>
                    <a:pt x="2144" y="639"/>
                  </a:lnTo>
                  <a:lnTo>
                    <a:pt x="1936" y="670"/>
                  </a:lnTo>
                  <a:cubicBezTo>
                    <a:pt x="1924" y="671"/>
                    <a:pt x="1913" y="672"/>
                    <a:pt x="1901" y="672"/>
                  </a:cubicBezTo>
                  <a:cubicBezTo>
                    <a:pt x="1784" y="672"/>
                    <a:pt x="1679" y="587"/>
                    <a:pt x="1662" y="468"/>
                  </a:cubicBezTo>
                  <a:cubicBezTo>
                    <a:pt x="1642" y="337"/>
                    <a:pt x="1733" y="213"/>
                    <a:pt x="1862" y="194"/>
                  </a:cubicBezTo>
                  <a:lnTo>
                    <a:pt x="2071" y="163"/>
                  </a:lnTo>
                  <a:cubicBezTo>
                    <a:pt x="2015" y="64"/>
                    <a:pt x="1910" y="1"/>
                    <a:pt x="179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38"/>
            <p:cNvSpPr/>
            <p:nvPr/>
          </p:nvSpPr>
          <p:spPr>
            <a:xfrm>
              <a:off x="4964056" y="4400739"/>
              <a:ext cx="35500" cy="32329"/>
            </a:xfrm>
            <a:custGeom>
              <a:rect b="b" l="l" r="r" t="t"/>
              <a:pathLst>
                <a:path extrusionOk="0" h="1091" w="1198">
                  <a:moveTo>
                    <a:pt x="596" y="1"/>
                  </a:moveTo>
                  <a:cubicBezTo>
                    <a:pt x="349" y="1"/>
                    <a:pt x="126" y="170"/>
                    <a:pt x="69" y="421"/>
                  </a:cubicBezTo>
                  <a:cubicBezTo>
                    <a:pt x="0" y="715"/>
                    <a:pt x="181" y="1009"/>
                    <a:pt x="474" y="1076"/>
                  </a:cubicBezTo>
                  <a:cubicBezTo>
                    <a:pt x="516" y="1085"/>
                    <a:pt x="558" y="1090"/>
                    <a:pt x="599" y="1090"/>
                  </a:cubicBezTo>
                  <a:cubicBezTo>
                    <a:pt x="846" y="1090"/>
                    <a:pt x="1070" y="922"/>
                    <a:pt x="1129" y="670"/>
                  </a:cubicBezTo>
                  <a:cubicBezTo>
                    <a:pt x="1197" y="376"/>
                    <a:pt x="1017" y="84"/>
                    <a:pt x="723" y="16"/>
                  </a:cubicBezTo>
                  <a:cubicBezTo>
                    <a:pt x="681" y="5"/>
                    <a:pt x="638" y="1"/>
                    <a:pt x="59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38"/>
            <p:cNvSpPr/>
            <p:nvPr/>
          </p:nvSpPr>
          <p:spPr>
            <a:xfrm>
              <a:off x="4715262" y="4402428"/>
              <a:ext cx="60065" cy="78467"/>
            </a:xfrm>
            <a:custGeom>
              <a:rect b="b" l="l" r="r" t="t"/>
              <a:pathLst>
                <a:path extrusionOk="0" h="2648" w="2027">
                  <a:moveTo>
                    <a:pt x="663" y="1"/>
                  </a:moveTo>
                  <a:cubicBezTo>
                    <a:pt x="422" y="1"/>
                    <a:pt x="197" y="63"/>
                    <a:pt x="1" y="175"/>
                  </a:cubicBezTo>
                  <a:cubicBezTo>
                    <a:pt x="204" y="1084"/>
                    <a:pt x="593" y="1920"/>
                    <a:pt x="1123" y="2648"/>
                  </a:cubicBezTo>
                  <a:cubicBezTo>
                    <a:pt x="1650" y="2460"/>
                    <a:pt x="2025" y="1956"/>
                    <a:pt x="2025" y="1365"/>
                  </a:cubicBezTo>
                  <a:cubicBezTo>
                    <a:pt x="2026" y="611"/>
                    <a:pt x="1417" y="1"/>
                    <a:pt x="663"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38"/>
            <p:cNvSpPr/>
            <p:nvPr/>
          </p:nvSpPr>
          <p:spPr>
            <a:xfrm>
              <a:off x="4897205" y="4168213"/>
              <a:ext cx="68718" cy="84956"/>
            </a:xfrm>
            <a:custGeom>
              <a:rect b="b" l="l" r="r" t="t"/>
              <a:pathLst>
                <a:path extrusionOk="0" h="2867" w="2319">
                  <a:moveTo>
                    <a:pt x="1142" y="0"/>
                  </a:moveTo>
                  <a:cubicBezTo>
                    <a:pt x="1087" y="0"/>
                    <a:pt x="1030" y="4"/>
                    <a:pt x="974" y="13"/>
                  </a:cubicBezTo>
                  <a:lnTo>
                    <a:pt x="436" y="92"/>
                  </a:lnTo>
                  <a:cubicBezTo>
                    <a:pt x="290" y="114"/>
                    <a:pt x="189" y="249"/>
                    <a:pt x="211" y="395"/>
                  </a:cubicBezTo>
                  <a:cubicBezTo>
                    <a:pt x="229" y="528"/>
                    <a:pt x="344" y="624"/>
                    <a:pt x="474" y="624"/>
                  </a:cubicBezTo>
                  <a:cubicBezTo>
                    <a:pt x="487" y="624"/>
                    <a:pt x="500" y="623"/>
                    <a:pt x="514" y="621"/>
                  </a:cubicBezTo>
                  <a:lnTo>
                    <a:pt x="1052" y="541"/>
                  </a:lnTo>
                  <a:cubicBezTo>
                    <a:pt x="1081" y="537"/>
                    <a:pt x="1111" y="535"/>
                    <a:pt x="1141" y="535"/>
                  </a:cubicBezTo>
                  <a:cubicBezTo>
                    <a:pt x="1346" y="535"/>
                    <a:pt x="1540" y="640"/>
                    <a:pt x="1652" y="816"/>
                  </a:cubicBezTo>
                  <a:cubicBezTo>
                    <a:pt x="1739" y="953"/>
                    <a:pt x="1767" y="1116"/>
                    <a:pt x="1729" y="1275"/>
                  </a:cubicBezTo>
                  <a:cubicBezTo>
                    <a:pt x="1565" y="1992"/>
                    <a:pt x="1171" y="2197"/>
                    <a:pt x="873" y="2240"/>
                  </a:cubicBezTo>
                  <a:lnTo>
                    <a:pt x="246" y="2334"/>
                  </a:lnTo>
                  <a:cubicBezTo>
                    <a:pt x="102" y="2355"/>
                    <a:pt x="1" y="2492"/>
                    <a:pt x="21" y="2638"/>
                  </a:cubicBezTo>
                  <a:cubicBezTo>
                    <a:pt x="41" y="2770"/>
                    <a:pt x="157" y="2866"/>
                    <a:pt x="287" y="2866"/>
                  </a:cubicBezTo>
                  <a:cubicBezTo>
                    <a:pt x="299" y="2866"/>
                    <a:pt x="312" y="2865"/>
                    <a:pt x="324" y="2864"/>
                  </a:cubicBezTo>
                  <a:lnTo>
                    <a:pt x="951" y="2770"/>
                  </a:lnTo>
                  <a:cubicBezTo>
                    <a:pt x="1607" y="2671"/>
                    <a:pt x="2068" y="2183"/>
                    <a:pt x="2250" y="1393"/>
                  </a:cubicBezTo>
                  <a:cubicBezTo>
                    <a:pt x="2318" y="1095"/>
                    <a:pt x="2267" y="790"/>
                    <a:pt x="2104" y="530"/>
                  </a:cubicBezTo>
                  <a:cubicBezTo>
                    <a:pt x="1893" y="198"/>
                    <a:pt x="1529" y="0"/>
                    <a:pt x="114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3" name="Google Shape;10043;p38"/>
          <p:cNvGrpSpPr/>
          <p:nvPr/>
        </p:nvGrpSpPr>
        <p:grpSpPr>
          <a:xfrm>
            <a:off x="7142712" y="1901448"/>
            <a:ext cx="726655" cy="731062"/>
            <a:chOff x="7354451" y="1330841"/>
            <a:chExt cx="406202" cy="413403"/>
          </a:xfrm>
        </p:grpSpPr>
        <p:sp>
          <p:nvSpPr>
            <p:cNvPr id="10044" name="Google Shape;10044;p38"/>
            <p:cNvSpPr/>
            <p:nvPr/>
          </p:nvSpPr>
          <p:spPr>
            <a:xfrm>
              <a:off x="7365089" y="1330841"/>
              <a:ext cx="395416" cy="194271"/>
            </a:xfrm>
            <a:custGeom>
              <a:rect b="b" l="l" r="r" t="t"/>
              <a:pathLst>
                <a:path extrusionOk="0" h="6556" w="13344">
                  <a:moveTo>
                    <a:pt x="6673" y="1"/>
                  </a:moveTo>
                  <a:cubicBezTo>
                    <a:pt x="3058" y="1"/>
                    <a:pt x="111" y="2876"/>
                    <a:pt x="0" y="6467"/>
                  </a:cubicBezTo>
                  <a:cubicBezTo>
                    <a:pt x="159" y="6354"/>
                    <a:pt x="378" y="6262"/>
                    <a:pt x="572" y="6246"/>
                  </a:cubicBezTo>
                  <a:cubicBezTo>
                    <a:pt x="601" y="6244"/>
                    <a:pt x="630" y="6243"/>
                    <a:pt x="658" y="6243"/>
                  </a:cubicBezTo>
                  <a:cubicBezTo>
                    <a:pt x="905" y="6243"/>
                    <a:pt x="1132" y="6332"/>
                    <a:pt x="1309" y="6479"/>
                  </a:cubicBezTo>
                  <a:cubicBezTo>
                    <a:pt x="1370" y="6530"/>
                    <a:pt x="1445" y="6556"/>
                    <a:pt x="1520" y="6556"/>
                  </a:cubicBezTo>
                  <a:cubicBezTo>
                    <a:pt x="1595" y="6556"/>
                    <a:pt x="1669" y="6531"/>
                    <a:pt x="1730" y="6479"/>
                  </a:cubicBezTo>
                  <a:cubicBezTo>
                    <a:pt x="1908" y="6332"/>
                    <a:pt x="2135" y="6242"/>
                    <a:pt x="2383" y="6242"/>
                  </a:cubicBezTo>
                  <a:cubicBezTo>
                    <a:pt x="2632" y="6242"/>
                    <a:pt x="2859" y="6332"/>
                    <a:pt x="3036" y="6479"/>
                  </a:cubicBezTo>
                  <a:cubicBezTo>
                    <a:pt x="3098" y="6530"/>
                    <a:pt x="3172" y="6555"/>
                    <a:pt x="3247" y="6555"/>
                  </a:cubicBezTo>
                  <a:cubicBezTo>
                    <a:pt x="3321" y="6555"/>
                    <a:pt x="3395" y="6530"/>
                    <a:pt x="3456" y="6479"/>
                  </a:cubicBezTo>
                  <a:cubicBezTo>
                    <a:pt x="3633" y="6332"/>
                    <a:pt x="3860" y="6242"/>
                    <a:pt x="4109" y="6242"/>
                  </a:cubicBezTo>
                  <a:cubicBezTo>
                    <a:pt x="4357" y="6242"/>
                    <a:pt x="4584" y="6332"/>
                    <a:pt x="4762" y="6479"/>
                  </a:cubicBezTo>
                  <a:cubicBezTo>
                    <a:pt x="4823" y="6530"/>
                    <a:pt x="4898" y="6555"/>
                    <a:pt x="4972" y="6555"/>
                  </a:cubicBezTo>
                  <a:cubicBezTo>
                    <a:pt x="5046" y="6555"/>
                    <a:pt x="5121" y="6530"/>
                    <a:pt x="5181" y="6479"/>
                  </a:cubicBezTo>
                  <a:cubicBezTo>
                    <a:pt x="5358" y="6332"/>
                    <a:pt x="5585" y="6242"/>
                    <a:pt x="5834" y="6242"/>
                  </a:cubicBezTo>
                  <a:cubicBezTo>
                    <a:pt x="6083" y="6242"/>
                    <a:pt x="6310" y="6332"/>
                    <a:pt x="6487" y="6479"/>
                  </a:cubicBezTo>
                  <a:cubicBezTo>
                    <a:pt x="6548" y="6530"/>
                    <a:pt x="6623" y="6555"/>
                    <a:pt x="6697" y="6555"/>
                  </a:cubicBezTo>
                  <a:cubicBezTo>
                    <a:pt x="6772" y="6555"/>
                    <a:pt x="6846" y="6530"/>
                    <a:pt x="6907" y="6479"/>
                  </a:cubicBezTo>
                  <a:cubicBezTo>
                    <a:pt x="7084" y="6332"/>
                    <a:pt x="7311" y="6242"/>
                    <a:pt x="7559" y="6242"/>
                  </a:cubicBezTo>
                  <a:cubicBezTo>
                    <a:pt x="7808" y="6242"/>
                    <a:pt x="8035" y="6332"/>
                    <a:pt x="8212" y="6479"/>
                  </a:cubicBezTo>
                  <a:cubicBezTo>
                    <a:pt x="8274" y="6530"/>
                    <a:pt x="8348" y="6555"/>
                    <a:pt x="8423" y="6555"/>
                  </a:cubicBezTo>
                  <a:cubicBezTo>
                    <a:pt x="8497" y="6555"/>
                    <a:pt x="8571" y="6530"/>
                    <a:pt x="8632" y="6479"/>
                  </a:cubicBezTo>
                  <a:cubicBezTo>
                    <a:pt x="8809" y="6332"/>
                    <a:pt x="9036" y="6242"/>
                    <a:pt x="9285" y="6242"/>
                  </a:cubicBezTo>
                  <a:cubicBezTo>
                    <a:pt x="9534" y="6242"/>
                    <a:pt x="9761" y="6332"/>
                    <a:pt x="9938" y="6479"/>
                  </a:cubicBezTo>
                  <a:cubicBezTo>
                    <a:pt x="9999" y="6530"/>
                    <a:pt x="10074" y="6555"/>
                    <a:pt x="10148" y="6555"/>
                  </a:cubicBezTo>
                  <a:cubicBezTo>
                    <a:pt x="10223" y="6555"/>
                    <a:pt x="10297" y="6530"/>
                    <a:pt x="10357" y="6479"/>
                  </a:cubicBezTo>
                  <a:cubicBezTo>
                    <a:pt x="10535" y="6332"/>
                    <a:pt x="10762" y="6242"/>
                    <a:pt x="11010" y="6242"/>
                  </a:cubicBezTo>
                  <a:cubicBezTo>
                    <a:pt x="11259" y="6242"/>
                    <a:pt x="11486" y="6332"/>
                    <a:pt x="11663" y="6479"/>
                  </a:cubicBezTo>
                  <a:cubicBezTo>
                    <a:pt x="11725" y="6530"/>
                    <a:pt x="11799" y="6555"/>
                    <a:pt x="11874" y="6555"/>
                  </a:cubicBezTo>
                  <a:cubicBezTo>
                    <a:pt x="11948" y="6555"/>
                    <a:pt x="12023" y="6530"/>
                    <a:pt x="12084" y="6479"/>
                  </a:cubicBezTo>
                  <a:cubicBezTo>
                    <a:pt x="12261" y="6332"/>
                    <a:pt x="12491" y="6243"/>
                    <a:pt x="12740" y="6243"/>
                  </a:cubicBezTo>
                  <a:cubicBezTo>
                    <a:pt x="12767" y="6243"/>
                    <a:pt x="12794" y="6244"/>
                    <a:pt x="12821" y="6246"/>
                  </a:cubicBezTo>
                  <a:cubicBezTo>
                    <a:pt x="12994" y="6260"/>
                    <a:pt x="13196" y="6340"/>
                    <a:pt x="13343" y="6433"/>
                  </a:cubicBezTo>
                  <a:cubicBezTo>
                    <a:pt x="13280" y="4641"/>
                    <a:pt x="12509" y="3029"/>
                    <a:pt x="11301" y="1866"/>
                  </a:cubicBezTo>
                  <a:lnTo>
                    <a:pt x="7280" y="29"/>
                  </a:lnTo>
                  <a:cubicBezTo>
                    <a:pt x="7079" y="12"/>
                    <a:pt x="6877" y="1"/>
                    <a:pt x="66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38"/>
            <p:cNvSpPr/>
            <p:nvPr/>
          </p:nvSpPr>
          <p:spPr>
            <a:xfrm>
              <a:off x="7365000" y="1514178"/>
              <a:ext cx="395653" cy="61369"/>
            </a:xfrm>
            <a:custGeom>
              <a:rect b="b" l="l" r="r" t="t"/>
              <a:pathLst>
                <a:path extrusionOk="0" h="2071" w="13352">
                  <a:moveTo>
                    <a:pt x="2386" y="0"/>
                  </a:moveTo>
                  <a:cubicBezTo>
                    <a:pt x="2138" y="0"/>
                    <a:pt x="1909" y="90"/>
                    <a:pt x="1733" y="238"/>
                  </a:cubicBezTo>
                  <a:cubicBezTo>
                    <a:pt x="1672" y="289"/>
                    <a:pt x="1598" y="314"/>
                    <a:pt x="1523" y="314"/>
                  </a:cubicBezTo>
                  <a:cubicBezTo>
                    <a:pt x="1448" y="314"/>
                    <a:pt x="1372" y="289"/>
                    <a:pt x="1311" y="238"/>
                  </a:cubicBezTo>
                  <a:cubicBezTo>
                    <a:pt x="1134" y="91"/>
                    <a:pt x="905" y="2"/>
                    <a:pt x="657" y="2"/>
                  </a:cubicBezTo>
                  <a:cubicBezTo>
                    <a:pt x="630" y="2"/>
                    <a:pt x="603" y="3"/>
                    <a:pt x="575" y="5"/>
                  </a:cubicBezTo>
                  <a:cubicBezTo>
                    <a:pt x="359" y="22"/>
                    <a:pt x="163" y="107"/>
                    <a:pt x="5" y="240"/>
                  </a:cubicBezTo>
                  <a:cubicBezTo>
                    <a:pt x="2" y="323"/>
                    <a:pt x="0" y="406"/>
                    <a:pt x="0" y="490"/>
                  </a:cubicBezTo>
                  <a:cubicBezTo>
                    <a:pt x="0" y="1034"/>
                    <a:pt x="66" y="1565"/>
                    <a:pt x="188" y="2071"/>
                  </a:cubicBezTo>
                  <a:lnTo>
                    <a:pt x="13161" y="2071"/>
                  </a:lnTo>
                  <a:cubicBezTo>
                    <a:pt x="13284" y="1562"/>
                    <a:pt x="13351" y="1034"/>
                    <a:pt x="13351" y="490"/>
                  </a:cubicBezTo>
                  <a:cubicBezTo>
                    <a:pt x="13351" y="393"/>
                    <a:pt x="13348" y="296"/>
                    <a:pt x="13345" y="201"/>
                  </a:cubicBezTo>
                  <a:cubicBezTo>
                    <a:pt x="13197" y="90"/>
                    <a:pt x="13018" y="20"/>
                    <a:pt x="12824" y="5"/>
                  </a:cubicBezTo>
                  <a:cubicBezTo>
                    <a:pt x="12795" y="2"/>
                    <a:pt x="12767" y="1"/>
                    <a:pt x="12738" y="1"/>
                  </a:cubicBezTo>
                  <a:cubicBezTo>
                    <a:pt x="12491" y="1"/>
                    <a:pt x="12263" y="90"/>
                    <a:pt x="12087" y="238"/>
                  </a:cubicBezTo>
                  <a:cubicBezTo>
                    <a:pt x="12026" y="289"/>
                    <a:pt x="11951" y="314"/>
                    <a:pt x="11876" y="314"/>
                  </a:cubicBezTo>
                  <a:cubicBezTo>
                    <a:pt x="11802" y="314"/>
                    <a:pt x="11727" y="289"/>
                    <a:pt x="11666" y="238"/>
                  </a:cubicBezTo>
                  <a:cubicBezTo>
                    <a:pt x="11489" y="90"/>
                    <a:pt x="11262" y="0"/>
                    <a:pt x="11013" y="0"/>
                  </a:cubicBezTo>
                  <a:cubicBezTo>
                    <a:pt x="10765" y="0"/>
                    <a:pt x="10538" y="90"/>
                    <a:pt x="10360" y="238"/>
                  </a:cubicBezTo>
                  <a:cubicBezTo>
                    <a:pt x="10299" y="289"/>
                    <a:pt x="10224" y="314"/>
                    <a:pt x="10149" y="314"/>
                  </a:cubicBezTo>
                  <a:cubicBezTo>
                    <a:pt x="10075" y="314"/>
                    <a:pt x="10001" y="289"/>
                    <a:pt x="9941" y="238"/>
                  </a:cubicBezTo>
                  <a:cubicBezTo>
                    <a:pt x="9764" y="90"/>
                    <a:pt x="9537" y="0"/>
                    <a:pt x="9288" y="0"/>
                  </a:cubicBezTo>
                  <a:cubicBezTo>
                    <a:pt x="9039" y="0"/>
                    <a:pt x="8812" y="90"/>
                    <a:pt x="8635" y="238"/>
                  </a:cubicBezTo>
                  <a:cubicBezTo>
                    <a:pt x="8574" y="289"/>
                    <a:pt x="8499" y="314"/>
                    <a:pt x="8424" y="314"/>
                  </a:cubicBezTo>
                  <a:cubicBezTo>
                    <a:pt x="8349" y="314"/>
                    <a:pt x="8275" y="289"/>
                    <a:pt x="8215" y="238"/>
                  </a:cubicBezTo>
                  <a:cubicBezTo>
                    <a:pt x="8038" y="90"/>
                    <a:pt x="7811" y="0"/>
                    <a:pt x="7562" y="0"/>
                  </a:cubicBezTo>
                  <a:cubicBezTo>
                    <a:pt x="7314" y="0"/>
                    <a:pt x="7087" y="90"/>
                    <a:pt x="6910" y="238"/>
                  </a:cubicBezTo>
                  <a:cubicBezTo>
                    <a:pt x="6848" y="289"/>
                    <a:pt x="6773" y="314"/>
                    <a:pt x="6699" y="314"/>
                  </a:cubicBezTo>
                  <a:cubicBezTo>
                    <a:pt x="6624" y="314"/>
                    <a:pt x="6550" y="289"/>
                    <a:pt x="6490" y="238"/>
                  </a:cubicBezTo>
                  <a:cubicBezTo>
                    <a:pt x="6313" y="90"/>
                    <a:pt x="6086" y="0"/>
                    <a:pt x="5837" y="0"/>
                  </a:cubicBezTo>
                  <a:cubicBezTo>
                    <a:pt x="5588" y="0"/>
                    <a:pt x="5360" y="90"/>
                    <a:pt x="5184" y="238"/>
                  </a:cubicBezTo>
                  <a:cubicBezTo>
                    <a:pt x="5123" y="289"/>
                    <a:pt x="5048" y="314"/>
                    <a:pt x="4973" y="314"/>
                  </a:cubicBezTo>
                  <a:cubicBezTo>
                    <a:pt x="4899" y="314"/>
                    <a:pt x="4824" y="289"/>
                    <a:pt x="4765" y="238"/>
                  </a:cubicBezTo>
                  <a:cubicBezTo>
                    <a:pt x="4587" y="90"/>
                    <a:pt x="4360" y="0"/>
                    <a:pt x="4112" y="0"/>
                  </a:cubicBezTo>
                  <a:cubicBezTo>
                    <a:pt x="3863" y="0"/>
                    <a:pt x="3634" y="90"/>
                    <a:pt x="3459" y="238"/>
                  </a:cubicBezTo>
                  <a:cubicBezTo>
                    <a:pt x="3397" y="289"/>
                    <a:pt x="3322" y="314"/>
                    <a:pt x="3248" y="314"/>
                  </a:cubicBezTo>
                  <a:cubicBezTo>
                    <a:pt x="3173" y="314"/>
                    <a:pt x="3099" y="289"/>
                    <a:pt x="3039" y="238"/>
                  </a:cubicBezTo>
                  <a:cubicBezTo>
                    <a:pt x="2862" y="90"/>
                    <a:pt x="2635" y="0"/>
                    <a:pt x="2386"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38"/>
            <p:cNvSpPr/>
            <p:nvPr/>
          </p:nvSpPr>
          <p:spPr>
            <a:xfrm>
              <a:off x="7370245" y="1573917"/>
              <a:ext cx="385193" cy="152578"/>
            </a:xfrm>
            <a:custGeom>
              <a:rect b="b" l="l" r="r" t="t"/>
              <a:pathLst>
                <a:path extrusionOk="0" h="5149" w="12999">
                  <a:moveTo>
                    <a:pt x="0" y="0"/>
                  </a:moveTo>
                  <a:cubicBezTo>
                    <a:pt x="689" y="2951"/>
                    <a:pt x="3338" y="5148"/>
                    <a:pt x="6499" y="5148"/>
                  </a:cubicBezTo>
                  <a:cubicBezTo>
                    <a:pt x="9661" y="5148"/>
                    <a:pt x="12308" y="2951"/>
                    <a:pt x="12998"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38"/>
            <p:cNvSpPr/>
            <p:nvPr/>
          </p:nvSpPr>
          <p:spPr>
            <a:xfrm>
              <a:off x="7460979" y="1432422"/>
              <a:ext cx="127627" cy="113789"/>
            </a:xfrm>
            <a:custGeom>
              <a:rect b="b" l="l" r="r" t="t"/>
              <a:pathLst>
                <a:path extrusionOk="0" h="3840" w="4307">
                  <a:moveTo>
                    <a:pt x="1494" y="0"/>
                  </a:moveTo>
                  <a:lnTo>
                    <a:pt x="1494" y="0"/>
                  </a:lnTo>
                  <a:cubicBezTo>
                    <a:pt x="1008" y="586"/>
                    <a:pt x="545" y="1073"/>
                    <a:pt x="212" y="1407"/>
                  </a:cubicBezTo>
                  <a:cubicBezTo>
                    <a:pt x="422" y="1492"/>
                    <a:pt x="506" y="1747"/>
                    <a:pt x="394" y="1956"/>
                  </a:cubicBezTo>
                  <a:cubicBezTo>
                    <a:pt x="207" y="2307"/>
                    <a:pt x="1" y="2980"/>
                    <a:pt x="700" y="3532"/>
                  </a:cubicBezTo>
                  <a:cubicBezTo>
                    <a:pt x="1013" y="3778"/>
                    <a:pt x="1352" y="3839"/>
                    <a:pt x="1686" y="3839"/>
                  </a:cubicBezTo>
                  <a:cubicBezTo>
                    <a:pt x="1767" y="3839"/>
                    <a:pt x="1848" y="3836"/>
                    <a:pt x="1928" y="3830"/>
                  </a:cubicBezTo>
                  <a:cubicBezTo>
                    <a:pt x="2230" y="3812"/>
                    <a:pt x="2450" y="3780"/>
                    <a:pt x="2668" y="3780"/>
                  </a:cubicBezTo>
                  <a:cubicBezTo>
                    <a:pt x="2760" y="3780"/>
                    <a:pt x="2852" y="3786"/>
                    <a:pt x="2949" y="3801"/>
                  </a:cubicBezTo>
                  <a:cubicBezTo>
                    <a:pt x="3002" y="3785"/>
                    <a:pt x="3350" y="3712"/>
                    <a:pt x="3751" y="3516"/>
                  </a:cubicBezTo>
                  <a:cubicBezTo>
                    <a:pt x="3800" y="3491"/>
                    <a:pt x="3853" y="3480"/>
                    <a:pt x="3907" y="3480"/>
                  </a:cubicBezTo>
                  <a:cubicBezTo>
                    <a:pt x="3914" y="3480"/>
                    <a:pt x="3920" y="3480"/>
                    <a:pt x="3927" y="3480"/>
                  </a:cubicBezTo>
                  <a:cubicBezTo>
                    <a:pt x="3910" y="3151"/>
                    <a:pt x="3966" y="2694"/>
                    <a:pt x="4306" y="2330"/>
                  </a:cubicBezTo>
                  <a:lnTo>
                    <a:pt x="4306" y="2330"/>
                  </a:lnTo>
                  <a:cubicBezTo>
                    <a:pt x="4277" y="2337"/>
                    <a:pt x="4247" y="2341"/>
                    <a:pt x="4218" y="2341"/>
                  </a:cubicBezTo>
                  <a:cubicBezTo>
                    <a:pt x="4152" y="2341"/>
                    <a:pt x="4087" y="2323"/>
                    <a:pt x="4028" y="2288"/>
                  </a:cubicBezTo>
                  <a:cubicBezTo>
                    <a:pt x="3105" y="1718"/>
                    <a:pt x="2283" y="1048"/>
                    <a:pt x="1588" y="294"/>
                  </a:cubicBezTo>
                  <a:cubicBezTo>
                    <a:pt x="1512" y="213"/>
                    <a:pt x="1480" y="104"/>
                    <a:pt x="14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38"/>
            <p:cNvSpPr/>
            <p:nvPr/>
          </p:nvSpPr>
          <p:spPr>
            <a:xfrm>
              <a:off x="7526497" y="1331671"/>
              <a:ext cx="173469" cy="148637"/>
            </a:xfrm>
            <a:custGeom>
              <a:rect b="b" l="l" r="r" t="t"/>
              <a:pathLst>
                <a:path extrusionOk="0" h="5016" w="5854">
                  <a:moveTo>
                    <a:pt x="1833" y="1"/>
                  </a:moveTo>
                  <a:cubicBezTo>
                    <a:pt x="1436" y="585"/>
                    <a:pt x="970" y="1294"/>
                    <a:pt x="451" y="2119"/>
                  </a:cubicBezTo>
                  <a:cubicBezTo>
                    <a:pt x="308" y="2348"/>
                    <a:pt x="155" y="2568"/>
                    <a:pt x="0" y="2785"/>
                  </a:cubicBezTo>
                  <a:cubicBezTo>
                    <a:pt x="40" y="2805"/>
                    <a:pt x="78" y="2833"/>
                    <a:pt x="107" y="2868"/>
                  </a:cubicBezTo>
                  <a:cubicBezTo>
                    <a:pt x="544" y="3416"/>
                    <a:pt x="1320" y="4207"/>
                    <a:pt x="2535" y="4866"/>
                  </a:cubicBezTo>
                  <a:cubicBezTo>
                    <a:pt x="2597" y="4899"/>
                    <a:pt x="2644" y="4951"/>
                    <a:pt x="2669" y="5015"/>
                  </a:cubicBezTo>
                  <a:cubicBezTo>
                    <a:pt x="3535" y="4151"/>
                    <a:pt x="4727" y="3001"/>
                    <a:pt x="5854" y="1838"/>
                  </a:cubicBezTo>
                  <a:cubicBezTo>
                    <a:pt x="4792" y="815"/>
                    <a:pt x="3389" y="140"/>
                    <a:pt x="1833"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38"/>
            <p:cNvSpPr/>
            <p:nvPr/>
          </p:nvSpPr>
          <p:spPr>
            <a:xfrm>
              <a:off x="7381890" y="1472040"/>
              <a:ext cx="320861" cy="245357"/>
            </a:xfrm>
            <a:custGeom>
              <a:rect b="b" l="l" r="r" t="t"/>
              <a:pathLst>
                <a:path extrusionOk="0" h="8280" w="10828">
                  <a:moveTo>
                    <a:pt x="2785" y="1"/>
                  </a:moveTo>
                  <a:cubicBezTo>
                    <a:pt x="2703" y="1"/>
                    <a:pt x="2620" y="25"/>
                    <a:pt x="2545" y="73"/>
                  </a:cubicBezTo>
                  <a:lnTo>
                    <a:pt x="1536" y="713"/>
                  </a:lnTo>
                  <a:cubicBezTo>
                    <a:pt x="1451" y="768"/>
                    <a:pt x="1364" y="814"/>
                    <a:pt x="1272" y="855"/>
                  </a:cubicBezTo>
                  <a:cubicBezTo>
                    <a:pt x="1039" y="961"/>
                    <a:pt x="459" y="1295"/>
                    <a:pt x="1" y="2189"/>
                  </a:cubicBezTo>
                  <a:cubicBezTo>
                    <a:pt x="128" y="2468"/>
                    <a:pt x="294" y="2725"/>
                    <a:pt x="501" y="2946"/>
                  </a:cubicBezTo>
                  <a:cubicBezTo>
                    <a:pt x="1524" y="4052"/>
                    <a:pt x="2713" y="4708"/>
                    <a:pt x="3464" y="5044"/>
                  </a:cubicBezTo>
                  <a:cubicBezTo>
                    <a:pt x="3957" y="5266"/>
                    <a:pt x="4400" y="5585"/>
                    <a:pt x="4770" y="5981"/>
                  </a:cubicBezTo>
                  <a:cubicBezTo>
                    <a:pt x="5444" y="6704"/>
                    <a:pt x="6144" y="7295"/>
                    <a:pt x="6821" y="7777"/>
                  </a:cubicBezTo>
                  <a:cubicBezTo>
                    <a:pt x="6930" y="7854"/>
                    <a:pt x="7056" y="7909"/>
                    <a:pt x="7179" y="7935"/>
                  </a:cubicBezTo>
                  <a:cubicBezTo>
                    <a:pt x="8367" y="8209"/>
                    <a:pt x="9398" y="8279"/>
                    <a:pt x="10136" y="8279"/>
                  </a:cubicBezTo>
                  <a:cubicBezTo>
                    <a:pt x="10211" y="8279"/>
                    <a:pt x="10282" y="8278"/>
                    <a:pt x="10350" y="8277"/>
                  </a:cubicBezTo>
                  <a:cubicBezTo>
                    <a:pt x="10793" y="7903"/>
                    <a:pt x="10827" y="7348"/>
                    <a:pt x="10827" y="7177"/>
                  </a:cubicBezTo>
                  <a:cubicBezTo>
                    <a:pt x="10818" y="7172"/>
                    <a:pt x="10807" y="7169"/>
                    <a:pt x="10796" y="7164"/>
                  </a:cubicBezTo>
                  <a:cubicBezTo>
                    <a:pt x="10167" y="6967"/>
                    <a:pt x="9537" y="6754"/>
                    <a:pt x="8934" y="6458"/>
                  </a:cubicBezTo>
                  <a:cubicBezTo>
                    <a:pt x="7857" y="5016"/>
                    <a:pt x="7055" y="3469"/>
                    <a:pt x="6587" y="2751"/>
                  </a:cubicBezTo>
                  <a:cubicBezTo>
                    <a:pt x="6318" y="2342"/>
                    <a:pt x="5990" y="2235"/>
                    <a:pt x="5632" y="2235"/>
                  </a:cubicBezTo>
                  <a:cubicBezTo>
                    <a:pt x="5240" y="2235"/>
                    <a:pt x="4811" y="2363"/>
                    <a:pt x="4384" y="2363"/>
                  </a:cubicBezTo>
                  <a:cubicBezTo>
                    <a:pt x="4101" y="2363"/>
                    <a:pt x="3818" y="2306"/>
                    <a:pt x="3548" y="2119"/>
                  </a:cubicBezTo>
                  <a:cubicBezTo>
                    <a:pt x="2850" y="1635"/>
                    <a:pt x="2985" y="990"/>
                    <a:pt x="3156" y="611"/>
                  </a:cubicBezTo>
                  <a:cubicBezTo>
                    <a:pt x="3246" y="415"/>
                    <a:pt x="3186" y="190"/>
                    <a:pt x="3019" y="75"/>
                  </a:cubicBezTo>
                  <a:cubicBezTo>
                    <a:pt x="2950" y="25"/>
                    <a:pt x="2868" y="1"/>
                    <a:pt x="2785"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38"/>
            <p:cNvSpPr/>
            <p:nvPr/>
          </p:nvSpPr>
          <p:spPr>
            <a:xfrm>
              <a:off x="7381979" y="1472129"/>
              <a:ext cx="125938" cy="139243"/>
            </a:xfrm>
            <a:custGeom>
              <a:rect b="b" l="l" r="r" t="t"/>
              <a:pathLst>
                <a:path extrusionOk="0" h="4699" w="4250">
                  <a:moveTo>
                    <a:pt x="2784" y="1"/>
                  </a:moveTo>
                  <a:cubicBezTo>
                    <a:pt x="2702" y="1"/>
                    <a:pt x="2618" y="24"/>
                    <a:pt x="2544" y="72"/>
                  </a:cubicBezTo>
                  <a:lnTo>
                    <a:pt x="1535" y="712"/>
                  </a:lnTo>
                  <a:cubicBezTo>
                    <a:pt x="1450" y="766"/>
                    <a:pt x="1362" y="813"/>
                    <a:pt x="1271" y="855"/>
                  </a:cubicBezTo>
                  <a:cubicBezTo>
                    <a:pt x="1038" y="959"/>
                    <a:pt x="459" y="1293"/>
                    <a:pt x="1" y="2187"/>
                  </a:cubicBezTo>
                  <a:cubicBezTo>
                    <a:pt x="127" y="2467"/>
                    <a:pt x="293" y="2723"/>
                    <a:pt x="500" y="2946"/>
                  </a:cubicBezTo>
                  <a:cubicBezTo>
                    <a:pt x="1247" y="3754"/>
                    <a:pt x="2085" y="4321"/>
                    <a:pt x="2772" y="4699"/>
                  </a:cubicBezTo>
                  <a:cubicBezTo>
                    <a:pt x="2841" y="4610"/>
                    <a:pt x="2873" y="4497"/>
                    <a:pt x="2858" y="4379"/>
                  </a:cubicBezTo>
                  <a:cubicBezTo>
                    <a:pt x="2600" y="2403"/>
                    <a:pt x="4249" y="2356"/>
                    <a:pt x="4249" y="2356"/>
                  </a:cubicBezTo>
                  <a:cubicBezTo>
                    <a:pt x="4011" y="2341"/>
                    <a:pt x="3773" y="2274"/>
                    <a:pt x="3546" y="2117"/>
                  </a:cubicBezTo>
                  <a:cubicBezTo>
                    <a:pt x="2849" y="1634"/>
                    <a:pt x="2985" y="989"/>
                    <a:pt x="3155" y="609"/>
                  </a:cubicBezTo>
                  <a:cubicBezTo>
                    <a:pt x="3245" y="413"/>
                    <a:pt x="3184" y="188"/>
                    <a:pt x="3018" y="73"/>
                  </a:cubicBezTo>
                  <a:cubicBezTo>
                    <a:pt x="2948" y="25"/>
                    <a:pt x="2867" y="1"/>
                    <a:pt x="2784"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38"/>
            <p:cNvSpPr/>
            <p:nvPr/>
          </p:nvSpPr>
          <p:spPr>
            <a:xfrm>
              <a:off x="7382038" y="1497347"/>
              <a:ext cx="80778" cy="93728"/>
            </a:xfrm>
            <a:custGeom>
              <a:rect b="b" l="l" r="r" t="t"/>
              <a:pathLst>
                <a:path extrusionOk="0" h="3163" w="2726">
                  <a:moveTo>
                    <a:pt x="1270" y="1"/>
                  </a:moveTo>
                  <a:cubicBezTo>
                    <a:pt x="1036" y="107"/>
                    <a:pt x="459" y="441"/>
                    <a:pt x="0" y="1336"/>
                  </a:cubicBezTo>
                  <a:cubicBezTo>
                    <a:pt x="126" y="1616"/>
                    <a:pt x="294" y="1872"/>
                    <a:pt x="499" y="2095"/>
                  </a:cubicBezTo>
                  <a:cubicBezTo>
                    <a:pt x="886" y="2511"/>
                    <a:pt x="1298" y="2866"/>
                    <a:pt x="1701" y="3162"/>
                  </a:cubicBezTo>
                  <a:lnTo>
                    <a:pt x="1842" y="3113"/>
                  </a:lnTo>
                  <a:cubicBezTo>
                    <a:pt x="2475" y="2890"/>
                    <a:pt x="2725" y="2129"/>
                    <a:pt x="2348" y="1575"/>
                  </a:cubicBezTo>
                  <a:lnTo>
                    <a:pt x="1270" y="1"/>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38"/>
            <p:cNvSpPr/>
            <p:nvPr/>
          </p:nvSpPr>
          <p:spPr>
            <a:xfrm>
              <a:off x="7503917" y="1615462"/>
              <a:ext cx="97847" cy="38078"/>
            </a:xfrm>
            <a:custGeom>
              <a:rect b="b" l="l" r="r" t="t"/>
              <a:pathLst>
                <a:path extrusionOk="0" h="1285" w="3302">
                  <a:moveTo>
                    <a:pt x="2831" y="0"/>
                  </a:moveTo>
                  <a:lnTo>
                    <a:pt x="0" y="577"/>
                  </a:lnTo>
                  <a:cubicBezTo>
                    <a:pt x="238" y="743"/>
                    <a:pt x="457" y="933"/>
                    <a:pt x="655" y="1144"/>
                  </a:cubicBezTo>
                  <a:cubicBezTo>
                    <a:pt x="698" y="1191"/>
                    <a:pt x="743" y="1238"/>
                    <a:pt x="787" y="1284"/>
                  </a:cubicBezTo>
                  <a:lnTo>
                    <a:pt x="3302" y="774"/>
                  </a:lnTo>
                  <a:cubicBezTo>
                    <a:pt x="3133" y="504"/>
                    <a:pt x="2977" y="246"/>
                    <a:pt x="283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38"/>
            <p:cNvSpPr/>
            <p:nvPr/>
          </p:nvSpPr>
          <p:spPr>
            <a:xfrm>
              <a:off x="7468951" y="1592467"/>
              <a:ext cx="118856" cy="40063"/>
            </a:xfrm>
            <a:custGeom>
              <a:rect b="b" l="l" r="r" t="t"/>
              <a:pathLst>
                <a:path extrusionOk="0" h="1352" w="4011">
                  <a:moveTo>
                    <a:pt x="3556" y="1"/>
                  </a:moveTo>
                  <a:lnTo>
                    <a:pt x="1" y="723"/>
                  </a:lnTo>
                  <a:cubicBezTo>
                    <a:pt x="193" y="825"/>
                    <a:pt x="371" y="910"/>
                    <a:pt x="529" y="983"/>
                  </a:cubicBezTo>
                  <a:cubicBezTo>
                    <a:pt x="759" y="1086"/>
                    <a:pt x="977" y="1210"/>
                    <a:pt x="1180" y="1351"/>
                  </a:cubicBezTo>
                  <a:lnTo>
                    <a:pt x="4011" y="775"/>
                  </a:lnTo>
                  <a:cubicBezTo>
                    <a:pt x="3845" y="495"/>
                    <a:pt x="3692" y="234"/>
                    <a:pt x="3556"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38"/>
            <p:cNvSpPr/>
            <p:nvPr/>
          </p:nvSpPr>
          <p:spPr>
            <a:xfrm>
              <a:off x="7595718" y="1672356"/>
              <a:ext cx="19735" cy="19972"/>
            </a:xfrm>
            <a:custGeom>
              <a:rect b="b" l="l" r="r" t="t"/>
              <a:pathLst>
                <a:path extrusionOk="0" h="674" w="666">
                  <a:moveTo>
                    <a:pt x="428" y="1"/>
                  </a:moveTo>
                  <a:cubicBezTo>
                    <a:pt x="364" y="1"/>
                    <a:pt x="300" y="30"/>
                    <a:pt x="258" y="86"/>
                  </a:cubicBezTo>
                  <a:lnTo>
                    <a:pt x="70" y="336"/>
                  </a:lnTo>
                  <a:cubicBezTo>
                    <a:pt x="0" y="429"/>
                    <a:pt x="19" y="561"/>
                    <a:pt x="112" y="631"/>
                  </a:cubicBezTo>
                  <a:cubicBezTo>
                    <a:pt x="150" y="660"/>
                    <a:pt x="195" y="673"/>
                    <a:pt x="239" y="673"/>
                  </a:cubicBezTo>
                  <a:cubicBezTo>
                    <a:pt x="303" y="673"/>
                    <a:pt x="366" y="644"/>
                    <a:pt x="408" y="589"/>
                  </a:cubicBezTo>
                  <a:lnTo>
                    <a:pt x="596" y="337"/>
                  </a:lnTo>
                  <a:cubicBezTo>
                    <a:pt x="666" y="246"/>
                    <a:pt x="647" y="112"/>
                    <a:pt x="554" y="42"/>
                  </a:cubicBezTo>
                  <a:cubicBezTo>
                    <a:pt x="516" y="14"/>
                    <a:pt x="472" y="1"/>
                    <a:pt x="428"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38"/>
            <p:cNvSpPr/>
            <p:nvPr/>
          </p:nvSpPr>
          <p:spPr>
            <a:xfrm>
              <a:off x="7623899" y="1658755"/>
              <a:ext cx="78852" cy="58732"/>
            </a:xfrm>
            <a:custGeom>
              <a:rect b="b" l="l" r="r" t="t"/>
              <a:pathLst>
                <a:path extrusionOk="0" h="1982" w="2661">
                  <a:moveTo>
                    <a:pt x="24" y="0"/>
                  </a:moveTo>
                  <a:lnTo>
                    <a:pt x="1" y="16"/>
                  </a:lnTo>
                  <a:cubicBezTo>
                    <a:pt x="1" y="16"/>
                    <a:pt x="644" y="963"/>
                    <a:pt x="175" y="1852"/>
                  </a:cubicBezTo>
                  <a:cubicBezTo>
                    <a:pt x="878" y="1951"/>
                    <a:pt x="1493" y="1981"/>
                    <a:pt x="1978" y="1981"/>
                  </a:cubicBezTo>
                  <a:cubicBezTo>
                    <a:pt x="2050" y="1981"/>
                    <a:pt x="2119" y="1980"/>
                    <a:pt x="2185" y="1979"/>
                  </a:cubicBezTo>
                  <a:cubicBezTo>
                    <a:pt x="2626" y="1602"/>
                    <a:pt x="2660" y="1047"/>
                    <a:pt x="2660" y="876"/>
                  </a:cubicBezTo>
                  <a:cubicBezTo>
                    <a:pt x="2651" y="871"/>
                    <a:pt x="2640" y="868"/>
                    <a:pt x="2629" y="863"/>
                  </a:cubicBezTo>
                  <a:cubicBezTo>
                    <a:pt x="2000" y="666"/>
                    <a:pt x="1370" y="453"/>
                    <a:pt x="767" y="157"/>
                  </a:cubicBezTo>
                  <a:cubicBezTo>
                    <a:pt x="753" y="140"/>
                    <a:pt x="739" y="122"/>
                    <a:pt x="725" y="103"/>
                  </a:cubicBezTo>
                  <a:lnTo>
                    <a:pt x="413" y="83"/>
                  </a:lnTo>
                  <a:cubicBezTo>
                    <a:pt x="279" y="72"/>
                    <a:pt x="148" y="46"/>
                    <a:pt x="24"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38"/>
            <p:cNvSpPr/>
            <p:nvPr/>
          </p:nvSpPr>
          <p:spPr>
            <a:xfrm>
              <a:off x="7502939" y="1412212"/>
              <a:ext cx="106262" cy="90764"/>
            </a:xfrm>
            <a:custGeom>
              <a:rect b="b" l="l" r="r" t="t"/>
              <a:pathLst>
                <a:path extrusionOk="0" h="3063" w="3586">
                  <a:moveTo>
                    <a:pt x="669" y="0"/>
                  </a:moveTo>
                  <a:cubicBezTo>
                    <a:pt x="571" y="0"/>
                    <a:pt x="473" y="43"/>
                    <a:pt x="406" y="129"/>
                  </a:cubicBezTo>
                  <a:cubicBezTo>
                    <a:pt x="313" y="247"/>
                    <a:pt x="221" y="362"/>
                    <a:pt x="128" y="472"/>
                  </a:cubicBezTo>
                  <a:cubicBezTo>
                    <a:pt x="1" y="628"/>
                    <a:pt x="7" y="853"/>
                    <a:pt x="144" y="1004"/>
                  </a:cubicBezTo>
                  <a:cubicBezTo>
                    <a:pt x="734" y="1641"/>
                    <a:pt x="1535" y="2350"/>
                    <a:pt x="2592" y="3003"/>
                  </a:cubicBezTo>
                  <a:cubicBezTo>
                    <a:pt x="2656" y="3043"/>
                    <a:pt x="2729" y="3062"/>
                    <a:pt x="2801" y="3062"/>
                  </a:cubicBezTo>
                  <a:cubicBezTo>
                    <a:pt x="2903" y="3062"/>
                    <a:pt x="3004" y="3024"/>
                    <a:pt x="3082" y="2950"/>
                  </a:cubicBezTo>
                  <a:cubicBezTo>
                    <a:pt x="3097" y="2936"/>
                    <a:pt x="3113" y="2920"/>
                    <a:pt x="3128" y="2908"/>
                  </a:cubicBezTo>
                  <a:cubicBezTo>
                    <a:pt x="3206" y="2840"/>
                    <a:pt x="3299" y="2757"/>
                    <a:pt x="3411" y="2662"/>
                  </a:cubicBezTo>
                  <a:cubicBezTo>
                    <a:pt x="3585" y="2509"/>
                    <a:pt x="3556" y="2226"/>
                    <a:pt x="3350" y="2115"/>
                  </a:cubicBezTo>
                  <a:cubicBezTo>
                    <a:pt x="2171" y="1478"/>
                    <a:pt x="1401" y="716"/>
                    <a:pt x="933" y="127"/>
                  </a:cubicBezTo>
                  <a:cubicBezTo>
                    <a:pt x="865" y="43"/>
                    <a:pt x="767" y="0"/>
                    <a:pt x="669"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38"/>
            <p:cNvSpPr/>
            <p:nvPr/>
          </p:nvSpPr>
          <p:spPr>
            <a:xfrm>
              <a:off x="7687757" y="1684357"/>
              <a:ext cx="33396" cy="33100"/>
            </a:xfrm>
            <a:custGeom>
              <a:rect b="b" l="l" r="r" t="t"/>
              <a:pathLst>
                <a:path extrusionOk="0" h="1117" w="1127">
                  <a:moveTo>
                    <a:pt x="473" y="1"/>
                  </a:moveTo>
                  <a:lnTo>
                    <a:pt x="473" y="1"/>
                  </a:lnTo>
                  <a:cubicBezTo>
                    <a:pt x="473" y="1"/>
                    <a:pt x="524" y="691"/>
                    <a:pt x="0" y="1117"/>
                  </a:cubicBezTo>
                  <a:cubicBezTo>
                    <a:pt x="642" y="1107"/>
                    <a:pt x="1017" y="1047"/>
                    <a:pt x="1017" y="1047"/>
                  </a:cubicBezTo>
                  <a:cubicBezTo>
                    <a:pt x="1021" y="1033"/>
                    <a:pt x="1023" y="1022"/>
                    <a:pt x="1026" y="1008"/>
                  </a:cubicBezTo>
                  <a:cubicBezTo>
                    <a:pt x="1127" y="567"/>
                    <a:pt x="881" y="130"/>
                    <a:pt x="4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38"/>
            <p:cNvSpPr/>
            <p:nvPr/>
          </p:nvSpPr>
          <p:spPr>
            <a:xfrm>
              <a:off x="7354451" y="1536965"/>
              <a:ext cx="363769" cy="207279"/>
            </a:xfrm>
            <a:custGeom>
              <a:rect b="b" l="l" r="r" t="t"/>
              <a:pathLst>
                <a:path extrusionOk="0" h="6995" w="12276">
                  <a:moveTo>
                    <a:pt x="931" y="1"/>
                  </a:moveTo>
                  <a:cubicBezTo>
                    <a:pt x="931" y="1"/>
                    <a:pt x="557" y="125"/>
                    <a:pt x="154" y="851"/>
                  </a:cubicBezTo>
                  <a:cubicBezTo>
                    <a:pt x="0" y="1128"/>
                    <a:pt x="31" y="1473"/>
                    <a:pt x="237" y="1715"/>
                  </a:cubicBezTo>
                  <a:cubicBezTo>
                    <a:pt x="655" y="2213"/>
                    <a:pt x="1687" y="2945"/>
                    <a:pt x="3866" y="4128"/>
                  </a:cubicBezTo>
                  <a:cubicBezTo>
                    <a:pt x="4149" y="4281"/>
                    <a:pt x="4413" y="4465"/>
                    <a:pt x="4651" y="4676"/>
                  </a:cubicBezTo>
                  <a:cubicBezTo>
                    <a:pt x="5557" y="5480"/>
                    <a:pt x="6387" y="6218"/>
                    <a:pt x="6931" y="6537"/>
                  </a:cubicBezTo>
                  <a:cubicBezTo>
                    <a:pt x="7290" y="6750"/>
                    <a:pt x="7690" y="6879"/>
                    <a:pt x="8107" y="6924"/>
                  </a:cubicBezTo>
                  <a:cubicBezTo>
                    <a:pt x="8521" y="6968"/>
                    <a:pt x="8952" y="6994"/>
                    <a:pt x="9393" y="6994"/>
                  </a:cubicBezTo>
                  <a:cubicBezTo>
                    <a:pt x="10131" y="6994"/>
                    <a:pt x="10898" y="6921"/>
                    <a:pt x="11662" y="6737"/>
                  </a:cubicBezTo>
                  <a:cubicBezTo>
                    <a:pt x="11937" y="6672"/>
                    <a:pt x="12150" y="6459"/>
                    <a:pt x="12221" y="6187"/>
                  </a:cubicBezTo>
                  <a:lnTo>
                    <a:pt x="12276" y="5982"/>
                  </a:lnTo>
                  <a:lnTo>
                    <a:pt x="12246" y="5974"/>
                  </a:lnTo>
                  <a:cubicBezTo>
                    <a:pt x="12129" y="5990"/>
                    <a:pt x="11710" y="6041"/>
                    <a:pt x="11075" y="6041"/>
                  </a:cubicBezTo>
                  <a:cubicBezTo>
                    <a:pt x="10332" y="6041"/>
                    <a:pt x="9293" y="5971"/>
                    <a:pt x="8096" y="5693"/>
                  </a:cubicBezTo>
                  <a:cubicBezTo>
                    <a:pt x="7988" y="5666"/>
                    <a:pt x="7889" y="5623"/>
                    <a:pt x="7800" y="5561"/>
                  </a:cubicBezTo>
                  <a:cubicBezTo>
                    <a:pt x="7115" y="5076"/>
                    <a:pt x="6409" y="4480"/>
                    <a:pt x="5728" y="3751"/>
                  </a:cubicBezTo>
                  <a:cubicBezTo>
                    <a:pt x="5360" y="3355"/>
                    <a:pt x="4917" y="3036"/>
                    <a:pt x="4423" y="2814"/>
                  </a:cubicBezTo>
                  <a:cubicBezTo>
                    <a:pt x="3675" y="2478"/>
                    <a:pt x="2484" y="1822"/>
                    <a:pt x="1460" y="716"/>
                  </a:cubicBezTo>
                  <a:cubicBezTo>
                    <a:pt x="1276" y="518"/>
                    <a:pt x="1124" y="294"/>
                    <a:pt x="1004" y="52"/>
                  </a:cubicBezTo>
                  <a:lnTo>
                    <a:pt x="931"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38"/>
            <p:cNvSpPr/>
            <p:nvPr/>
          </p:nvSpPr>
          <p:spPr>
            <a:xfrm>
              <a:off x="7549521" y="1519986"/>
              <a:ext cx="92098" cy="139273"/>
            </a:xfrm>
            <a:custGeom>
              <a:rect b="b" l="l" r="r" t="t"/>
              <a:pathLst>
                <a:path extrusionOk="0" h="4700" w="3108">
                  <a:moveTo>
                    <a:pt x="1100" y="0"/>
                  </a:moveTo>
                  <a:cubicBezTo>
                    <a:pt x="1035" y="0"/>
                    <a:pt x="969" y="17"/>
                    <a:pt x="908" y="51"/>
                  </a:cubicBezTo>
                  <a:cubicBezTo>
                    <a:pt x="575" y="239"/>
                    <a:pt x="227" y="597"/>
                    <a:pt x="0" y="659"/>
                  </a:cubicBezTo>
                  <a:cubicBezTo>
                    <a:pt x="339" y="673"/>
                    <a:pt x="645" y="790"/>
                    <a:pt x="899" y="1178"/>
                  </a:cubicBezTo>
                  <a:cubicBezTo>
                    <a:pt x="1345" y="1864"/>
                    <a:pt x="2100" y="3309"/>
                    <a:pt x="3108" y="4699"/>
                  </a:cubicBezTo>
                  <a:lnTo>
                    <a:pt x="1460" y="244"/>
                  </a:lnTo>
                  <a:cubicBezTo>
                    <a:pt x="1399" y="90"/>
                    <a:pt x="1253" y="0"/>
                    <a:pt x="1100"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38"/>
            <p:cNvSpPr/>
            <p:nvPr/>
          </p:nvSpPr>
          <p:spPr>
            <a:xfrm>
              <a:off x="7561522" y="1570954"/>
              <a:ext cx="85223" cy="92631"/>
            </a:xfrm>
            <a:custGeom>
              <a:rect b="b" l="l" r="r" t="t"/>
              <a:pathLst>
                <a:path extrusionOk="0" h="3126" w="2876">
                  <a:moveTo>
                    <a:pt x="882" y="1"/>
                  </a:moveTo>
                  <a:lnTo>
                    <a:pt x="1" y="113"/>
                  </a:lnTo>
                  <a:cubicBezTo>
                    <a:pt x="4" y="116"/>
                    <a:pt x="4" y="117"/>
                    <a:pt x="6" y="117"/>
                  </a:cubicBezTo>
                  <a:cubicBezTo>
                    <a:pt x="324" y="605"/>
                    <a:pt x="797" y="1476"/>
                    <a:pt x="1406" y="2437"/>
                  </a:cubicBezTo>
                  <a:cubicBezTo>
                    <a:pt x="1652" y="2822"/>
                    <a:pt x="2065" y="3069"/>
                    <a:pt x="2519" y="3100"/>
                  </a:cubicBezTo>
                  <a:lnTo>
                    <a:pt x="2875" y="3125"/>
                  </a:lnTo>
                  <a:cubicBezTo>
                    <a:pt x="2034" y="2000"/>
                    <a:pt x="1359" y="811"/>
                    <a:pt x="882"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38"/>
            <p:cNvSpPr/>
            <p:nvPr/>
          </p:nvSpPr>
          <p:spPr>
            <a:xfrm>
              <a:off x="7580843" y="1579132"/>
              <a:ext cx="38522" cy="17602"/>
            </a:xfrm>
            <a:custGeom>
              <a:rect b="b" l="l" r="r" t="t"/>
              <a:pathLst>
                <a:path extrusionOk="0" h="594" w="1300">
                  <a:moveTo>
                    <a:pt x="1071" y="0"/>
                  </a:moveTo>
                  <a:cubicBezTo>
                    <a:pt x="1056" y="0"/>
                    <a:pt x="1042" y="2"/>
                    <a:pt x="1028" y="5"/>
                  </a:cubicBezTo>
                  <a:lnTo>
                    <a:pt x="188" y="176"/>
                  </a:lnTo>
                  <a:cubicBezTo>
                    <a:pt x="75" y="199"/>
                    <a:pt x="0" y="309"/>
                    <a:pt x="24" y="424"/>
                  </a:cubicBezTo>
                  <a:cubicBezTo>
                    <a:pt x="44" y="525"/>
                    <a:pt x="131" y="593"/>
                    <a:pt x="229" y="593"/>
                  </a:cubicBezTo>
                  <a:cubicBezTo>
                    <a:pt x="243" y="593"/>
                    <a:pt x="258" y="592"/>
                    <a:pt x="272" y="589"/>
                  </a:cubicBezTo>
                  <a:lnTo>
                    <a:pt x="1112" y="418"/>
                  </a:lnTo>
                  <a:cubicBezTo>
                    <a:pt x="1227" y="395"/>
                    <a:pt x="1300" y="284"/>
                    <a:pt x="1276" y="169"/>
                  </a:cubicBezTo>
                  <a:cubicBezTo>
                    <a:pt x="1256" y="69"/>
                    <a:pt x="1169" y="0"/>
                    <a:pt x="10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38"/>
            <p:cNvSpPr/>
            <p:nvPr/>
          </p:nvSpPr>
          <p:spPr>
            <a:xfrm>
              <a:off x="7595215" y="1603016"/>
              <a:ext cx="33544" cy="16565"/>
            </a:xfrm>
            <a:custGeom>
              <a:rect b="b" l="l" r="r" t="t"/>
              <a:pathLst>
                <a:path extrusionOk="0" h="559" w="1132">
                  <a:moveTo>
                    <a:pt x="903" y="1"/>
                  </a:moveTo>
                  <a:cubicBezTo>
                    <a:pt x="889" y="1"/>
                    <a:pt x="874" y="2"/>
                    <a:pt x="860" y="5"/>
                  </a:cubicBezTo>
                  <a:lnTo>
                    <a:pt x="190" y="141"/>
                  </a:lnTo>
                  <a:cubicBezTo>
                    <a:pt x="75" y="164"/>
                    <a:pt x="0" y="274"/>
                    <a:pt x="25" y="389"/>
                  </a:cubicBezTo>
                  <a:cubicBezTo>
                    <a:pt x="45" y="490"/>
                    <a:pt x="132" y="558"/>
                    <a:pt x="230" y="558"/>
                  </a:cubicBezTo>
                  <a:cubicBezTo>
                    <a:pt x="244" y="558"/>
                    <a:pt x="258" y="557"/>
                    <a:pt x="272" y="554"/>
                  </a:cubicBezTo>
                  <a:lnTo>
                    <a:pt x="944" y="419"/>
                  </a:lnTo>
                  <a:cubicBezTo>
                    <a:pt x="1057" y="395"/>
                    <a:pt x="1132" y="285"/>
                    <a:pt x="1109" y="170"/>
                  </a:cubicBezTo>
                  <a:cubicBezTo>
                    <a:pt x="1088" y="69"/>
                    <a:pt x="1001" y="1"/>
                    <a:pt x="9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38"/>
            <p:cNvSpPr/>
            <p:nvPr/>
          </p:nvSpPr>
          <p:spPr>
            <a:xfrm>
              <a:off x="7609675" y="1626900"/>
              <a:ext cx="28536" cy="15587"/>
            </a:xfrm>
            <a:custGeom>
              <a:rect b="b" l="l" r="r" t="t"/>
              <a:pathLst>
                <a:path extrusionOk="0" h="526" w="963">
                  <a:moveTo>
                    <a:pt x="733" y="0"/>
                  </a:moveTo>
                  <a:cubicBezTo>
                    <a:pt x="719" y="0"/>
                    <a:pt x="705" y="2"/>
                    <a:pt x="690" y="4"/>
                  </a:cubicBezTo>
                  <a:lnTo>
                    <a:pt x="190" y="106"/>
                  </a:lnTo>
                  <a:cubicBezTo>
                    <a:pt x="75" y="129"/>
                    <a:pt x="0" y="239"/>
                    <a:pt x="24" y="354"/>
                  </a:cubicBezTo>
                  <a:cubicBezTo>
                    <a:pt x="44" y="456"/>
                    <a:pt x="134" y="526"/>
                    <a:pt x="233" y="526"/>
                  </a:cubicBezTo>
                  <a:cubicBezTo>
                    <a:pt x="246" y="526"/>
                    <a:pt x="259" y="525"/>
                    <a:pt x="272" y="522"/>
                  </a:cubicBezTo>
                  <a:lnTo>
                    <a:pt x="774" y="420"/>
                  </a:lnTo>
                  <a:cubicBezTo>
                    <a:pt x="888" y="395"/>
                    <a:pt x="962" y="284"/>
                    <a:pt x="939" y="171"/>
                  </a:cubicBezTo>
                  <a:cubicBezTo>
                    <a:pt x="919" y="70"/>
                    <a:pt x="831" y="0"/>
                    <a:pt x="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38"/>
            <p:cNvSpPr/>
            <p:nvPr/>
          </p:nvSpPr>
          <p:spPr>
            <a:xfrm>
              <a:off x="7523059" y="1538299"/>
              <a:ext cx="65221" cy="38137"/>
            </a:xfrm>
            <a:custGeom>
              <a:rect b="b" l="l" r="r" t="t"/>
              <a:pathLst>
                <a:path extrusionOk="0" h="1287" w="2201">
                  <a:moveTo>
                    <a:pt x="869" y="1"/>
                  </a:moveTo>
                  <a:cubicBezTo>
                    <a:pt x="593" y="1"/>
                    <a:pt x="300" y="64"/>
                    <a:pt x="1" y="102"/>
                  </a:cubicBezTo>
                  <a:lnTo>
                    <a:pt x="509" y="992"/>
                  </a:lnTo>
                  <a:cubicBezTo>
                    <a:pt x="613" y="1175"/>
                    <a:pt x="806" y="1287"/>
                    <a:pt x="1013" y="1287"/>
                  </a:cubicBezTo>
                  <a:cubicBezTo>
                    <a:pt x="1038" y="1287"/>
                    <a:pt x="1064" y="1285"/>
                    <a:pt x="1089" y="1282"/>
                  </a:cubicBezTo>
                  <a:lnTo>
                    <a:pt x="2200" y="1140"/>
                  </a:lnTo>
                  <a:cubicBezTo>
                    <a:pt x="2057" y="894"/>
                    <a:pt x="1932" y="683"/>
                    <a:pt x="1823" y="518"/>
                  </a:cubicBezTo>
                  <a:cubicBezTo>
                    <a:pt x="1555" y="108"/>
                    <a:pt x="1227" y="1"/>
                    <a:pt x="869"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38"/>
            <p:cNvSpPr/>
            <p:nvPr/>
          </p:nvSpPr>
          <p:spPr>
            <a:xfrm>
              <a:off x="7547951" y="1542358"/>
              <a:ext cx="59621" cy="21898"/>
            </a:xfrm>
            <a:custGeom>
              <a:rect b="b" l="l" r="r" t="t"/>
              <a:pathLst>
                <a:path extrusionOk="0" h="739" w="2012">
                  <a:moveTo>
                    <a:pt x="1782" y="1"/>
                  </a:moveTo>
                  <a:cubicBezTo>
                    <a:pt x="1768" y="1"/>
                    <a:pt x="1754" y="2"/>
                    <a:pt x="1740" y="5"/>
                  </a:cubicBezTo>
                  <a:lnTo>
                    <a:pt x="190" y="321"/>
                  </a:lnTo>
                  <a:cubicBezTo>
                    <a:pt x="75" y="344"/>
                    <a:pt x="0" y="454"/>
                    <a:pt x="24" y="569"/>
                  </a:cubicBezTo>
                  <a:cubicBezTo>
                    <a:pt x="44" y="670"/>
                    <a:pt x="132" y="738"/>
                    <a:pt x="230" y="738"/>
                  </a:cubicBezTo>
                  <a:cubicBezTo>
                    <a:pt x="244" y="738"/>
                    <a:pt x="258" y="737"/>
                    <a:pt x="272" y="734"/>
                  </a:cubicBezTo>
                  <a:lnTo>
                    <a:pt x="1824" y="420"/>
                  </a:lnTo>
                  <a:cubicBezTo>
                    <a:pt x="1939" y="397"/>
                    <a:pt x="2012" y="285"/>
                    <a:pt x="1988" y="171"/>
                  </a:cubicBezTo>
                  <a:cubicBezTo>
                    <a:pt x="1968" y="71"/>
                    <a:pt x="1881" y="1"/>
                    <a:pt x="17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6" name="Google Shape;10066;p38"/>
          <p:cNvSpPr/>
          <p:nvPr/>
        </p:nvSpPr>
        <p:spPr>
          <a:xfrm>
            <a:off x="1255207" y="1901252"/>
            <a:ext cx="732600" cy="731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67" name="Google Shape;10067;p38"/>
          <p:cNvGrpSpPr/>
          <p:nvPr/>
        </p:nvGrpSpPr>
        <p:grpSpPr>
          <a:xfrm>
            <a:off x="1255751" y="2266886"/>
            <a:ext cx="731538" cy="365766"/>
            <a:chOff x="5377904" y="2966230"/>
            <a:chExt cx="395298" cy="198419"/>
          </a:xfrm>
        </p:grpSpPr>
        <p:sp>
          <p:nvSpPr>
            <p:cNvPr id="10068" name="Google Shape;10068;p38"/>
            <p:cNvSpPr/>
            <p:nvPr/>
          </p:nvSpPr>
          <p:spPr>
            <a:xfrm>
              <a:off x="5377904" y="2966230"/>
              <a:ext cx="395298" cy="79445"/>
            </a:xfrm>
            <a:custGeom>
              <a:rect b="b" l="l" r="r" t="t"/>
              <a:pathLst>
                <a:path extrusionOk="0" h="2681" w="13340">
                  <a:moveTo>
                    <a:pt x="2771" y="1"/>
                  </a:moveTo>
                  <a:cubicBezTo>
                    <a:pt x="1784" y="1"/>
                    <a:pt x="1784" y="442"/>
                    <a:pt x="797" y="442"/>
                  </a:cubicBezTo>
                  <a:cubicBezTo>
                    <a:pt x="428" y="442"/>
                    <a:pt x="197" y="380"/>
                    <a:pt x="1" y="303"/>
                  </a:cubicBezTo>
                  <a:lnTo>
                    <a:pt x="1" y="303"/>
                  </a:lnTo>
                  <a:cubicBezTo>
                    <a:pt x="35" y="1140"/>
                    <a:pt x="223" y="1939"/>
                    <a:pt x="540" y="2670"/>
                  </a:cubicBezTo>
                  <a:cubicBezTo>
                    <a:pt x="618" y="2678"/>
                    <a:pt x="703" y="2681"/>
                    <a:pt x="797" y="2681"/>
                  </a:cubicBezTo>
                  <a:cubicBezTo>
                    <a:pt x="1784" y="2681"/>
                    <a:pt x="1784" y="2239"/>
                    <a:pt x="2771" y="2239"/>
                  </a:cubicBezTo>
                  <a:cubicBezTo>
                    <a:pt x="3758" y="2239"/>
                    <a:pt x="3758" y="2681"/>
                    <a:pt x="4745" y="2681"/>
                  </a:cubicBezTo>
                  <a:cubicBezTo>
                    <a:pt x="5732" y="2681"/>
                    <a:pt x="5732" y="2239"/>
                    <a:pt x="6719" y="2239"/>
                  </a:cubicBezTo>
                  <a:cubicBezTo>
                    <a:pt x="7706" y="2239"/>
                    <a:pt x="7706" y="2681"/>
                    <a:pt x="8693" y="2681"/>
                  </a:cubicBezTo>
                  <a:cubicBezTo>
                    <a:pt x="9680" y="2681"/>
                    <a:pt x="9680" y="2239"/>
                    <a:pt x="10667" y="2239"/>
                  </a:cubicBezTo>
                  <a:cubicBezTo>
                    <a:pt x="11654" y="2239"/>
                    <a:pt x="11654" y="2681"/>
                    <a:pt x="12641" y="2681"/>
                  </a:cubicBezTo>
                  <a:cubicBezTo>
                    <a:pt x="12696" y="2681"/>
                    <a:pt x="12748" y="2679"/>
                    <a:pt x="12797" y="2678"/>
                  </a:cubicBezTo>
                  <a:cubicBezTo>
                    <a:pt x="13111" y="1956"/>
                    <a:pt x="13300" y="1167"/>
                    <a:pt x="13339" y="340"/>
                  </a:cubicBezTo>
                  <a:lnTo>
                    <a:pt x="13339" y="340"/>
                  </a:lnTo>
                  <a:cubicBezTo>
                    <a:pt x="13165" y="397"/>
                    <a:pt x="12951" y="442"/>
                    <a:pt x="12641" y="442"/>
                  </a:cubicBezTo>
                  <a:cubicBezTo>
                    <a:pt x="11654" y="442"/>
                    <a:pt x="11654" y="1"/>
                    <a:pt x="10667" y="1"/>
                  </a:cubicBezTo>
                  <a:cubicBezTo>
                    <a:pt x="9680" y="1"/>
                    <a:pt x="9680" y="442"/>
                    <a:pt x="8693" y="442"/>
                  </a:cubicBezTo>
                  <a:cubicBezTo>
                    <a:pt x="7706" y="442"/>
                    <a:pt x="7706" y="1"/>
                    <a:pt x="6719" y="1"/>
                  </a:cubicBezTo>
                  <a:cubicBezTo>
                    <a:pt x="5732" y="1"/>
                    <a:pt x="5732" y="442"/>
                    <a:pt x="4745" y="442"/>
                  </a:cubicBezTo>
                  <a:cubicBezTo>
                    <a:pt x="3758" y="442"/>
                    <a:pt x="3758" y="1"/>
                    <a:pt x="2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38"/>
            <p:cNvSpPr/>
            <p:nvPr/>
          </p:nvSpPr>
          <p:spPr>
            <a:xfrm>
              <a:off x="5393164" y="3030680"/>
              <a:ext cx="364835" cy="79474"/>
            </a:xfrm>
            <a:custGeom>
              <a:rect b="b" l="l" r="r" t="t"/>
              <a:pathLst>
                <a:path extrusionOk="0" h="2682" w="12312">
                  <a:moveTo>
                    <a:pt x="2257" y="1"/>
                  </a:moveTo>
                  <a:cubicBezTo>
                    <a:pt x="1272" y="1"/>
                    <a:pt x="1272" y="442"/>
                    <a:pt x="283" y="442"/>
                  </a:cubicBezTo>
                  <a:cubicBezTo>
                    <a:pt x="179" y="442"/>
                    <a:pt x="84" y="436"/>
                    <a:pt x="0" y="428"/>
                  </a:cubicBezTo>
                  <a:lnTo>
                    <a:pt x="0" y="428"/>
                  </a:lnTo>
                  <a:cubicBezTo>
                    <a:pt x="314" y="1179"/>
                    <a:pt x="763" y="1860"/>
                    <a:pt x="1315" y="2441"/>
                  </a:cubicBezTo>
                  <a:cubicBezTo>
                    <a:pt x="1548" y="2338"/>
                    <a:pt x="1794" y="2241"/>
                    <a:pt x="2257" y="2241"/>
                  </a:cubicBezTo>
                  <a:cubicBezTo>
                    <a:pt x="3244" y="2241"/>
                    <a:pt x="3244" y="2682"/>
                    <a:pt x="4231" y="2682"/>
                  </a:cubicBezTo>
                  <a:cubicBezTo>
                    <a:pt x="5218" y="2682"/>
                    <a:pt x="5218" y="2241"/>
                    <a:pt x="6207" y="2241"/>
                  </a:cubicBezTo>
                  <a:cubicBezTo>
                    <a:pt x="7192" y="2241"/>
                    <a:pt x="7192" y="2682"/>
                    <a:pt x="8181" y="2682"/>
                  </a:cubicBezTo>
                  <a:cubicBezTo>
                    <a:pt x="9167" y="2682"/>
                    <a:pt x="9167" y="2241"/>
                    <a:pt x="10155" y="2241"/>
                  </a:cubicBezTo>
                  <a:cubicBezTo>
                    <a:pt x="10572" y="2241"/>
                    <a:pt x="10813" y="2321"/>
                    <a:pt x="11029" y="2412"/>
                  </a:cubicBezTo>
                  <a:cubicBezTo>
                    <a:pt x="11564" y="1836"/>
                    <a:pt x="12000" y="1171"/>
                    <a:pt x="12311" y="436"/>
                  </a:cubicBezTo>
                  <a:lnTo>
                    <a:pt x="12311" y="436"/>
                  </a:lnTo>
                  <a:cubicBezTo>
                    <a:pt x="12255" y="439"/>
                    <a:pt x="12193" y="442"/>
                    <a:pt x="12129" y="442"/>
                  </a:cubicBezTo>
                  <a:cubicBezTo>
                    <a:pt x="11142" y="442"/>
                    <a:pt x="11142" y="1"/>
                    <a:pt x="10155" y="1"/>
                  </a:cubicBezTo>
                  <a:cubicBezTo>
                    <a:pt x="9167" y="1"/>
                    <a:pt x="9168" y="442"/>
                    <a:pt x="8181" y="442"/>
                  </a:cubicBezTo>
                  <a:cubicBezTo>
                    <a:pt x="7194" y="442"/>
                    <a:pt x="7194" y="1"/>
                    <a:pt x="6207" y="1"/>
                  </a:cubicBezTo>
                  <a:cubicBezTo>
                    <a:pt x="5220" y="1"/>
                    <a:pt x="5220" y="442"/>
                    <a:pt x="4231" y="442"/>
                  </a:cubicBezTo>
                  <a:cubicBezTo>
                    <a:pt x="3246" y="442"/>
                    <a:pt x="3246" y="1"/>
                    <a:pt x="22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38"/>
            <p:cNvSpPr/>
            <p:nvPr/>
          </p:nvSpPr>
          <p:spPr>
            <a:xfrm>
              <a:off x="5430798" y="3095161"/>
              <a:ext cx="290339" cy="69488"/>
            </a:xfrm>
            <a:custGeom>
              <a:rect b="b" l="l" r="r" t="t"/>
              <a:pathLst>
                <a:path extrusionOk="0" h="2345" w="9798">
                  <a:moveTo>
                    <a:pt x="986" y="1"/>
                  </a:moveTo>
                  <a:cubicBezTo>
                    <a:pt x="494" y="1"/>
                    <a:pt x="247" y="110"/>
                    <a:pt x="0" y="220"/>
                  </a:cubicBezTo>
                  <a:cubicBezTo>
                    <a:pt x="1219" y="1529"/>
                    <a:pt x="2957" y="2345"/>
                    <a:pt x="4884" y="2345"/>
                  </a:cubicBezTo>
                  <a:cubicBezTo>
                    <a:pt x="6830" y="2345"/>
                    <a:pt x="8579" y="1515"/>
                    <a:pt x="9798" y="189"/>
                  </a:cubicBezTo>
                  <a:cubicBezTo>
                    <a:pt x="9572" y="89"/>
                    <a:pt x="9328" y="1"/>
                    <a:pt x="8882" y="1"/>
                  </a:cubicBezTo>
                  <a:cubicBezTo>
                    <a:pt x="7895" y="1"/>
                    <a:pt x="7895" y="442"/>
                    <a:pt x="6908" y="442"/>
                  </a:cubicBezTo>
                  <a:cubicBezTo>
                    <a:pt x="5921" y="442"/>
                    <a:pt x="5921" y="1"/>
                    <a:pt x="4934" y="1"/>
                  </a:cubicBezTo>
                  <a:cubicBezTo>
                    <a:pt x="3947" y="1"/>
                    <a:pt x="3947" y="442"/>
                    <a:pt x="2960" y="442"/>
                  </a:cubicBezTo>
                  <a:cubicBezTo>
                    <a:pt x="1973" y="442"/>
                    <a:pt x="1973" y="1"/>
                    <a:pt x="9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71" name="Google Shape;10071;p38"/>
          <p:cNvSpPr/>
          <p:nvPr/>
        </p:nvSpPr>
        <p:spPr>
          <a:xfrm>
            <a:off x="1283992" y="2385694"/>
            <a:ext cx="675159" cy="146504"/>
          </a:xfrm>
          <a:custGeom>
            <a:rect b="b" l="l" r="r" t="t"/>
            <a:pathLst>
              <a:path extrusionOk="0" h="2682" w="12312">
                <a:moveTo>
                  <a:pt x="2257" y="1"/>
                </a:moveTo>
                <a:cubicBezTo>
                  <a:pt x="1272" y="1"/>
                  <a:pt x="1272" y="442"/>
                  <a:pt x="283" y="442"/>
                </a:cubicBezTo>
                <a:cubicBezTo>
                  <a:pt x="179" y="442"/>
                  <a:pt x="84" y="436"/>
                  <a:pt x="0" y="428"/>
                </a:cubicBezTo>
                <a:lnTo>
                  <a:pt x="0" y="428"/>
                </a:lnTo>
                <a:cubicBezTo>
                  <a:pt x="314" y="1179"/>
                  <a:pt x="763" y="1860"/>
                  <a:pt x="1315" y="2441"/>
                </a:cubicBezTo>
                <a:cubicBezTo>
                  <a:pt x="1548" y="2338"/>
                  <a:pt x="1794" y="2241"/>
                  <a:pt x="2257" y="2241"/>
                </a:cubicBezTo>
                <a:cubicBezTo>
                  <a:pt x="3244" y="2241"/>
                  <a:pt x="3244" y="2682"/>
                  <a:pt x="4231" y="2682"/>
                </a:cubicBezTo>
                <a:cubicBezTo>
                  <a:pt x="5218" y="2682"/>
                  <a:pt x="5218" y="2241"/>
                  <a:pt x="6207" y="2241"/>
                </a:cubicBezTo>
                <a:cubicBezTo>
                  <a:pt x="7192" y="2241"/>
                  <a:pt x="7192" y="2682"/>
                  <a:pt x="8181" y="2682"/>
                </a:cubicBezTo>
                <a:cubicBezTo>
                  <a:pt x="9167" y="2682"/>
                  <a:pt x="9167" y="2241"/>
                  <a:pt x="10155" y="2241"/>
                </a:cubicBezTo>
                <a:cubicBezTo>
                  <a:pt x="10572" y="2241"/>
                  <a:pt x="10813" y="2321"/>
                  <a:pt x="11029" y="2412"/>
                </a:cubicBezTo>
                <a:cubicBezTo>
                  <a:pt x="11564" y="1836"/>
                  <a:pt x="12000" y="1171"/>
                  <a:pt x="12311" y="436"/>
                </a:cubicBezTo>
                <a:lnTo>
                  <a:pt x="12311" y="436"/>
                </a:lnTo>
                <a:cubicBezTo>
                  <a:pt x="12255" y="439"/>
                  <a:pt x="12193" y="442"/>
                  <a:pt x="12129" y="442"/>
                </a:cubicBezTo>
                <a:cubicBezTo>
                  <a:pt x="11142" y="442"/>
                  <a:pt x="11142" y="1"/>
                  <a:pt x="10155" y="1"/>
                </a:cubicBezTo>
                <a:cubicBezTo>
                  <a:pt x="9167" y="1"/>
                  <a:pt x="9168" y="442"/>
                  <a:pt x="8181" y="442"/>
                </a:cubicBezTo>
                <a:cubicBezTo>
                  <a:pt x="7194" y="442"/>
                  <a:pt x="7194" y="1"/>
                  <a:pt x="6207" y="1"/>
                </a:cubicBezTo>
                <a:cubicBezTo>
                  <a:pt x="5220" y="1"/>
                  <a:pt x="5220" y="442"/>
                  <a:pt x="4231" y="442"/>
                </a:cubicBezTo>
                <a:cubicBezTo>
                  <a:pt x="3246" y="442"/>
                  <a:pt x="3246" y="1"/>
                  <a:pt x="225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38"/>
          <p:cNvSpPr txBox="1"/>
          <p:nvPr>
            <p:ph idx="4294967295" type="title"/>
          </p:nvPr>
        </p:nvSpPr>
        <p:spPr>
          <a:xfrm>
            <a:off x="719988" y="1380939"/>
            <a:ext cx="17949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500"/>
              <a:t>2 kms</a:t>
            </a:r>
            <a:endParaRPr sz="2500"/>
          </a:p>
        </p:txBody>
      </p:sp>
      <p:sp>
        <p:nvSpPr>
          <p:cNvPr id="10073" name="Google Shape;10073;p38"/>
          <p:cNvSpPr txBox="1"/>
          <p:nvPr>
            <p:ph idx="4294967295" type="title"/>
          </p:nvPr>
        </p:nvSpPr>
        <p:spPr>
          <a:xfrm>
            <a:off x="6629097" y="1380939"/>
            <a:ext cx="17949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500"/>
              <a:t>20km</a:t>
            </a:r>
            <a:endParaRPr sz="2500"/>
          </a:p>
        </p:txBody>
      </p:sp>
      <p:sp>
        <p:nvSpPr>
          <p:cNvPr id="10074" name="Google Shape;10074;p38"/>
          <p:cNvSpPr txBox="1"/>
          <p:nvPr>
            <p:ph idx="4294967295" type="title"/>
          </p:nvPr>
        </p:nvSpPr>
        <p:spPr>
          <a:xfrm>
            <a:off x="3674556" y="1380939"/>
            <a:ext cx="17949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500"/>
              <a:t>30 kms</a:t>
            </a:r>
            <a:endParaRPr sz="2500"/>
          </a:p>
        </p:txBody>
      </p:sp>
      <p:cxnSp>
        <p:nvCxnSpPr>
          <p:cNvPr id="10075" name="Google Shape;10075;p38"/>
          <p:cNvCxnSpPr>
            <a:stCxn id="10015" idx="3"/>
            <a:endCxn id="10019" idx="1"/>
          </p:cNvCxnSpPr>
          <p:nvPr/>
        </p:nvCxnSpPr>
        <p:spPr>
          <a:xfrm>
            <a:off x="2514888" y="2943734"/>
            <a:ext cx="1159800" cy="0"/>
          </a:xfrm>
          <a:prstGeom prst="straightConnector1">
            <a:avLst/>
          </a:prstGeom>
          <a:noFill/>
          <a:ln cap="flat" cmpd="sng" w="19050">
            <a:solidFill>
              <a:schemeClr val="dk2"/>
            </a:solidFill>
            <a:prstDash val="solid"/>
            <a:round/>
            <a:headEnd len="med" w="med" type="none"/>
            <a:tailEnd len="med" w="med" type="triangle"/>
          </a:ln>
        </p:spPr>
      </p:cxnSp>
      <p:cxnSp>
        <p:nvCxnSpPr>
          <p:cNvPr id="10076" name="Google Shape;10076;p38"/>
          <p:cNvCxnSpPr>
            <a:stCxn id="10019" idx="3"/>
            <a:endCxn id="10017" idx="1"/>
          </p:cNvCxnSpPr>
          <p:nvPr/>
        </p:nvCxnSpPr>
        <p:spPr>
          <a:xfrm>
            <a:off x="5469456" y="2943734"/>
            <a:ext cx="1159500" cy="0"/>
          </a:xfrm>
          <a:prstGeom prst="straightConnector1">
            <a:avLst/>
          </a:prstGeom>
          <a:noFill/>
          <a:ln cap="flat" cmpd="sng" w="19050">
            <a:solidFill>
              <a:schemeClr val="dk2"/>
            </a:solidFill>
            <a:prstDash val="solid"/>
            <a:round/>
            <a:headEnd len="med" w="med" type="none"/>
            <a:tailEnd len="med" w="med" type="triangle"/>
          </a:ln>
        </p:spPr>
      </p:cxn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80" name="Shape 10080"/>
        <p:cNvGrpSpPr/>
        <p:nvPr/>
      </p:nvGrpSpPr>
      <p:grpSpPr>
        <a:xfrm>
          <a:off x="0" y="0"/>
          <a:ext cx="0" cy="0"/>
          <a:chOff x="0" y="0"/>
          <a:chExt cx="0" cy="0"/>
        </a:xfrm>
      </p:grpSpPr>
      <p:sp>
        <p:nvSpPr>
          <p:cNvPr id="10081" name="Google Shape;10081;p39"/>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Smartwatch for the triathlon</a:t>
            </a:r>
            <a:endParaRPr/>
          </a:p>
        </p:txBody>
      </p:sp>
      <p:grpSp>
        <p:nvGrpSpPr>
          <p:cNvPr id="10082" name="Google Shape;10082;p39"/>
          <p:cNvGrpSpPr/>
          <p:nvPr/>
        </p:nvGrpSpPr>
        <p:grpSpPr>
          <a:xfrm>
            <a:off x="3545921" y="1607075"/>
            <a:ext cx="2052169" cy="2129646"/>
            <a:chOff x="6700521" y="3403813"/>
            <a:chExt cx="395683" cy="413403"/>
          </a:xfrm>
        </p:grpSpPr>
        <p:sp>
          <p:nvSpPr>
            <p:cNvPr id="10083" name="Google Shape;10083;p39"/>
            <p:cNvSpPr/>
            <p:nvPr/>
          </p:nvSpPr>
          <p:spPr>
            <a:xfrm>
              <a:off x="6700521" y="3421563"/>
              <a:ext cx="395683" cy="395594"/>
            </a:xfrm>
            <a:custGeom>
              <a:rect b="b" l="l" r="r" t="t"/>
              <a:pathLst>
                <a:path extrusionOk="0" h="13350" w="13353">
                  <a:moveTo>
                    <a:pt x="6676" y="0"/>
                  </a:moveTo>
                  <a:cubicBezTo>
                    <a:pt x="2989" y="0"/>
                    <a:pt x="0" y="2989"/>
                    <a:pt x="0" y="6677"/>
                  </a:cubicBezTo>
                  <a:cubicBezTo>
                    <a:pt x="0" y="8861"/>
                    <a:pt x="1049" y="10800"/>
                    <a:pt x="2671" y="12019"/>
                  </a:cubicBezTo>
                  <a:lnTo>
                    <a:pt x="6866" y="13350"/>
                  </a:lnTo>
                  <a:cubicBezTo>
                    <a:pt x="10465" y="13249"/>
                    <a:pt x="13350" y="10298"/>
                    <a:pt x="13350" y="6677"/>
                  </a:cubicBezTo>
                  <a:cubicBezTo>
                    <a:pt x="13353" y="2991"/>
                    <a:pt x="10364" y="0"/>
                    <a:pt x="6676"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39"/>
            <p:cNvSpPr/>
            <p:nvPr/>
          </p:nvSpPr>
          <p:spPr>
            <a:xfrm>
              <a:off x="6725767" y="3410065"/>
              <a:ext cx="196019" cy="200108"/>
            </a:xfrm>
            <a:custGeom>
              <a:rect b="b" l="l" r="r" t="t"/>
              <a:pathLst>
                <a:path extrusionOk="0" h="6753" w="6615">
                  <a:moveTo>
                    <a:pt x="2030" y="1"/>
                  </a:moveTo>
                  <a:cubicBezTo>
                    <a:pt x="2020" y="1"/>
                    <a:pt x="2010" y="1"/>
                    <a:pt x="2001" y="1"/>
                  </a:cubicBezTo>
                  <a:cubicBezTo>
                    <a:pt x="1648" y="20"/>
                    <a:pt x="1376" y="318"/>
                    <a:pt x="1376" y="673"/>
                  </a:cubicBezTo>
                  <a:lnTo>
                    <a:pt x="1376" y="1455"/>
                  </a:lnTo>
                  <a:cubicBezTo>
                    <a:pt x="1376" y="1504"/>
                    <a:pt x="1335" y="1543"/>
                    <a:pt x="1287" y="1543"/>
                  </a:cubicBezTo>
                  <a:cubicBezTo>
                    <a:pt x="1250" y="1542"/>
                    <a:pt x="1207" y="1540"/>
                    <a:pt x="1161" y="1540"/>
                  </a:cubicBezTo>
                  <a:cubicBezTo>
                    <a:pt x="991" y="1540"/>
                    <a:pt x="769" y="1569"/>
                    <a:pt x="583" y="1778"/>
                  </a:cubicBezTo>
                  <a:cubicBezTo>
                    <a:pt x="104" y="2322"/>
                    <a:pt x="0" y="3213"/>
                    <a:pt x="326" y="3861"/>
                  </a:cubicBezTo>
                  <a:cubicBezTo>
                    <a:pt x="634" y="4453"/>
                    <a:pt x="222" y="3802"/>
                    <a:pt x="1669" y="5670"/>
                  </a:cubicBezTo>
                  <a:cubicBezTo>
                    <a:pt x="1767" y="5793"/>
                    <a:pt x="1822" y="5945"/>
                    <a:pt x="1822" y="6101"/>
                  </a:cubicBezTo>
                  <a:lnTo>
                    <a:pt x="1822" y="6710"/>
                  </a:lnTo>
                  <a:cubicBezTo>
                    <a:pt x="1870" y="6678"/>
                    <a:pt x="1926" y="6660"/>
                    <a:pt x="1987" y="6660"/>
                  </a:cubicBezTo>
                  <a:lnTo>
                    <a:pt x="2531" y="6660"/>
                  </a:lnTo>
                  <a:cubicBezTo>
                    <a:pt x="2611" y="6449"/>
                    <a:pt x="2818" y="6300"/>
                    <a:pt x="3059" y="6300"/>
                  </a:cubicBezTo>
                  <a:lnTo>
                    <a:pt x="4767" y="6300"/>
                  </a:lnTo>
                  <a:cubicBezTo>
                    <a:pt x="5008" y="6300"/>
                    <a:pt x="5212" y="6449"/>
                    <a:pt x="5296" y="6660"/>
                  </a:cubicBezTo>
                  <a:lnTo>
                    <a:pt x="5798" y="6660"/>
                  </a:lnTo>
                  <a:cubicBezTo>
                    <a:pt x="5884" y="6660"/>
                    <a:pt x="5960" y="6696"/>
                    <a:pt x="6016" y="6752"/>
                  </a:cubicBezTo>
                  <a:lnTo>
                    <a:pt x="6016" y="5838"/>
                  </a:lnTo>
                  <a:cubicBezTo>
                    <a:pt x="6016" y="5380"/>
                    <a:pt x="6614" y="4933"/>
                    <a:pt x="6614" y="3685"/>
                  </a:cubicBezTo>
                  <a:lnTo>
                    <a:pt x="6614" y="1245"/>
                  </a:lnTo>
                  <a:cubicBezTo>
                    <a:pt x="6614" y="898"/>
                    <a:pt x="6299" y="618"/>
                    <a:pt x="5953" y="618"/>
                  </a:cubicBezTo>
                  <a:cubicBezTo>
                    <a:pt x="5717" y="618"/>
                    <a:pt x="5500" y="751"/>
                    <a:pt x="5386" y="946"/>
                  </a:cubicBezTo>
                  <a:cubicBezTo>
                    <a:pt x="5378" y="960"/>
                    <a:pt x="5364" y="969"/>
                    <a:pt x="5347" y="969"/>
                  </a:cubicBezTo>
                  <a:cubicBezTo>
                    <a:pt x="5345" y="969"/>
                    <a:pt x="5342" y="969"/>
                    <a:pt x="5339" y="968"/>
                  </a:cubicBezTo>
                  <a:cubicBezTo>
                    <a:pt x="5321" y="963"/>
                    <a:pt x="5305" y="946"/>
                    <a:pt x="5305" y="925"/>
                  </a:cubicBezTo>
                  <a:lnTo>
                    <a:pt x="5305" y="822"/>
                  </a:lnTo>
                  <a:cubicBezTo>
                    <a:pt x="5305" y="472"/>
                    <a:pt x="5036" y="174"/>
                    <a:pt x="4690" y="152"/>
                  </a:cubicBezTo>
                  <a:cubicBezTo>
                    <a:pt x="4676" y="151"/>
                    <a:pt x="4663" y="151"/>
                    <a:pt x="4650" y="151"/>
                  </a:cubicBezTo>
                  <a:cubicBezTo>
                    <a:pt x="4411" y="151"/>
                    <a:pt x="4203" y="281"/>
                    <a:pt x="4088" y="472"/>
                  </a:cubicBezTo>
                  <a:cubicBezTo>
                    <a:pt x="4075" y="493"/>
                    <a:pt x="4051" y="506"/>
                    <a:pt x="4027" y="506"/>
                  </a:cubicBezTo>
                  <a:cubicBezTo>
                    <a:pt x="4023" y="506"/>
                    <a:pt x="4018" y="506"/>
                    <a:pt x="4014" y="505"/>
                  </a:cubicBezTo>
                  <a:cubicBezTo>
                    <a:pt x="3990" y="499"/>
                    <a:pt x="3970" y="483"/>
                    <a:pt x="3962" y="460"/>
                  </a:cubicBezTo>
                  <a:cubicBezTo>
                    <a:pt x="3876" y="197"/>
                    <a:pt x="3631" y="1"/>
                    <a:pt x="3343" y="1"/>
                  </a:cubicBezTo>
                  <a:cubicBezTo>
                    <a:pt x="3339" y="1"/>
                    <a:pt x="3336" y="1"/>
                    <a:pt x="3333" y="1"/>
                  </a:cubicBezTo>
                  <a:cubicBezTo>
                    <a:pt x="3101" y="6"/>
                    <a:pt x="2897" y="130"/>
                    <a:pt x="2782" y="315"/>
                  </a:cubicBezTo>
                  <a:cubicBezTo>
                    <a:pt x="2761" y="351"/>
                    <a:pt x="2723" y="369"/>
                    <a:pt x="2686" y="369"/>
                  </a:cubicBezTo>
                  <a:cubicBezTo>
                    <a:pt x="2649" y="369"/>
                    <a:pt x="2612" y="351"/>
                    <a:pt x="2591" y="315"/>
                  </a:cubicBezTo>
                  <a:cubicBezTo>
                    <a:pt x="2475" y="126"/>
                    <a:pt x="2267" y="1"/>
                    <a:pt x="2030"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39"/>
            <p:cNvSpPr/>
            <p:nvPr/>
          </p:nvSpPr>
          <p:spPr>
            <a:xfrm>
              <a:off x="6779728" y="3667483"/>
              <a:ext cx="124397" cy="149733"/>
            </a:xfrm>
            <a:custGeom>
              <a:rect b="b" l="l" r="r" t="t"/>
              <a:pathLst>
                <a:path extrusionOk="0" h="5053" w="4198">
                  <a:moveTo>
                    <a:pt x="4198" y="0"/>
                  </a:moveTo>
                  <a:cubicBezTo>
                    <a:pt x="4140" y="56"/>
                    <a:pt x="4066" y="92"/>
                    <a:pt x="3979" y="92"/>
                  </a:cubicBezTo>
                  <a:lnTo>
                    <a:pt x="3475" y="92"/>
                  </a:lnTo>
                  <a:cubicBezTo>
                    <a:pt x="3391" y="303"/>
                    <a:pt x="3187" y="453"/>
                    <a:pt x="2946" y="453"/>
                  </a:cubicBezTo>
                  <a:lnTo>
                    <a:pt x="1238" y="453"/>
                  </a:lnTo>
                  <a:cubicBezTo>
                    <a:pt x="997" y="453"/>
                    <a:pt x="794" y="303"/>
                    <a:pt x="710" y="92"/>
                  </a:cubicBezTo>
                  <a:lnTo>
                    <a:pt x="166" y="92"/>
                  </a:lnTo>
                  <a:cubicBezTo>
                    <a:pt x="105" y="92"/>
                    <a:pt x="49" y="75"/>
                    <a:pt x="1" y="44"/>
                  </a:cubicBezTo>
                  <a:lnTo>
                    <a:pt x="1" y="3720"/>
                  </a:lnTo>
                  <a:cubicBezTo>
                    <a:pt x="1115" y="4556"/>
                    <a:pt x="2502" y="5052"/>
                    <a:pt x="4005" y="5052"/>
                  </a:cubicBezTo>
                  <a:cubicBezTo>
                    <a:pt x="4069" y="5052"/>
                    <a:pt x="4132" y="5051"/>
                    <a:pt x="4198" y="5049"/>
                  </a:cubicBezTo>
                  <a:lnTo>
                    <a:pt x="4198" y="0"/>
                  </a:ln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39"/>
            <p:cNvSpPr/>
            <p:nvPr/>
          </p:nvSpPr>
          <p:spPr>
            <a:xfrm>
              <a:off x="6754185" y="3453210"/>
              <a:ext cx="12446" cy="38700"/>
            </a:xfrm>
            <a:custGeom>
              <a:rect b="b" l="l" r="r" t="t"/>
              <a:pathLst>
                <a:path extrusionOk="0" h="1306" w="420">
                  <a:moveTo>
                    <a:pt x="420" y="0"/>
                  </a:moveTo>
                  <a:cubicBezTo>
                    <a:pt x="420" y="48"/>
                    <a:pt x="378" y="87"/>
                    <a:pt x="330" y="87"/>
                  </a:cubicBezTo>
                  <a:cubicBezTo>
                    <a:pt x="290" y="87"/>
                    <a:pt x="243" y="84"/>
                    <a:pt x="193" y="84"/>
                  </a:cubicBezTo>
                  <a:cubicBezTo>
                    <a:pt x="133" y="84"/>
                    <a:pt x="68" y="88"/>
                    <a:pt x="0" y="103"/>
                  </a:cubicBezTo>
                  <a:lnTo>
                    <a:pt x="0" y="1098"/>
                  </a:lnTo>
                  <a:cubicBezTo>
                    <a:pt x="0" y="1213"/>
                    <a:pt x="93" y="1306"/>
                    <a:pt x="210" y="1306"/>
                  </a:cubicBezTo>
                  <a:cubicBezTo>
                    <a:pt x="327" y="1306"/>
                    <a:pt x="420" y="1213"/>
                    <a:pt x="420" y="1096"/>
                  </a:cubicBezTo>
                  <a:lnTo>
                    <a:pt x="420" y="0"/>
                  </a:ln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39"/>
            <p:cNvSpPr/>
            <p:nvPr/>
          </p:nvSpPr>
          <p:spPr>
            <a:xfrm>
              <a:off x="6770424" y="3606588"/>
              <a:ext cx="30610" cy="64510"/>
            </a:xfrm>
            <a:custGeom>
              <a:rect b="b" l="l" r="r" t="t"/>
              <a:pathLst>
                <a:path extrusionOk="0" h="2177" w="1033">
                  <a:moveTo>
                    <a:pt x="338" y="0"/>
                  </a:moveTo>
                  <a:cubicBezTo>
                    <a:pt x="153" y="0"/>
                    <a:pt x="1" y="151"/>
                    <a:pt x="1" y="336"/>
                  </a:cubicBezTo>
                  <a:lnTo>
                    <a:pt x="1" y="1839"/>
                  </a:lnTo>
                  <a:cubicBezTo>
                    <a:pt x="1" y="2024"/>
                    <a:pt x="153" y="2177"/>
                    <a:pt x="338" y="2177"/>
                  </a:cubicBezTo>
                  <a:lnTo>
                    <a:pt x="1033" y="2177"/>
                  </a:lnTo>
                  <a:cubicBezTo>
                    <a:pt x="1002" y="2104"/>
                    <a:pt x="983" y="2024"/>
                    <a:pt x="983" y="1940"/>
                  </a:cubicBezTo>
                  <a:lnTo>
                    <a:pt x="983" y="234"/>
                  </a:lnTo>
                  <a:cubicBezTo>
                    <a:pt x="983" y="150"/>
                    <a:pt x="1002" y="70"/>
                    <a:pt x="1033"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39"/>
            <p:cNvSpPr/>
            <p:nvPr/>
          </p:nvSpPr>
          <p:spPr>
            <a:xfrm>
              <a:off x="6882316" y="3606499"/>
              <a:ext cx="29425" cy="64510"/>
            </a:xfrm>
            <a:custGeom>
              <a:rect b="b" l="l" r="r" t="t"/>
              <a:pathLst>
                <a:path extrusionOk="0" h="2177" w="993">
                  <a:moveTo>
                    <a:pt x="1" y="0"/>
                  </a:moveTo>
                  <a:cubicBezTo>
                    <a:pt x="32" y="73"/>
                    <a:pt x="52" y="153"/>
                    <a:pt x="52" y="237"/>
                  </a:cubicBezTo>
                  <a:lnTo>
                    <a:pt x="52" y="1943"/>
                  </a:lnTo>
                  <a:cubicBezTo>
                    <a:pt x="52" y="2027"/>
                    <a:pt x="32" y="2107"/>
                    <a:pt x="1" y="2176"/>
                  </a:cubicBezTo>
                  <a:lnTo>
                    <a:pt x="655" y="2176"/>
                  </a:lnTo>
                  <a:cubicBezTo>
                    <a:pt x="840" y="2176"/>
                    <a:pt x="992" y="2026"/>
                    <a:pt x="992" y="1841"/>
                  </a:cubicBezTo>
                  <a:lnTo>
                    <a:pt x="992" y="336"/>
                  </a:lnTo>
                  <a:cubicBezTo>
                    <a:pt x="992" y="153"/>
                    <a:pt x="840" y="0"/>
                    <a:pt x="65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39"/>
            <p:cNvSpPr/>
            <p:nvPr/>
          </p:nvSpPr>
          <p:spPr>
            <a:xfrm>
              <a:off x="6798723" y="3595802"/>
              <a:ext cx="85964" cy="85994"/>
            </a:xfrm>
            <a:custGeom>
              <a:rect b="b" l="l" r="r" t="t"/>
              <a:pathLst>
                <a:path extrusionOk="0" h="2902" w="2901">
                  <a:moveTo>
                    <a:pt x="597" y="1"/>
                  </a:moveTo>
                  <a:cubicBezTo>
                    <a:pt x="266" y="1"/>
                    <a:pt x="0" y="268"/>
                    <a:pt x="0" y="598"/>
                  </a:cubicBezTo>
                  <a:lnTo>
                    <a:pt x="0" y="2304"/>
                  </a:lnTo>
                  <a:cubicBezTo>
                    <a:pt x="0" y="2632"/>
                    <a:pt x="266" y="2901"/>
                    <a:pt x="597" y="2901"/>
                  </a:cubicBezTo>
                  <a:lnTo>
                    <a:pt x="2305" y="2901"/>
                  </a:lnTo>
                  <a:cubicBezTo>
                    <a:pt x="2633" y="2901"/>
                    <a:pt x="2901" y="2635"/>
                    <a:pt x="2901" y="2304"/>
                  </a:cubicBezTo>
                  <a:lnTo>
                    <a:pt x="2901" y="598"/>
                  </a:lnTo>
                  <a:cubicBezTo>
                    <a:pt x="2901" y="268"/>
                    <a:pt x="2635" y="1"/>
                    <a:pt x="23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39"/>
            <p:cNvSpPr/>
            <p:nvPr/>
          </p:nvSpPr>
          <p:spPr>
            <a:xfrm>
              <a:off x="6815287" y="3612425"/>
              <a:ext cx="52746" cy="52746"/>
            </a:xfrm>
            <a:custGeom>
              <a:rect b="b" l="l" r="r" t="t"/>
              <a:pathLst>
                <a:path extrusionOk="0" h="1780" w="1780">
                  <a:moveTo>
                    <a:pt x="37" y="1"/>
                  </a:moveTo>
                  <a:cubicBezTo>
                    <a:pt x="16" y="1"/>
                    <a:pt x="1" y="16"/>
                    <a:pt x="1" y="37"/>
                  </a:cubicBezTo>
                  <a:lnTo>
                    <a:pt x="1" y="1743"/>
                  </a:lnTo>
                  <a:cubicBezTo>
                    <a:pt x="1" y="1764"/>
                    <a:pt x="16" y="1779"/>
                    <a:pt x="37" y="1779"/>
                  </a:cubicBezTo>
                  <a:lnTo>
                    <a:pt x="1743" y="1779"/>
                  </a:lnTo>
                  <a:cubicBezTo>
                    <a:pt x="1764" y="1779"/>
                    <a:pt x="1779" y="1764"/>
                    <a:pt x="1779" y="1743"/>
                  </a:cubicBezTo>
                  <a:lnTo>
                    <a:pt x="1779" y="37"/>
                  </a:lnTo>
                  <a:cubicBezTo>
                    <a:pt x="1779" y="16"/>
                    <a:pt x="1764" y="1"/>
                    <a:pt x="174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39"/>
            <p:cNvSpPr/>
            <p:nvPr/>
          </p:nvSpPr>
          <p:spPr>
            <a:xfrm>
              <a:off x="6852980" y="3632605"/>
              <a:ext cx="90913" cy="12475"/>
            </a:xfrm>
            <a:custGeom>
              <a:rect b="b" l="l" r="r" t="t"/>
              <a:pathLst>
                <a:path extrusionOk="0" h="421" w="3068">
                  <a:moveTo>
                    <a:pt x="210" y="1"/>
                  </a:moveTo>
                  <a:cubicBezTo>
                    <a:pt x="94" y="1"/>
                    <a:pt x="0" y="94"/>
                    <a:pt x="0" y="211"/>
                  </a:cubicBezTo>
                  <a:cubicBezTo>
                    <a:pt x="0" y="327"/>
                    <a:pt x="94" y="420"/>
                    <a:pt x="210" y="420"/>
                  </a:cubicBezTo>
                  <a:lnTo>
                    <a:pt x="3067" y="420"/>
                  </a:lnTo>
                  <a:cubicBezTo>
                    <a:pt x="3041" y="355"/>
                    <a:pt x="3025" y="284"/>
                    <a:pt x="3025" y="211"/>
                  </a:cubicBezTo>
                  <a:cubicBezTo>
                    <a:pt x="3025" y="136"/>
                    <a:pt x="3041" y="64"/>
                    <a:pt x="3067"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39"/>
            <p:cNvSpPr/>
            <p:nvPr/>
          </p:nvSpPr>
          <p:spPr>
            <a:xfrm>
              <a:off x="6973791" y="3558257"/>
              <a:ext cx="90438" cy="86734"/>
            </a:xfrm>
            <a:custGeom>
              <a:rect b="b" l="l" r="r" t="t"/>
              <a:pathLst>
                <a:path extrusionOk="0" h="2927" w="3052">
                  <a:moveTo>
                    <a:pt x="1255" y="1"/>
                  </a:moveTo>
                  <a:cubicBezTo>
                    <a:pt x="1138" y="1"/>
                    <a:pt x="1045" y="94"/>
                    <a:pt x="1045" y="211"/>
                  </a:cubicBezTo>
                  <a:cubicBezTo>
                    <a:pt x="1045" y="327"/>
                    <a:pt x="1138" y="421"/>
                    <a:pt x="1255" y="421"/>
                  </a:cubicBezTo>
                  <a:lnTo>
                    <a:pt x="1586" y="421"/>
                  </a:lnTo>
                  <a:cubicBezTo>
                    <a:pt x="2161" y="421"/>
                    <a:pt x="2631" y="888"/>
                    <a:pt x="2631" y="1464"/>
                  </a:cubicBezTo>
                  <a:cubicBezTo>
                    <a:pt x="2631" y="2039"/>
                    <a:pt x="2161" y="2507"/>
                    <a:pt x="1586" y="2507"/>
                  </a:cubicBezTo>
                  <a:lnTo>
                    <a:pt x="1" y="2507"/>
                  </a:lnTo>
                  <a:cubicBezTo>
                    <a:pt x="29" y="2572"/>
                    <a:pt x="44" y="2643"/>
                    <a:pt x="44" y="2716"/>
                  </a:cubicBezTo>
                  <a:cubicBezTo>
                    <a:pt x="44" y="2791"/>
                    <a:pt x="29" y="2863"/>
                    <a:pt x="1" y="2926"/>
                  </a:cubicBezTo>
                  <a:lnTo>
                    <a:pt x="1586" y="2926"/>
                  </a:lnTo>
                  <a:cubicBezTo>
                    <a:pt x="2393" y="2926"/>
                    <a:pt x="3050" y="2270"/>
                    <a:pt x="3050" y="1464"/>
                  </a:cubicBezTo>
                  <a:cubicBezTo>
                    <a:pt x="3052" y="657"/>
                    <a:pt x="2394" y="1"/>
                    <a:pt x="15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39"/>
            <p:cNvSpPr/>
            <p:nvPr/>
          </p:nvSpPr>
          <p:spPr>
            <a:xfrm>
              <a:off x="6988845" y="3547027"/>
              <a:ext cx="34907" cy="34937"/>
            </a:xfrm>
            <a:custGeom>
              <a:rect b="b" l="l" r="r" t="t"/>
              <a:pathLst>
                <a:path extrusionOk="0" h="1179" w="1178">
                  <a:moveTo>
                    <a:pt x="588" y="1"/>
                  </a:moveTo>
                  <a:cubicBezTo>
                    <a:pt x="265" y="1"/>
                    <a:pt x="1" y="263"/>
                    <a:pt x="1" y="590"/>
                  </a:cubicBezTo>
                  <a:cubicBezTo>
                    <a:pt x="1" y="915"/>
                    <a:pt x="265" y="1179"/>
                    <a:pt x="588" y="1179"/>
                  </a:cubicBezTo>
                  <a:cubicBezTo>
                    <a:pt x="913" y="1179"/>
                    <a:pt x="1178" y="916"/>
                    <a:pt x="1178" y="590"/>
                  </a:cubicBezTo>
                  <a:cubicBezTo>
                    <a:pt x="1178" y="265"/>
                    <a:pt x="913" y="1"/>
                    <a:pt x="5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39"/>
            <p:cNvSpPr/>
            <p:nvPr/>
          </p:nvSpPr>
          <p:spPr>
            <a:xfrm>
              <a:off x="6926528" y="3403813"/>
              <a:ext cx="159452" cy="148518"/>
            </a:xfrm>
            <a:custGeom>
              <a:rect b="b" l="l" r="r" t="t"/>
              <a:pathLst>
                <a:path extrusionOk="0" h="5012" w="5381">
                  <a:moveTo>
                    <a:pt x="2691" y="1"/>
                  </a:moveTo>
                  <a:cubicBezTo>
                    <a:pt x="938" y="1"/>
                    <a:pt x="1" y="2073"/>
                    <a:pt x="1163" y="3388"/>
                  </a:cubicBezTo>
                  <a:lnTo>
                    <a:pt x="2531" y="4939"/>
                  </a:lnTo>
                  <a:cubicBezTo>
                    <a:pt x="2574" y="4987"/>
                    <a:pt x="2634" y="5012"/>
                    <a:pt x="2693" y="5012"/>
                  </a:cubicBezTo>
                  <a:cubicBezTo>
                    <a:pt x="2752" y="5012"/>
                    <a:pt x="2812" y="4987"/>
                    <a:pt x="2855" y="4939"/>
                  </a:cubicBezTo>
                  <a:lnTo>
                    <a:pt x="4223" y="3388"/>
                  </a:lnTo>
                  <a:cubicBezTo>
                    <a:pt x="5381" y="2073"/>
                    <a:pt x="4446" y="1"/>
                    <a:pt x="2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39"/>
            <p:cNvSpPr/>
            <p:nvPr/>
          </p:nvSpPr>
          <p:spPr>
            <a:xfrm>
              <a:off x="6969643" y="3427489"/>
              <a:ext cx="73281" cy="73281"/>
            </a:xfrm>
            <a:custGeom>
              <a:rect b="b" l="l" r="r" t="t"/>
              <a:pathLst>
                <a:path extrusionOk="0" h="2473" w="2473">
                  <a:moveTo>
                    <a:pt x="1236" y="1"/>
                  </a:moveTo>
                  <a:cubicBezTo>
                    <a:pt x="556" y="1"/>
                    <a:pt x="1" y="554"/>
                    <a:pt x="1" y="1237"/>
                  </a:cubicBezTo>
                  <a:cubicBezTo>
                    <a:pt x="1" y="1919"/>
                    <a:pt x="556" y="2472"/>
                    <a:pt x="1236" y="2472"/>
                  </a:cubicBezTo>
                  <a:cubicBezTo>
                    <a:pt x="1919" y="2472"/>
                    <a:pt x="2472" y="1919"/>
                    <a:pt x="2472" y="1237"/>
                  </a:cubicBezTo>
                  <a:cubicBezTo>
                    <a:pt x="2471" y="554"/>
                    <a:pt x="1917" y="1"/>
                    <a:pt x="12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39"/>
            <p:cNvSpPr/>
            <p:nvPr/>
          </p:nvSpPr>
          <p:spPr>
            <a:xfrm>
              <a:off x="6941403" y="3621374"/>
              <a:ext cx="34907" cy="34907"/>
            </a:xfrm>
            <a:custGeom>
              <a:rect b="b" l="l" r="r" t="t"/>
              <a:pathLst>
                <a:path extrusionOk="0" h="1178" w="1178">
                  <a:moveTo>
                    <a:pt x="591" y="0"/>
                  </a:moveTo>
                  <a:cubicBezTo>
                    <a:pt x="590" y="0"/>
                    <a:pt x="589" y="0"/>
                    <a:pt x="588" y="0"/>
                  </a:cubicBezTo>
                  <a:cubicBezTo>
                    <a:pt x="265" y="0"/>
                    <a:pt x="1" y="263"/>
                    <a:pt x="1" y="590"/>
                  </a:cubicBezTo>
                  <a:cubicBezTo>
                    <a:pt x="1" y="913"/>
                    <a:pt x="262" y="1177"/>
                    <a:pt x="588" y="1177"/>
                  </a:cubicBezTo>
                  <a:cubicBezTo>
                    <a:pt x="913" y="1177"/>
                    <a:pt x="1178" y="916"/>
                    <a:pt x="1178" y="590"/>
                  </a:cubicBezTo>
                  <a:cubicBezTo>
                    <a:pt x="1178" y="264"/>
                    <a:pt x="916" y="0"/>
                    <a:pt x="5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39"/>
            <p:cNvSpPr/>
            <p:nvPr/>
          </p:nvSpPr>
          <p:spPr>
            <a:xfrm>
              <a:off x="6824266" y="3621374"/>
              <a:ext cx="34966" cy="34907"/>
            </a:xfrm>
            <a:custGeom>
              <a:rect b="b" l="l" r="r" t="t"/>
              <a:pathLst>
                <a:path extrusionOk="0" h="1178" w="1180">
                  <a:moveTo>
                    <a:pt x="593" y="0"/>
                  </a:moveTo>
                  <a:cubicBezTo>
                    <a:pt x="592" y="0"/>
                    <a:pt x="591" y="0"/>
                    <a:pt x="590" y="0"/>
                  </a:cubicBezTo>
                  <a:cubicBezTo>
                    <a:pt x="265" y="0"/>
                    <a:pt x="1" y="263"/>
                    <a:pt x="1" y="590"/>
                  </a:cubicBezTo>
                  <a:cubicBezTo>
                    <a:pt x="1" y="913"/>
                    <a:pt x="264" y="1177"/>
                    <a:pt x="590" y="1177"/>
                  </a:cubicBezTo>
                  <a:cubicBezTo>
                    <a:pt x="915" y="1177"/>
                    <a:pt x="1179" y="916"/>
                    <a:pt x="1179" y="590"/>
                  </a:cubicBezTo>
                  <a:cubicBezTo>
                    <a:pt x="1179" y="264"/>
                    <a:pt x="916" y="0"/>
                    <a:pt x="5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8" name="Google Shape;10098;p39"/>
          <p:cNvSpPr txBox="1"/>
          <p:nvPr/>
        </p:nvSpPr>
        <p:spPr>
          <a:xfrm>
            <a:off x="6352725" y="1616598"/>
            <a:ext cx="2076900" cy="448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500">
                <a:solidFill>
                  <a:schemeClr val="dk2"/>
                </a:solidFill>
                <a:latin typeface="Sriracha"/>
                <a:ea typeface="Sriracha"/>
                <a:cs typeface="Sriracha"/>
                <a:sym typeface="Sriracha"/>
              </a:rPr>
              <a:t>Location</a:t>
            </a:r>
            <a:endParaRPr sz="2500">
              <a:solidFill>
                <a:schemeClr val="dk2"/>
              </a:solidFill>
              <a:latin typeface="Sriracha"/>
              <a:ea typeface="Sriracha"/>
              <a:cs typeface="Sriracha"/>
              <a:sym typeface="Sriracha"/>
            </a:endParaRPr>
          </a:p>
        </p:txBody>
      </p:sp>
      <p:sp>
        <p:nvSpPr>
          <p:cNvPr id="10099" name="Google Shape;10099;p39"/>
          <p:cNvSpPr txBox="1"/>
          <p:nvPr/>
        </p:nvSpPr>
        <p:spPr>
          <a:xfrm>
            <a:off x="6352725" y="1976278"/>
            <a:ext cx="2076900" cy="572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latin typeface="Roboto"/>
                <a:ea typeface="Roboto"/>
                <a:cs typeface="Roboto"/>
                <a:sym typeface="Roboto"/>
              </a:rPr>
              <a:t>Venus i</a:t>
            </a:r>
            <a:r>
              <a:rPr lang="en">
                <a:solidFill>
                  <a:srgbClr val="000000"/>
                </a:solidFill>
                <a:latin typeface="Roboto"/>
                <a:ea typeface="Roboto"/>
                <a:cs typeface="Roboto"/>
                <a:sym typeface="Roboto"/>
              </a:rPr>
              <a:t>s the second planet from the Sun</a:t>
            </a:r>
            <a:endParaRPr>
              <a:solidFill>
                <a:srgbClr val="000000"/>
              </a:solidFill>
              <a:latin typeface="Roboto"/>
              <a:ea typeface="Roboto"/>
              <a:cs typeface="Roboto"/>
              <a:sym typeface="Roboto"/>
            </a:endParaRPr>
          </a:p>
        </p:txBody>
      </p:sp>
      <p:sp>
        <p:nvSpPr>
          <p:cNvPr id="10100" name="Google Shape;10100;p39"/>
          <p:cNvSpPr txBox="1"/>
          <p:nvPr/>
        </p:nvSpPr>
        <p:spPr>
          <a:xfrm>
            <a:off x="6352725" y="3208823"/>
            <a:ext cx="2076900" cy="448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500">
                <a:solidFill>
                  <a:schemeClr val="dk2"/>
                </a:solidFill>
                <a:latin typeface="Sriracha"/>
                <a:ea typeface="Sriracha"/>
                <a:cs typeface="Sriracha"/>
                <a:sym typeface="Sriracha"/>
              </a:rPr>
              <a:t>GPS route</a:t>
            </a:r>
            <a:endParaRPr sz="2500">
              <a:solidFill>
                <a:schemeClr val="dk2"/>
              </a:solidFill>
              <a:latin typeface="Sriracha"/>
              <a:ea typeface="Sriracha"/>
              <a:cs typeface="Sriracha"/>
              <a:sym typeface="Sriracha"/>
            </a:endParaRPr>
          </a:p>
        </p:txBody>
      </p:sp>
      <p:sp>
        <p:nvSpPr>
          <p:cNvPr id="10101" name="Google Shape;10101;p39"/>
          <p:cNvSpPr txBox="1"/>
          <p:nvPr/>
        </p:nvSpPr>
        <p:spPr>
          <a:xfrm>
            <a:off x="6352725" y="3568924"/>
            <a:ext cx="2076900" cy="572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000000"/>
                </a:solidFill>
                <a:latin typeface="Roboto"/>
                <a:ea typeface="Roboto"/>
                <a:cs typeface="Roboto"/>
                <a:sym typeface="Roboto"/>
              </a:rPr>
              <a:t>Saturn is a gas giant with several rings</a:t>
            </a:r>
            <a:endParaRPr>
              <a:solidFill>
                <a:srgbClr val="000000"/>
              </a:solidFill>
              <a:latin typeface="Roboto"/>
              <a:ea typeface="Roboto"/>
              <a:cs typeface="Roboto"/>
              <a:sym typeface="Roboto"/>
            </a:endParaRPr>
          </a:p>
        </p:txBody>
      </p:sp>
      <p:sp>
        <p:nvSpPr>
          <p:cNvPr id="10102" name="Google Shape;10102;p39"/>
          <p:cNvSpPr txBox="1"/>
          <p:nvPr/>
        </p:nvSpPr>
        <p:spPr>
          <a:xfrm>
            <a:off x="719925" y="1616598"/>
            <a:ext cx="2076900" cy="448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Sriracha"/>
                <a:ea typeface="Sriracha"/>
                <a:cs typeface="Sriracha"/>
                <a:sym typeface="Sriracha"/>
              </a:rPr>
              <a:t>Heart rate</a:t>
            </a:r>
            <a:endParaRPr sz="2500">
              <a:solidFill>
                <a:schemeClr val="dk2"/>
              </a:solidFill>
              <a:latin typeface="Sriracha"/>
              <a:ea typeface="Sriracha"/>
              <a:cs typeface="Sriracha"/>
              <a:sym typeface="Sriracha"/>
            </a:endParaRPr>
          </a:p>
        </p:txBody>
      </p:sp>
      <p:sp>
        <p:nvSpPr>
          <p:cNvPr id="10103" name="Google Shape;10103;p39"/>
          <p:cNvSpPr txBox="1"/>
          <p:nvPr/>
        </p:nvSpPr>
        <p:spPr>
          <a:xfrm>
            <a:off x="720000" y="1976278"/>
            <a:ext cx="20769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Roboto"/>
                <a:ea typeface="Roboto"/>
                <a:cs typeface="Roboto"/>
                <a:sym typeface="Roboto"/>
              </a:rPr>
              <a:t>Mercury i</a:t>
            </a:r>
            <a:r>
              <a:rPr lang="en">
                <a:solidFill>
                  <a:srgbClr val="000000"/>
                </a:solidFill>
                <a:latin typeface="Roboto"/>
                <a:ea typeface="Roboto"/>
                <a:cs typeface="Roboto"/>
                <a:sym typeface="Roboto"/>
              </a:rPr>
              <a:t>s the </a:t>
            </a:r>
            <a:r>
              <a:rPr lang="en">
                <a:latin typeface="Roboto"/>
                <a:ea typeface="Roboto"/>
                <a:cs typeface="Roboto"/>
                <a:sym typeface="Roboto"/>
              </a:rPr>
              <a:t>smallest planet of them all</a:t>
            </a:r>
            <a:endParaRPr>
              <a:solidFill>
                <a:srgbClr val="000000"/>
              </a:solidFill>
              <a:latin typeface="Roboto"/>
              <a:ea typeface="Roboto"/>
              <a:cs typeface="Roboto"/>
              <a:sym typeface="Roboto"/>
            </a:endParaRPr>
          </a:p>
        </p:txBody>
      </p:sp>
      <p:sp>
        <p:nvSpPr>
          <p:cNvPr id="10104" name="Google Shape;10104;p39"/>
          <p:cNvSpPr txBox="1"/>
          <p:nvPr/>
        </p:nvSpPr>
        <p:spPr>
          <a:xfrm>
            <a:off x="719925" y="3208823"/>
            <a:ext cx="2076900" cy="448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Sriracha"/>
                <a:ea typeface="Sriracha"/>
                <a:cs typeface="Sriracha"/>
                <a:sym typeface="Sriracha"/>
              </a:rPr>
              <a:t>SOS call</a:t>
            </a:r>
            <a:endParaRPr sz="2500">
              <a:solidFill>
                <a:schemeClr val="dk2"/>
              </a:solidFill>
              <a:latin typeface="Sriracha"/>
              <a:ea typeface="Sriracha"/>
              <a:cs typeface="Sriracha"/>
              <a:sym typeface="Sriracha"/>
            </a:endParaRPr>
          </a:p>
        </p:txBody>
      </p:sp>
      <p:sp>
        <p:nvSpPr>
          <p:cNvPr id="10105" name="Google Shape;10105;p39"/>
          <p:cNvSpPr txBox="1"/>
          <p:nvPr/>
        </p:nvSpPr>
        <p:spPr>
          <a:xfrm>
            <a:off x="720000" y="3568924"/>
            <a:ext cx="20769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000000"/>
                </a:solidFill>
                <a:latin typeface="Roboto"/>
                <a:ea typeface="Roboto"/>
                <a:cs typeface="Roboto"/>
                <a:sym typeface="Roboto"/>
              </a:rPr>
              <a:t>Despite being red, Mars is a cold place</a:t>
            </a:r>
            <a:endParaRPr>
              <a:solidFill>
                <a:srgbClr val="000000"/>
              </a:solidFill>
              <a:latin typeface="Roboto"/>
              <a:ea typeface="Roboto"/>
              <a:cs typeface="Roboto"/>
              <a:sym typeface="Roboto"/>
            </a:endParaRPr>
          </a:p>
        </p:txBody>
      </p:sp>
      <p:cxnSp>
        <p:nvCxnSpPr>
          <p:cNvPr id="10106" name="Google Shape;10106;p39"/>
          <p:cNvCxnSpPr>
            <a:stCxn id="10102" idx="3"/>
            <a:endCxn id="10107" idx="2"/>
          </p:cNvCxnSpPr>
          <p:nvPr/>
        </p:nvCxnSpPr>
        <p:spPr>
          <a:xfrm>
            <a:off x="2796825" y="1840998"/>
            <a:ext cx="1033800" cy="776100"/>
          </a:xfrm>
          <a:prstGeom prst="bentConnector3">
            <a:avLst>
              <a:gd fmla="val 50002" name="adj1"/>
            </a:avLst>
          </a:prstGeom>
          <a:noFill/>
          <a:ln cap="flat" cmpd="sng" w="19050">
            <a:solidFill>
              <a:schemeClr val="dk2"/>
            </a:solidFill>
            <a:prstDash val="solid"/>
            <a:round/>
            <a:headEnd len="med" w="med" type="none"/>
            <a:tailEnd len="med" w="med" type="none"/>
          </a:ln>
        </p:spPr>
      </p:cxnSp>
      <p:cxnSp>
        <p:nvCxnSpPr>
          <p:cNvPr id="10108" name="Google Shape;10108;p39"/>
          <p:cNvCxnSpPr>
            <a:stCxn id="10104" idx="3"/>
            <a:endCxn id="10109" idx="2"/>
          </p:cNvCxnSpPr>
          <p:nvPr/>
        </p:nvCxnSpPr>
        <p:spPr>
          <a:xfrm flipH="1" rot="10800000">
            <a:off x="2796825" y="3026423"/>
            <a:ext cx="1229700" cy="406800"/>
          </a:xfrm>
          <a:prstGeom prst="bentConnector3">
            <a:avLst>
              <a:gd fmla="val 50005" name="adj1"/>
            </a:avLst>
          </a:prstGeom>
          <a:noFill/>
          <a:ln cap="flat" cmpd="sng" w="19050">
            <a:solidFill>
              <a:schemeClr val="dk2"/>
            </a:solidFill>
            <a:prstDash val="solid"/>
            <a:round/>
            <a:headEnd len="med" w="med" type="none"/>
            <a:tailEnd len="med" w="med" type="none"/>
          </a:ln>
        </p:spPr>
      </p:cxnSp>
      <p:cxnSp>
        <p:nvCxnSpPr>
          <p:cNvPr id="10110" name="Google Shape;10110;p39"/>
          <p:cNvCxnSpPr>
            <a:endCxn id="10111" idx="6"/>
          </p:cNvCxnSpPr>
          <p:nvPr/>
        </p:nvCxnSpPr>
        <p:spPr>
          <a:xfrm flipH="1">
            <a:off x="5565825" y="1827475"/>
            <a:ext cx="786900" cy="600"/>
          </a:xfrm>
          <a:prstGeom prst="bentConnector3">
            <a:avLst>
              <a:gd fmla="val 50000" name="adj1"/>
            </a:avLst>
          </a:prstGeom>
          <a:noFill/>
          <a:ln cap="flat" cmpd="sng" w="19050">
            <a:solidFill>
              <a:schemeClr val="dk2"/>
            </a:solidFill>
            <a:prstDash val="solid"/>
            <a:round/>
            <a:headEnd len="med" w="med" type="none"/>
            <a:tailEnd len="med" w="med" type="none"/>
          </a:ln>
        </p:spPr>
      </p:cxnSp>
      <p:cxnSp>
        <p:nvCxnSpPr>
          <p:cNvPr id="10112" name="Google Shape;10112;p39"/>
          <p:cNvCxnSpPr>
            <a:stCxn id="10100" idx="1"/>
            <a:endCxn id="10113" idx="6"/>
          </p:cNvCxnSpPr>
          <p:nvPr/>
        </p:nvCxnSpPr>
        <p:spPr>
          <a:xfrm rot="10800000">
            <a:off x="5485725" y="2765123"/>
            <a:ext cx="867000" cy="668100"/>
          </a:xfrm>
          <a:prstGeom prst="bentConnector3">
            <a:avLst>
              <a:gd fmla="val 49999" name="adj1"/>
            </a:avLst>
          </a:prstGeom>
          <a:noFill/>
          <a:ln cap="flat" cmpd="sng" w="19050">
            <a:solidFill>
              <a:schemeClr val="dk2"/>
            </a:solidFill>
            <a:prstDash val="solid"/>
            <a:round/>
            <a:headEnd len="med" w="med" type="none"/>
            <a:tailEnd len="med" w="med" type="none"/>
          </a:ln>
        </p:spPr>
      </p:cxnSp>
      <p:sp>
        <p:nvSpPr>
          <p:cNvPr id="10111" name="Google Shape;10111;p39"/>
          <p:cNvSpPr/>
          <p:nvPr/>
        </p:nvSpPr>
        <p:spPr>
          <a:xfrm>
            <a:off x="5337225" y="1713775"/>
            <a:ext cx="228600" cy="228600"/>
          </a:xfrm>
          <a:prstGeom prst="ellipse">
            <a:avLst/>
          </a:prstGeom>
          <a:solidFill>
            <a:schemeClr val="dk2"/>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39"/>
          <p:cNvSpPr/>
          <p:nvPr/>
        </p:nvSpPr>
        <p:spPr>
          <a:xfrm>
            <a:off x="5257150" y="2650800"/>
            <a:ext cx="228600" cy="228600"/>
          </a:xfrm>
          <a:prstGeom prst="ellipse">
            <a:avLst/>
          </a:prstGeom>
          <a:solidFill>
            <a:schemeClr val="dk2"/>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39"/>
          <p:cNvSpPr/>
          <p:nvPr/>
        </p:nvSpPr>
        <p:spPr>
          <a:xfrm>
            <a:off x="3830675" y="2502925"/>
            <a:ext cx="228600" cy="228600"/>
          </a:xfrm>
          <a:prstGeom prst="ellipse">
            <a:avLst/>
          </a:prstGeom>
          <a:solidFill>
            <a:schemeClr val="dk2"/>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39"/>
          <p:cNvSpPr/>
          <p:nvPr/>
        </p:nvSpPr>
        <p:spPr>
          <a:xfrm>
            <a:off x="4026650" y="2912025"/>
            <a:ext cx="228600" cy="228600"/>
          </a:xfrm>
          <a:prstGeom prst="ellipse">
            <a:avLst/>
          </a:prstGeom>
          <a:solidFill>
            <a:schemeClr val="dk2"/>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7" name="Shape 10117"/>
        <p:cNvGrpSpPr/>
        <p:nvPr/>
      </p:nvGrpSpPr>
      <p:grpSpPr>
        <a:xfrm>
          <a:off x="0" y="0"/>
          <a:ext cx="0" cy="0"/>
          <a:chOff x="0" y="0"/>
          <a:chExt cx="0" cy="0"/>
        </a:xfrm>
      </p:grpSpPr>
      <p:sp>
        <p:nvSpPr>
          <p:cNvPr id="10118" name="Google Shape;10118;p40"/>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Event calendar</a:t>
            </a:r>
            <a:endParaRPr/>
          </a:p>
        </p:txBody>
      </p:sp>
      <p:graphicFrame>
        <p:nvGraphicFramePr>
          <p:cNvPr id="10119" name="Google Shape;10119;p40"/>
          <p:cNvGraphicFramePr/>
          <p:nvPr/>
        </p:nvGraphicFramePr>
        <p:xfrm>
          <a:off x="740350" y="1294275"/>
          <a:ext cx="3000000" cy="3000000"/>
        </p:xfrm>
        <a:graphic>
          <a:graphicData uri="http://schemas.openxmlformats.org/drawingml/2006/table">
            <a:tbl>
              <a:tblPr>
                <a:noFill/>
                <a:tableStyleId>{BD5B165A-5D91-4C7E-8B97-439C4C4040DF}</a:tableStyleId>
              </a:tblPr>
              <a:tblGrid>
                <a:gridCol w="382850"/>
                <a:gridCol w="442700"/>
                <a:gridCol w="382850"/>
                <a:gridCol w="441175"/>
                <a:gridCol w="382850"/>
                <a:gridCol w="428575"/>
                <a:gridCol w="382850"/>
                <a:gridCol w="435625"/>
                <a:gridCol w="382850"/>
                <a:gridCol w="439300"/>
                <a:gridCol w="382850"/>
                <a:gridCol w="438700"/>
                <a:gridCol w="382850"/>
                <a:gridCol w="429025"/>
              </a:tblGrid>
              <a:tr h="260025">
                <a:tc gridSpan="2">
                  <a:txBody>
                    <a:bodyPr/>
                    <a:lstStyle/>
                    <a:p>
                      <a:pPr indent="0" lvl="0" marL="0" rtl="0" algn="ctr">
                        <a:spcBef>
                          <a:spcPts val="0"/>
                        </a:spcBef>
                        <a:spcAft>
                          <a:spcPts val="0"/>
                        </a:spcAft>
                        <a:buNone/>
                      </a:pPr>
                      <a:r>
                        <a:rPr b="1" lang="en" sz="2000">
                          <a:solidFill>
                            <a:schemeClr val="dk1"/>
                          </a:solidFill>
                          <a:latin typeface="Sriracha"/>
                          <a:ea typeface="Sriracha"/>
                          <a:cs typeface="Sriracha"/>
                          <a:sym typeface="Sriracha"/>
                        </a:rPr>
                        <a:t>Mon</a:t>
                      </a:r>
                      <a:endParaRPr b="1" sz="2000">
                        <a:solidFill>
                          <a:schemeClr val="dk1"/>
                        </a:solidFill>
                        <a:latin typeface="Sriracha"/>
                        <a:ea typeface="Sriracha"/>
                        <a:cs typeface="Sriracha"/>
                        <a:sym typeface="Sriracha"/>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hMerge="1"/>
                <a:tc gridSpan="2">
                  <a:txBody>
                    <a:bodyPr/>
                    <a:lstStyle/>
                    <a:p>
                      <a:pPr indent="0" lvl="0" marL="0" rtl="0" algn="ctr">
                        <a:spcBef>
                          <a:spcPts val="0"/>
                        </a:spcBef>
                        <a:spcAft>
                          <a:spcPts val="0"/>
                        </a:spcAft>
                        <a:buNone/>
                      </a:pPr>
                      <a:r>
                        <a:rPr b="1" lang="en" sz="2000">
                          <a:solidFill>
                            <a:schemeClr val="dk1"/>
                          </a:solidFill>
                          <a:latin typeface="Sriracha"/>
                          <a:ea typeface="Sriracha"/>
                          <a:cs typeface="Sriracha"/>
                          <a:sym typeface="Sriracha"/>
                        </a:rPr>
                        <a:t>Tue</a:t>
                      </a:r>
                      <a:endParaRPr b="1" sz="2000">
                        <a:solidFill>
                          <a:schemeClr val="dk1"/>
                        </a:solidFill>
                        <a:latin typeface="Sriracha"/>
                        <a:ea typeface="Sriracha"/>
                        <a:cs typeface="Sriracha"/>
                        <a:sym typeface="Sriracha"/>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hMerge="1"/>
                <a:tc gridSpan="2">
                  <a:txBody>
                    <a:bodyPr/>
                    <a:lstStyle/>
                    <a:p>
                      <a:pPr indent="0" lvl="0" marL="0" rtl="0" algn="ctr">
                        <a:spcBef>
                          <a:spcPts val="0"/>
                        </a:spcBef>
                        <a:spcAft>
                          <a:spcPts val="0"/>
                        </a:spcAft>
                        <a:buNone/>
                      </a:pPr>
                      <a:r>
                        <a:rPr b="1" lang="en" sz="2000">
                          <a:solidFill>
                            <a:schemeClr val="dk1"/>
                          </a:solidFill>
                          <a:latin typeface="Sriracha"/>
                          <a:ea typeface="Sriracha"/>
                          <a:cs typeface="Sriracha"/>
                          <a:sym typeface="Sriracha"/>
                        </a:rPr>
                        <a:t>Wed</a:t>
                      </a:r>
                      <a:endParaRPr b="1" sz="2000">
                        <a:solidFill>
                          <a:schemeClr val="dk1"/>
                        </a:solidFill>
                        <a:latin typeface="Sriracha"/>
                        <a:ea typeface="Sriracha"/>
                        <a:cs typeface="Sriracha"/>
                        <a:sym typeface="Sriracha"/>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hMerge="1"/>
                <a:tc gridSpan="2">
                  <a:txBody>
                    <a:bodyPr/>
                    <a:lstStyle/>
                    <a:p>
                      <a:pPr indent="0" lvl="0" marL="0" rtl="0" algn="ctr">
                        <a:spcBef>
                          <a:spcPts val="0"/>
                        </a:spcBef>
                        <a:spcAft>
                          <a:spcPts val="0"/>
                        </a:spcAft>
                        <a:buNone/>
                      </a:pPr>
                      <a:r>
                        <a:rPr b="1" lang="en" sz="2000">
                          <a:solidFill>
                            <a:schemeClr val="dk1"/>
                          </a:solidFill>
                          <a:latin typeface="Sriracha"/>
                          <a:ea typeface="Sriracha"/>
                          <a:cs typeface="Sriracha"/>
                          <a:sym typeface="Sriracha"/>
                        </a:rPr>
                        <a:t>Thur</a:t>
                      </a:r>
                      <a:endParaRPr b="1" sz="2000">
                        <a:solidFill>
                          <a:schemeClr val="dk1"/>
                        </a:solidFill>
                        <a:latin typeface="Sriracha"/>
                        <a:ea typeface="Sriracha"/>
                        <a:cs typeface="Sriracha"/>
                        <a:sym typeface="Sriracha"/>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hMerge="1"/>
                <a:tc gridSpan="2">
                  <a:txBody>
                    <a:bodyPr/>
                    <a:lstStyle/>
                    <a:p>
                      <a:pPr indent="0" lvl="0" marL="0" rtl="0" algn="ctr">
                        <a:spcBef>
                          <a:spcPts val="0"/>
                        </a:spcBef>
                        <a:spcAft>
                          <a:spcPts val="0"/>
                        </a:spcAft>
                        <a:buNone/>
                      </a:pPr>
                      <a:r>
                        <a:rPr b="1" lang="en" sz="2000">
                          <a:solidFill>
                            <a:schemeClr val="dk1"/>
                          </a:solidFill>
                          <a:latin typeface="Sriracha"/>
                          <a:ea typeface="Sriracha"/>
                          <a:cs typeface="Sriracha"/>
                          <a:sym typeface="Sriracha"/>
                        </a:rPr>
                        <a:t>Fri</a:t>
                      </a:r>
                      <a:endParaRPr b="1" sz="2000">
                        <a:solidFill>
                          <a:schemeClr val="dk1"/>
                        </a:solidFill>
                        <a:latin typeface="Sriracha"/>
                        <a:ea typeface="Sriracha"/>
                        <a:cs typeface="Sriracha"/>
                        <a:sym typeface="Sriracha"/>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hMerge="1"/>
                <a:tc gridSpan="2">
                  <a:txBody>
                    <a:bodyPr/>
                    <a:lstStyle/>
                    <a:p>
                      <a:pPr indent="0" lvl="0" marL="0" rtl="0" algn="ctr">
                        <a:spcBef>
                          <a:spcPts val="0"/>
                        </a:spcBef>
                        <a:spcAft>
                          <a:spcPts val="0"/>
                        </a:spcAft>
                        <a:buNone/>
                      </a:pPr>
                      <a:r>
                        <a:rPr b="1" lang="en" sz="2000">
                          <a:solidFill>
                            <a:schemeClr val="dk1"/>
                          </a:solidFill>
                          <a:latin typeface="Sriracha"/>
                          <a:ea typeface="Sriracha"/>
                          <a:cs typeface="Sriracha"/>
                          <a:sym typeface="Sriracha"/>
                        </a:rPr>
                        <a:t>Sat</a:t>
                      </a:r>
                      <a:endParaRPr b="1" sz="2000">
                        <a:solidFill>
                          <a:schemeClr val="dk1"/>
                        </a:solidFill>
                        <a:latin typeface="Sriracha"/>
                        <a:ea typeface="Sriracha"/>
                        <a:cs typeface="Sriracha"/>
                        <a:sym typeface="Sriracha"/>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hMerge="1"/>
                <a:tc gridSpan="2">
                  <a:txBody>
                    <a:bodyPr/>
                    <a:lstStyle/>
                    <a:p>
                      <a:pPr indent="0" lvl="0" marL="0" rtl="0" algn="ctr">
                        <a:spcBef>
                          <a:spcPts val="0"/>
                        </a:spcBef>
                        <a:spcAft>
                          <a:spcPts val="0"/>
                        </a:spcAft>
                        <a:buNone/>
                      </a:pPr>
                      <a:r>
                        <a:rPr b="1" lang="en" sz="2000">
                          <a:solidFill>
                            <a:schemeClr val="dk1"/>
                          </a:solidFill>
                          <a:latin typeface="Sriracha"/>
                          <a:ea typeface="Sriracha"/>
                          <a:cs typeface="Sriracha"/>
                          <a:sym typeface="Sriracha"/>
                        </a:rPr>
                        <a:t>Sun</a:t>
                      </a:r>
                      <a:endParaRPr b="1" sz="2000">
                        <a:solidFill>
                          <a:schemeClr val="dk1"/>
                        </a:solidFill>
                        <a:latin typeface="Sriracha"/>
                        <a:ea typeface="Sriracha"/>
                        <a:cs typeface="Sriracha"/>
                        <a:sym typeface="Sriracha"/>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hMerge="1"/>
              </a:tr>
              <a:tr h="562200">
                <a:tc>
                  <a:txBody>
                    <a:bodyPr/>
                    <a:lstStyle/>
                    <a:p>
                      <a:pPr indent="0" lvl="0" marL="0" rtl="0" algn="l">
                        <a:spcBef>
                          <a:spcPts val="0"/>
                        </a:spcBef>
                        <a:spcAft>
                          <a:spcPts val="0"/>
                        </a:spcAft>
                        <a:buNone/>
                      </a:pPr>
                      <a:r>
                        <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3</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4</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5</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6</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62150">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7</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8</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9</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10</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11</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12</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13</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r>
              <a:tr h="562150">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14</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15</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16</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17</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18</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19</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20</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62075">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21</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22</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23</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24</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25</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26</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27</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3000">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28</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29</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30</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bl>
          </a:graphicData>
        </a:graphic>
      </p:graphicFrame>
      <p:sp>
        <p:nvSpPr>
          <p:cNvPr id="10120" name="Google Shape;10120;p40"/>
          <p:cNvSpPr txBox="1"/>
          <p:nvPr/>
        </p:nvSpPr>
        <p:spPr>
          <a:xfrm>
            <a:off x="6960904" y="1903125"/>
            <a:ext cx="1463100" cy="448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Sriracha"/>
                <a:ea typeface="Sriracha"/>
                <a:cs typeface="Sriracha"/>
                <a:sym typeface="Sriracha"/>
              </a:rPr>
              <a:t>Training</a:t>
            </a:r>
            <a:endParaRPr sz="2500">
              <a:solidFill>
                <a:schemeClr val="dk2"/>
              </a:solidFill>
              <a:latin typeface="Sriracha"/>
              <a:ea typeface="Sriracha"/>
              <a:cs typeface="Sriracha"/>
              <a:sym typeface="Sriracha"/>
            </a:endParaRPr>
          </a:p>
        </p:txBody>
      </p:sp>
      <p:sp>
        <p:nvSpPr>
          <p:cNvPr id="10121" name="Google Shape;10121;p40"/>
          <p:cNvSpPr txBox="1"/>
          <p:nvPr/>
        </p:nvSpPr>
        <p:spPr>
          <a:xfrm>
            <a:off x="6960904" y="2275728"/>
            <a:ext cx="1463100" cy="731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Roboto"/>
                <a:ea typeface="Roboto"/>
                <a:cs typeface="Roboto"/>
                <a:sym typeface="Roboto"/>
              </a:rPr>
              <a:t>Venus i</a:t>
            </a:r>
            <a:r>
              <a:rPr lang="en">
                <a:solidFill>
                  <a:srgbClr val="000000"/>
                </a:solidFill>
                <a:latin typeface="Roboto"/>
                <a:ea typeface="Roboto"/>
                <a:cs typeface="Roboto"/>
                <a:sym typeface="Roboto"/>
              </a:rPr>
              <a:t>s the second planet from the Sun</a:t>
            </a:r>
            <a:endParaRPr>
              <a:solidFill>
                <a:srgbClr val="000000"/>
              </a:solidFill>
              <a:latin typeface="Roboto"/>
              <a:ea typeface="Roboto"/>
              <a:cs typeface="Roboto"/>
              <a:sym typeface="Roboto"/>
            </a:endParaRPr>
          </a:p>
        </p:txBody>
      </p:sp>
      <p:sp>
        <p:nvSpPr>
          <p:cNvPr id="10122" name="Google Shape;10122;p40"/>
          <p:cNvSpPr txBox="1"/>
          <p:nvPr/>
        </p:nvSpPr>
        <p:spPr>
          <a:xfrm>
            <a:off x="6960904" y="3511998"/>
            <a:ext cx="1463100" cy="448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Sriracha"/>
                <a:ea typeface="Sriracha"/>
                <a:cs typeface="Sriracha"/>
                <a:sym typeface="Sriracha"/>
              </a:rPr>
              <a:t>Race day</a:t>
            </a:r>
            <a:endParaRPr sz="2500">
              <a:solidFill>
                <a:schemeClr val="dk2"/>
              </a:solidFill>
              <a:latin typeface="Sriracha"/>
              <a:ea typeface="Sriracha"/>
              <a:cs typeface="Sriracha"/>
              <a:sym typeface="Sriracha"/>
            </a:endParaRPr>
          </a:p>
        </p:txBody>
      </p:sp>
      <p:sp>
        <p:nvSpPr>
          <p:cNvPr id="10123" name="Google Shape;10123;p40"/>
          <p:cNvSpPr txBox="1"/>
          <p:nvPr/>
        </p:nvSpPr>
        <p:spPr>
          <a:xfrm>
            <a:off x="6960904" y="3872099"/>
            <a:ext cx="1463100" cy="731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000000"/>
                </a:solidFill>
                <a:latin typeface="Roboto"/>
                <a:ea typeface="Roboto"/>
                <a:cs typeface="Roboto"/>
                <a:sym typeface="Roboto"/>
              </a:rPr>
              <a:t>Saturn is a gas giant with several rings</a:t>
            </a:r>
            <a:endParaRPr>
              <a:solidFill>
                <a:srgbClr val="000000"/>
              </a:solidFill>
              <a:latin typeface="Roboto"/>
              <a:ea typeface="Roboto"/>
              <a:cs typeface="Roboto"/>
              <a:sym typeface="Roboto"/>
            </a:endParaRPr>
          </a:p>
        </p:txBody>
      </p:sp>
      <p:sp>
        <p:nvSpPr>
          <p:cNvPr id="10124" name="Google Shape;10124;p40"/>
          <p:cNvSpPr/>
          <p:nvPr/>
        </p:nvSpPr>
        <p:spPr>
          <a:xfrm>
            <a:off x="6960875" y="1781925"/>
            <a:ext cx="1463100" cy="121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40"/>
          <p:cNvSpPr/>
          <p:nvPr/>
        </p:nvSpPr>
        <p:spPr>
          <a:xfrm>
            <a:off x="6960875" y="3390800"/>
            <a:ext cx="1463100" cy="121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29" name="Shape 10129"/>
        <p:cNvGrpSpPr/>
        <p:nvPr/>
      </p:nvGrpSpPr>
      <p:grpSpPr>
        <a:xfrm>
          <a:off x="0" y="0"/>
          <a:ext cx="0" cy="0"/>
          <a:chOff x="0" y="0"/>
          <a:chExt cx="0" cy="0"/>
        </a:xfrm>
      </p:grpSpPr>
      <p:sp>
        <p:nvSpPr>
          <p:cNvPr id="10130" name="Google Shape;10130;p41"/>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Participation percentages</a:t>
            </a:r>
            <a:endParaRPr/>
          </a:p>
        </p:txBody>
      </p:sp>
      <p:sp>
        <p:nvSpPr>
          <p:cNvPr id="10131" name="Google Shape;10131;p41"/>
          <p:cNvSpPr txBox="1"/>
          <p:nvPr/>
        </p:nvSpPr>
        <p:spPr>
          <a:xfrm>
            <a:off x="714225" y="4420500"/>
            <a:ext cx="7715400" cy="18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oboto"/>
                <a:ea typeface="Roboto"/>
                <a:cs typeface="Roboto"/>
                <a:sym typeface="Roboto"/>
              </a:rPr>
              <a:t>Follow the link in the graph to modify its data and then paste the new one here. </a:t>
            </a:r>
            <a:r>
              <a:rPr b="1" lang="en" sz="1200">
                <a:solidFill>
                  <a:schemeClr val="dk1"/>
                </a:solidFill>
                <a:uFill>
                  <a:noFill/>
                </a:uFill>
                <a:latin typeface="Roboto"/>
                <a:ea typeface="Roboto"/>
                <a:cs typeface="Roboto"/>
                <a:sym typeface="Roboto"/>
                <a:hlinkClick r:id="rId3">
                  <a:extLst>
                    <a:ext uri="{A12FA001-AC4F-418D-AE19-62706E023703}">
                      <ahyp:hlinkClr val="tx"/>
                    </a:ext>
                  </a:extLst>
                </a:hlinkClick>
              </a:rPr>
              <a:t>For more info, click here</a:t>
            </a:r>
            <a:endParaRPr b="1" sz="1200">
              <a:solidFill>
                <a:schemeClr val="dk1"/>
              </a:solidFill>
              <a:latin typeface="Roboto"/>
              <a:ea typeface="Roboto"/>
              <a:cs typeface="Roboto"/>
              <a:sym typeface="Roboto"/>
            </a:endParaRPr>
          </a:p>
        </p:txBody>
      </p:sp>
      <p:sp>
        <p:nvSpPr>
          <p:cNvPr id="10132" name="Google Shape;10132;p41"/>
          <p:cNvSpPr txBox="1"/>
          <p:nvPr/>
        </p:nvSpPr>
        <p:spPr>
          <a:xfrm>
            <a:off x="6421725" y="1603675"/>
            <a:ext cx="1828800" cy="448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500">
                <a:solidFill>
                  <a:schemeClr val="dk2"/>
                </a:solidFill>
                <a:latin typeface="Sriracha"/>
                <a:ea typeface="Sriracha"/>
                <a:cs typeface="Sriracha"/>
                <a:sym typeface="Sriracha"/>
              </a:rPr>
              <a:t>Egypt</a:t>
            </a:r>
            <a:endParaRPr sz="2500">
              <a:solidFill>
                <a:schemeClr val="dk2"/>
              </a:solidFill>
              <a:latin typeface="Sriracha"/>
              <a:ea typeface="Sriracha"/>
              <a:cs typeface="Sriracha"/>
              <a:sym typeface="Sriracha"/>
            </a:endParaRPr>
          </a:p>
        </p:txBody>
      </p:sp>
      <p:sp>
        <p:nvSpPr>
          <p:cNvPr id="10133" name="Google Shape;10133;p41"/>
          <p:cNvSpPr txBox="1"/>
          <p:nvPr/>
        </p:nvSpPr>
        <p:spPr>
          <a:xfrm>
            <a:off x="6421725" y="1976278"/>
            <a:ext cx="1828800" cy="548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latin typeface="Roboto"/>
                <a:ea typeface="Roboto"/>
                <a:cs typeface="Roboto"/>
                <a:sym typeface="Roboto"/>
              </a:rPr>
              <a:t>Venus has a beautiful name</a:t>
            </a:r>
            <a:endParaRPr>
              <a:solidFill>
                <a:srgbClr val="000000"/>
              </a:solidFill>
              <a:latin typeface="Roboto"/>
              <a:ea typeface="Roboto"/>
              <a:cs typeface="Roboto"/>
              <a:sym typeface="Roboto"/>
            </a:endParaRPr>
          </a:p>
        </p:txBody>
      </p:sp>
      <p:sp>
        <p:nvSpPr>
          <p:cNvPr id="10134" name="Google Shape;10134;p41"/>
          <p:cNvSpPr txBox="1"/>
          <p:nvPr/>
        </p:nvSpPr>
        <p:spPr>
          <a:xfrm>
            <a:off x="6421725" y="3195900"/>
            <a:ext cx="1828800" cy="448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500">
                <a:solidFill>
                  <a:schemeClr val="dk2"/>
                </a:solidFill>
                <a:latin typeface="Sriracha"/>
                <a:ea typeface="Sriracha"/>
                <a:cs typeface="Sriracha"/>
                <a:sym typeface="Sriracha"/>
              </a:rPr>
              <a:t>Mexico</a:t>
            </a:r>
            <a:endParaRPr sz="2500">
              <a:solidFill>
                <a:schemeClr val="dk2"/>
              </a:solidFill>
              <a:latin typeface="Sriracha"/>
              <a:ea typeface="Sriracha"/>
              <a:cs typeface="Sriracha"/>
              <a:sym typeface="Sriracha"/>
            </a:endParaRPr>
          </a:p>
        </p:txBody>
      </p:sp>
      <p:sp>
        <p:nvSpPr>
          <p:cNvPr id="10135" name="Google Shape;10135;p41"/>
          <p:cNvSpPr txBox="1"/>
          <p:nvPr/>
        </p:nvSpPr>
        <p:spPr>
          <a:xfrm>
            <a:off x="6421725" y="3568924"/>
            <a:ext cx="1828800" cy="548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000000"/>
                </a:solidFill>
                <a:latin typeface="Roboto"/>
                <a:ea typeface="Roboto"/>
                <a:cs typeface="Roboto"/>
                <a:sym typeface="Roboto"/>
              </a:rPr>
              <a:t>Saturn is a gas giant with several rings</a:t>
            </a:r>
            <a:endParaRPr>
              <a:solidFill>
                <a:srgbClr val="000000"/>
              </a:solidFill>
              <a:latin typeface="Roboto"/>
              <a:ea typeface="Roboto"/>
              <a:cs typeface="Roboto"/>
              <a:sym typeface="Roboto"/>
            </a:endParaRPr>
          </a:p>
        </p:txBody>
      </p:sp>
      <p:sp>
        <p:nvSpPr>
          <p:cNvPr id="10136" name="Google Shape;10136;p41"/>
          <p:cNvSpPr txBox="1"/>
          <p:nvPr/>
        </p:nvSpPr>
        <p:spPr>
          <a:xfrm>
            <a:off x="893775" y="1603675"/>
            <a:ext cx="1828500" cy="448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Sriracha"/>
                <a:ea typeface="Sriracha"/>
                <a:cs typeface="Sriracha"/>
                <a:sym typeface="Sriracha"/>
              </a:rPr>
              <a:t>Hawaii</a:t>
            </a:r>
            <a:endParaRPr sz="2500">
              <a:solidFill>
                <a:schemeClr val="dk2"/>
              </a:solidFill>
              <a:latin typeface="Sriracha"/>
              <a:ea typeface="Sriracha"/>
              <a:cs typeface="Sriracha"/>
              <a:sym typeface="Sriracha"/>
            </a:endParaRPr>
          </a:p>
        </p:txBody>
      </p:sp>
      <p:sp>
        <p:nvSpPr>
          <p:cNvPr id="10137" name="Google Shape;10137;p41"/>
          <p:cNvSpPr txBox="1"/>
          <p:nvPr/>
        </p:nvSpPr>
        <p:spPr>
          <a:xfrm>
            <a:off x="893775" y="1976278"/>
            <a:ext cx="1828500" cy="548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Roboto"/>
                <a:ea typeface="Roboto"/>
                <a:cs typeface="Roboto"/>
                <a:sym typeface="Roboto"/>
              </a:rPr>
              <a:t>Mercury is</a:t>
            </a:r>
            <a:r>
              <a:rPr lang="en">
                <a:solidFill>
                  <a:srgbClr val="000000"/>
                </a:solidFill>
                <a:latin typeface="Roboto"/>
                <a:ea typeface="Roboto"/>
                <a:cs typeface="Roboto"/>
                <a:sym typeface="Roboto"/>
              </a:rPr>
              <a:t> the </a:t>
            </a:r>
            <a:r>
              <a:rPr lang="en">
                <a:latin typeface="Roboto"/>
                <a:ea typeface="Roboto"/>
                <a:cs typeface="Roboto"/>
                <a:sym typeface="Roboto"/>
              </a:rPr>
              <a:t>smallest planet</a:t>
            </a:r>
            <a:endParaRPr>
              <a:solidFill>
                <a:srgbClr val="000000"/>
              </a:solidFill>
              <a:latin typeface="Roboto"/>
              <a:ea typeface="Roboto"/>
              <a:cs typeface="Roboto"/>
              <a:sym typeface="Roboto"/>
            </a:endParaRPr>
          </a:p>
        </p:txBody>
      </p:sp>
      <p:sp>
        <p:nvSpPr>
          <p:cNvPr id="10138" name="Google Shape;10138;p41"/>
          <p:cNvSpPr txBox="1"/>
          <p:nvPr/>
        </p:nvSpPr>
        <p:spPr>
          <a:xfrm>
            <a:off x="893775" y="3195900"/>
            <a:ext cx="1828500" cy="448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Sriracha"/>
                <a:ea typeface="Sriracha"/>
                <a:cs typeface="Sriracha"/>
                <a:sym typeface="Sriracha"/>
              </a:rPr>
              <a:t>Denmark</a:t>
            </a:r>
            <a:endParaRPr sz="2500">
              <a:solidFill>
                <a:schemeClr val="dk2"/>
              </a:solidFill>
              <a:latin typeface="Sriracha"/>
              <a:ea typeface="Sriracha"/>
              <a:cs typeface="Sriracha"/>
              <a:sym typeface="Sriracha"/>
            </a:endParaRPr>
          </a:p>
        </p:txBody>
      </p:sp>
      <p:sp>
        <p:nvSpPr>
          <p:cNvPr id="10139" name="Google Shape;10139;p41"/>
          <p:cNvSpPr txBox="1"/>
          <p:nvPr/>
        </p:nvSpPr>
        <p:spPr>
          <a:xfrm>
            <a:off x="893775" y="3568924"/>
            <a:ext cx="1828500" cy="548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000000"/>
                </a:solidFill>
                <a:latin typeface="Roboto"/>
                <a:ea typeface="Roboto"/>
                <a:cs typeface="Roboto"/>
                <a:sym typeface="Roboto"/>
              </a:rPr>
              <a:t>Despite being red, Mars is a cold place</a:t>
            </a:r>
            <a:endParaRPr>
              <a:solidFill>
                <a:srgbClr val="000000"/>
              </a:solidFill>
              <a:latin typeface="Roboto"/>
              <a:ea typeface="Roboto"/>
              <a:cs typeface="Roboto"/>
              <a:sym typeface="Roboto"/>
            </a:endParaRPr>
          </a:p>
        </p:txBody>
      </p:sp>
      <p:sp>
        <p:nvSpPr>
          <p:cNvPr id="10140" name="Google Shape;10140;p41"/>
          <p:cNvSpPr txBox="1"/>
          <p:nvPr/>
        </p:nvSpPr>
        <p:spPr>
          <a:xfrm>
            <a:off x="893775" y="1325376"/>
            <a:ext cx="977100" cy="365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accent4"/>
                </a:solidFill>
                <a:latin typeface="Sriracha"/>
                <a:ea typeface="Sriracha"/>
                <a:cs typeface="Sriracha"/>
                <a:sym typeface="Sriracha"/>
              </a:rPr>
              <a:t>1</a:t>
            </a:r>
            <a:r>
              <a:rPr lang="en" sz="2500">
                <a:solidFill>
                  <a:schemeClr val="accent4"/>
                </a:solidFill>
                <a:latin typeface="Sriracha"/>
                <a:ea typeface="Sriracha"/>
                <a:cs typeface="Sriracha"/>
                <a:sym typeface="Sriracha"/>
              </a:rPr>
              <a:t>0%</a:t>
            </a:r>
            <a:endParaRPr sz="2500">
              <a:solidFill>
                <a:schemeClr val="accent4"/>
              </a:solidFill>
              <a:latin typeface="Sriracha"/>
              <a:ea typeface="Sriracha"/>
              <a:cs typeface="Sriracha"/>
              <a:sym typeface="Sriracha"/>
            </a:endParaRPr>
          </a:p>
        </p:txBody>
      </p:sp>
      <p:sp>
        <p:nvSpPr>
          <p:cNvPr id="10141" name="Google Shape;10141;p41"/>
          <p:cNvSpPr txBox="1"/>
          <p:nvPr/>
        </p:nvSpPr>
        <p:spPr>
          <a:xfrm>
            <a:off x="7273425" y="1325376"/>
            <a:ext cx="977100" cy="365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500">
                <a:solidFill>
                  <a:schemeClr val="accent4"/>
                </a:solidFill>
                <a:latin typeface="Sriracha"/>
                <a:ea typeface="Sriracha"/>
                <a:cs typeface="Sriracha"/>
                <a:sym typeface="Sriracha"/>
              </a:rPr>
              <a:t>2</a:t>
            </a:r>
            <a:r>
              <a:rPr lang="en" sz="2500">
                <a:solidFill>
                  <a:schemeClr val="accent4"/>
                </a:solidFill>
                <a:latin typeface="Sriracha"/>
                <a:ea typeface="Sriracha"/>
                <a:cs typeface="Sriracha"/>
                <a:sym typeface="Sriracha"/>
              </a:rPr>
              <a:t>0%</a:t>
            </a:r>
            <a:endParaRPr sz="2500">
              <a:solidFill>
                <a:schemeClr val="accent4"/>
              </a:solidFill>
              <a:latin typeface="Sriracha"/>
              <a:ea typeface="Sriracha"/>
              <a:cs typeface="Sriracha"/>
              <a:sym typeface="Sriracha"/>
            </a:endParaRPr>
          </a:p>
        </p:txBody>
      </p:sp>
      <p:sp>
        <p:nvSpPr>
          <p:cNvPr id="10142" name="Google Shape;10142;p41"/>
          <p:cNvSpPr txBox="1"/>
          <p:nvPr/>
        </p:nvSpPr>
        <p:spPr>
          <a:xfrm>
            <a:off x="7273425" y="2906390"/>
            <a:ext cx="977100" cy="365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500">
                <a:solidFill>
                  <a:schemeClr val="accent4"/>
                </a:solidFill>
                <a:latin typeface="Sriracha"/>
                <a:ea typeface="Sriracha"/>
                <a:cs typeface="Sriracha"/>
                <a:sym typeface="Sriracha"/>
              </a:rPr>
              <a:t>3</a:t>
            </a:r>
            <a:r>
              <a:rPr lang="en" sz="2500">
                <a:solidFill>
                  <a:schemeClr val="accent4"/>
                </a:solidFill>
                <a:latin typeface="Sriracha"/>
                <a:ea typeface="Sriracha"/>
                <a:cs typeface="Sriracha"/>
                <a:sym typeface="Sriracha"/>
              </a:rPr>
              <a:t>0%</a:t>
            </a:r>
            <a:endParaRPr sz="2500">
              <a:solidFill>
                <a:schemeClr val="accent4"/>
              </a:solidFill>
              <a:latin typeface="Sriracha"/>
              <a:ea typeface="Sriracha"/>
              <a:cs typeface="Sriracha"/>
              <a:sym typeface="Sriracha"/>
            </a:endParaRPr>
          </a:p>
        </p:txBody>
      </p:sp>
      <p:sp>
        <p:nvSpPr>
          <p:cNvPr id="10143" name="Google Shape;10143;p41"/>
          <p:cNvSpPr txBox="1"/>
          <p:nvPr/>
        </p:nvSpPr>
        <p:spPr>
          <a:xfrm>
            <a:off x="893775" y="2906390"/>
            <a:ext cx="977100" cy="365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accent4"/>
                </a:solidFill>
                <a:latin typeface="Sriracha"/>
                <a:ea typeface="Sriracha"/>
                <a:cs typeface="Sriracha"/>
                <a:sym typeface="Sriracha"/>
              </a:rPr>
              <a:t>4</a:t>
            </a:r>
            <a:r>
              <a:rPr lang="en" sz="2500">
                <a:solidFill>
                  <a:schemeClr val="accent4"/>
                </a:solidFill>
                <a:latin typeface="Sriracha"/>
                <a:ea typeface="Sriracha"/>
                <a:cs typeface="Sriracha"/>
                <a:sym typeface="Sriracha"/>
              </a:rPr>
              <a:t>0%</a:t>
            </a:r>
            <a:endParaRPr sz="2500">
              <a:solidFill>
                <a:schemeClr val="accent4"/>
              </a:solidFill>
              <a:latin typeface="Sriracha"/>
              <a:ea typeface="Sriracha"/>
              <a:cs typeface="Sriracha"/>
              <a:sym typeface="Sriracha"/>
            </a:endParaRPr>
          </a:p>
        </p:txBody>
      </p:sp>
      <p:pic>
        <p:nvPicPr>
          <p:cNvPr id="10144" name="Google Shape;10144;p41" title="Chart">
            <a:hlinkClick r:id="rId4"/>
          </p:cNvPr>
          <p:cNvPicPr preferRelativeResize="0"/>
          <p:nvPr/>
        </p:nvPicPr>
        <p:blipFill>
          <a:blip r:embed="rId5">
            <a:alphaModFix/>
          </a:blip>
          <a:stretch>
            <a:fillRect/>
          </a:stretch>
        </p:blipFill>
        <p:spPr>
          <a:xfrm>
            <a:off x="3157800" y="1157550"/>
            <a:ext cx="2828400" cy="2828400"/>
          </a:xfrm>
          <a:prstGeom prst="rect">
            <a:avLst/>
          </a:prstGeom>
          <a:noFill/>
          <a:ln>
            <a:noFill/>
          </a:ln>
        </p:spPr>
      </p:pic>
      <p:sp>
        <p:nvSpPr>
          <p:cNvPr id="10145" name="Google Shape;10145;p41"/>
          <p:cNvSpPr/>
          <p:nvPr/>
        </p:nvSpPr>
        <p:spPr>
          <a:xfrm>
            <a:off x="720375" y="1325375"/>
            <a:ext cx="91500" cy="11997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41"/>
          <p:cNvSpPr/>
          <p:nvPr/>
        </p:nvSpPr>
        <p:spPr>
          <a:xfrm>
            <a:off x="720375" y="2919325"/>
            <a:ext cx="91500" cy="11997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41"/>
          <p:cNvSpPr/>
          <p:nvPr/>
        </p:nvSpPr>
        <p:spPr>
          <a:xfrm>
            <a:off x="8332500" y="1325375"/>
            <a:ext cx="91500" cy="11997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41"/>
          <p:cNvSpPr/>
          <p:nvPr/>
        </p:nvSpPr>
        <p:spPr>
          <a:xfrm>
            <a:off x="8332500" y="2919325"/>
            <a:ext cx="91500" cy="11997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52" name="Shape 10152"/>
        <p:cNvGrpSpPr/>
        <p:nvPr/>
      </p:nvGrpSpPr>
      <p:grpSpPr>
        <a:xfrm>
          <a:off x="0" y="0"/>
          <a:ext cx="0" cy="0"/>
          <a:chOff x="0" y="0"/>
          <a:chExt cx="0" cy="0"/>
        </a:xfrm>
      </p:grpSpPr>
      <p:sp>
        <p:nvSpPr>
          <p:cNvPr id="10153" name="Google Shape;10153;p42"/>
          <p:cNvSpPr txBox="1"/>
          <p:nvPr>
            <p:ph type="title"/>
          </p:nvPr>
        </p:nvSpPr>
        <p:spPr>
          <a:xfrm>
            <a:off x="720000" y="1558475"/>
            <a:ext cx="7704000" cy="151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123</a:t>
            </a:r>
            <a:r>
              <a:rPr lang="en">
                <a:solidFill>
                  <a:schemeClr val="accent4"/>
                </a:solidFill>
              </a:rPr>
              <a:t>,</a:t>
            </a:r>
            <a:r>
              <a:rPr lang="en"/>
              <a:t>456</a:t>
            </a:r>
            <a:r>
              <a:rPr lang="en">
                <a:solidFill>
                  <a:schemeClr val="accent4"/>
                </a:solidFill>
              </a:rPr>
              <a:t>,</a:t>
            </a:r>
            <a:r>
              <a:rPr lang="en"/>
              <a:t>789</a:t>
            </a:r>
            <a:endParaRPr/>
          </a:p>
        </p:txBody>
      </p:sp>
      <p:sp>
        <p:nvSpPr>
          <p:cNvPr id="10154" name="Google Shape;10154;p42"/>
          <p:cNvSpPr txBox="1"/>
          <p:nvPr>
            <p:ph idx="1" type="subTitle"/>
          </p:nvPr>
        </p:nvSpPr>
        <p:spPr>
          <a:xfrm>
            <a:off x="1284000" y="3069625"/>
            <a:ext cx="6576000" cy="45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58" name="Shape 10158"/>
        <p:cNvGrpSpPr/>
        <p:nvPr/>
      </p:nvGrpSpPr>
      <p:grpSpPr>
        <a:xfrm>
          <a:off x="0" y="0"/>
          <a:ext cx="0" cy="0"/>
          <a:chOff x="0" y="0"/>
          <a:chExt cx="0" cy="0"/>
        </a:xfrm>
      </p:grpSpPr>
      <p:sp>
        <p:nvSpPr>
          <p:cNvPr id="10159" name="Google Shape;10159;p43"/>
          <p:cNvSpPr txBox="1"/>
          <p:nvPr>
            <p:ph type="title"/>
          </p:nvPr>
        </p:nvSpPr>
        <p:spPr>
          <a:xfrm>
            <a:off x="2267175" y="692400"/>
            <a:ext cx="4609500" cy="8283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9</a:t>
            </a:r>
            <a:r>
              <a:rPr lang="en"/>
              <a:t>h 55m 23s</a:t>
            </a:r>
            <a:endParaRPr/>
          </a:p>
        </p:txBody>
      </p:sp>
      <p:sp>
        <p:nvSpPr>
          <p:cNvPr id="10160" name="Google Shape;10160;p43"/>
          <p:cNvSpPr txBox="1"/>
          <p:nvPr>
            <p:ph idx="1" type="subTitle"/>
          </p:nvPr>
        </p:nvSpPr>
        <p:spPr>
          <a:xfrm>
            <a:off x="2267175" y="1520703"/>
            <a:ext cx="4609500" cy="274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Jupiter's rotation period</a:t>
            </a:r>
            <a:endParaRPr/>
          </a:p>
        </p:txBody>
      </p:sp>
      <p:sp>
        <p:nvSpPr>
          <p:cNvPr id="10161" name="Google Shape;10161;p43"/>
          <p:cNvSpPr txBox="1"/>
          <p:nvPr>
            <p:ph idx="2" type="title"/>
          </p:nvPr>
        </p:nvSpPr>
        <p:spPr>
          <a:xfrm>
            <a:off x="2267175" y="2020492"/>
            <a:ext cx="4609500" cy="8283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333,000</a:t>
            </a:r>
            <a:endParaRPr/>
          </a:p>
        </p:txBody>
      </p:sp>
      <p:sp>
        <p:nvSpPr>
          <p:cNvPr id="10162" name="Google Shape;10162;p43"/>
          <p:cNvSpPr txBox="1"/>
          <p:nvPr>
            <p:ph idx="3" type="subTitle"/>
          </p:nvPr>
        </p:nvSpPr>
        <p:spPr>
          <a:xfrm>
            <a:off x="2267175" y="2848795"/>
            <a:ext cx="4609500" cy="274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The Sun’s mass compared to Earth’s</a:t>
            </a:r>
            <a:endParaRPr/>
          </a:p>
        </p:txBody>
      </p:sp>
      <p:sp>
        <p:nvSpPr>
          <p:cNvPr id="10163" name="Google Shape;10163;p43"/>
          <p:cNvSpPr txBox="1"/>
          <p:nvPr>
            <p:ph idx="4" type="title"/>
          </p:nvPr>
        </p:nvSpPr>
        <p:spPr>
          <a:xfrm>
            <a:off x="2267175" y="3348597"/>
            <a:ext cx="4609500" cy="8283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386,000 km</a:t>
            </a:r>
            <a:endParaRPr/>
          </a:p>
        </p:txBody>
      </p:sp>
      <p:sp>
        <p:nvSpPr>
          <p:cNvPr id="10164" name="Google Shape;10164;p43"/>
          <p:cNvSpPr txBox="1"/>
          <p:nvPr>
            <p:ph idx="5" type="subTitle"/>
          </p:nvPr>
        </p:nvSpPr>
        <p:spPr>
          <a:xfrm>
            <a:off x="2267175" y="4176899"/>
            <a:ext cx="4609500" cy="274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D</a:t>
            </a:r>
            <a:r>
              <a:rPr lang="en"/>
              <a:t>istance between Earth and the Moon</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68" name="Shape 10168"/>
        <p:cNvGrpSpPr/>
        <p:nvPr/>
      </p:nvGrpSpPr>
      <p:grpSpPr>
        <a:xfrm>
          <a:off x="0" y="0"/>
          <a:ext cx="0" cy="0"/>
          <a:chOff x="0" y="0"/>
          <a:chExt cx="0" cy="0"/>
        </a:xfrm>
      </p:grpSpPr>
      <p:sp>
        <p:nvSpPr>
          <p:cNvPr id="10169" name="Google Shape;10169;p44"/>
          <p:cNvSpPr txBox="1"/>
          <p:nvPr>
            <p:ph type="ctrTitle"/>
          </p:nvPr>
        </p:nvSpPr>
        <p:spPr>
          <a:xfrm>
            <a:off x="2430025" y="540000"/>
            <a:ext cx="4284000" cy="1188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0170" name="Google Shape;10170;p44"/>
          <p:cNvSpPr txBox="1"/>
          <p:nvPr>
            <p:ph idx="1" type="subTitle"/>
          </p:nvPr>
        </p:nvSpPr>
        <p:spPr>
          <a:xfrm>
            <a:off x="2425075" y="1537800"/>
            <a:ext cx="4293900" cy="118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lt1"/>
              </a:buClr>
              <a:buSzPts val="1100"/>
              <a:buFont typeface="Arial"/>
              <a:buNone/>
            </a:pPr>
            <a:r>
              <a:rPr b="1" lang="en">
                <a:solidFill>
                  <a:schemeClr val="accent4"/>
                </a:solidFill>
              </a:rPr>
              <a:t>Do you have any questions?</a:t>
            </a:r>
            <a:endParaRPr>
              <a:solidFill>
                <a:schemeClr val="accent4"/>
              </a:solidFill>
            </a:endParaRPr>
          </a:p>
          <a:p>
            <a:pPr indent="0" lvl="0" marL="0" rtl="0" algn="ctr">
              <a:spcBef>
                <a:spcPts val="0"/>
              </a:spcBef>
              <a:spcAft>
                <a:spcPts val="0"/>
              </a:spcAft>
              <a:buClr>
                <a:schemeClr val="lt1"/>
              </a:buClr>
              <a:buSzPts val="1100"/>
              <a:buFont typeface="Arial"/>
              <a:buNone/>
            </a:pPr>
            <a:r>
              <a:rPr lang="en"/>
              <a:t>youremail@freepik.com </a:t>
            </a:r>
            <a:endParaRPr/>
          </a:p>
          <a:p>
            <a:pPr indent="0" lvl="0" marL="0" rtl="0" algn="ctr">
              <a:spcBef>
                <a:spcPts val="0"/>
              </a:spcBef>
              <a:spcAft>
                <a:spcPts val="0"/>
              </a:spcAft>
              <a:buClr>
                <a:schemeClr val="lt1"/>
              </a:buClr>
              <a:buSzPts val="1100"/>
              <a:buFont typeface="Arial"/>
              <a:buNone/>
            </a:pPr>
            <a:r>
              <a:rPr lang="en"/>
              <a:t>+91  620 421 838 </a:t>
            </a:r>
            <a:endParaRPr/>
          </a:p>
          <a:p>
            <a:pPr indent="0" lvl="0" marL="0" rtl="0" algn="ctr">
              <a:spcBef>
                <a:spcPts val="0"/>
              </a:spcBef>
              <a:spcAft>
                <a:spcPts val="0"/>
              </a:spcAft>
              <a:buNone/>
            </a:pPr>
            <a:r>
              <a:rPr lang="en"/>
              <a:t>yourwebsite.com</a:t>
            </a:r>
            <a:endParaRPr/>
          </a:p>
        </p:txBody>
      </p:sp>
      <p:sp>
        <p:nvSpPr>
          <p:cNvPr id="10171" name="Google Shape;10171;p44"/>
          <p:cNvSpPr txBox="1"/>
          <p:nvPr/>
        </p:nvSpPr>
        <p:spPr>
          <a:xfrm>
            <a:off x="3072025" y="4191900"/>
            <a:ext cx="3000000" cy="18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oboto"/>
                <a:ea typeface="Roboto"/>
                <a:cs typeface="Roboto"/>
                <a:sym typeface="Roboto"/>
              </a:rPr>
              <a:t>Please keep this slide for attribution</a:t>
            </a:r>
            <a:endParaRPr>
              <a:solidFill>
                <a:schemeClr val="dk1"/>
              </a:solidFill>
              <a:latin typeface="Roboto"/>
              <a:ea typeface="Roboto"/>
              <a:cs typeface="Roboto"/>
              <a:sym typeface="Roboto"/>
            </a:endParaRPr>
          </a:p>
        </p:txBody>
      </p:sp>
      <p:grpSp>
        <p:nvGrpSpPr>
          <p:cNvPr id="10172" name="Google Shape;10172;p44"/>
          <p:cNvGrpSpPr/>
          <p:nvPr/>
        </p:nvGrpSpPr>
        <p:grpSpPr>
          <a:xfrm>
            <a:off x="5949505" y="2844144"/>
            <a:ext cx="466786" cy="456846"/>
            <a:chOff x="5949505" y="2844144"/>
            <a:chExt cx="466786" cy="456846"/>
          </a:xfrm>
        </p:grpSpPr>
        <p:grpSp>
          <p:nvGrpSpPr>
            <p:cNvPr id="10173" name="Google Shape;10173;p44"/>
            <p:cNvGrpSpPr/>
            <p:nvPr/>
          </p:nvGrpSpPr>
          <p:grpSpPr>
            <a:xfrm>
              <a:off x="5949505" y="2844144"/>
              <a:ext cx="466786" cy="456846"/>
              <a:chOff x="4660419" y="3817357"/>
              <a:chExt cx="362947" cy="356576"/>
            </a:xfrm>
          </p:grpSpPr>
          <p:sp>
            <p:nvSpPr>
              <p:cNvPr id="10174" name="Google Shape;10174;p44"/>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44"/>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6" name="Google Shape;10176;p44"/>
            <p:cNvGrpSpPr/>
            <p:nvPr/>
          </p:nvGrpSpPr>
          <p:grpSpPr>
            <a:xfrm>
              <a:off x="5993262" y="2894183"/>
              <a:ext cx="363075" cy="339974"/>
              <a:chOff x="4690600" y="3853050"/>
              <a:chExt cx="289488" cy="272132"/>
            </a:xfrm>
          </p:grpSpPr>
          <p:sp>
            <p:nvSpPr>
              <p:cNvPr id="10177" name="Google Shape;10177;p44"/>
              <p:cNvSpPr/>
              <p:nvPr/>
            </p:nvSpPr>
            <p:spPr>
              <a:xfrm>
                <a:off x="4690600" y="3853050"/>
                <a:ext cx="289488" cy="272132"/>
              </a:xfrm>
              <a:custGeom>
                <a:rect b="b" l="l" r="r" t="t"/>
                <a:pathLst>
                  <a:path extrusionOk="0" h="13610" w="14478">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44"/>
              <p:cNvSpPr/>
              <p:nvPr/>
            </p:nvSpPr>
            <p:spPr>
              <a:xfrm>
                <a:off x="4773984" y="3934408"/>
                <a:ext cx="133407" cy="122069"/>
              </a:xfrm>
              <a:custGeom>
                <a:rect b="b" l="l" r="r" t="t"/>
                <a:pathLst>
                  <a:path extrusionOk="0" h="6105" w="6672">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79" name="Google Shape;10179;p44"/>
          <p:cNvGrpSpPr/>
          <p:nvPr/>
        </p:nvGrpSpPr>
        <p:grpSpPr>
          <a:xfrm>
            <a:off x="4338337" y="2844144"/>
            <a:ext cx="467258" cy="456846"/>
            <a:chOff x="4338371" y="2844144"/>
            <a:chExt cx="467258" cy="456846"/>
          </a:xfrm>
        </p:grpSpPr>
        <p:sp>
          <p:nvSpPr>
            <p:cNvPr id="10180" name="Google Shape;10180;p44"/>
            <p:cNvSpPr/>
            <p:nvPr/>
          </p:nvSpPr>
          <p:spPr>
            <a:xfrm>
              <a:off x="4338371" y="2844144"/>
              <a:ext cx="458964" cy="456745"/>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44"/>
            <p:cNvSpPr/>
            <p:nvPr/>
          </p:nvSpPr>
          <p:spPr>
            <a:xfrm>
              <a:off x="4537897" y="2844144"/>
              <a:ext cx="267732" cy="45684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44"/>
            <p:cNvSpPr/>
            <p:nvPr/>
          </p:nvSpPr>
          <p:spPr>
            <a:xfrm>
              <a:off x="4447878" y="3032263"/>
              <a:ext cx="50640" cy="149830"/>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44"/>
            <p:cNvSpPr/>
            <p:nvPr/>
          </p:nvSpPr>
          <p:spPr>
            <a:xfrm>
              <a:off x="4427413" y="2942855"/>
              <a:ext cx="71105" cy="6082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44"/>
            <p:cNvSpPr/>
            <p:nvPr/>
          </p:nvSpPr>
          <p:spPr>
            <a:xfrm>
              <a:off x="4547641" y="3032229"/>
              <a:ext cx="160653" cy="150367"/>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5" name="Google Shape;10185;p44"/>
          <p:cNvGrpSpPr/>
          <p:nvPr/>
        </p:nvGrpSpPr>
        <p:grpSpPr>
          <a:xfrm>
            <a:off x="5144157" y="2844144"/>
            <a:ext cx="466786" cy="456846"/>
            <a:chOff x="4915574" y="2844144"/>
            <a:chExt cx="466786" cy="456846"/>
          </a:xfrm>
        </p:grpSpPr>
        <p:sp>
          <p:nvSpPr>
            <p:cNvPr id="10186" name="Google Shape;10186;p44"/>
            <p:cNvSpPr/>
            <p:nvPr/>
          </p:nvSpPr>
          <p:spPr>
            <a:xfrm>
              <a:off x="4915574" y="2844144"/>
              <a:ext cx="458492" cy="456745"/>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44"/>
            <p:cNvSpPr/>
            <p:nvPr/>
          </p:nvSpPr>
          <p:spPr>
            <a:xfrm>
              <a:off x="5114628" y="2844144"/>
              <a:ext cx="267732" cy="45684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44"/>
            <p:cNvSpPr/>
            <p:nvPr/>
          </p:nvSpPr>
          <p:spPr>
            <a:xfrm>
              <a:off x="5013415" y="2962268"/>
              <a:ext cx="292917" cy="240178"/>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9" name="Google Shape;10189;p44"/>
          <p:cNvGrpSpPr/>
          <p:nvPr/>
        </p:nvGrpSpPr>
        <p:grpSpPr>
          <a:xfrm>
            <a:off x="3533024" y="2844144"/>
            <a:ext cx="466752" cy="457215"/>
            <a:chOff x="3533040" y="2844144"/>
            <a:chExt cx="466752" cy="457215"/>
          </a:xfrm>
        </p:grpSpPr>
        <p:grpSp>
          <p:nvGrpSpPr>
            <p:cNvPr id="10190" name="Google Shape;10190;p44"/>
            <p:cNvGrpSpPr/>
            <p:nvPr/>
          </p:nvGrpSpPr>
          <p:grpSpPr>
            <a:xfrm>
              <a:off x="3533040" y="2844144"/>
              <a:ext cx="466752" cy="457215"/>
              <a:chOff x="3314750" y="3817357"/>
              <a:chExt cx="362920" cy="356865"/>
            </a:xfrm>
          </p:grpSpPr>
          <p:sp>
            <p:nvSpPr>
              <p:cNvPr id="10191" name="Google Shape;10191;p44"/>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44"/>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3" name="Google Shape;10193;p44"/>
            <p:cNvGrpSpPr/>
            <p:nvPr/>
          </p:nvGrpSpPr>
          <p:grpSpPr>
            <a:xfrm>
              <a:off x="3636200" y="2943182"/>
              <a:ext cx="260220" cy="259225"/>
              <a:chOff x="935197" y="1793977"/>
              <a:chExt cx="256451" cy="256430"/>
            </a:xfrm>
          </p:grpSpPr>
          <p:sp>
            <p:nvSpPr>
              <p:cNvPr id="10194" name="Google Shape;10194;p44"/>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44"/>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96" name="Google Shape;10196;p44"/>
          <p:cNvGrpSpPr/>
          <p:nvPr/>
        </p:nvGrpSpPr>
        <p:grpSpPr>
          <a:xfrm>
            <a:off x="2727710" y="2844144"/>
            <a:ext cx="466752" cy="457215"/>
            <a:chOff x="3184910" y="2844144"/>
            <a:chExt cx="466752" cy="457215"/>
          </a:xfrm>
        </p:grpSpPr>
        <p:sp>
          <p:nvSpPr>
            <p:cNvPr id="10197" name="Google Shape;10197;p44"/>
            <p:cNvSpPr/>
            <p:nvPr/>
          </p:nvSpPr>
          <p:spPr>
            <a:xfrm>
              <a:off x="3184910" y="2844144"/>
              <a:ext cx="458964" cy="456745"/>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44"/>
            <p:cNvSpPr/>
            <p:nvPr/>
          </p:nvSpPr>
          <p:spPr>
            <a:xfrm>
              <a:off x="3384436" y="2844144"/>
              <a:ext cx="267226" cy="45684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44"/>
            <p:cNvSpPr/>
            <p:nvPr/>
          </p:nvSpPr>
          <p:spPr>
            <a:xfrm>
              <a:off x="3264713" y="2943057"/>
              <a:ext cx="249728" cy="35830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03" name="Shape 10203"/>
        <p:cNvGrpSpPr/>
        <p:nvPr/>
      </p:nvGrpSpPr>
      <p:grpSpPr>
        <a:xfrm>
          <a:off x="0" y="0"/>
          <a:ext cx="0" cy="0"/>
          <a:chOff x="0" y="0"/>
          <a:chExt cx="0" cy="0"/>
        </a:xfrm>
      </p:grpSpPr>
      <p:sp>
        <p:nvSpPr>
          <p:cNvPr id="10204" name="Google Shape;10204;p45"/>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a:t>
            </a:r>
            <a:r>
              <a:rPr lang="en"/>
              <a:t>con pack:</a:t>
            </a:r>
            <a:endParaRPr/>
          </a:p>
        </p:txBody>
      </p:sp>
      <p:grpSp>
        <p:nvGrpSpPr>
          <p:cNvPr id="10205" name="Google Shape;10205;p45"/>
          <p:cNvGrpSpPr/>
          <p:nvPr/>
        </p:nvGrpSpPr>
        <p:grpSpPr>
          <a:xfrm>
            <a:off x="6030589" y="1339731"/>
            <a:ext cx="417077" cy="395653"/>
            <a:chOff x="6030589" y="1339731"/>
            <a:chExt cx="417077" cy="395653"/>
          </a:xfrm>
        </p:grpSpPr>
        <p:sp>
          <p:nvSpPr>
            <p:cNvPr id="10206" name="Google Shape;10206;p45"/>
            <p:cNvSpPr/>
            <p:nvPr/>
          </p:nvSpPr>
          <p:spPr>
            <a:xfrm>
              <a:off x="6033819" y="1569798"/>
              <a:ext cx="386023" cy="165586"/>
            </a:xfrm>
            <a:custGeom>
              <a:rect b="b" l="l" r="r" t="t"/>
              <a:pathLst>
                <a:path extrusionOk="0" h="5588" w="13027">
                  <a:moveTo>
                    <a:pt x="60" y="1"/>
                  </a:moveTo>
                  <a:lnTo>
                    <a:pt x="1" y="121"/>
                  </a:lnTo>
                  <a:cubicBezTo>
                    <a:pt x="570" y="3229"/>
                    <a:pt x="3291" y="5587"/>
                    <a:pt x="6565" y="5587"/>
                  </a:cubicBezTo>
                  <a:cubicBezTo>
                    <a:pt x="9671" y="5587"/>
                    <a:pt x="12280" y="3467"/>
                    <a:pt x="13027" y="595"/>
                  </a:cubicBezTo>
                  <a:lnTo>
                    <a:pt x="60" y="1"/>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45"/>
            <p:cNvSpPr/>
            <p:nvPr/>
          </p:nvSpPr>
          <p:spPr>
            <a:xfrm>
              <a:off x="6033819" y="1569798"/>
              <a:ext cx="386023" cy="165586"/>
            </a:xfrm>
            <a:custGeom>
              <a:rect b="b" l="l" r="r" t="t"/>
              <a:pathLst>
                <a:path extrusionOk="0" h="5588" w="13027">
                  <a:moveTo>
                    <a:pt x="60" y="1"/>
                  </a:moveTo>
                  <a:lnTo>
                    <a:pt x="1" y="121"/>
                  </a:lnTo>
                  <a:cubicBezTo>
                    <a:pt x="570" y="3229"/>
                    <a:pt x="3291" y="5587"/>
                    <a:pt x="6565" y="5587"/>
                  </a:cubicBezTo>
                  <a:cubicBezTo>
                    <a:pt x="9671" y="5587"/>
                    <a:pt x="12280" y="3467"/>
                    <a:pt x="13027" y="595"/>
                  </a:cubicBezTo>
                  <a:lnTo>
                    <a:pt x="60" y="1"/>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45"/>
            <p:cNvSpPr/>
            <p:nvPr/>
          </p:nvSpPr>
          <p:spPr>
            <a:xfrm>
              <a:off x="6035626" y="1339731"/>
              <a:ext cx="390527" cy="247698"/>
            </a:xfrm>
            <a:custGeom>
              <a:rect b="b" l="l" r="r" t="t"/>
              <a:pathLst>
                <a:path extrusionOk="0" h="8359" w="13179">
                  <a:moveTo>
                    <a:pt x="6502" y="1"/>
                  </a:moveTo>
                  <a:cubicBezTo>
                    <a:pt x="5444" y="1"/>
                    <a:pt x="4441" y="248"/>
                    <a:pt x="3554" y="686"/>
                  </a:cubicBezTo>
                  <a:lnTo>
                    <a:pt x="0" y="7765"/>
                  </a:lnTo>
                  <a:lnTo>
                    <a:pt x="12966" y="8359"/>
                  </a:lnTo>
                  <a:cubicBezTo>
                    <a:pt x="13106" y="7821"/>
                    <a:pt x="13179" y="7258"/>
                    <a:pt x="13179" y="6677"/>
                  </a:cubicBezTo>
                  <a:cubicBezTo>
                    <a:pt x="13179" y="2991"/>
                    <a:pt x="10191" y="1"/>
                    <a:pt x="6502"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45"/>
            <p:cNvSpPr/>
            <p:nvPr/>
          </p:nvSpPr>
          <p:spPr>
            <a:xfrm>
              <a:off x="6088313" y="1359585"/>
              <a:ext cx="343322" cy="260973"/>
            </a:xfrm>
            <a:custGeom>
              <a:rect b="b" l="l" r="r" t="t"/>
              <a:pathLst>
                <a:path extrusionOk="0" h="8807" w="11586">
                  <a:moveTo>
                    <a:pt x="1811" y="1"/>
                  </a:moveTo>
                  <a:cubicBezTo>
                    <a:pt x="1179" y="310"/>
                    <a:pt x="599" y="714"/>
                    <a:pt x="98" y="1197"/>
                  </a:cubicBezTo>
                  <a:cubicBezTo>
                    <a:pt x="221" y="1308"/>
                    <a:pt x="283" y="1491"/>
                    <a:pt x="213" y="1687"/>
                  </a:cubicBezTo>
                  <a:cubicBezTo>
                    <a:pt x="81" y="2060"/>
                    <a:pt x="0" y="2601"/>
                    <a:pt x="380" y="3058"/>
                  </a:cubicBezTo>
                  <a:cubicBezTo>
                    <a:pt x="718" y="3469"/>
                    <a:pt x="1162" y="3624"/>
                    <a:pt x="1651" y="3624"/>
                  </a:cubicBezTo>
                  <a:cubicBezTo>
                    <a:pt x="1847" y="3624"/>
                    <a:pt x="2051" y="3599"/>
                    <a:pt x="2257" y="3556"/>
                  </a:cubicBezTo>
                  <a:cubicBezTo>
                    <a:pt x="2753" y="3452"/>
                    <a:pt x="3054" y="3353"/>
                    <a:pt x="3371" y="3353"/>
                  </a:cubicBezTo>
                  <a:cubicBezTo>
                    <a:pt x="3378" y="3353"/>
                    <a:pt x="3385" y="3353"/>
                    <a:pt x="3392" y="3353"/>
                  </a:cubicBezTo>
                  <a:lnTo>
                    <a:pt x="3408" y="3353"/>
                  </a:lnTo>
                  <a:cubicBezTo>
                    <a:pt x="3411" y="3352"/>
                    <a:pt x="3467" y="3330"/>
                    <a:pt x="3545" y="3296"/>
                  </a:cubicBezTo>
                  <a:cubicBezTo>
                    <a:pt x="3806" y="3181"/>
                    <a:pt x="4048" y="3047"/>
                    <a:pt x="4267" y="2900"/>
                  </a:cubicBezTo>
                  <a:cubicBezTo>
                    <a:pt x="4338" y="2851"/>
                    <a:pt x="4417" y="2829"/>
                    <a:pt x="4495" y="2829"/>
                  </a:cubicBezTo>
                  <a:cubicBezTo>
                    <a:pt x="4641" y="2829"/>
                    <a:pt x="4781" y="2908"/>
                    <a:pt x="4850" y="3049"/>
                  </a:cubicBezTo>
                  <a:lnTo>
                    <a:pt x="5040" y="3430"/>
                  </a:lnTo>
                  <a:cubicBezTo>
                    <a:pt x="5071" y="3424"/>
                    <a:pt x="5113" y="3402"/>
                    <a:pt x="5163" y="3402"/>
                  </a:cubicBezTo>
                  <a:cubicBezTo>
                    <a:pt x="5188" y="3402"/>
                    <a:pt x="5215" y="3407"/>
                    <a:pt x="5244" y="3423"/>
                  </a:cubicBezTo>
                  <a:cubicBezTo>
                    <a:pt x="5366" y="3492"/>
                    <a:pt x="5365" y="3671"/>
                    <a:pt x="5237" y="3733"/>
                  </a:cubicBezTo>
                  <a:lnTo>
                    <a:pt x="5198" y="3753"/>
                  </a:lnTo>
                  <a:lnTo>
                    <a:pt x="5707" y="4780"/>
                  </a:lnTo>
                  <a:cubicBezTo>
                    <a:pt x="5735" y="4775"/>
                    <a:pt x="5777" y="4753"/>
                    <a:pt x="5829" y="4753"/>
                  </a:cubicBezTo>
                  <a:cubicBezTo>
                    <a:pt x="5854" y="4753"/>
                    <a:pt x="5881" y="4758"/>
                    <a:pt x="5910" y="4774"/>
                  </a:cubicBezTo>
                  <a:cubicBezTo>
                    <a:pt x="6032" y="4843"/>
                    <a:pt x="6028" y="5021"/>
                    <a:pt x="5904" y="5084"/>
                  </a:cubicBezTo>
                  <a:lnTo>
                    <a:pt x="5865" y="5102"/>
                  </a:lnTo>
                  <a:lnTo>
                    <a:pt x="6145" y="5668"/>
                  </a:lnTo>
                  <a:lnTo>
                    <a:pt x="6217" y="5646"/>
                  </a:lnTo>
                  <a:cubicBezTo>
                    <a:pt x="6235" y="5641"/>
                    <a:pt x="6252" y="5639"/>
                    <a:pt x="6269" y="5639"/>
                  </a:cubicBezTo>
                  <a:cubicBezTo>
                    <a:pt x="6437" y="5639"/>
                    <a:pt x="6515" y="5885"/>
                    <a:pt x="6344" y="5970"/>
                  </a:cubicBezTo>
                  <a:lnTo>
                    <a:pt x="6305" y="5988"/>
                  </a:lnTo>
                  <a:lnTo>
                    <a:pt x="6585" y="6554"/>
                  </a:lnTo>
                  <a:lnTo>
                    <a:pt x="6656" y="6532"/>
                  </a:lnTo>
                  <a:cubicBezTo>
                    <a:pt x="6675" y="6527"/>
                    <a:pt x="6693" y="6524"/>
                    <a:pt x="6710" y="6524"/>
                  </a:cubicBezTo>
                  <a:cubicBezTo>
                    <a:pt x="6878" y="6524"/>
                    <a:pt x="6953" y="6771"/>
                    <a:pt x="6782" y="6856"/>
                  </a:cubicBezTo>
                  <a:lnTo>
                    <a:pt x="6744" y="6874"/>
                  </a:lnTo>
                  <a:lnTo>
                    <a:pt x="6927" y="7243"/>
                  </a:lnTo>
                  <a:cubicBezTo>
                    <a:pt x="8447" y="8121"/>
                    <a:pt x="9835" y="8575"/>
                    <a:pt x="10748" y="8806"/>
                  </a:cubicBezTo>
                  <a:cubicBezTo>
                    <a:pt x="11396" y="8497"/>
                    <a:pt x="11567" y="7805"/>
                    <a:pt x="11586" y="7718"/>
                  </a:cubicBezTo>
                  <a:cubicBezTo>
                    <a:pt x="11582" y="7715"/>
                    <a:pt x="11576" y="7712"/>
                    <a:pt x="11572" y="7709"/>
                  </a:cubicBezTo>
                  <a:cubicBezTo>
                    <a:pt x="9005" y="6061"/>
                    <a:pt x="6958" y="2649"/>
                    <a:pt x="6022" y="1449"/>
                  </a:cubicBezTo>
                  <a:cubicBezTo>
                    <a:pt x="5721" y="1062"/>
                    <a:pt x="5389" y="944"/>
                    <a:pt x="5037" y="944"/>
                  </a:cubicBezTo>
                  <a:cubicBezTo>
                    <a:pt x="4493" y="944"/>
                    <a:pt x="3901" y="1223"/>
                    <a:pt x="3297" y="1223"/>
                  </a:cubicBezTo>
                  <a:cubicBezTo>
                    <a:pt x="3033" y="1223"/>
                    <a:pt x="2767" y="1170"/>
                    <a:pt x="2502" y="1017"/>
                  </a:cubicBezTo>
                  <a:cubicBezTo>
                    <a:pt x="2006" y="731"/>
                    <a:pt x="1835" y="355"/>
                    <a:pt x="1811"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45"/>
            <p:cNvSpPr/>
            <p:nvPr/>
          </p:nvSpPr>
          <p:spPr>
            <a:xfrm>
              <a:off x="6234135" y="1371971"/>
              <a:ext cx="116248" cy="144755"/>
            </a:xfrm>
            <a:custGeom>
              <a:rect b="b" l="l" r="r" t="t"/>
              <a:pathLst>
                <a:path extrusionOk="0" h="4885" w="3923">
                  <a:moveTo>
                    <a:pt x="1235" y="0"/>
                  </a:moveTo>
                  <a:cubicBezTo>
                    <a:pt x="1149" y="0"/>
                    <a:pt x="1061" y="25"/>
                    <a:pt x="983" y="78"/>
                  </a:cubicBezTo>
                  <a:cubicBezTo>
                    <a:pt x="623" y="326"/>
                    <a:pt x="254" y="486"/>
                    <a:pt x="1" y="579"/>
                  </a:cubicBezTo>
                  <a:cubicBezTo>
                    <a:pt x="28" y="578"/>
                    <a:pt x="56" y="577"/>
                    <a:pt x="83" y="577"/>
                  </a:cubicBezTo>
                  <a:cubicBezTo>
                    <a:pt x="437" y="577"/>
                    <a:pt x="770" y="695"/>
                    <a:pt x="1072" y="1083"/>
                  </a:cubicBezTo>
                  <a:cubicBezTo>
                    <a:pt x="1648" y="1821"/>
                    <a:pt x="2645" y="3397"/>
                    <a:pt x="3923" y="4885"/>
                  </a:cubicBezTo>
                  <a:lnTo>
                    <a:pt x="1630" y="245"/>
                  </a:lnTo>
                  <a:cubicBezTo>
                    <a:pt x="1553" y="88"/>
                    <a:pt x="1397" y="0"/>
                    <a:pt x="1235"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45"/>
            <p:cNvSpPr/>
            <p:nvPr/>
          </p:nvSpPr>
          <p:spPr>
            <a:xfrm>
              <a:off x="6087750" y="1382343"/>
              <a:ext cx="49546" cy="75533"/>
            </a:xfrm>
            <a:custGeom>
              <a:rect b="b" l="l" r="r" t="t"/>
              <a:pathLst>
                <a:path extrusionOk="0" h="2549" w="1672">
                  <a:moveTo>
                    <a:pt x="607" y="0"/>
                  </a:moveTo>
                  <a:cubicBezTo>
                    <a:pt x="436" y="134"/>
                    <a:pt x="273" y="279"/>
                    <a:pt x="117" y="428"/>
                  </a:cubicBezTo>
                  <a:cubicBezTo>
                    <a:pt x="240" y="540"/>
                    <a:pt x="302" y="723"/>
                    <a:pt x="232" y="918"/>
                  </a:cubicBezTo>
                  <a:cubicBezTo>
                    <a:pt x="1" y="1569"/>
                    <a:pt x="127" y="2149"/>
                    <a:pt x="679" y="2548"/>
                  </a:cubicBezTo>
                  <a:lnTo>
                    <a:pt x="759" y="2512"/>
                  </a:lnTo>
                  <a:cubicBezTo>
                    <a:pt x="1460" y="2200"/>
                    <a:pt x="1672" y="1308"/>
                    <a:pt x="1188" y="714"/>
                  </a:cubicBezTo>
                  <a:lnTo>
                    <a:pt x="607" y="0"/>
                  </a:ln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45"/>
            <p:cNvSpPr/>
            <p:nvPr/>
          </p:nvSpPr>
          <p:spPr>
            <a:xfrm>
              <a:off x="6235261" y="1447090"/>
              <a:ext cx="49664" cy="35559"/>
            </a:xfrm>
            <a:custGeom>
              <a:rect b="b" l="l" r="r" t="t"/>
              <a:pathLst>
                <a:path extrusionOk="0" h="1200" w="1676">
                  <a:moveTo>
                    <a:pt x="1083" y="1"/>
                  </a:moveTo>
                  <a:lnTo>
                    <a:pt x="0" y="317"/>
                  </a:lnTo>
                  <a:lnTo>
                    <a:pt x="81" y="475"/>
                  </a:lnTo>
                  <a:cubicBezTo>
                    <a:pt x="112" y="470"/>
                    <a:pt x="154" y="447"/>
                    <a:pt x="204" y="447"/>
                  </a:cubicBezTo>
                  <a:cubicBezTo>
                    <a:pt x="229" y="447"/>
                    <a:pt x="256" y="453"/>
                    <a:pt x="285" y="469"/>
                  </a:cubicBezTo>
                  <a:cubicBezTo>
                    <a:pt x="407" y="537"/>
                    <a:pt x="406" y="716"/>
                    <a:pt x="278" y="778"/>
                  </a:cubicBezTo>
                  <a:lnTo>
                    <a:pt x="239" y="798"/>
                  </a:lnTo>
                  <a:lnTo>
                    <a:pt x="438" y="1199"/>
                  </a:lnTo>
                  <a:lnTo>
                    <a:pt x="1676" y="839"/>
                  </a:lnTo>
                  <a:cubicBezTo>
                    <a:pt x="1460" y="536"/>
                    <a:pt x="1262" y="251"/>
                    <a:pt x="1083"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45"/>
            <p:cNvSpPr/>
            <p:nvPr/>
          </p:nvSpPr>
          <p:spPr>
            <a:xfrm>
              <a:off x="6301578" y="1515422"/>
              <a:ext cx="130324" cy="105166"/>
            </a:xfrm>
            <a:custGeom>
              <a:rect b="b" l="l" r="r" t="t"/>
              <a:pathLst>
                <a:path extrusionOk="0" h="3549" w="4398">
                  <a:moveTo>
                    <a:pt x="778" y="0"/>
                  </a:moveTo>
                  <a:lnTo>
                    <a:pt x="778" y="0"/>
                  </a:lnTo>
                  <a:cubicBezTo>
                    <a:pt x="852" y="446"/>
                    <a:pt x="939" y="1601"/>
                    <a:pt x="0" y="2134"/>
                  </a:cubicBezTo>
                  <a:cubicBezTo>
                    <a:pt x="1424" y="2918"/>
                    <a:pt x="2708" y="3334"/>
                    <a:pt x="3569" y="3549"/>
                  </a:cubicBezTo>
                  <a:cubicBezTo>
                    <a:pt x="4196" y="3243"/>
                    <a:pt x="4373" y="2573"/>
                    <a:pt x="4398" y="2465"/>
                  </a:cubicBezTo>
                  <a:cubicBezTo>
                    <a:pt x="4390" y="2459"/>
                    <a:pt x="4382" y="2456"/>
                    <a:pt x="4378" y="2450"/>
                  </a:cubicBezTo>
                  <a:cubicBezTo>
                    <a:pt x="3445" y="1851"/>
                    <a:pt x="2579" y="1018"/>
                    <a:pt x="1813" y="143"/>
                  </a:cubicBezTo>
                  <a:lnTo>
                    <a:pt x="1480" y="148"/>
                  </a:lnTo>
                  <a:cubicBezTo>
                    <a:pt x="1473" y="148"/>
                    <a:pt x="1467" y="148"/>
                    <a:pt x="1460" y="148"/>
                  </a:cubicBezTo>
                  <a:cubicBezTo>
                    <a:pt x="1221" y="148"/>
                    <a:pt x="991" y="95"/>
                    <a:pt x="778"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45"/>
            <p:cNvSpPr/>
            <p:nvPr/>
          </p:nvSpPr>
          <p:spPr>
            <a:xfrm>
              <a:off x="6405855" y="1587992"/>
              <a:ext cx="41811" cy="38996"/>
            </a:xfrm>
            <a:custGeom>
              <a:rect b="b" l="l" r="r" t="t"/>
              <a:pathLst>
                <a:path extrusionOk="0" h="1316" w="1411">
                  <a:moveTo>
                    <a:pt x="856" y="1"/>
                  </a:moveTo>
                  <a:cubicBezTo>
                    <a:pt x="856" y="1"/>
                    <a:pt x="706" y="777"/>
                    <a:pt x="1" y="1091"/>
                  </a:cubicBezTo>
                  <a:cubicBezTo>
                    <a:pt x="711" y="1271"/>
                    <a:pt x="1143" y="1316"/>
                    <a:pt x="1143" y="1316"/>
                  </a:cubicBezTo>
                  <a:cubicBezTo>
                    <a:pt x="1151" y="1302"/>
                    <a:pt x="1159" y="1288"/>
                    <a:pt x="1165" y="1277"/>
                  </a:cubicBezTo>
                  <a:cubicBezTo>
                    <a:pt x="1410" y="820"/>
                    <a:pt x="1267" y="265"/>
                    <a:pt x="8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45"/>
            <p:cNvSpPr/>
            <p:nvPr/>
          </p:nvSpPr>
          <p:spPr>
            <a:xfrm>
              <a:off x="6292037" y="1571280"/>
              <a:ext cx="148340" cy="73874"/>
            </a:xfrm>
            <a:custGeom>
              <a:rect b="b" l="l" r="r" t="t"/>
              <a:pathLst>
                <a:path extrusionOk="0" h="2493" w="5006">
                  <a:moveTo>
                    <a:pt x="1" y="1"/>
                  </a:moveTo>
                  <a:cubicBezTo>
                    <a:pt x="1" y="1"/>
                    <a:pt x="1" y="1"/>
                    <a:pt x="1" y="1"/>
                  </a:cubicBezTo>
                  <a:lnTo>
                    <a:pt x="1" y="1"/>
                  </a:lnTo>
                  <a:cubicBezTo>
                    <a:pt x="1" y="1"/>
                    <a:pt x="1" y="1"/>
                    <a:pt x="1" y="1"/>
                  </a:cubicBezTo>
                  <a:lnTo>
                    <a:pt x="1" y="1"/>
                  </a:lnTo>
                  <a:cubicBezTo>
                    <a:pt x="1" y="2"/>
                    <a:pt x="2" y="2"/>
                    <a:pt x="2" y="2"/>
                  </a:cubicBezTo>
                  <a:cubicBezTo>
                    <a:pt x="2" y="2"/>
                    <a:pt x="1" y="1"/>
                    <a:pt x="1" y="1"/>
                  </a:cubicBezTo>
                  <a:lnTo>
                    <a:pt x="1" y="1"/>
                  </a:lnTo>
                  <a:cubicBezTo>
                    <a:pt x="1" y="1"/>
                    <a:pt x="1" y="1"/>
                    <a:pt x="1" y="1"/>
                  </a:cubicBezTo>
                  <a:lnTo>
                    <a:pt x="1" y="1"/>
                  </a:lnTo>
                  <a:cubicBezTo>
                    <a:pt x="1" y="1"/>
                    <a:pt x="1" y="1"/>
                    <a:pt x="1" y="1"/>
                  </a:cubicBezTo>
                  <a:close/>
                  <a:moveTo>
                    <a:pt x="1" y="1"/>
                  </a:moveTo>
                  <a:cubicBezTo>
                    <a:pt x="3" y="4"/>
                    <a:pt x="24" y="47"/>
                    <a:pt x="172" y="346"/>
                  </a:cubicBezTo>
                  <a:cubicBezTo>
                    <a:pt x="854" y="1151"/>
                    <a:pt x="1485" y="1776"/>
                    <a:pt x="2006" y="2219"/>
                  </a:cubicBezTo>
                  <a:cubicBezTo>
                    <a:pt x="2676" y="2371"/>
                    <a:pt x="3380" y="2471"/>
                    <a:pt x="4101" y="2492"/>
                  </a:cubicBezTo>
                  <a:cubicBezTo>
                    <a:pt x="4110" y="2493"/>
                    <a:pt x="4118" y="2493"/>
                    <a:pt x="4126" y="2493"/>
                  </a:cubicBezTo>
                  <a:cubicBezTo>
                    <a:pt x="4439" y="2493"/>
                    <a:pt x="4727" y="2325"/>
                    <a:pt x="4883" y="2052"/>
                  </a:cubicBezTo>
                  <a:lnTo>
                    <a:pt x="5006" y="1841"/>
                  </a:lnTo>
                  <a:lnTo>
                    <a:pt x="4975" y="1824"/>
                  </a:lnTo>
                  <a:cubicBezTo>
                    <a:pt x="4664" y="1785"/>
                    <a:pt x="2503" y="1465"/>
                    <a:pt x="1"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45"/>
            <p:cNvSpPr/>
            <p:nvPr/>
          </p:nvSpPr>
          <p:spPr>
            <a:xfrm>
              <a:off x="6251084" y="1421250"/>
              <a:ext cx="105462" cy="100099"/>
            </a:xfrm>
            <a:custGeom>
              <a:rect b="b" l="l" r="r" t="t"/>
              <a:pathLst>
                <a:path extrusionOk="0" h="3378" w="3559">
                  <a:moveTo>
                    <a:pt x="994" y="1"/>
                  </a:moveTo>
                  <a:lnTo>
                    <a:pt x="1" y="212"/>
                  </a:lnTo>
                  <a:cubicBezTo>
                    <a:pt x="4" y="214"/>
                    <a:pt x="4" y="217"/>
                    <a:pt x="5" y="219"/>
                  </a:cubicBezTo>
                  <a:cubicBezTo>
                    <a:pt x="413" y="742"/>
                    <a:pt x="1034" y="1691"/>
                    <a:pt x="1819" y="2729"/>
                  </a:cubicBezTo>
                  <a:cubicBezTo>
                    <a:pt x="2130" y="3137"/>
                    <a:pt x="2615" y="3377"/>
                    <a:pt x="3127" y="3377"/>
                  </a:cubicBezTo>
                  <a:cubicBezTo>
                    <a:pt x="3135" y="3377"/>
                    <a:pt x="3143" y="3377"/>
                    <a:pt x="3152" y="3377"/>
                  </a:cubicBezTo>
                  <a:lnTo>
                    <a:pt x="3559" y="3372"/>
                  </a:lnTo>
                  <a:cubicBezTo>
                    <a:pt x="2494" y="2169"/>
                    <a:pt x="1614" y="878"/>
                    <a:pt x="99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45"/>
            <p:cNvSpPr/>
            <p:nvPr/>
          </p:nvSpPr>
          <p:spPr>
            <a:xfrm>
              <a:off x="6204206" y="1387558"/>
              <a:ext cx="77193" cy="43323"/>
            </a:xfrm>
            <a:custGeom>
              <a:rect b="b" l="l" r="r" t="t"/>
              <a:pathLst>
                <a:path extrusionOk="0" h="1462" w="2605">
                  <a:moveTo>
                    <a:pt x="1125" y="0"/>
                  </a:moveTo>
                  <a:cubicBezTo>
                    <a:pt x="768" y="0"/>
                    <a:pt x="389" y="122"/>
                    <a:pt x="0" y="204"/>
                  </a:cubicBezTo>
                  <a:lnTo>
                    <a:pt x="663" y="1171"/>
                  </a:lnTo>
                  <a:cubicBezTo>
                    <a:pt x="790" y="1355"/>
                    <a:pt x="997" y="1462"/>
                    <a:pt x="1214" y="1462"/>
                  </a:cubicBezTo>
                  <a:cubicBezTo>
                    <a:pt x="1260" y="1462"/>
                    <a:pt x="1307" y="1457"/>
                    <a:pt x="1353" y="1447"/>
                  </a:cubicBezTo>
                  <a:lnTo>
                    <a:pt x="2604" y="1180"/>
                  </a:lnTo>
                  <a:cubicBezTo>
                    <a:pt x="2417" y="916"/>
                    <a:pt x="2251" y="687"/>
                    <a:pt x="2111" y="508"/>
                  </a:cubicBezTo>
                  <a:cubicBezTo>
                    <a:pt x="1810" y="118"/>
                    <a:pt x="1478" y="0"/>
                    <a:pt x="112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45"/>
            <p:cNvSpPr/>
            <p:nvPr/>
          </p:nvSpPr>
          <p:spPr>
            <a:xfrm>
              <a:off x="6229630" y="1399470"/>
              <a:ext cx="25039" cy="21898"/>
            </a:xfrm>
            <a:custGeom>
              <a:rect b="b" l="l" r="r" t="t"/>
              <a:pathLst>
                <a:path extrusionOk="0" h="739" w="845">
                  <a:moveTo>
                    <a:pt x="420" y="1"/>
                  </a:moveTo>
                  <a:cubicBezTo>
                    <a:pt x="360" y="1"/>
                    <a:pt x="299" y="15"/>
                    <a:pt x="243" y="46"/>
                  </a:cubicBezTo>
                  <a:cubicBezTo>
                    <a:pt x="64" y="145"/>
                    <a:pt x="0" y="369"/>
                    <a:pt x="98" y="548"/>
                  </a:cubicBezTo>
                  <a:cubicBezTo>
                    <a:pt x="165" y="670"/>
                    <a:pt x="291" y="739"/>
                    <a:pt x="420" y="739"/>
                  </a:cubicBezTo>
                  <a:cubicBezTo>
                    <a:pt x="481" y="739"/>
                    <a:pt x="542" y="724"/>
                    <a:pt x="599" y="692"/>
                  </a:cubicBezTo>
                  <a:cubicBezTo>
                    <a:pt x="778" y="594"/>
                    <a:pt x="844" y="371"/>
                    <a:pt x="745" y="192"/>
                  </a:cubicBezTo>
                  <a:cubicBezTo>
                    <a:pt x="677" y="69"/>
                    <a:pt x="550" y="1"/>
                    <a:pt x="420"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45"/>
            <p:cNvSpPr/>
            <p:nvPr/>
          </p:nvSpPr>
          <p:spPr>
            <a:xfrm>
              <a:off x="6269012" y="1433340"/>
              <a:ext cx="24862" cy="21898"/>
            </a:xfrm>
            <a:custGeom>
              <a:rect b="b" l="l" r="r" t="t"/>
              <a:pathLst>
                <a:path extrusionOk="0" h="739" w="839">
                  <a:moveTo>
                    <a:pt x="419" y="0"/>
                  </a:moveTo>
                  <a:cubicBezTo>
                    <a:pt x="372" y="0"/>
                    <a:pt x="324" y="9"/>
                    <a:pt x="279" y="28"/>
                  </a:cubicBezTo>
                  <a:cubicBezTo>
                    <a:pt x="91" y="106"/>
                    <a:pt x="0" y="322"/>
                    <a:pt x="78" y="510"/>
                  </a:cubicBezTo>
                  <a:cubicBezTo>
                    <a:pt x="137" y="652"/>
                    <a:pt x="275" y="738"/>
                    <a:pt x="420" y="738"/>
                  </a:cubicBezTo>
                  <a:cubicBezTo>
                    <a:pt x="467" y="738"/>
                    <a:pt x="514" y="730"/>
                    <a:pt x="560" y="711"/>
                  </a:cubicBezTo>
                  <a:cubicBezTo>
                    <a:pt x="748" y="633"/>
                    <a:pt x="838" y="417"/>
                    <a:pt x="761" y="229"/>
                  </a:cubicBezTo>
                  <a:cubicBezTo>
                    <a:pt x="701" y="86"/>
                    <a:pt x="563" y="0"/>
                    <a:pt x="419"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45"/>
            <p:cNvSpPr/>
            <p:nvPr/>
          </p:nvSpPr>
          <p:spPr>
            <a:xfrm>
              <a:off x="6286466" y="1457757"/>
              <a:ext cx="24951" cy="21869"/>
            </a:xfrm>
            <a:custGeom>
              <a:rect b="b" l="l" r="r" t="t"/>
              <a:pathLst>
                <a:path extrusionOk="0" h="738" w="842">
                  <a:moveTo>
                    <a:pt x="422" y="0"/>
                  </a:moveTo>
                  <a:cubicBezTo>
                    <a:pt x="369" y="0"/>
                    <a:pt x="316" y="12"/>
                    <a:pt x="265" y="36"/>
                  </a:cubicBezTo>
                  <a:cubicBezTo>
                    <a:pt x="80" y="121"/>
                    <a:pt x="1" y="340"/>
                    <a:pt x="88" y="525"/>
                  </a:cubicBezTo>
                  <a:cubicBezTo>
                    <a:pt x="150" y="659"/>
                    <a:pt x="282" y="738"/>
                    <a:pt x="420" y="738"/>
                  </a:cubicBezTo>
                  <a:cubicBezTo>
                    <a:pt x="473" y="738"/>
                    <a:pt x="526" y="727"/>
                    <a:pt x="577" y="703"/>
                  </a:cubicBezTo>
                  <a:cubicBezTo>
                    <a:pt x="762" y="617"/>
                    <a:pt x="842" y="396"/>
                    <a:pt x="754" y="213"/>
                  </a:cubicBezTo>
                  <a:cubicBezTo>
                    <a:pt x="693" y="79"/>
                    <a:pt x="560" y="0"/>
                    <a:pt x="422"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45"/>
            <p:cNvSpPr/>
            <p:nvPr/>
          </p:nvSpPr>
          <p:spPr>
            <a:xfrm>
              <a:off x="6306823" y="1483212"/>
              <a:ext cx="21898" cy="21898"/>
            </a:xfrm>
            <a:custGeom>
              <a:rect b="b" l="l" r="r" t="t"/>
              <a:pathLst>
                <a:path extrusionOk="0" h="739" w="739">
                  <a:moveTo>
                    <a:pt x="371" y="1"/>
                  </a:moveTo>
                  <a:cubicBezTo>
                    <a:pt x="167" y="1"/>
                    <a:pt x="1" y="165"/>
                    <a:pt x="1" y="369"/>
                  </a:cubicBezTo>
                  <a:cubicBezTo>
                    <a:pt x="1" y="574"/>
                    <a:pt x="167" y="739"/>
                    <a:pt x="371" y="739"/>
                  </a:cubicBezTo>
                  <a:cubicBezTo>
                    <a:pt x="574" y="739"/>
                    <a:pt x="739" y="574"/>
                    <a:pt x="739" y="369"/>
                  </a:cubicBezTo>
                  <a:cubicBezTo>
                    <a:pt x="739" y="165"/>
                    <a:pt x="574" y="1"/>
                    <a:pt x="371"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45"/>
            <p:cNvSpPr/>
            <p:nvPr/>
          </p:nvSpPr>
          <p:spPr>
            <a:xfrm>
              <a:off x="6275176" y="1428895"/>
              <a:ext cx="42197" cy="21039"/>
            </a:xfrm>
            <a:custGeom>
              <a:rect b="b" l="l" r="r" t="t"/>
              <a:pathLst>
                <a:path extrusionOk="0" h="710" w="1424">
                  <a:moveTo>
                    <a:pt x="1181" y="0"/>
                  </a:moveTo>
                  <a:cubicBezTo>
                    <a:pt x="1161" y="0"/>
                    <a:pt x="1140" y="3"/>
                    <a:pt x="1120" y="9"/>
                  </a:cubicBezTo>
                  <a:lnTo>
                    <a:pt x="181" y="282"/>
                  </a:lnTo>
                  <a:cubicBezTo>
                    <a:pt x="66" y="317"/>
                    <a:pt x="1" y="438"/>
                    <a:pt x="33" y="553"/>
                  </a:cubicBezTo>
                  <a:cubicBezTo>
                    <a:pt x="63" y="647"/>
                    <a:pt x="147" y="710"/>
                    <a:pt x="241" y="710"/>
                  </a:cubicBezTo>
                  <a:cubicBezTo>
                    <a:pt x="262" y="710"/>
                    <a:pt x="283" y="707"/>
                    <a:pt x="304" y="700"/>
                  </a:cubicBezTo>
                  <a:lnTo>
                    <a:pt x="1241" y="427"/>
                  </a:lnTo>
                  <a:cubicBezTo>
                    <a:pt x="1356" y="394"/>
                    <a:pt x="1423" y="271"/>
                    <a:pt x="1390" y="156"/>
                  </a:cubicBezTo>
                  <a:cubicBezTo>
                    <a:pt x="1362" y="61"/>
                    <a:pt x="1276" y="0"/>
                    <a:pt x="11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45"/>
            <p:cNvSpPr/>
            <p:nvPr/>
          </p:nvSpPr>
          <p:spPr>
            <a:xfrm>
              <a:off x="6293755" y="1455209"/>
              <a:ext cx="36596" cy="19409"/>
            </a:xfrm>
            <a:custGeom>
              <a:rect b="b" l="l" r="r" t="t"/>
              <a:pathLst>
                <a:path extrusionOk="0" h="655" w="1235">
                  <a:moveTo>
                    <a:pt x="991" y="0"/>
                  </a:moveTo>
                  <a:cubicBezTo>
                    <a:pt x="971" y="0"/>
                    <a:pt x="951" y="3"/>
                    <a:pt x="931" y="8"/>
                  </a:cubicBezTo>
                  <a:lnTo>
                    <a:pt x="182" y="229"/>
                  </a:lnTo>
                  <a:cubicBezTo>
                    <a:pt x="67" y="262"/>
                    <a:pt x="0" y="384"/>
                    <a:pt x="34" y="498"/>
                  </a:cubicBezTo>
                  <a:cubicBezTo>
                    <a:pt x="62" y="593"/>
                    <a:pt x="147" y="655"/>
                    <a:pt x="242" y="655"/>
                  </a:cubicBezTo>
                  <a:cubicBezTo>
                    <a:pt x="262" y="655"/>
                    <a:pt x="283" y="652"/>
                    <a:pt x="303" y="646"/>
                  </a:cubicBezTo>
                  <a:lnTo>
                    <a:pt x="1054" y="426"/>
                  </a:lnTo>
                  <a:cubicBezTo>
                    <a:pt x="1169" y="394"/>
                    <a:pt x="1234" y="271"/>
                    <a:pt x="1202" y="156"/>
                  </a:cubicBezTo>
                  <a:cubicBezTo>
                    <a:pt x="1175" y="62"/>
                    <a:pt x="1087" y="0"/>
                    <a:pt x="9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45"/>
            <p:cNvSpPr/>
            <p:nvPr/>
          </p:nvSpPr>
          <p:spPr>
            <a:xfrm>
              <a:off x="6312364" y="1481493"/>
              <a:ext cx="31025" cy="17780"/>
            </a:xfrm>
            <a:custGeom>
              <a:rect b="b" l="l" r="r" t="t"/>
              <a:pathLst>
                <a:path extrusionOk="0" h="600" w="1047">
                  <a:moveTo>
                    <a:pt x="803" y="1"/>
                  </a:moveTo>
                  <a:cubicBezTo>
                    <a:pt x="783" y="1"/>
                    <a:pt x="763" y="3"/>
                    <a:pt x="743" y="9"/>
                  </a:cubicBezTo>
                  <a:lnTo>
                    <a:pt x="182" y="172"/>
                  </a:lnTo>
                  <a:cubicBezTo>
                    <a:pt x="67" y="206"/>
                    <a:pt x="0" y="328"/>
                    <a:pt x="34" y="443"/>
                  </a:cubicBezTo>
                  <a:cubicBezTo>
                    <a:pt x="62" y="537"/>
                    <a:pt x="147" y="600"/>
                    <a:pt x="240" y="600"/>
                  </a:cubicBezTo>
                  <a:cubicBezTo>
                    <a:pt x="261" y="600"/>
                    <a:pt x="282" y="597"/>
                    <a:pt x="303" y="590"/>
                  </a:cubicBezTo>
                  <a:lnTo>
                    <a:pt x="866" y="427"/>
                  </a:lnTo>
                  <a:cubicBezTo>
                    <a:pt x="979" y="394"/>
                    <a:pt x="1046" y="272"/>
                    <a:pt x="1014" y="157"/>
                  </a:cubicBezTo>
                  <a:cubicBezTo>
                    <a:pt x="985" y="63"/>
                    <a:pt x="898" y="1"/>
                    <a:pt x="8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45"/>
            <p:cNvSpPr/>
            <p:nvPr/>
          </p:nvSpPr>
          <p:spPr>
            <a:xfrm>
              <a:off x="6234698" y="1389010"/>
              <a:ext cx="63028" cy="27054"/>
            </a:xfrm>
            <a:custGeom>
              <a:rect b="b" l="l" r="r" t="t"/>
              <a:pathLst>
                <a:path extrusionOk="0" h="913" w="2127">
                  <a:moveTo>
                    <a:pt x="1883" y="0"/>
                  </a:moveTo>
                  <a:cubicBezTo>
                    <a:pt x="1864" y="0"/>
                    <a:pt x="1843" y="3"/>
                    <a:pt x="1824" y="9"/>
                  </a:cubicBezTo>
                  <a:lnTo>
                    <a:pt x="181" y="486"/>
                  </a:lnTo>
                  <a:cubicBezTo>
                    <a:pt x="67" y="520"/>
                    <a:pt x="0" y="641"/>
                    <a:pt x="33" y="756"/>
                  </a:cubicBezTo>
                  <a:cubicBezTo>
                    <a:pt x="61" y="850"/>
                    <a:pt x="147" y="912"/>
                    <a:pt x="244" y="912"/>
                  </a:cubicBezTo>
                  <a:cubicBezTo>
                    <a:pt x="264" y="912"/>
                    <a:pt x="284" y="910"/>
                    <a:pt x="305" y="904"/>
                  </a:cubicBezTo>
                  <a:lnTo>
                    <a:pt x="1945" y="427"/>
                  </a:lnTo>
                  <a:cubicBezTo>
                    <a:pt x="2060" y="393"/>
                    <a:pt x="2127" y="271"/>
                    <a:pt x="2093" y="156"/>
                  </a:cubicBezTo>
                  <a:cubicBezTo>
                    <a:pt x="2066" y="61"/>
                    <a:pt x="1977" y="0"/>
                    <a:pt x="18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45"/>
            <p:cNvSpPr/>
            <p:nvPr/>
          </p:nvSpPr>
          <p:spPr>
            <a:xfrm>
              <a:off x="6032130" y="1394077"/>
              <a:ext cx="350404" cy="296621"/>
            </a:xfrm>
            <a:custGeom>
              <a:rect b="b" l="l" r="r" t="t"/>
              <a:pathLst>
                <a:path extrusionOk="0" h="10010" w="11825">
                  <a:moveTo>
                    <a:pt x="2027" y="1"/>
                  </a:moveTo>
                  <a:cubicBezTo>
                    <a:pt x="939" y="1033"/>
                    <a:pt x="201" y="2427"/>
                    <a:pt x="0" y="3991"/>
                  </a:cubicBezTo>
                  <a:cubicBezTo>
                    <a:pt x="1084" y="4815"/>
                    <a:pt x="2187" y="5300"/>
                    <a:pt x="2922" y="5559"/>
                  </a:cubicBezTo>
                  <a:cubicBezTo>
                    <a:pt x="3505" y="5766"/>
                    <a:pt x="4040" y="6086"/>
                    <a:pt x="4499" y="6504"/>
                  </a:cubicBezTo>
                  <a:cubicBezTo>
                    <a:pt x="6951" y="8732"/>
                    <a:pt x="9550" y="9649"/>
                    <a:pt x="10985" y="10010"/>
                  </a:cubicBezTo>
                  <a:cubicBezTo>
                    <a:pt x="11630" y="9702"/>
                    <a:pt x="11803" y="9016"/>
                    <a:pt x="11825" y="8923"/>
                  </a:cubicBezTo>
                  <a:cubicBezTo>
                    <a:pt x="11817" y="8917"/>
                    <a:pt x="11812" y="8914"/>
                    <a:pt x="11807" y="8909"/>
                  </a:cubicBezTo>
                  <a:cubicBezTo>
                    <a:pt x="9240" y="7261"/>
                    <a:pt x="7192" y="3850"/>
                    <a:pt x="6257" y="2651"/>
                  </a:cubicBezTo>
                  <a:cubicBezTo>
                    <a:pt x="5955" y="2263"/>
                    <a:pt x="5623" y="2146"/>
                    <a:pt x="5270" y="2146"/>
                  </a:cubicBezTo>
                  <a:cubicBezTo>
                    <a:pt x="4727" y="2146"/>
                    <a:pt x="4136" y="2424"/>
                    <a:pt x="3532" y="2424"/>
                  </a:cubicBezTo>
                  <a:cubicBezTo>
                    <a:pt x="3268" y="2424"/>
                    <a:pt x="3001" y="2371"/>
                    <a:pt x="2736" y="2217"/>
                  </a:cubicBezTo>
                  <a:cubicBezTo>
                    <a:pt x="1895" y="1732"/>
                    <a:pt x="1990" y="986"/>
                    <a:pt x="2150" y="537"/>
                  </a:cubicBezTo>
                  <a:cubicBezTo>
                    <a:pt x="2220" y="341"/>
                    <a:pt x="2167" y="131"/>
                    <a:pt x="2027"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45"/>
            <p:cNvSpPr/>
            <p:nvPr/>
          </p:nvSpPr>
          <p:spPr>
            <a:xfrm>
              <a:off x="6184915" y="1442112"/>
              <a:ext cx="116278" cy="144784"/>
            </a:xfrm>
            <a:custGeom>
              <a:rect b="b" l="l" r="r" t="t"/>
              <a:pathLst>
                <a:path extrusionOk="0" h="4886" w="3924">
                  <a:moveTo>
                    <a:pt x="1234" y="0"/>
                  </a:moveTo>
                  <a:cubicBezTo>
                    <a:pt x="1148" y="0"/>
                    <a:pt x="1060" y="25"/>
                    <a:pt x="982" y="77"/>
                  </a:cubicBezTo>
                  <a:cubicBezTo>
                    <a:pt x="622" y="324"/>
                    <a:pt x="255" y="486"/>
                    <a:pt x="0" y="579"/>
                  </a:cubicBezTo>
                  <a:cubicBezTo>
                    <a:pt x="30" y="578"/>
                    <a:pt x="59" y="577"/>
                    <a:pt x="88" y="577"/>
                  </a:cubicBezTo>
                  <a:cubicBezTo>
                    <a:pt x="439" y="577"/>
                    <a:pt x="771" y="695"/>
                    <a:pt x="1073" y="1083"/>
                  </a:cubicBezTo>
                  <a:cubicBezTo>
                    <a:pt x="1648" y="1821"/>
                    <a:pt x="2644" y="3396"/>
                    <a:pt x="3923" y="4885"/>
                  </a:cubicBezTo>
                  <a:lnTo>
                    <a:pt x="1631" y="245"/>
                  </a:lnTo>
                  <a:cubicBezTo>
                    <a:pt x="1553" y="88"/>
                    <a:pt x="1396" y="0"/>
                    <a:pt x="1234"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45"/>
            <p:cNvSpPr/>
            <p:nvPr/>
          </p:nvSpPr>
          <p:spPr>
            <a:xfrm>
              <a:off x="6032130" y="1447238"/>
              <a:ext cx="55946" cy="81697"/>
            </a:xfrm>
            <a:custGeom>
              <a:rect b="b" l="l" r="r" t="t"/>
              <a:pathLst>
                <a:path extrusionOk="0" h="2757" w="1888">
                  <a:moveTo>
                    <a:pt x="681" y="1"/>
                  </a:moveTo>
                  <a:cubicBezTo>
                    <a:pt x="336" y="674"/>
                    <a:pt x="100" y="1415"/>
                    <a:pt x="0" y="2197"/>
                  </a:cubicBezTo>
                  <a:cubicBezTo>
                    <a:pt x="272" y="2405"/>
                    <a:pt x="549" y="2592"/>
                    <a:pt x="816" y="2757"/>
                  </a:cubicBezTo>
                  <a:lnTo>
                    <a:pt x="975" y="2687"/>
                  </a:lnTo>
                  <a:cubicBezTo>
                    <a:pt x="1676" y="2374"/>
                    <a:pt x="1887" y="1482"/>
                    <a:pt x="1404" y="888"/>
                  </a:cubicBezTo>
                  <a:lnTo>
                    <a:pt x="681" y="1"/>
                  </a:ln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45"/>
            <p:cNvSpPr/>
            <p:nvPr/>
          </p:nvSpPr>
          <p:spPr>
            <a:xfrm>
              <a:off x="6100196" y="1517171"/>
              <a:ext cx="135509" cy="52212"/>
            </a:xfrm>
            <a:custGeom>
              <a:rect b="b" l="l" r="r" t="t"/>
              <a:pathLst>
                <a:path extrusionOk="0" h="1762" w="4573">
                  <a:moveTo>
                    <a:pt x="3980" y="0"/>
                  </a:moveTo>
                  <a:lnTo>
                    <a:pt x="1" y="1161"/>
                  </a:lnTo>
                  <a:cubicBezTo>
                    <a:pt x="227" y="1258"/>
                    <a:pt x="440" y="1337"/>
                    <a:pt x="627" y="1404"/>
                  </a:cubicBezTo>
                  <a:cubicBezTo>
                    <a:pt x="896" y="1499"/>
                    <a:pt x="1155" y="1620"/>
                    <a:pt x="1401" y="1761"/>
                  </a:cubicBezTo>
                  <a:lnTo>
                    <a:pt x="4572" y="836"/>
                  </a:lnTo>
                  <a:cubicBezTo>
                    <a:pt x="4354" y="535"/>
                    <a:pt x="4159" y="252"/>
                    <a:pt x="3980"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45"/>
            <p:cNvSpPr/>
            <p:nvPr/>
          </p:nvSpPr>
          <p:spPr>
            <a:xfrm>
              <a:off x="6252388" y="1585474"/>
              <a:ext cx="130235" cy="105225"/>
            </a:xfrm>
            <a:custGeom>
              <a:rect b="b" l="l" r="r" t="t"/>
              <a:pathLst>
                <a:path extrusionOk="0" h="3551" w="4395">
                  <a:moveTo>
                    <a:pt x="774" y="0"/>
                  </a:moveTo>
                  <a:lnTo>
                    <a:pt x="774" y="0"/>
                  </a:lnTo>
                  <a:cubicBezTo>
                    <a:pt x="849" y="447"/>
                    <a:pt x="936" y="1601"/>
                    <a:pt x="0" y="2136"/>
                  </a:cubicBezTo>
                  <a:cubicBezTo>
                    <a:pt x="1423" y="2918"/>
                    <a:pt x="2707" y="3335"/>
                    <a:pt x="3568" y="3551"/>
                  </a:cubicBezTo>
                  <a:cubicBezTo>
                    <a:pt x="4196" y="3243"/>
                    <a:pt x="4371" y="2573"/>
                    <a:pt x="4395" y="2466"/>
                  </a:cubicBezTo>
                  <a:cubicBezTo>
                    <a:pt x="4387" y="2459"/>
                    <a:pt x="4379" y="2456"/>
                    <a:pt x="4374" y="2450"/>
                  </a:cubicBezTo>
                  <a:cubicBezTo>
                    <a:pt x="3442" y="1852"/>
                    <a:pt x="2576" y="1019"/>
                    <a:pt x="1810" y="143"/>
                  </a:cubicBezTo>
                  <a:lnTo>
                    <a:pt x="1477" y="148"/>
                  </a:lnTo>
                  <a:cubicBezTo>
                    <a:pt x="1470" y="148"/>
                    <a:pt x="1463" y="148"/>
                    <a:pt x="1456" y="148"/>
                  </a:cubicBezTo>
                  <a:cubicBezTo>
                    <a:pt x="1218" y="148"/>
                    <a:pt x="987" y="97"/>
                    <a:pt x="774"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45"/>
            <p:cNvSpPr/>
            <p:nvPr/>
          </p:nvSpPr>
          <p:spPr>
            <a:xfrm>
              <a:off x="6356665" y="1658073"/>
              <a:ext cx="41752" cy="38996"/>
            </a:xfrm>
            <a:custGeom>
              <a:rect b="b" l="l" r="r" t="t"/>
              <a:pathLst>
                <a:path extrusionOk="0" h="1316" w="1409">
                  <a:moveTo>
                    <a:pt x="855" y="0"/>
                  </a:moveTo>
                  <a:cubicBezTo>
                    <a:pt x="855" y="0"/>
                    <a:pt x="705" y="776"/>
                    <a:pt x="1" y="1090"/>
                  </a:cubicBezTo>
                  <a:cubicBezTo>
                    <a:pt x="709" y="1272"/>
                    <a:pt x="1141" y="1315"/>
                    <a:pt x="1141" y="1315"/>
                  </a:cubicBezTo>
                  <a:cubicBezTo>
                    <a:pt x="1149" y="1301"/>
                    <a:pt x="1157" y="1289"/>
                    <a:pt x="1163" y="1276"/>
                  </a:cubicBezTo>
                  <a:cubicBezTo>
                    <a:pt x="1409" y="821"/>
                    <a:pt x="1267" y="264"/>
                    <a:pt x="8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45"/>
            <p:cNvSpPr/>
            <p:nvPr/>
          </p:nvSpPr>
          <p:spPr>
            <a:xfrm>
              <a:off x="6030589" y="1510266"/>
              <a:ext cx="360568" cy="204938"/>
            </a:xfrm>
            <a:custGeom>
              <a:rect b="b" l="l" r="r" t="t"/>
              <a:pathLst>
                <a:path extrusionOk="0" h="6916" w="12168">
                  <a:moveTo>
                    <a:pt x="63" y="0"/>
                  </a:moveTo>
                  <a:cubicBezTo>
                    <a:pt x="21" y="302"/>
                    <a:pt x="1" y="606"/>
                    <a:pt x="1" y="919"/>
                  </a:cubicBezTo>
                  <a:cubicBezTo>
                    <a:pt x="1" y="1346"/>
                    <a:pt x="41" y="1764"/>
                    <a:pt x="117" y="2168"/>
                  </a:cubicBezTo>
                  <a:cubicBezTo>
                    <a:pt x="728" y="2523"/>
                    <a:pt x="1493" y="2915"/>
                    <a:pt x="2446" y="3334"/>
                  </a:cubicBezTo>
                  <a:cubicBezTo>
                    <a:pt x="2780" y="3482"/>
                    <a:pt x="3099" y="3667"/>
                    <a:pt x="3393" y="3886"/>
                  </a:cubicBezTo>
                  <a:cubicBezTo>
                    <a:pt x="4482" y="4702"/>
                    <a:pt x="7633" y="6808"/>
                    <a:pt x="11264" y="6916"/>
                  </a:cubicBezTo>
                  <a:cubicBezTo>
                    <a:pt x="11271" y="6916"/>
                    <a:pt x="11278" y="6916"/>
                    <a:pt x="11286" y="6916"/>
                  </a:cubicBezTo>
                  <a:cubicBezTo>
                    <a:pt x="11598" y="6916"/>
                    <a:pt x="11889" y="6751"/>
                    <a:pt x="12046" y="6477"/>
                  </a:cubicBezTo>
                  <a:lnTo>
                    <a:pt x="12167" y="6264"/>
                  </a:lnTo>
                  <a:lnTo>
                    <a:pt x="12136" y="6247"/>
                  </a:lnTo>
                  <a:cubicBezTo>
                    <a:pt x="11723" y="6194"/>
                    <a:pt x="8006" y="5643"/>
                    <a:pt x="4580" y="2528"/>
                  </a:cubicBezTo>
                  <a:cubicBezTo>
                    <a:pt x="4122" y="2111"/>
                    <a:pt x="3587" y="1789"/>
                    <a:pt x="3004" y="1584"/>
                  </a:cubicBezTo>
                  <a:cubicBezTo>
                    <a:pt x="2264" y="1321"/>
                    <a:pt x="1151" y="833"/>
                    <a:pt x="63"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45"/>
            <p:cNvSpPr/>
            <p:nvPr/>
          </p:nvSpPr>
          <p:spPr>
            <a:xfrm>
              <a:off x="6201894" y="1491361"/>
              <a:ext cx="105432" cy="100128"/>
            </a:xfrm>
            <a:custGeom>
              <a:rect b="b" l="l" r="r" t="t"/>
              <a:pathLst>
                <a:path extrusionOk="0" h="3379" w="3558">
                  <a:moveTo>
                    <a:pt x="992" y="1"/>
                  </a:moveTo>
                  <a:lnTo>
                    <a:pt x="1" y="214"/>
                  </a:lnTo>
                  <a:cubicBezTo>
                    <a:pt x="2" y="215"/>
                    <a:pt x="2" y="217"/>
                    <a:pt x="4" y="218"/>
                  </a:cubicBezTo>
                  <a:cubicBezTo>
                    <a:pt x="413" y="744"/>
                    <a:pt x="1034" y="1692"/>
                    <a:pt x="1819" y="2729"/>
                  </a:cubicBezTo>
                  <a:cubicBezTo>
                    <a:pt x="2128" y="3139"/>
                    <a:pt x="2614" y="3379"/>
                    <a:pt x="3125" y="3379"/>
                  </a:cubicBezTo>
                  <a:cubicBezTo>
                    <a:pt x="3134" y="3379"/>
                    <a:pt x="3142" y="3379"/>
                    <a:pt x="3150" y="3378"/>
                  </a:cubicBezTo>
                  <a:lnTo>
                    <a:pt x="3557" y="3372"/>
                  </a:lnTo>
                  <a:cubicBezTo>
                    <a:pt x="2492" y="2168"/>
                    <a:pt x="1613" y="877"/>
                    <a:pt x="99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45"/>
            <p:cNvSpPr/>
            <p:nvPr/>
          </p:nvSpPr>
          <p:spPr>
            <a:xfrm>
              <a:off x="6154927" y="1457639"/>
              <a:ext cx="77163" cy="43263"/>
            </a:xfrm>
            <a:custGeom>
              <a:rect b="b" l="l" r="r" t="t"/>
              <a:pathLst>
                <a:path extrusionOk="0" h="1460" w="2604">
                  <a:moveTo>
                    <a:pt x="1126" y="0"/>
                  </a:moveTo>
                  <a:cubicBezTo>
                    <a:pt x="768" y="0"/>
                    <a:pt x="390" y="121"/>
                    <a:pt x="0" y="203"/>
                  </a:cubicBezTo>
                  <a:lnTo>
                    <a:pt x="662" y="1168"/>
                  </a:lnTo>
                  <a:cubicBezTo>
                    <a:pt x="789" y="1353"/>
                    <a:pt x="997" y="1459"/>
                    <a:pt x="1214" y="1459"/>
                  </a:cubicBezTo>
                  <a:cubicBezTo>
                    <a:pt x="1260" y="1459"/>
                    <a:pt x="1306" y="1455"/>
                    <a:pt x="1352" y="1445"/>
                  </a:cubicBezTo>
                  <a:lnTo>
                    <a:pt x="2604" y="1178"/>
                  </a:lnTo>
                  <a:cubicBezTo>
                    <a:pt x="2417" y="913"/>
                    <a:pt x="2251" y="685"/>
                    <a:pt x="2111" y="506"/>
                  </a:cubicBezTo>
                  <a:cubicBezTo>
                    <a:pt x="1810" y="118"/>
                    <a:pt x="1478" y="0"/>
                    <a:pt x="1126"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45"/>
            <p:cNvSpPr/>
            <p:nvPr/>
          </p:nvSpPr>
          <p:spPr>
            <a:xfrm>
              <a:off x="6181952" y="1469492"/>
              <a:ext cx="21898" cy="21898"/>
            </a:xfrm>
            <a:custGeom>
              <a:rect b="b" l="l" r="r" t="t"/>
              <a:pathLst>
                <a:path extrusionOk="0" h="739" w="739">
                  <a:moveTo>
                    <a:pt x="371" y="0"/>
                  </a:moveTo>
                  <a:cubicBezTo>
                    <a:pt x="165" y="0"/>
                    <a:pt x="1" y="167"/>
                    <a:pt x="1" y="370"/>
                  </a:cubicBezTo>
                  <a:cubicBezTo>
                    <a:pt x="1" y="574"/>
                    <a:pt x="165" y="739"/>
                    <a:pt x="371" y="739"/>
                  </a:cubicBezTo>
                  <a:cubicBezTo>
                    <a:pt x="574" y="739"/>
                    <a:pt x="739" y="574"/>
                    <a:pt x="739" y="370"/>
                  </a:cubicBezTo>
                  <a:cubicBezTo>
                    <a:pt x="739" y="167"/>
                    <a:pt x="574" y="0"/>
                    <a:pt x="371"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45"/>
            <p:cNvSpPr/>
            <p:nvPr/>
          </p:nvSpPr>
          <p:spPr>
            <a:xfrm>
              <a:off x="6219822" y="1503510"/>
              <a:ext cx="24565" cy="21869"/>
            </a:xfrm>
            <a:custGeom>
              <a:rect b="b" l="l" r="r" t="t"/>
              <a:pathLst>
                <a:path extrusionOk="0" h="738" w="829">
                  <a:moveTo>
                    <a:pt x="416" y="1"/>
                  </a:moveTo>
                  <a:cubicBezTo>
                    <a:pt x="310" y="1"/>
                    <a:pt x="204" y="46"/>
                    <a:pt x="131" y="133"/>
                  </a:cubicBezTo>
                  <a:cubicBezTo>
                    <a:pt x="0" y="290"/>
                    <a:pt x="22" y="522"/>
                    <a:pt x="181" y="652"/>
                  </a:cubicBezTo>
                  <a:cubicBezTo>
                    <a:pt x="250" y="710"/>
                    <a:pt x="333" y="738"/>
                    <a:pt x="416" y="738"/>
                  </a:cubicBezTo>
                  <a:cubicBezTo>
                    <a:pt x="521" y="738"/>
                    <a:pt x="626" y="692"/>
                    <a:pt x="698" y="604"/>
                  </a:cubicBezTo>
                  <a:cubicBezTo>
                    <a:pt x="829" y="446"/>
                    <a:pt x="807" y="216"/>
                    <a:pt x="650" y="85"/>
                  </a:cubicBezTo>
                  <a:cubicBezTo>
                    <a:pt x="582" y="28"/>
                    <a:pt x="499" y="1"/>
                    <a:pt x="416"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45"/>
            <p:cNvSpPr/>
            <p:nvPr/>
          </p:nvSpPr>
          <p:spPr>
            <a:xfrm>
              <a:off x="6237098" y="1528016"/>
              <a:ext cx="24980" cy="21869"/>
            </a:xfrm>
            <a:custGeom>
              <a:rect b="b" l="l" r="r" t="t"/>
              <a:pathLst>
                <a:path extrusionOk="0" h="738" w="843">
                  <a:moveTo>
                    <a:pt x="421" y="0"/>
                  </a:moveTo>
                  <a:cubicBezTo>
                    <a:pt x="367" y="0"/>
                    <a:pt x="312" y="12"/>
                    <a:pt x="260" y="37"/>
                  </a:cubicBezTo>
                  <a:cubicBezTo>
                    <a:pt x="75" y="127"/>
                    <a:pt x="0" y="348"/>
                    <a:pt x="90" y="531"/>
                  </a:cubicBezTo>
                  <a:cubicBezTo>
                    <a:pt x="155" y="662"/>
                    <a:pt x="285" y="737"/>
                    <a:pt x="421" y="737"/>
                  </a:cubicBezTo>
                  <a:cubicBezTo>
                    <a:pt x="475" y="737"/>
                    <a:pt x="531" y="725"/>
                    <a:pt x="583" y="699"/>
                  </a:cubicBezTo>
                  <a:cubicBezTo>
                    <a:pt x="767" y="610"/>
                    <a:pt x="843" y="388"/>
                    <a:pt x="753" y="206"/>
                  </a:cubicBezTo>
                  <a:cubicBezTo>
                    <a:pt x="689" y="75"/>
                    <a:pt x="557" y="0"/>
                    <a:pt x="421"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45"/>
            <p:cNvSpPr/>
            <p:nvPr/>
          </p:nvSpPr>
          <p:spPr>
            <a:xfrm>
              <a:off x="6257485" y="1553233"/>
              <a:ext cx="22047" cy="21898"/>
            </a:xfrm>
            <a:custGeom>
              <a:rect b="b" l="l" r="r" t="t"/>
              <a:pathLst>
                <a:path extrusionOk="0" h="739" w="744">
                  <a:moveTo>
                    <a:pt x="373" y="0"/>
                  </a:moveTo>
                  <a:cubicBezTo>
                    <a:pt x="172" y="0"/>
                    <a:pt x="7" y="163"/>
                    <a:pt x="2" y="366"/>
                  </a:cubicBezTo>
                  <a:cubicBezTo>
                    <a:pt x="1" y="569"/>
                    <a:pt x="164" y="737"/>
                    <a:pt x="368" y="739"/>
                  </a:cubicBezTo>
                  <a:cubicBezTo>
                    <a:pt x="369" y="739"/>
                    <a:pt x="370" y="739"/>
                    <a:pt x="371" y="739"/>
                  </a:cubicBezTo>
                  <a:cubicBezTo>
                    <a:pt x="573" y="739"/>
                    <a:pt x="739" y="576"/>
                    <a:pt x="741" y="373"/>
                  </a:cubicBezTo>
                  <a:cubicBezTo>
                    <a:pt x="744" y="170"/>
                    <a:pt x="581" y="2"/>
                    <a:pt x="375" y="0"/>
                  </a:cubicBezTo>
                  <a:cubicBezTo>
                    <a:pt x="375" y="0"/>
                    <a:pt x="374" y="0"/>
                    <a:pt x="373"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45"/>
            <p:cNvSpPr/>
            <p:nvPr/>
          </p:nvSpPr>
          <p:spPr>
            <a:xfrm>
              <a:off x="6225956" y="1499036"/>
              <a:ext cx="42167" cy="21009"/>
            </a:xfrm>
            <a:custGeom>
              <a:rect b="b" l="l" r="r" t="t"/>
              <a:pathLst>
                <a:path extrusionOk="0" h="709" w="1423">
                  <a:moveTo>
                    <a:pt x="1181" y="0"/>
                  </a:moveTo>
                  <a:cubicBezTo>
                    <a:pt x="1160" y="0"/>
                    <a:pt x="1140" y="3"/>
                    <a:pt x="1119" y="9"/>
                  </a:cubicBezTo>
                  <a:lnTo>
                    <a:pt x="180" y="283"/>
                  </a:lnTo>
                  <a:cubicBezTo>
                    <a:pt x="67" y="315"/>
                    <a:pt x="0" y="438"/>
                    <a:pt x="33" y="553"/>
                  </a:cubicBezTo>
                  <a:cubicBezTo>
                    <a:pt x="60" y="646"/>
                    <a:pt x="148" y="709"/>
                    <a:pt x="244" y="709"/>
                  </a:cubicBezTo>
                  <a:cubicBezTo>
                    <a:pt x="263" y="709"/>
                    <a:pt x="283" y="706"/>
                    <a:pt x="303" y="701"/>
                  </a:cubicBezTo>
                  <a:lnTo>
                    <a:pt x="1242" y="426"/>
                  </a:lnTo>
                  <a:cubicBezTo>
                    <a:pt x="1356" y="393"/>
                    <a:pt x="1422" y="270"/>
                    <a:pt x="1390" y="157"/>
                  </a:cubicBezTo>
                  <a:cubicBezTo>
                    <a:pt x="1363" y="62"/>
                    <a:pt x="1275" y="0"/>
                    <a:pt x="11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45"/>
            <p:cNvSpPr/>
            <p:nvPr/>
          </p:nvSpPr>
          <p:spPr>
            <a:xfrm>
              <a:off x="6244565" y="1525290"/>
              <a:ext cx="36596" cy="19439"/>
            </a:xfrm>
            <a:custGeom>
              <a:rect b="b" l="l" r="r" t="t"/>
              <a:pathLst>
                <a:path extrusionOk="0" h="656" w="1235">
                  <a:moveTo>
                    <a:pt x="993" y="0"/>
                  </a:moveTo>
                  <a:cubicBezTo>
                    <a:pt x="973" y="0"/>
                    <a:pt x="952" y="3"/>
                    <a:pt x="931" y="9"/>
                  </a:cubicBezTo>
                  <a:lnTo>
                    <a:pt x="180" y="228"/>
                  </a:lnTo>
                  <a:cubicBezTo>
                    <a:pt x="65" y="261"/>
                    <a:pt x="0" y="384"/>
                    <a:pt x="33" y="499"/>
                  </a:cubicBezTo>
                  <a:cubicBezTo>
                    <a:pt x="60" y="592"/>
                    <a:pt x="147" y="655"/>
                    <a:pt x="242" y="655"/>
                  </a:cubicBezTo>
                  <a:cubicBezTo>
                    <a:pt x="262" y="655"/>
                    <a:pt x="283" y="652"/>
                    <a:pt x="303" y="646"/>
                  </a:cubicBezTo>
                  <a:lnTo>
                    <a:pt x="1052" y="426"/>
                  </a:lnTo>
                  <a:cubicBezTo>
                    <a:pt x="1167" y="393"/>
                    <a:pt x="1234" y="270"/>
                    <a:pt x="1200" y="157"/>
                  </a:cubicBezTo>
                  <a:cubicBezTo>
                    <a:pt x="1173" y="62"/>
                    <a:pt x="1087" y="0"/>
                    <a:pt x="9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45"/>
            <p:cNvSpPr/>
            <p:nvPr/>
          </p:nvSpPr>
          <p:spPr>
            <a:xfrm>
              <a:off x="6263174" y="1551633"/>
              <a:ext cx="30966" cy="17750"/>
            </a:xfrm>
            <a:custGeom>
              <a:rect b="b" l="l" r="r" t="t"/>
              <a:pathLst>
                <a:path extrusionOk="0" h="599" w="1045">
                  <a:moveTo>
                    <a:pt x="802" y="1"/>
                  </a:moveTo>
                  <a:cubicBezTo>
                    <a:pt x="782" y="1"/>
                    <a:pt x="762" y="4"/>
                    <a:pt x="741" y="9"/>
                  </a:cubicBezTo>
                  <a:lnTo>
                    <a:pt x="180" y="172"/>
                  </a:lnTo>
                  <a:cubicBezTo>
                    <a:pt x="65" y="205"/>
                    <a:pt x="0" y="328"/>
                    <a:pt x="33" y="443"/>
                  </a:cubicBezTo>
                  <a:cubicBezTo>
                    <a:pt x="60" y="536"/>
                    <a:pt x="148" y="599"/>
                    <a:pt x="244" y="599"/>
                  </a:cubicBezTo>
                  <a:cubicBezTo>
                    <a:pt x="263" y="599"/>
                    <a:pt x="283" y="596"/>
                    <a:pt x="303" y="591"/>
                  </a:cubicBezTo>
                  <a:lnTo>
                    <a:pt x="864" y="427"/>
                  </a:lnTo>
                  <a:cubicBezTo>
                    <a:pt x="979" y="395"/>
                    <a:pt x="1045" y="272"/>
                    <a:pt x="1012" y="157"/>
                  </a:cubicBezTo>
                  <a:cubicBezTo>
                    <a:pt x="985" y="62"/>
                    <a:pt x="898" y="1"/>
                    <a:pt x="8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45"/>
            <p:cNvSpPr/>
            <p:nvPr/>
          </p:nvSpPr>
          <p:spPr>
            <a:xfrm>
              <a:off x="6275650" y="1561293"/>
              <a:ext cx="30" cy="30"/>
            </a:xfrm>
            <a:custGeom>
              <a:rect b="b" l="l" r="r" t="t"/>
              <a:pathLst>
                <a:path extrusionOk="0" h="1" w="1">
                  <a:moveTo>
                    <a:pt x="0" y="0"/>
                  </a:move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45"/>
            <p:cNvSpPr/>
            <p:nvPr/>
          </p:nvSpPr>
          <p:spPr>
            <a:xfrm>
              <a:off x="6185419" y="1459061"/>
              <a:ext cx="62939" cy="27084"/>
            </a:xfrm>
            <a:custGeom>
              <a:rect b="b" l="l" r="r" t="t"/>
              <a:pathLst>
                <a:path extrusionOk="0" h="914" w="2124">
                  <a:moveTo>
                    <a:pt x="1881" y="0"/>
                  </a:moveTo>
                  <a:cubicBezTo>
                    <a:pt x="1861" y="0"/>
                    <a:pt x="1840" y="3"/>
                    <a:pt x="1820" y="9"/>
                  </a:cubicBezTo>
                  <a:lnTo>
                    <a:pt x="180" y="488"/>
                  </a:lnTo>
                  <a:cubicBezTo>
                    <a:pt x="67" y="520"/>
                    <a:pt x="0" y="643"/>
                    <a:pt x="33" y="757"/>
                  </a:cubicBezTo>
                  <a:cubicBezTo>
                    <a:pt x="62" y="851"/>
                    <a:pt x="147" y="914"/>
                    <a:pt x="240" y="914"/>
                  </a:cubicBezTo>
                  <a:cubicBezTo>
                    <a:pt x="261" y="914"/>
                    <a:pt x="282" y="911"/>
                    <a:pt x="303" y="904"/>
                  </a:cubicBezTo>
                  <a:lnTo>
                    <a:pt x="1943" y="427"/>
                  </a:lnTo>
                  <a:cubicBezTo>
                    <a:pt x="2058" y="394"/>
                    <a:pt x="2124" y="272"/>
                    <a:pt x="2091" y="157"/>
                  </a:cubicBezTo>
                  <a:cubicBezTo>
                    <a:pt x="2064" y="62"/>
                    <a:pt x="1975" y="0"/>
                    <a:pt x="18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4" name="Google Shape;10244;p45"/>
          <p:cNvGrpSpPr/>
          <p:nvPr/>
        </p:nvGrpSpPr>
        <p:grpSpPr>
          <a:xfrm>
            <a:off x="5362109" y="1339731"/>
            <a:ext cx="420159" cy="395712"/>
            <a:chOff x="5362109" y="1339731"/>
            <a:chExt cx="420159" cy="395712"/>
          </a:xfrm>
        </p:grpSpPr>
        <p:sp>
          <p:nvSpPr>
            <p:cNvPr id="10245" name="Google Shape;10245;p45"/>
            <p:cNvSpPr/>
            <p:nvPr/>
          </p:nvSpPr>
          <p:spPr>
            <a:xfrm>
              <a:off x="5386675" y="1339731"/>
              <a:ext cx="315823" cy="395712"/>
            </a:xfrm>
            <a:custGeom>
              <a:rect b="b" l="l" r="r" t="t"/>
              <a:pathLst>
                <a:path extrusionOk="0" h="13354" w="10658">
                  <a:moveTo>
                    <a:pt x="6676" y="1"/>
                  </a:moveTo>
                  <a:cubicBezTo>
                    <a:pt x="2991" y="1"/>
                    <a:pt x="0" y="2988"/>
                    <a:pt x="0" y="6677"/>
                  </a:cubicBezTo>
                  <a:cubicBezTo>
                    <a:pt x="0" y="10364"/>
                    <a:pt x="2988" y="13353"/>
                    <a:pt x="6676" y="13353"/>
                  </a:cubicBezTo>
                  <a:cubicBezTo>
                    <a:pt x="8168" y="13353"/>
                    <a:pt x="9546" y="12863"/>
                    <a:pt x="10657" y="12035"/>
                  </a:cubicBezTo>
                  <a:lnTo>
                    <a:pt x="10657" y="1317"/>
                  </a:lnTo>
                  <a:cubicBezTo>
                    <a:pt x="9546" y="490"/>
                    <a:pt x="8168" y="1"/>
                    <a:pt x="667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45"/>
            <p:cNvSpPr/>
            <p:nvPr/>
          </p:nvSpPr>
          <p:spPr>
            <a:xfrm>
              <a:off x="5438235" y="1417991"/>
              <a:ext cx="344033" cy="279020"/>
            </a:xfrm>
            <a:custGeom>
              <a:rect b="b" l="l" r="r" t="t"/>
              <a:pathLst>
                <a:path extrusionOk="0" h="9416" w="11610">
                  <a:moveTo>
                    <a:pt x="2814" y="1"/>
                  </a:moveTo>
                  <a:lnTo>
                    <a:pt x="2283" y="7075"/>
                  </a:lnTo>
                  <a:cubicBezTo>
                    <a:pt x="2283" y="8003"/>
                    <a:pt x="1742" y="8805"/>
                    <a:pt x="959" y="9184"/>
                  </a:cubicBezTo>
                  <a:cubicBezTo>
                    <a:pt x="666" y="9324"/>
                    <a:pt x="345" y="9406"/>
                    <a:pt x="1" y="9414"/>
                  </a:cubicBezTo>
                  <a:lnTo>
                    <a:pt x="1" y="9416"/>
                  </a:lnTo>
                  <a:lnTo>
                    <a:pt x="8889" y="9416"/>
                  </a:lnTo>
                  <a:cubicBezTo>
                    <a:pt x="10540" y="8197"/>
                    <a:pt x="11609" y="6243"/>
                    <a:pt x="11609" y="4036"/>
                  </a:cubicBezTo>
                  <a:cubicBezTo>
                    <a:pt x="11609" y="2741"/>
                    <a:pt x="11241" y="1533"/>
                    <a:pt x="10604" y="510"/>
                  </a:cubicBezTo>
                  <a:lnTo>
                    <a:pt x="10604" y="510"/>
                  </a:lnTo>
                  <a:cubicBezTo>
                    <a:pt x="10702" y="837"/>
                    <a:pt x="10754" y="1182"/>
                    <a:pt x="10754" y="1539"/>
                  </a:cubicBezTo>
                  <a:cubicBezTo>
                    <a:pt x="10754" y="3510"/>
                    <a:pt x="9150" y="5115"/>
                    <a:pt x="7179" y="5115"/>
                  </a:cubicBezTo>
                  <a:cubicBezTo>
                    <a:pt x="5208" y="5115"/>
                    <a:pt x="3604" y="3509"/>
                    <a:pt x="3604" y="1539"/>
                  </a:cubicBezTo>
                  <a:cubicBezTo>
                    <a:pt x="3604" y="989"/>
                    <a:pt x="3728" y="467"/>
                    <a:pt x="3952"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45"/>
            <p:cNvSpPr/>
            <p:nvPr/>
          </p:nvSpPr>
          <p:spPr>
            <a:xfrm>
              <a:off x="5372155" y="1367319"/>
              <a:ext cx="151659" cy="260292"/>
            </a:xfrm>
            <a:custGeom>
              <a:rect b="b" l="l" r="r" t="t"/>
              <a:pathLst>
                <a:path extrusionOk="0" h="8784" w="5118">
                  <a:moveTo>
                    <a:pt x="3632" y="1"/>
                  </a:moveTo>
                  <a:cubicBezTo>
                    <a:pt x="2940" y="1"/>
                    <a:pt x="2358" y="472"/>
                    <a:pt x="2192" y="1112"/>
                  </a:cubicBezTo>
                  <a:lnTo>
                    <a:pt x="0" y="8076"/>
                  </a:lnTo>
                  <a:lnTo>
                    <a:pt x="42" y="8081"/>
                  </a:lnTo>
                  <a:cubicBezTo>
                    <a:pt x="341" y="7159"/>
                    <a:pt x="1208" y="6486"/>
                    <a:pt x="2229" y="6486"/>
                  </a:cubicBezTo>
                  <a:cubicBezTo>
                    <a:pt x="3493" y="6486"/>
                    <a:pt x="4522" y="7512"/>
                    <a:pt x="4525" y="8777"/>
                  </a:cubicBezTo>
                  <a:lnTo>
                    <a:pt x="4569" y="8783"/>
                  </a:lnTo>
                  <a:lnTo>
                    <a:pt x="5100" y="1711"/>
                  </a:lnTo>
                  <a:cubicBezTo>
                    <a:pt x="5113" y="1636"/>
                    <a:pt x="5118" y="1563"/>
                    <a:pt x="5118" y="1487"/>
                  </a:cubicBezTo>
                  <a:cubicBezTo>
                    <a:pt x="5118" y="664"/>
                    <a:pt x="4452" y="1"/>
                    <a:pt x="3632"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45"/>
            <p:cNvSpPr/>
            <p:nvPr/>
          </p:nvSpPr>
          <p:spPr>
            <a:xfrm>
              <a:off x="5362109" y="1558241"/>
              <a:ext cx="152222" cy="138680"/>
            </a:xfrm>
            <a:custGeom>
              <a:rect b="b" l="l" r="r" t="t"/>
              <a:pathLst>
                <a:path extrusionOk="0" h="4680" w="5137">
                  <a:moveTo>
                    <a:pt x="2568" y="1"/>
                  </a:moveTo>
                  <a:cubicBezTo>
                    <a:pt x="1969" y="1"/>
                    <a:pt x="1371" y="229"/>
                    <a:pt x="915" y="686"/>
                  </a:cubicBezTo>
                  <a:cubicBezTo>
                    <a:pt x="1" y="1599"/>
                    <a:pt x="1" y="3082"/>
                    <a:pt x="915" y="3996"/>
                  </a:cubicBezTo>
                  <a:cubicBezTo>
                    <a:pt x="1371" y="4452"/>
                    <a:pt x="1970" y="4680"/>
                    <a:pt x="2569" y="4680"/>
                  </a:cubicBezTo>
                  <a:cubicBezTo>
                    <a:pt x="3168" y="4680"/>
                    <a:pt x="3767" y="4452"/>
                    <a:pt x="4224" y="3996"/>
                  </a:cubicBezTo>
                  <a:cubicBezTo>
                    <a:pt x="5136" y="3082"/>
                    <a:pt x="5136" y="1599"/>
                    <a:pt x="4224" y="686"/>
                  </a:cubicBezTo>
                  <a:cubicBezTo>
                    <a:pt x="3766" y="229"/>
                    <a:pt x="3167" y="1"/>
                    <a:pt x="2568"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45"/>
            <p:cNvSpPr/>
            <p:nvPr/>
          </p:nvSpPr>
          <p:spPr>
            <a:xfrm>
              <a:off x="5533770" y="1356770"/>
              <a:ext cx="234393" cy="213650"/>
            </a:xfrm>
            <a:custGeom>
              <a:rect b="b" l="l" r="r" t="t"/>
              <a:pathLst>
                <a:path extrusionOk="0" h="7210" w="7910">
                  <a:moveTo>
                    <a:pt x="3955" y="0"/>
                  </a:moveTo>
                  <a:cubicBezTo>
                    <a:pt x="3033" y="0"/>
                    <a:pt x="2111" y="353"/>
                    <a:pt x="1408" y="1058"/>
                  </a:cubicBezTo>
                  <a:cubicBezTo>
                    <a:pt x="1" y="2464"/>
                    <a:pt x="1" y="4746"/>
                    <a:pt x="1408" y="6155"/>
                  </a:cubicBezTo>
                  <a:cubicBezTo>
                    <a:pt x="2111" y="6858"/>
                    <a:pt x="3033" y="7210"/>
                    <a:pt x="3955" y="7210"/>
                  </a:cubicBezTo>
                  <a:cubicBezTo>
                    <a:pt x="4877" y="7210"/>
                    <a:pt x="5800" y="6858"/>
                    <a:pt x="6503" y="6155"/>
                  </a:cubicBezTo>
                  <a:cubicBezTo>
                    <a:pt x="7910" y="4748"/>
                    <a:pt x="7910" y="2464"/>
                    <a:pt x="6503" y="1058"/>
                  </a:cubicBezTo>
                  <a:cubicBezTo>
                    <a:pt x="5800" y="353"/>
                    <a:pt x="4877" y="0"/>
                    <a:pt x="3955"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45"/>
            <p:cNvSpPr/>
            <p:nvPr/>
          </p:nvSpPr>
          <p:spPr>
            <a:xfrm>
              <a:off x="5554454" y="1402789"/>
              <a:ext cx="200168" cy="137524"/>
            </a:xfrm>
            <a:custGeom>
              <a:rect b="b" l="l" r="r" t="t"/>
              <a:pathLst>
                <a:path extrusionOk="0" h="4641" w="6755">
                  <a:moveTo>
                    <a:pt x="6223" y="1"/>
                  </a:moveTo>
                  <a:cubicBezTo>
                    <a:pt x="5828" y="546"/>
                    <a:pt x="4732" y="1403"/>
                    <a:pt x="3347" y="2202"/>
                  </a:cubicBezTo>
                  <a:cubicBezTo>
                    <a:pt x="1962" y="3002"/>
                    <a:pt x="672" y="3523"/>
                    <a:pt x="1" y="3591"/>
                  </a:cubicBezTo>
                  <a:cubicBezTo>
                    <a:pt x="43" y="3678"/>
                    <a:pt x="89" y="3765"/>
                    <a:pt x="138" y="3851"/>
                  </a:cubicBezTo>
                  <a:cubicBezTo>
                    <a:pt x="309" y="4146"/>
                    <a:pt x="514" y="4410"/>
                    <a:pt x="750" y="4636"/>
                  </a:cubicBezTo>
                  <a:cubicBezTo>
                    <a:pt x="777" y="4639"/>
                    <a:pt x="807" y="4641"/>
                    <a:pt x="839" y="4641"/>
                  </a:cubicBezTo>
                  <a:cubicBezTo>
                    <a:pt x="1405" y="4641"/>
                    <a:pt x="2661" y="4149"/>
                    <a:pt x="4017" y="3366"/>
                  </a:cubicBezTo>
                  <a:cubicBezTo>
                    <a:pt x="5451" y="2537"/>
                    <a:pt x="6543" y="1648"/>
                    <a:pt x="6755" y="1171"/>
                  </a:cubicBezTo>
                  <a:cubicBezTo>
                    <a:pt x="6675" y="856"/>
                    <a:pt x="6551" y="546"/>
                    <a:pt x="6380" y="249"/>
                  </a:cubicBezTo>
                  <a:cubicBezTo>
                    <a:pt x="6332" y="162"/>
                    <a:pt x="6278" y="80"/>
                    <a:pt x="6223"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45"/>
            <p:cNvSpPr/>
            <p:nvPr/>
          </p:nvSpPr>
          <p:spPr>
            <a:xfrm>
              <a:off x="5543549" y="1358192"/>
              <a:ext cx="166031" cy="111477"/>
            </a:xfrm>
            <a:custGeom>
              <a:rect b="b" l="l" r="r" t="t"/>
              <a:pathLst>
                <a:path extrusionOk="0" h="3762" w="5603">
                  <a:moveTo>
                    <a:pt x="4221" y="1"/>
                  </a:moveTo>
                  <a:cubicBezTo>
                    <a:pt x="4014" y="335"/>
                    <a:pt x="3305" y="901"/>
                    <a:pt x="2396" y="1425"/>
                  </a:cubicBezTo>
                  <a:cubicBezTo>
                    <a:pt x="1486" y="1950"/>
                    <a:pt x="644" y="2283"/>
                    <a:pt x="251" y="2294"/>
                  </a:cubicBezTo>
                  <a:cubicBezTo>
                    <a:pt x="78" y="2760"/>
                    <a:pt x="0" y="3259"/>
                    <a:pt x="28" y="3761"/>
                  </a:cubicBezTo>
                  <a:cubicBezTo>
                    <a:pt x="577" y="3747"/>
                    <a:pt x="1763" y="3281"/>
                    <a:pt x="3041" y="2542"/>
                  </a:cubicBezTo>
                  <a:cubicBezTo>
                    <a:pt x="4320" y="1804"/>
                    <a:pt x="5315" y="1011"/>
                    <a:pt x="5602" y="542"/>
                  </a:cubicBezTo>
                  <a:cubicBezTo>
                    <a:pt x="5183" y="267"/>
                    <a:pt x="4710" y="83"/>
                    <a:pt x="422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45"/>
            <p:cNvSpPr/>
            <p:nvPr/>
          </p:nvSpPr>
          <p:spPr>
            <a:xfrm>
              <a:off x="5623735" y="1491657"/>
              <a:ext cx="130294" cy="78763"/>
            </a:xfrm>
            <a:custGeom>
              <a:rect b="b" l="l" r="r" t="t"/>
              <a:pathLst>
                <a:path extrusionOk="0" h="2658" w="4397">
                  <a:moveTo>
                    <a:pt x="4397" y="0"/>
                  </a:moveTo>
                  <a:lnTo>
                    <a:pt x="4397" y="0"/>
                  </a:lnTo>
                  <a:cubicBezTo>
                    <a:pt x="3986" y="423"/>
                    <a:pt x="3237" y="975"/>
                    <a:pt x="2329" y="1497"/>
                  </a:cubicBezTo>
                  <a:cubicBezTo>
                    <a:pt x="1424" y="2019"/>
                    <a:pt x="570" y="2392"/>
                    <a:pt x="1" y="2538"/>
                  </a:cubicBezTo>
                  <a:cubicBezTo>
                    <a:pt x="302" y="2617"/>
                    <a:pt x="612" y="2658"/>
                    <a:pt x="925" y="2658"/>
                  </a:cubicBezTo>
                  <a:cubicBezTo>
                    <a:pt x="1536" y="2658"/>
                    <a:pt x="2154" y="2503"/>
                    <a:pt x="2721" y="2175"/>
                  </a:cubicBezTo>
                  <a:cubicBezTo>
                    <a:pt x="3579" y="1680"/>
                    <a:pt x="4156" y="885"/>
                    <a:pt x="4397"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3" name="Google Shape;10253;p45"/>
          <p:cNvGrpSpPr/>
          <p:nvPr/>
        </p:nvGrpSpPr>
        <p:grpSpPr>
          <a:xfrm>
            <a:off x="4710431" y="1339731"/>
            <a:ext cx="414914" cy="395712"/>
            <a:chOff x="4710431" y="1339731"/>
            <a:chExt cx="414914" cy="395712"/>
          </a:xfrm>
        </p:grpSpPr>
        <p:sp>
          <p:nvSpPr>
            <p:cNvPr id="10254" name="Google Shape;10254;p45"/>
            <p:cNvSpPr/>
            <p:nvPr/>
          </p:nvSpPr>
          <p:spPr>
            <a:xfrm>
              <a:off x="4710431" y="1339731"/>
              <a:ext cx="395712" cy="378940"/>
            </a:xfrm>
            <a:custGeom>
              <a:rect b="b" l="l" r="r" t="t"/>
              <a:pathLst>
                <a:path extrusionOk="0" h="12788" w="13354">
                  <a:moveTo>
                    <a:pt x="6677" y="1"/>
                  </a:moveTo>
                  <a:cubicBezTo>
                    <a:pt x="2990" y="1"/>
                    <a:pt x="1" y="2988"/>
                    <a:pt x="1" y="6677"/>
                  </a:cubicBezTo>
                  <a:cubicBezTo>
                    <a:pt x="1" y="7423"/>
                    <a:pt x="122" y="8138"/>
                    <a:pt x="347" y="8808"/>
                  </a:cubicBezTo>
                  <a:lnTo>
                    <a:pt x="9368" y="12787"/>
                  </a:lnTo>
                  <a:cubicBezTo>
                    <a:pt x="11715" y="11752"/>
                    <a:pt x="13353" y="9406"/>
                    <a:pt x="13353" y="6677"/>
                  </a:cubicBezTo>
                  <a:cubicBezTo>
                    <a:pt x="13353" y="2988"/>
                    <a:pt x="10364" y="1"/>
                    <a:pt x="667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45"/>
            <p:cNvSpPr/>
            <p:nvPr/>
          </p:nvSpPr>
          <p:spPr>
            <a:xfrm>
              <a:off x="4720121" y="1384595"/>
              <a:ext cx="268470" cy="350849"/>
            </a:xfrm>
            <a:custGeom>
              <a:rect b="b" l="l" r="r" t="t"/>
              <a:pathLst>
                <a:path extrusionOk="0" h="11840" w="9060">
                  <a:moveTo>
                    <a:pt x="951" y="1"/>
                  </a:moveTo>
                  <a:cubicBezTo>
                    <a:pt x="428" y="1"/>
                    <a:pt x="0" y="425"/>
                    <a:pt x="0" y="952"/>
                  </a:cubicBezTo>
                  <a:lnTo>
                    <a:pt x="0" y="7232"/>
                  </a:lnTo>
                  <a:cubicBezTo>
                    <a:pt x="190" y="7815"/>
                    <a:pt x="459" y="8365"/>
                    <a:pt x="793" y="8864"/>
                  </a:cubicBezTo>
                  <a:lnTo>
                    <a:pt x="3964" y="11399"/>
                  </a:lnTo>
                  <a:cubicBezTo>
                    <a:pt x="4704" y="11684"/>
                    <a:pt x="5507" y="11839"/>
                    <a:pt x="6350" y="11839"/>
                  </a:cubicBezTo>
                  <a:cubicBezTo>
                    <a:pt x="7314" y="11839"/>
                    <a:pt x="8231" y="11635"/>
                    <a:pt x="9058" y="11265"/>
                  </a:cubicBezTo>
                  <a:cubicBezTo>
                    <a:pt x="9058" y="11251"/>
                    <a:pt x="9059" y="11241"/>
                    <a:pt x="9059" y="11227"/>
                  </a:cubicBezTo>
                  <a:lnTo>
                    <a:pt x="9059" y="6111"/>
                  </a:lnTo>
                  <a:cubicBezTo>
                    <a:pt x="9017" y="6109"/>
                    <a:pt x="8974" y="6095"/>
                    <a:pt x="8940" y="6066"/>
                  </a:cubicBezTo>
                  <a:lnTo>
                    <a:pt x="5557" y="3234"/>
                  </a:lnTo>
                  <a:cubicBezTo>
                    <a:pt x="5531" y="3212"/>
                    <a:pt x="5507" y="3190"/>
                    <a:pt x="5484" y="3172"/>
                  </a:cubicBezTo>
                  <a:cubicBezTo>
                    <a:pt x="4785" y="2536"/>
                    <a:pt x="4573" y="1566"/>
                    <a:pt x="4875" y="727"/>
                  </a:cubicBezTo>
                  <a:lnTo>
                    <a:pt x="3173" y="727"/>
                  </a:lnTo>
                  <a:cubicBezTo>
                    <a:pt x="2832" y="727"/>
                    <a:pt x="2554" y="448"/>
                    <a:pt x="2554" y="109"/>
                  </a:cubicBezTo>
                  <a:cubicBezTo>
                    <a:pt x="2554" y="72"/>
                    <a:pt x="2559" y="35"/>
                    <a:pt x="256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45"/>
            <p:cNvSpPr/>
            <p:nvPr/>
          </p:nvSpPr>
          <p:spPr>
            <a:xfrm>
              <a:off x="4827302" y="1347969"/>
              <a:ext cx="54109" cy="22373"/>
            </a:xfrm>
            <a:custGeom>
              <a:rect b="b" l="l" r="r" t="t"/>
              <a:pathLst>
                <a:path extrusionOk="0" h="755" w="1826">
                  <a:moveTo>
                    <a:pt x="754" y="1"/>
                  </a:moveTo>
                  <a:cubicBezTo>
                    <a:pt x="341" y="1"/>
                    <a:pt x="0" y="340"/>
                    <a:pt x="0" y="755"/>
                  </a:cubicBezTo>
                  <a:lnTo>
                    <a:pt x="1825" y="755"/>
                  </a:lnTo>
                  <a:cubicBezTo>
                    <a:pt x="1825" y="340"/>
                    <a:pt x="1486" y="1"/>
                    <a:pt x="1071"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45"/>
            <p:cNvSpPr/>
            <p:nvPr/>
          </p:nvSpPr>
          <p:spPr>
            <a:xfrm>
              <a:off x="4742494" y="1406997"/>
              <a:ext cx="223696" cy="316090"/>
            </a:xfrm>
            <a:custGeom>
              <a:rect b="b" l="l" r="r" t="t"/>
              <a:pathLst>
                <a:path extrusionOk="0" h="10667" w="7549">
                  <a:moveTo>
                    <a:pt x="210" y="0"/>
                  </a:moveTo>
                  <a:cubicBezTo>
                    <a:pt x="94" y="0"/>
                    <a:pt x="1" y="93"/>
                    <a:pt x="1" y="210"/>
                  </a:cubicBezTo>
                  <a:lnTo>
                    <a:pt x="1" y="8050"/>
                  </a:lnTo>
                  <a:cubicBezTo>
                    <a:pt x="776" y="9239"/>
                    <a:pt x="1922" y="10166"/>
                    <a:pt x="3273" y="10666"/>
                  </a:cubicBezTo>
                  <a:lnTo>
                    <a:pt x="7337" y="10666"/>
                  </a:lnTo>
                  <a:cubicBezTo>
                    <a:pt x="7455" y="10666"/>
                    <a:pt x="7549" y="10572"/>
                    <a:pt x="7549" y="10455"/>
                  </a:cubicBezTo>
                  <a:lnTo>
                    <a:pt x="7549" y="4778"/>
                  </a:lnTo>
                  <a:lnTo>
                    <a:pt x="4802" y="2478"/>
                  </a:lnTo>
                  <a:cubicBezTo>
                    <a:pt x="4776" y="2456"/>
                    <a:pt x="4752" y="2434"/>
                    <a:pt x="4729" y="2416"/>
                  </a:cubicBezTo>
                  <a:cubicBezTo>
                    <a:pt x="4037" y="1786"/>
                    <a:pt x="3823" y="832"/>
                    <a:pt x="41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45"/>
            <p:cNvSpPr/>
            <p:nvPr/>
          </p:nvSpPr>
          <p:spPr>
            <a:xfrm>
              <a:off x="4795062" y="1369453"/>
              <a:ext cx="102321" cy="38256"/>
            </a:xfrm>
            <a:custGeom>
              <a:rect b="b" l="l" r="r" t="t"/>
              <a:pathLst>
                <a:path extrusionOk="0" h="1291" w="3453">
                  <a:moveTo>
                    <a:pt x="645" y="0"/>
                  </a:moveTo>
                  <a:cubicBezTo>
                    <a:pt x="289" y="0"/>
                    <a:pt x="0" y="291"/>
                    <a:pt x="0" y="645"/>
                  </a:cubicBezTo>
                  <a:cubicBezTo>
                    <a:pt x="0" y="1000"/>
                    <a:pt x="292" y="1290"/>
                    <a:pt x="645" y="1290"/>
                  </a:cubicBezTo>
                  <a:lnTo>
                    <a:pt x="2340" y="1290"/>
                  </a:lnTo>
                  <a:cubicBezTo>
                    <a:pt x="2425" y="1037"/>
                    <a:pt x="2562" y="793"/>
                    <a:pt x="2745" y="571"/>
                  </a:cubicBezTo>
                  <a:cubicBezTo>
                    <a:pt x="2947" y="330"/>
                    <a:pt x="3188" y="142"/>
                    <a:pt x="3452" y="8"/>
                  </a:cubicBezTo>
                  <a:cubicBezTo>
                    <a:pt x="3421" y="3"/>
                    <a:pt x="3390" y="0"/>
                    <a:pt x="335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45"/>
            <p:cNvSpPr/>
            <p:nvPr/>
          </p:nvSpPr>
          <p:spPr>
            <a:xfrm>
              <a:off x="4811449" y="1399885"/>
              <a:ext cx="60332" cy="41456"/>
            </a:xfrm>
            <a:custGeom>
              <a:rect b="b" l="l" r="r" t="t"/>
              <a:pathLst>
                <a:path extrusionOk="0" h="1399" w="2036">
                  <a:moveTo>
                    <a:pt x="210" y="1"/>
                  </a:moveTo>
                  <a:cubicBezTo>
                    <a:pt x="94" y="1"/>
                    <a:pt x="0" y="94"/>
                    <a:pt x="0" y="211"/>
                  </a:cubicBezTo>
                  <a:lnTo>
                    <a:pt x="0" y="854"/>
                  </a:lnTo>
                  <a:cubicBezTo>
                    <a:pt x="0" y="1153"/>
                    <a:pt x="245" y="1398"/>
                    <a:pt x="545" y="1398"/>
                  </a:cubicBezTo>
                  <a:lnTo>
                    <a:pt x="759" y="1398"/>
                  </a:lnTo>
                  <a:cubicBezTo>
                    <a:pt x="913" y="1398"/>
                    <a:pt x="1057" y="1320"/>
                    <a:pt x="1148" y="1196"/>
                  </a:cubicBezTo>
                  <a:cubicBezTo>
                    <a:pt x="1171" y="1160"/>
                    <a:pt x="1210" y="1142"/>
                    <a:pt x="1250" y="1142"/>
                  </a:cubicBezTo>
                  <a:lnTo>
                    <a:pt x="1648" y="1142"/>
                  </a:lnTo>
                  <a:cubicBezTo>
                    <a:pt x="1668" y="1142"/>
                    <a:pt x="1685" y="1145"/>
                    <a:pt x="1703" y="1156"/>
                  </a:cubicBezTo>
                  <a:cubicBezTo>
                    <a:pt x="1733" y="1170"/>
                    <a:pt x="1765" y="1177"/>
                    <a:pt x="1796" y="1177"/>
                  </a:cubicBezTo>
                  <a:cubicBezTo>
                    <a:pt x="1873" y="1177"/>
                    <a:pt x="1948" y="1135"/>
                    <a:pt x="1985" y="1062"/>
                  </a:cubicBezTo>
                  <a:cubicBezTo>
                    <a:pt x="2035" y="958"/>
                    <a:pt x="1995" y="832"/>
                    <a:pt x="1892" y="779"/>
                  </a:cubicBezTo>
                  <a:cubicBezTo>
                    <a:pt x="1816" y="741"/>
                    <a:pt x="1732" y="722"/>
                    <a:pt x="1647" y="722"/>
                  </a:cubicBezTo>
                  <a:lnTo>
                    <a:pt x="1250" y="722"/>
                  </a:lnTo>
                  <a:cubicBezTo>
                    <a:pt x="1073" y="722"/>
                    <a:pt x="908" y="809"/>
                    <a:pt x="806" y="955"/>
                  </a:cubicBezTo>
                  <a:cubicBezTo>
                    <a:pt x="796" y="971"/>
                    <a:pt x="778" y="980"/>
                    <a:pt x="761" y="980"/>
                  </a:cubicBezTo>
                  <a:lnTo>
                    <a:pt x="548" y="980"/>
                  </a:lnTo>
                  <a:cubicBezTo>
                    <a:pt x="479" y="980"/>
                    <a:pt x="420" y="922"/>
                    <a:pt x="420" y="854"/>
                  </a:cubicBezTo>
                  <a:lnTo>
                    <a:pt x="420" y="211"/>
                  </a:lnTo>
                  <a:cubicBezTo>
                    <a:pt x="420" y="94"/>
                    <a:pt x="327" y="1"/>
                    <a:pt x="21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45"/>
            <p:cNvSpPr/>
            <p:nvPr/>
          </p:nvSpPr>
          <p:spPr>
            <a:xfrm>
              <a:off x="4775416" y="1465492"/>
              <a:ext cx="38967" cy="38937"/>
            </a:xfrm>
            <a:custGeom>
              <a:rect b="b" l="l" r="r" t="t"/>
              <a:pathLst>
                <a:path extrusionOk="0" h="1314" w="1315">
                  <a:moveTo>
                    <a:pt x="335" y="0"/>
                  </a:moveTo>
                  <a:cubicBezTo>
                    <a:pt x="150" y="0"/>
                    <a:pt x="1" y="151"/>
                    <a:pt x="1" y="336"/>
                  </a:cubicBezTo>
                  <a:lnTo>
                    <a:pt x="1" y="979"/>
                  </a:lnTo>
                  <a:cubicBezTo>
                    <a:pt x="1" y="1164"/>
                    <a:pt x="152" y="1314"/>
                    <a:pt x="335" y="1314"/>
                  </a:cubicBezTo>
                  <a:lnTo>
                    <a:pt x="979" y="1314"/>
                  </a:lnTo>
                  <a:cubicBezTo>
                    <a:pt x="1162" y="1314"/>
                    <a:pt x="1314" y="1161"/>
                    <a:pt x="1314" y="979"/>
                  </a:cubicBezTo>
                  <a:lnTo>
                    <a:pt x="1314" y="336"/>
                  </a:lnTo>
                  <a:cubicBezTo>
                    <a:pt x="1314" y="151"/>
                    <a:pt x="1162" y="0"/>
                    <a:pt x="97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45"/>
            <p:cNvSpPr/>
            <p:nvPr/>
          </p:nvSpPr>
          <p:spPr>
            <a:xfrm>
              <a:off x="4777697" y="1462825"/>
              <a:ext cx="46760" cy="34551"/>
            </a:xfrm>
            <a:custGeom>
              <a:rect b="b" l="l" r="r" t="t"/>
              <a:pathLst>
                <a:path extrusionOk="0" h="1166" w="1578">
                  <a:moveTo>
                    <a:pt x="1348" y="0"/>
                  </a:moveTo>
                  <a:cubicBezTo>
                    <a:pt x="1295" y="0"/>
                    <a:pt x="1241" y="20"/>
                    <a:pt x="1200" y="61"/>
                  </a:cubicBezTo>
                  <a:lnTo>
                    <a:pt x="602" y="659"/>
                  </a:lnTo>
                  <a:lnTo>
                    <a:pt x="376" y="434"/>
                  </a:lnTo>
                  <a:cubicBezTo>
                    <a:pt x="336" y="393"/>
                    <a:pt x="283" y="373"/>
                    <a:pt x="229" y="373"/>
                  </a:cubicBezTo>
                  <a:cubicBezTo>
                    <a:pt x="176" y="373"/>
                    <a:pt x="122" y="393"/>
                    <a:pt x="81" y="434"/>
                  </a:cubicBezTo>
                  <a:cubicBezTo>
                    <a:pt x="0" y="518"/>
                    <a:pt x="0" y="650"/>
                    <a:pt x="81" y="731"/>
                  </a:cubicBezTo>
                  <a:lnTo>
                    <a:pt x="454" y="1104"/>
                  </a:lnTo>
                  <a:cubicBezTo>
                    <a:pt x="495" y="1145"/>
                    <a:pt x="549" y="1165"/>
                    <a:pt x="602" y="1165"/>
                  </a:cubicBezTo>
                  <a:cubicBezTo>
                    <a:pt x="655" y="1165"/>
                    <a:pt x="708" y="1145"/>
                    <a:pt x="748" y="1104"/>
                  </a:cubicBezTo>
                  <a:lnTo>
                    <a:pt x="1495" y="356"/>
                  </a:lnTo>
                  <a:cubicBezTo>
                    <a:pt x="1578" y="275"/>
                    <a:pt x="1578" y="143"/>
                    <a:pt x="1495" y="61"/>
                  </a:cubicBezTo>
                  <a:cubicBezTo>
                    <a:pt x="1455" y="20"/>
                    <a:pt x="1402" y="0"/>
                    <a:pt x="1348"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45"/>
            <p:cNvSpPr/>
            <p:nvPr/>
          </p:nvSpPr>
          <p:spPr>
            <a:xfrm>
              <a:off x="4840933" y="1467181"/>
              <a:ext cx="18757" cy="12475"/>
            </a:xfrm>
            <a:custGeom>
              <a:rect b="b" l="l" r="r" t="t"/>
              <a:pathLst>
                <a:path extrusionOk="0" h="421" w="633">
                  <a:moveTo>
                    <a:pt x="210" y="1"/>
                  </a:moveTo>
                  <a:cubicBezTo>
                    <a:pt x="94" y="1"/>
                    <a:pt x="0" y="94"/>
                    <a:pt x="0" y="211"/>
                  </a:cubicBezTo>
                  <a:cubicBezTo>
                    <a:pt x="0" y="327"/>
                    <a:pt x="94" y="420"/>
                    <a:pt x="210" y="420"/>
                  </a:cubicBezTo>
                  <a:lnTo>
                    <a:pt x="423" y="420"/>
                  </a:lnTo>
                  <a:cubicBezTo>
                    <a:pt x="540" y="420"/>
                    <a:pt x="633" y="327"/>
                    <a:pt x="633" y="211"/>
                  </a:cubicBezTo>
                  <a:cubicBezTo>
                    <a:pt x="633" y="94"/>
                    <a:pt x="540" y="1"/>
                    <a:pt x="42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45"/>
            <p:cNvSpPr/>
            <p:nvPr/>
          </p:nvSpPr>
          <p:spPr>
            <a:xfrm>
              <a:off x="4840933" y="1490175"/>
              <a:ext cx="40685" cy="12475"/>
            </a:xfrm>
            <a:custGeom>
              <a:rect b="b" l="l" r="r" t="t"/>
              <a:pathLst>
                <a:path extrusionOk="0" h="421" w="1373">
                  <a:moveTo>
                    <a:pt x="210" y="0"/>
                  </a:moveTo>
                  <a:cubicBezTo>
                    <a:pt x="94" y="0"/>
                    <a:pt x="0" y="94"/>
                    <a:pt x="0" y="210"/>
                  </a:cubicBezTo>
                  <a:cubicBezTo>
                    <a:pt x="0" y="327"/>
                    <a:pt x="94" y="420"/>
                    <a:pt x="210" y="420"/>
                  </a:cubicBezTo>
                  <a:lnTo>
                    <a:pt x="1163" y="420"/>
                  </a:lnTo>
                  <a:cubicBezTo>
                    <a:pt x="1280" y="420"/>
                    <a:pt x="1373" y="327"/>
                    <a:pt x="1373" y="210"/>
                  </a:cubicBezTo>
                  <a:cubicBezTo>
                    <a:pt x="1373" y="94"/>
                    <a:pt x="1280" y="0"/>
                    <a:pt x="1163"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45"/>
            <p:cNvSpPr/>
            <p:nvPr/>
          </p:nvSpPr>
          <p:spPr>
            <a:xfrm>
              <a:off x="4775416" y="1526979"/>
              <a:ext cx="38967" cy="38907"/>
            </a:xfrm>
            <a:custGeom>
              <a:rect b="b" l="l" r="r" t="t"/>
              <a:pathLst>
                <a:path extrusionOk="0" h="1313" w="1315">
                  <a:moveTo>
                    <a:pt x="335" y="0"/>
                  </a:moveTo>
                  <a:cubicBezTo>
                    <a:pt x="150" y="0"/>
                    <a:pt x="1" y="151"/>
                    <a:pt x="1" y="335"/>
                  </a:cubicBezTo>
                  <a:lnTo>
                    <a:pt x="1" y="978"/>
                  </a:lnTo>
                  <a:cubicBezTo>
                    <a:pt x="1" y="1161"/>
                    <a:pt x="152" y="1312"/>
                    <a:pt x="335" y="1312"/>
                  </a:cubicBezTo>
                  <a:lnTo>
                    <a:pt x="979" y="1312"/>
                  </a:lnTo>
                  <a:cubicBezTo>
                    <a:pt x="1162" y="1312"/>
                    <a:pt x="1314" y="1160"/>
                    <a:pt x="1314" y="978"/>
                  </a:cubicBezTo>
                  <a:lnTo>
                    <a:pt x="1314" y="335"/>
                  </a:lnTo>
                  <a:cubicBezTo>
                    <a:pt x="1314" y="150"/>
                    <a:pt x="1162" y="0"/>
                    <a:pt x="97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45"/>
            <p:cNvSpPr/>
            <p:nvPr/>
          </p:nvSpPr>
          <p:spPr>
            <a:xfrm>
              <a:off x="4777697" y="1524312"/>
              <a:ext cx="46760" cy="34522"/>
            </a:xfrm>
            <a:custGeom>
              <a:rect b="b" l="l" r="r" t="t"/>
              <a:pathLst>
                <a:path extrusionOk="0" h="1165" w="1578">
                  <a:moveTo>
                    <a:pt x="1348" y="0"/>
                  </a:moveTo>
                  <a:cubicBezTo>
                    <a:pt x="1295" y="0"/>
                    <a:pt x="1241" y="20"/>
                    <a:pt x="1200" y="61"/>
                  </a:cubicBezTo>
                  <a:lnTo>
                    <a:pt x="602" y="659"/>
                  </a:lnTo>
                  <a:lnTo>
                    <a:pt x="376" y="434"/>
                  </a:lnTo>
                  <a:cubicBezTo>
                    <a:pt x="336" y="393"/>
                    <a:pt x="283" y="373"/>
                    <a:pt x="229" y="373"/>
                  </a:cubicBezTo>
                  <a:cubicBezTo>
                    <a:pt x="176" y="373"/>
                    <a:pt x="122" y="393"/>
                    <a:pt x="81" y="434"/>
                  </a:cubicBezTo>
                  <a:cubicBezTo>
                    <a:pt x="0" y="516"/>
                    <a:pt x="0" y="648"/>
                    <a:pt x="81" y="729"/>
                  </a:cubicBezTo>
                  <a:lnTo>
                    <a:pt x="454" y="1102"/>
                  </a:lnTo>
                  <a:cubicBezTo>
                    <a:pt x="495" y="1144"/>
                    <a:pt x="549" y="1165"/>
                    <a:pt x="602" y="1165"/>
                  </a:cubicBezTo>
                  <a:cubicBezTo>
                    <a:pt x="655" y="1165"/>
                    <a:pt x="708" y="1144"/>
                    <a:pt x="748" y="1104"/>
                  </a:cubicBezTo>
                  <a:lnTo>
                    <a:pt x="1495" y="356"/>
                  </a:lnTo>
                  <a:cubicBezTo>
                    <a:pt x="1578" y="275"/>
                    <a:pt x="1578" y="143"/>
                    <a:pt x="1495" y="61"/>
                  </a:cubicBezTo>
                  <a:cubicBezTo>
                    <a:pt x="1455" y="20"/>
                    <a:pt x="1402" y="0"/>
                    <a:pt x="1348"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45"/>
            <p:cNvSpPr/>
            <p:nvPr/>
          </p:nvSpPr>
          <p:spPr>
            <a:xfrm>
              <a:off x="4840933" y="1528668"/>
              <a:ext cx="86705" cy="12475"/>
            </a:xfrm>
            <a:custGeom>
              <a:rect b="b" l="l" r="r" t="t"/>
              <a:pathLst>
                <a:path extrusionOk="0" h="421" w="2926">
                  <a:moveTo>
                    <a:pt x="210" y="1"/>
                  </a:moveTo>
                  <a:cubicBezTo>
                    <a:pt x="94" y="1"/>
                    <a:pt x="0" y="94"/>
                    <a:pt x="0" y="211"/>
                  </a:cubicBezTo>
                  <a:cubicBezTo>
                    <a:pt x="0" y="327"/>
                    <a:pt x="94" y="421"/>
                    <a:pt x="210" y="421"/>
                  </a:cubicBezTo>
                  <a:lnTo>
                    <a:pt x="2716" y="421"/>
                  </a:lnTo>
                  <a:cubicBezTo>
                    <a:pt x="2832" y="421"/>
                    <a:pt x="2926" y="326"/>
                    <a:pt x="2926" y="211"/>
                  </a:cubicBezTo>
                  <a:cubicBezTo>
                    <a:pt x="2926" y="94"/>
                    <a:pt x="2832" y="1"/>
                    <a:pt x="2716"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45"/>
            <p:cNvSpPr/>
            <p:nvPr/>
          </p:nvSpPr>
          <p:spPr>
            <a:xfrm>
              <a:off x="4841022" y="1551663"/>
              <a:ext cx="69399" cy="12475"/>
            </a:xfrm>
            <a:custGeom>
              <a:rect b="b" l="l" r="r" t="t"/>
              <a:pathLst>
                <a:path extrusionOk="0" h="421" w="2342">
                  <a:moveTo>
                    <a:pt x="210" y="0"/>
                  </a:moveTo>
                  <a:cubicBezTo>
                    <a:pt x="94" y="0"/>
                    <a:pt x="0" y="94"/>
                    <a:pt x="0" y="210"/>
                  </a:cubicBezTo>
                  <a:cubicBezTo>
                    <a:pt x="0" y="327"/>
                    <a:pt x="94" y="420"/>
                    <a:pt x="210" y="420"/>
                  </a:cubicBezTo>
                  <a:lnTo>
                    <a:pt x="2132" y="420"/>
                  </a:lnTo>
                  <a:cubicBezTo>
                    <a:pt x="2247" y="420"/>
                    <a:pt x="2340" y="325"/>
                    <a:pt x="2341" y="210"/>
                  </a:cubicBezTo>
                  <a:cubicBezTo>
                    <a:pt x="2341" y="94"/>
                    <a:pt x="2248" y="0"/>
                    <a:pt x="2132"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45"/>
            <p:cNvSpPr/>
            <p:nvPr/>
          </p:nvSpPr>
          <p:spPr>
            <a:xfrm>
              <a:off x="4775416" y="1588407"/>
              <a:ext cx="38967" cy="38878"/>
            </a:xfrm>
            <a:custGeom>
              <a:rect b="b" l="l" r="r" t="t"/>
              <a:pathLst>
                <a:path extrusionOk="0" h="1312" w="1315">
                  <a:moveTo>
                    <a:pt x="335" y="1"/>
                  </a:moveTo>
                  <a:cubicBezTo>
                    <a:pt x="150" y="1"/>
                    <a:pt x="1" y="152"/>
                    <a:pt x="1" y="335"/>
                  </a:cubicBezTo>
                  <a:lnTo>
                    <a:pt x="1" y="977"/>
                  </a:lnTo>
                  <a:cubicBezTo>
                    <a:pt x="1" y="1162"/>
                    <a:pt x="152" y="1311"/>
                    <a:pt x="335" y="1311"/>
                  </a:cubicBezTo>
                  <a:lnTo>
                    <a:pt x="979" y="1311"/>
                  </a:lnTo>
                  <a:cubicBezTo>
                    <a:pt x="1162" y="1311"/>
                    <a:pt x="1314" y="1160"/>
                    <a:pt x="1314" y="977"/>
                  </a:cubicBezTo>
                  <a:lnTo>
                    <a:pt x="1314" y="335"/>
                  </a:lnTo>
                  <a:cubicBezTo>
                    <a:pt x="1314" y="150"/>
                    <a:pt x="1162" y="1"/>
                    <a:pt x="979"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45"/>
            <p:cNvSpPr/>
            <p:nvPr/>
          </p:nvSpPr>
          <p:spPr>
            <a:xfrm>
              <a:off x="4840933" y="1590126"/>
              <a:ext cx="94113" cy="12475"/>
            </a:xfrm>
            <a:custGeom>
              <a:rect b="b" l="l" r="r" t="t"/>
              <a:pathLst>
                <a:path extrusionOk="0" h="421" w="3176">
                  <a:moveTo>
                    <a:pt x="210" y="0"/>
                  </a:moveTo>
                  <a:cubicBezTo>
                    <a:pt x="94" y="0"/>
                    <a:pt x="0" y="94"/>
                    <a:pt x="0" y="210"/>
                  </a:cubicBezTo>
                  <a:cubicBezTo>
                    <a:pt x="0" y="327"/>
                    <a:pt x="94" y="420"/>
                    <a:pt x="210" y="420"/>
                  </a:cubicBezTo>
                  <a:lnTo>
                    <a:pt x="2966" y="420"/>
                  </a:lnTo>
                  <a:cubicBezTo>
                    <a:pt x="3083" y="420"/>
                    <a:pt x="3176" y="327"/>
                    <a:pt x="3176" y="210"/>
                  </a:cubicBezTo>
                  <a:cubicBezTo>
                    <a:pt x="3176" y="94"/>
                    <a:pt x="3083" y="0"/>
                    <a:pt x="2966"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45"/>
            <p:cNvSpPr/>
            <p:nvPr/>
          </p:nvSpPr>
          <p:spPr>
            <a:xfrm>
              <a:off x="4841022" y="1613121"/>
              <a:ext cx="69399" cy="12446"/>
            </a:xfrm>
            <a:custGeom>
              <a:rect b="b" l="l" r="r" t="t"/>
              <a:pathLst>
                <a:path extrusionOk="0" h="420" w="2342">
                  <a:moveTo>
                    <a:pt x="210" y="0"/>
                  </a:moveTo>
                  <a:cubicBezTo>
                    <a:pt x="94" y="0"/>
                    <a:pt x="0" y="93"/>
                    <a:pt x="0" y="210"/>
                  </a:cubicBezTo>
                  <a:cubicBezTo>
                    <a:pt x="0" y="326"/>
                    <a:pt x="94" y="420"/>
                    <a:pt x="210" y="420"/>
                  </a:cubicBezTo>
                  <a:lnTo>
                    <a:pt x="2132" y="420"/>
                  </a:lnTo>
                  <a:cubicBezTo>
                    <a:pt x="2247" y="420"/>
                    <a:pt x="2340" y="326"/>
                    <a:pt x="2341" y="210"/>
                  </a:cubicBezTo>
                  <a:cubicBezTo>
                    <a:pt x="2341" y="93"/>
                    <a:pt x="2248" y="0"/>
                    <a:pt x="2132"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45"/>
            <p:cNvSpPr/>
            <p:nvPr/>
          </p:nvSpPr>
          <p:spPr>
            <a:xfrm>
              <a:off x="4775416" y="1649806"/>
              <a:ext cx="38967" cy="38907"/>
            </a:xfrm>
            <a:custGeom>
              <a:rect b="b" l="l" r="r" t="t"/>
              <a:pathLst>
                <a:path extrusionOk="0" h="1313" w="1315">
                  <a:moveTo>
                    <a:pt x="335" y="1"/>
                  </a:moveTo>
                  <a:cubicBezTo>
                    <a:pt x="150" y="1"/>
                    <a:pt x="1" y="153"/>
                    <a:pt x="1" y="335"/>
                  </a:cubicBezTo>
                  <a:lnTo>
                    <a:pt x="1" y="979"/>
                  </a:lnTo>
                  <a:cubicBezTo>
                    <a:pt x="1" y="1164"/>
                    <a:pt x="152" y="1313"/>
                    <a:pt x="335" y="1313"/>
                  </a:cubicBezTo>
                  <a:lnTo>
                    <a:pt x="979" y="1313"/>
                  </a:lnTo>
                  <a:cubicBezTo>
                    <a:pt x="1162" y="1313"/>
                    <a:pt x="1314" y="1162"/>
                    <a:pt x="1314" y="979"/>
                  </a:cubicBezTo>
                  <a:lnTo>
                    <a:pt x="1314" y="338"/>
                  </a:lnTo>
                  <a:cubicBezTo>
                    <a:pt x="1314" y="153"/>
                    <a:pt x="1162" y="1"/>
                    <a:pt x="979"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45"/>
            <p:cNvSpPr/>
            <p:nvPr/>
          </p:nvSpPr>
          <p:spPr>
            <a:xfrm>
              <a:off x="4840933" y="1651554"/>
              <a:ext cx="94113" cy="12475"/>
            </a:xfrm>
            <a:custGeom>
              <a:rect b="b" l="l" r="r" t="t"/>
              <a:pathLst>
                <a:path extrusionOk="0" h="421" w="3176">
                  <a:moveTo>
                    <a:pt x="210" y="1"/>
                  </a:moveTo>
                  <a:cubicBezTo>
                    <a:pt x="94" y="1"/>
                    <a:pt x="0" y="94"/>
                    <a:pt x="0" y="211"/>
                  </a:cubicBezTo>
                  <a:cubicBezTo>
                    <a:pt x="0" y="327"/>
                    <a:pt x="94" y="421"/>
                    <a:pt x="210" y="421"/>
                  </a:cubicBezTo>
                  <a:lnTo>
                    <a:pt x="2966" y="421"/>
                  </a:lnTo>
                  <a:cubicBezTo>
                    <a:pt x="3083" y="421"/>
                    <a:pt x="3176" y="327"/>
                    <a:pt x="3176" y="211"/>
                  </a:cubicBezTo>
                  <a:cubicBezTo>
                    <a:pt x="3176" y="94"/>
                    <a:pt x="3083" y="1"/>
                    <a:pt x="2966"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45"/>
            <p:cNvSpPr/>
            <p:nvPr/>
          </p:nvSpPr>
          <p:spPr>
            <a:xfrm>
              <a:off x="4841022" y="1674549"/>
              <a:ext cx="69399" cy="12475"/>
            </a:xfrm>
            <a:custGeom>
              <a:rect b="b" l="l" r="r" t="t"/>
              <a:pathLst>
                <a:path extrusionOk="0" h="421" w="2342">
                  <a:moveTo>
                    <a:pt x="210" y="1"/>
                  </a:moveTo>
                  <a:cubicBezTo>
                    <a:pt x="94" y="1"/>
                    <a:pt x="0" y="94"/>
                    <a:pt x="0" y="210"/>
                  </a:cubicBezTo>
                  <a:cubicBezTo>
                    <a:pt x="0" y="327"/>
                    <a:pt x="94" y="420"/>
                    <a:pt x="210" y="420"/>
                  </a:cubicBezTo>
                  <a:lnTo>
                    <a:pt x="2132" y="420"/>
                  </a:lnTo>
                  <a:cubicBezTo>
                    <a:pt x="2247" y="420"/>
                    <a:pt x="2340" y="327"/>
                    <a:pt x="2341" y="210"/>
                  </a:cubicBezTo>
                  <a:cubicBezTo>
                    <a:pt x="2341" y="94"/>
                    <a:pt x="2248" y="1"/>
                    <a:pt x="2132"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45"/>
            <p:cNvSpPr/>
            <p:nvPr/>
          </p:nvSpPr>
          <p:spPr>
            <a:xfrm>
              <a:off x="4850830" y="1359081"/>
              <a:ext cx="274515" cy="207902"/>
            </a:xfrm>
            <a:custGeom>
              <a:rect b="b" l="l" r="r" t="t"/>
              <a:pathLst>
                <a:path extrusionOk="0" h="7016" w="9264">
                  <a:moveTo>
                    <a:pt x="2614" y="1"/>
                  </a:moveTo>
                  <a:cubicBezTo>
                    <a:pt x="1941" y="1"/>
                    <a:pt x="1270" y="293"/>
                    <a:pt x="804" y="849"/>
                  </a:cubicBezTo>
                  <a:cubicBezTo>
                    <a:pt x="1" y="1807"/>
                    <a:pt x="105" y="3221"/>
                    <a:pt x="1019" y="4056"/>
                  </a:cubicBezTo>
                  <a:cubicBezTo>
                    <a:pt x="1042" y="4076"/>
                    <a:pt x="1068" y="4098"/>
                    <a:pt x="1093" y="4120"/>
                  </a:cubicBezTo>
                  <a:lnTo>
                    <a:pt x="4488" y="6963"/>
                  </a:lnTo>
                  <a:cubicBezTo>
                    <a:pt x="4529" y="6998"/>
                    <a:pt x="4581" y="7015"/>
                    <a:pt x="4633" y="7015"/>
                  </a:cubicBezTo>
                  <a:cubicBezTo>
                    <a:pt x="4685" y="7015"/>
                    <a:pt x="4737" y="6998"/>
                    <a:pt x="4779" y="6963"/>
                  </a:cubicBezTo>
                  <a:lnTo>
                    <a:pt x="8174" y="4120"/>
                  </a:lnTo>
                  <a:cubicBezTo>
                    <a:pt x="8198" y="4098"/>
                    <a:pt x="8222" y="4076"/>
                    <a:pt x="8247" y="4056"/>
                  </a:cubicBezTo>
                  <a:cubicBezTo>
                    <a:pt x="9162" y="3221"/>
                    <a:pt x="9263" y="1807"/>
                    <a:pt x="8463" y="849"/>
                  </a:cubicBezTo>
                  <a:cubicBezTo>
                    <a:pt x="7997" y="293"/>
                    <a:pt x="7326" y="1"/>
                    <a:pt x="6653" y="1"/>
                  </a:cubicBezTo>
                  <a:cubicBezTo>
                    <a:pt x="6137" y="1"/>
                    <a:pt x="5620" y="173"/>
                    <a:pt x="5192" y="531"/>
                  </a:cubicBezTo>
                  <a:lnTo>
                    <a:pt x="4934" y="747"/>
                  </a:lnTo>
                  <a:cubicBezTo>
                    <a:pt x="4847" y="820"/>
                    <a:pt x="4740" y="856"/>
                    <a:pt x="4633" y="856"/>
                  </a:cubicBezTo>
                  <a:cubicBezTo>
                    <a:pt x="4526" y="856"/>
                    <a:pt x="4419" y="820"/>
                    <a:pt x="4333" y="747"/>
                  </a:cubicBezTo>
                  <a:lnTo>
                    <a:pt x="4073" y="531"/>
                  </a:lnTo>
                  <a:cubicBezTo>
                    <a:pt x="3647" y="173"/>
                    <a:pt x="3130" y="1"/>
                    <a:pt x="2614"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45"/>
            <p:cNvSpPr/>
            <p:nvPr/>
          </p:nvSpPr>
          <p:spPr>
            <a:xfrm>
              <a:off x="4851986" y="1396655"/>
              <a:ext cx="271819" cy="115182"/>
            </a:xfrm>
            <a:custGeom>
              <a:rect b="b" l="l" r="r" t="t"/>
              <a:pathLst>
                <a:path extrusionOk="0" h="3887" w="9173">
                  <a:moveTo>
                    <a:pt x="5495" y="1"/>
                  </a:moveTo>
                  <a:cubicBezTo>
                    <a:pt x="5402" y="2"/>
                    <a:pt x="5321" y="69"/>
                    <a:pt x="5298" y="159"/>
                  </a:cubicBezTo>
                  <a:lnTo>
                    <a:pt x="4622" y="2928"/>
                  </a:lnTo>
                  <a:lnTo>
                    <a:pt x="4283" y="1928"/>
                  </a:lnTo>
                  <a:cubicBezTo>
                    <a:pt x="4253" y="1843"/>
                    <a:pt x="4174" y="1787"/>
                    <a:pt x="4085" y="1787"/>
                  </a:cubicBezTo>
                  <a:lnTo>
                    <a:pt x="3324" y="1787"/>
                  </a:lnTo>
                  <a:cubicBezTo>
                    <a:pt x="3238" y="1787"/>
                    <a:pt x="3160" y="1840"/>
                    <a:pt x="3129" y="1919"/>
                  </a:cubicBezTo>
                  <a:lnTo>
                    <a:pt x="2882" y="2545"/>
                  </a:lnTo>
                  <a:lnTo>
                    <a:pt x="2374" y="850"/>
                  </a:lnTo>
                  <a:cubicBezTo>
                    <a:pt x="2348" y="763"/>
                    <a:pt x="2268" y="702"/>
                    <a:pt x="2180" y="700"/>
                  </a:cubicBezTo>
                  <a:cubicBezTo>
                    <a:pt x="2178" y="700"/>
                    <a:pt x="2177" y="700"/>
                    <a:pt x="2176" y="700"/>
                  </a:cubicBezTo>
                  <a:cubicBezTo>
                    <a:pt x="2087" y="700"/>
                    <a:pt x="2008" y="754"/>
                    <a:pt x="1978" y="839"/>
                  </a:cubicBezTo>
                  <a:lnTo>
                    <a:pt x="1629" y="1790"/>
                  </a:lnTo>
                  <a:lnTo>
                    <a:pt x="207" y="1843"/>
                  </a:lnTo>
                  <a:cubicBezTo>
                    <a:pt x="91" y="1849"/>
                    <a:pt x="0" y="1944"/>
                    <a:pt x="5" y="2060"/>
                  </a:cubicBezTo>
                  <a:cubicBezTo>
                    <a:pt x="8" y="2174"/>
                    <a:pt x="101" y="2263"/>
                    <a:pt x="214" y="2263"/>
                  </a:cubicBezTo>
                  <a:cubicBezTo>
                    <a:pt x="217" y="2263"/>
                    <a:pt x="220" y="2263"/>
                    <a:pt x="223" y="2263"/>
                  </a:cubicBezTo>
                  <a:lnTo>
                    <a:pt x="1785" y="2207"/>
                  </a:lnTo>
                  <a:cubicBezTo>
                    <a:pt x="1870" y="2202"/>
                    <a:pt x="1943" y="2148"/>
                    <a:pt x="1973" y="2068"/>
                  </a:cubicBezTo>
                  <a:lnTo>
                    <a:pt x="2152" y="1577"/>
                  </a:lnTo>
                  <a:lnTo>
                    <a:pt x="2654" y="3248"/>
                  </a:lnTo>
                  <a:cubicBezTo>
                    <a:pt x="2679" y="3334"/>
                    <a:pt x="2756" y="3394"/>
                    <a:pt x="2845" y="3397"/>
                  </a:cubicBezTo>
                  <a:cubicBezTo>
                    <a:pt x="2849" y="3397"/>
                    <a:pt x="2852" y="3398"/>
                    <a:pt x="2856" y="3398"/>
                  </a:cubicBezTo>
                  <a:cubicBezTo>
                    <a:pt x="2942" y="3398"/>
                    <a:pt x="3017" y="3346"/>
                    <a:pt x="3050" y="3265"/>
                  </a:cubicBezTo>
                  <a:lnTo>
                    <a:pt x="3465" y="2208"/>
                  </a:lnTo>
                  <a:lnTo>
                    <a:pt x="3933" y="2208"/>
                  </a:lnTo>
                  <a:lnTo>
                    <a:pt x="4457" y="3745"/>
                  </a:lnTo>
                  <a:cubicBezTo>
                    <a:pt x="4485" y="3831"/>
                    <a:pt x="4566" y="3887"/>
                    <a:pt x="4654" y="3887"/>
                  </a:cubicBezTo>
                  <a:cubicBezTo>
                    <a:pt x="4656" y="3887"/>
                    <a:pt x="4661" y="3887"/>
                    <a:pt x="4661" y="3885"/>
                  </a:cubicBezTo>
                  <a:cubicBezTo>
                    <a:pt x="4754" y="3881"/>
                    <a:pt x="4833" y="3817"/>
                    <a:pt x="4855" y="3725"/>
                  </a:cubicBezTo>
                  <a:lnTo>
                    <a:pt x="5515" y="1022"/>
                  </a:lnTo>
                  <a:lnTo>
                    <a:pt x="5814" y="2056"/>
                  </a:lnTo>
                  <a:cubicBezTo>
                    <a:pt x="5842" y="2146"/>
                    <a:pt x="5923" y="2208"/>
                    <a:pt x="6016" y="2208"/>
                  </a:cubicBezTo>
                  <a:lnTo>
                    <a:pt x="6667" y="2208"/>
                  </a:lnTo>
                  <a:cubicBezTo>
                    <a:pt x="6751" y="2208"/>
                    <a:pt x="6826" y="2160"/>
                    <a:pt x="6860" y="2084"/>
                  </a:cubicBezTo>
                  <a:lnTo>
                    <a:pt x="7028" y="1698"/>
                  </a:lnTo>
                  <a:lnTo>
                    <a:pt x="7213" y="2090"/>
                  </a:lnTo>
                  <a:cubicBezTo>
                    <a:pt x="7249" y="2163"/>
                    <a:pt x="7322" y="2210"/>
                    <a:pt x="7404" y="2210"/>
                  </a:cubicBezTo>
                  <a:lnTo>
                    <a:pt x="8963" y="2210"/>
                  </a:lnTo>
                  <a:cubicBezTo>
                    <a:pt x="9080" y="2210"/>
                    <a:pt x="9173" y="2116"/>
                    <a:pt x="9173" y="2000"/>
                  </a:cubicBezTo>
                  <a:cubicBezTo>
                    <a:pt x="9173" y="1883"/>
                    <a:pt x="9080" y="1790"/>
                    <a:pt x="8963" y="1790"/>
                  </a:cubicBezTo>
                  <a:lnTo>
                    <a:pt x="7538" y="1790"/>
                  </a:lnTo>
                  <a:lnTo>
                    <a:pt x="7213" y="1105"/>
                  </a:lnTo>
                  <a:cubicBezTo>
                    <a:pt x="7179" y="1031"/>
                    <a:pt x="7105" y="983"/>
                    <a:pt x="7024" y="983"/>
                  </a:cubicBezTo>
                  <a:cubicBezTo>
                    <a:pt x="7023" y="983"/>
                    <a:pt x="7021" y="983"/>
                    <a:pt x="7020" y="983"/>
                  </a:cubicBezTo>
                  <a:cubicBezTo>
                    <a:pt x="6939" y="983"/>
                    <a:pt x="6865" y="1033"/>
                    <a:pt x="6832" y="1108"/>
                  </a:cubicBezTo>
                  <a:lnTo>
                    <a:pt x="6534" y="1788"/>
                  </a:lnTo>
                  <a:lnTo>
                    <a:pt x="6176" y="1788"/>
                  </a:lnTo>
                  <a:lnTo>
                    <a:pt x="5702" y="152"/>
                  </a:lnTo>
                  <a:cubicBezTo>
                    <a:pt x="5674" y="63"/>
                    <a:pt x="5593" y="1"/>
                    <a:pt x="55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6" name="Google Shape;10276;p45"/>
          <p:cNvGrpSpPr/>
          <p:nvPr/>
        </p:nvGrpSpPr>
        <p:grpSpPr>
          <a:xfrm>
            <a:off x="4050990" y="1335346"/>
            <a:ext cx="422856" cy="404424"/>
            <a:chOff x="4050990" y="1335346"/>
            <a:chExt cx="422856" cy="404424"/>
          </a:xfrm>
        </p:grpSpPr>
        <p:sp>
          <p:nvSpPr>
            <p:cNvPr id="10277" name="Google Shape;10277;p45"/>
            <p:cNvSpPr/>
            <p:nvPr/>
          </p:nvSpPr>
          <p:spPr>
            <a:xfrm>
              <a:off x="4064473" y="1344117"/>
              <a:ext cx="382200" cy="296651"/>
            </a:xfrm>
            <a:custGeom>
              <a:rect b="b" l="l" r="r" t="t"/>
              <a:pathLst>
                <a:path extrusionOk="0" h="10011" w="12898">
                  <a:moveTo>
                    <a:pt x="6221" y="0"/>
                  </a:moveTo>
                  <a:cubicBezTo>
                    <a:pt x="3391" y="0"/>
                    <a:pt x="969" y="1763"/>
                    <a:pt x="1" y="4252"/>
                  </a:cubicBezTo>
                  <a:lnTo>
                    <a:pt x="12001" y="10003"/>
                  </a:lnTo>
                  <a:lnTo>
                    <a:pt x="12008" y="10011"/>
                  </a:lnTo>
                  <a:cubicBezTo>
                    <a:pt x="12576" y="9030"/>
                    <a:pt x="12897" y="7890"/>
                    <a:pt x="12897" y="6676"/>
                  </a:cubicBezTo>
                  <a:cubicBezTo>
                    <a:pt x="12897" y="2991"/>
                    <a:pt x="9910" y="0"/>
                    <a:pt x="6221"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45"/>
            <p:cNvSpPr/>
            <p:nvPr/>
          </p:nvSpPr>
          <p:spPr>
            <a:xfrm>
              <a:off x="4095557" y="1388417"/>
              <a:ext cx="48953" cy="82378"/>
            </a:xfrm>
            <a:custGeom>
              <a:rect b="b" l="l" r="r" t="t"/>
              <a:pathLst>
                <a:path extrusionOk="0" h="2780" w="1652">
                  <a:moveTo>
                    <a:pt x="1426" y="1"/>
                  </a:moveTo>
                  <a:lnTo>
                    <a:pt x="1426" y="1"/>
                  </a:lnTo>
                  <a:cubicBezTo>
                    <a:pt x="1236" y="55"/>
                    <a:pt x="1050" y="114"/>
                    <a:pt x="863" y="179"/>
                  </a:cubicBezTo>
                  <a:cubicBezTo>
                    <a:pt x="346" y="361"/>
                    <a:pt x="1" y="848"/>
                    <a:pt x="1" y="1395"/>
                  </a:cubicBezTo>
                  <a:lnTo>
                    <a:pt x="1" y="2780"/>
                  </a:lnTo>
                  <a:lnTo>
                    <a:pt x="905" y="2780"/>
                  </a:lnTo>
                  <a:lnTo>
                    <a:pt x="905" y="1396"/>
                  </a:lnTo>
                  <a:cubicBezTo>
                    <a:pt x="905" y="1235"/>
                    <a:pt x="1010" y="1092"/>
                    <a:pt x="1162" y="1037"/>
                  </a:cubicBezTo>
                  <a:cubicBezTo>
                    <a:pt x="1324" y="980"/>
                    <a:pt x="1487" y="929"/>
                    <a:pt x="1652" y="882"/>
                  </a:cubicBezTo>
                  <a:cubicBezTo>
                    <a:pt x="1516" y="784"/>
                    <a:pt x="1412" y="638"/>
                    <a:pt x="1373" y="464"/>
                  </a:cubicBezTo>
                  <a:cubicBezTo>
                    <a:pt x="1339" y="307"/>
                    <a:pt x="1358" y="145"/>
                    <a:pt x="14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45"/>
            <p:cNvSpPr/>
            <p:nvPr/>
          </p:nvSpPr>
          <p:spPr>
            <a:xfrm>
              <a:off x="4140302" y="1411057"/>
              <a:ext cx="132635" cy="26877"/>
            </a:xfrm>
            <a:custGeom>
              <a:rect b="b" l="l" r="r" t="t"/>
              <a:pathLst>
                <a:path extrusionOk="0" h="907" w="4476">
                  <a:moveTo>
                    <a:pt x="2841" y="0"/>
                  </a:moveTo>
                  <a:cubicBezTo>
                    <a:pt x="2098" y="0"/>
                    <a:pt x="1356" y="72"/>
                    <a:pt x="715" y="216"/>
                  </a:cubicBezTo>
                  <a:cubicBezTo>
                    <a:pt x="659" y="229"/>
                    <a:pt x="603" y="235"/>
                    <a:pt x="547" y="235"/>
                  </a:cubicBezTo>
                  <a:cubicBezTo>
                    <a:pt x="352" y="235"/>
                    <a:pt x="169" y="159"/>
                    <a:pt x="31" y="29"/>
                  </a:cubicBezTo>
                  <a:cubicBezTo>
                    <a:pt x="5" y="135"/>
                    <a:pt x="0" y="247"/>
                    <a:pt x="25" y="360"/>
                  </a:cubicBezTo>
                  <a:cubicBezTo>
                    <a:pt x="99" y="685"/>
                    <a:pt x="386" y="906"/>
                    <a:pt x="706" y="906"/>
                  </a:cubicBezTo>
                  <a:cubicBezTo>
                    <a:pt x="757" y="906"/>
                    <a:pt x="809" y="901"/>
                    <a:pt x="861" y="889"/>
                  </a:cubicBezTo>
                  <a:cubicBezTo>
                    <a:pt x="1455" y="755"/>
                    <a:pt x="2149" y="689"/>
                    <a:pt x="2843" y="689"/>
                  </a:cubicBezTo>
                  <a:cubicBezTo>
                    <a:pt x="3386" y="689"/>
                    <a:pt x="3928" y="729"/>
                    <a:pt x="4422" y="811"/>
                  </a:cubicBezTo>
                  <a:cubicBezTo>
                    <a:pt x="4422" y="780"/>
                    <a:pt x="4421" y="749"/>
                    <a:pt x="4421" y="718"/>
                  </a:cubicBezTo>
                  <a:cubicBezTo>
                    <a:pt x="4421" y="514"/>
                    <a:pt x="4439" y="315"/>
                    <a:pt x="4475" y="123"/>
                  </a:cubicBezTo>
                  <a:cubicBezTo>
                    <a:pt x="3959" y="41"/>
                    <a:pt x="3400" y="0"/>
                    <a:pt x="2841"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45"/>
            <p:cNvSpPr/>
            <p:nvPr/>
          </p:nvSpPr>
          <p:spPr>
            <a:xfrm>
              <a:off x="4050990" y="1468751"/>
              <a:ext cx="369902" cy="271019"/>
            </a:xfrm>
            <a:custGeom>
              <a:rect b="b" l="l" r="r" t="t"/>
              <a:pathLst>
                <a:path extrusionOk="0" h="9146" w="12483">
                  <a:moveTo>
                    <a:pt x="640" y="1"/>
                  </a:moveTo>
                  <a:cubicBezTo>
                    <a:pt x="581" y="1"/>
                    <a:pt x="525" y="5"/>
                    <a:pt x="469" y="10"/>
                  </a:cubicBezTo>
                  <a:cubicBezTo>
                    <a:pt x="168" y="772"/>
                    <a:pt x="0" y="1600"/>
                    <a:pt x="0" y="2469"/>
                  </a:cubicBezTo>
                  <a:cubicBezTo>
                    <a:pt x="0" y="6154"/>
                    <a:pt x="2989" y="9145"/>
                    <a:pt x="6676" y="9145"/>
                  </a:cubicBezTo>
                  <a:cubicBezTo>
                    <a:pt x="6679" y="9145"/>
                    <a:pt x="6682" y="9145"/>
                    <a:pt x="6685" y="9145"/>
                  </a:cubicBezTo>
                  <a:cubicBezTo>
                    <a:pt x="9168" y="9145"/>
                    <a:pt x="11336" y="7784"/>
                    <a:pt x="12482" y="5769"/>
                  </a:cubicBezTo>
                  <a:lnTo>
                    <a:pt x="12482" y="1463"/>
                  </a:lnTo>
                  <a:cubicBezTo>
                    <a:pt x="11968" y="1810"/>
                    <a:pt x="11346" y="2012"/>
                    <a:pt x="10679" y="2012"/>
                  </a:cubicBezTo>
                  <a:cubicBezTo>
                    <a:pt x="9327" y="2012"/>
                    <a:pt x="8165" y="1180"/>
                    <a:pt x="7679"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45"/>
            <p:cNvSpPr/>
            <p:nvPr/>
          </p:nvSpPr>
          <p:spPr>
            <a:xfrm>
              <a:off x="4132035" y="1368238"/>
              <a:ext cx="158801" cy="51768"/>
            </a:xfrm>
            <a:custGeom>
              <a:rect b="b" l="l" r="r" t="t"/>
              <a:pathLst>
                <a:path extrusionOk="0" h="1747" w="5359">
                  <a:moveTo>
                    <a:pt x="3121" y="0"/>
                  </a:moveTo>
                  <a:cubicBezTo>
                    <a:pt x="2266" y="0"/>
                    <a:pt x="1412" y="84"/>
                    <a:pt x="663" y="253"/>
                  </a:cubicBezTo>
                  <a:cubicBezTo>
                    <a:pt x="256" y="344"/>
                    <a:pt x="1" y="748"/>
                    <a:pt x="93" y="1156"/>
                  </a:cubicBezTo>
                  <a:cubicBezTo>
                    <a:pt x="172" y="1508"/>
                    <a:pt x="483" y="1746"/>
                    <a:pt x="829" y="1746"/>
                  </a:cubicBezTo>
                  <a:cubicBezTo>
                    <a:pt x="884" y="1746"/>
                    <a:pt x="940" y="1740"/>
                    <a:pt x="996" y="1728"/>
                  </a:cubicBezTo>
                  <a:cubicBezTo>
                    <a:pt x="1635" y="1583"/>
                    <a:pt x="2376" y="1511"/>
                    <a:pt x="3117" y="1511"/>
                  </a:cubicBezTo>
                  <a:cubicBezTo>
                    <a:pt x="3674" y="1511"/>
                    <a:pt x="4231" y="1552"/>
                    <a:pt x="4743" y="1633"/>
                  </a:cubicBezTo>
                  <a:cubicBezTo>
                    <a:pt x="4832" y="1104"/>
                    <a:pt x="5048" y="618"/>
                    <a:pt x="5359" y="206"/>
                  </a:cubicBezTo>
                  <a:cubicBezTo>
                    <a:pt x="4664" y="69"/>
                    <a:pt x="3892" y="0"/>
                    <a:pt x="3121"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45"/>
            <p:cNvSpPr/>
            <p:nvPr/>
          </p:nvSpPr>
          <p:spPr>
            <a:xfrm>
              <a:off x="4209524" y="1599164"/>
              <a:ext cx="29958" cy="13157"/>
            </a:xfrm>
            <a:custGeom>
              <a:rect b="b" l="l" r="r" t="t"/>
              <a:pathLst>
                <a:path extrusionOk="0" h="444" w="1011">
                  <a:moveTo>
                    <a:pt x="221" y="0"/>
                  </a:moveTo>
                  <a:cubicBezTo>
                    <a:pt x="98" y="0"/>
                    <a:pt x="0" y="100"/>
                    <a:pt x="0" y="222"/>
                  </a:cubicBezTo>
                  <a:cubicBezTo>
                    <a:pt x="0" y="345"/>
                    <a:pt x="98" y="443"/>
                    <a:pt x="221" y="443"/>
                  </a:cubicBezTo>
                  <a:lnTo>
                    <a:pt x="787" y="443"/>
                  </a:lnTo>
                  <a:cubicBezTo>
                    <a:pt x="911" y="443"/>
                    <a:pt x="1011" y="345"/>
                    <a:pt x="1008" y="222"/>
                  </a:cubicBezTo>
                  <a:cubicBezTo>
                    <a:pt x="1008" y="100"/>
                    <a:pt x="910" y="0"/>
                    <a:pt x="787"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45"/>
            <p:cNvSpPr/>
            <p:nvPr/>
          </p:nvSpPr>
          <p:spPr>
            <a:xfrm>
              <a:off x="4050990" y="1468810"/>
              <a:ext cx="369902" cy="105907"/>
            </a:xfrm>
            <a:custGeom>
              <a:rect b="b" l="l" r="r" t="t"/>
              <a:pathLst>
                <a:path extrusionOk="0" h="3574" w="12483">
                  <a:moveTo>
                    <a:pt x="640" y="0"/>
                  </a:moveTo>
                  <a:cubicBezTo>
                    <a:pt x="581" y="0"/>
                    <a:pt x="525" y="5"/>
                    <a:pt x="469" y="11"/>
                  </a:cubicBezTo>
                  <a:cubicBezTo>
                    <a:pt x="168" y="773"/>
                    <a:pt x="0" y="1600"/>
                    <a:pt x="0" y="2468"/>
                  </a:cubicBezTo>
                  <a:cubicBezTo>
                    <a:pt x="0" y="2804"/>
                    <a:pt x="26" y="3132"/>
                    <a:pt x="73" y="3456"/>
                  </a:cubicBezTo>
                  <a:cubicBezTo>
                    <a:pt x="246" y="3532"/>
                    <a:pt x="435" y="3574"/>
                    <a:pt x="637" y="3574"/>
                  </a:cubicBezTo>
                  <a:lnTo>
                    <a:pt x="1702" y="3574"/>
                  </a:lnTo>
                  <a:lnTo>
                    <a:pt x="1702" y="3300"/>
                  </a:lnTo>
                  <a:cubicBezTo>
                    <a:pt x="1702" y="3068"/>
                    <a:pt x="1892" y="2880"/>
                    <a:pt x="2122" y="2880"/>
                  </a:cubicBezTo>
                  <a:cubicBezTo>
                    <a:pt x="2353" y="2880"/>
                    <a:pt x="2542" y="3068"/>
                    <a:pt x="2542" y="3300"/>
                  </a:cubicBezTo>
                  <a:lnTo>
                    <a:pt x="2542" y="3574"/>
                  </a:lnTo>
                  <a:lnTo>
                    <a:pt x="9166" y="3574"/>
                  </a:lnTo>
                  <a:lnTo>
                    <a:pt x="9166" y="3300"/>
                  </a:lnTo>
                  <a:cubicBezTo>
                    <a:pt x="9166" y="3068"/>
                    <a:pt x="9355" y="2880"/>
                    <a:pt x="9586" y="2880"/>
                  </a:cubicBezTo>
                  <a:cubicBezTo>
                    <a:pt x="9816" y="2880"/>
                    <a:pt x="10006" y="3068"/>
                    <a:pt x="10006" y="3300"/>
                  </a:cubicBezTo>
                  <a:lnTo>
                    <a:pt x="10006" y="3574"/>
                  </a:lnTo>
                  <a:lnTo>
                    <a:pt x="11071" y="3574"/>
                  </a:lnTo>
                  <a:cubicBezTo>
                    <a:pt x="11072" y="3574"/>
                    <a:pt x="11073" y="3574"/>
                    <a:pt x="11073" y="3574"/>
                  </a:cubicBezTo>
                  <a:cubicBezTo>
                    <a:pt x="11849" y="3574"/>
                    <a:pt x="12482" y="2940"/>
                    <a:pt x="12482" y="2165"/>
                  </a:cubicBezTo>
                  <a:lnTo>
                    <a:pt x="12482" y="1464"/>
                  </a:lnTo>
                  <a:cubicBezTo>
                    <a:pt x="11968" y="1809"/>
                    <a:pt x="11346" y="2011"/>
                    <a:pt x="10679" y="2011"/>
                  </a:cubicBezTo>
                  <a:cubicBezTo>
                    <a:pt x="9327" y="2011"/>
                    <a:pt x="8165" y="1180"/>
                    <a:pt x="7679"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45"/>
            <p:cNvSpPr/>
            <p:nvPr/>
          </p:nvSpPr>
          <p:spPr>
            <a:xfrm>
              <a:off x="4142969" y="1468810"/>
              <a:ext cx="153911" cy="30729"/>
            </a:xfrm>
            <a:custGeom>
              <a:rect b="b" l="l" r="r" t="t"/>
              <a:pathLst>
                <a:path extrusionOk="0" h="1037" w="5194">
                  <a:moveTo>
                    <a:pt x="0" y="0"/>
                  </a:moveTo>
                  <a:lnTo>
                    <a:pt x="0" y="449"/>
                  </a:lnTo>
                  <a:cubicBezTo>
                    <a:pt x="0" y="771"/>
                    <a:pt x="264" y="1037"/>
                    <a:pt x="586" y="1037"/>
                  </a:cubicBezTo>
                  <a:lnTo>
                    <a:pt x="4917" y="1037"/>
                  </a:lnTo>
                  <a:cubicBezTo>
                    <a:pt x="5016" y="1037"/>
                    <a:pt x="5111" y="1010"/>
                    <a:pt x="5194" y="967"/>
                  </a:cubicBezTo>
                  <a:cubicBezTo>
                    <a:pt x="4932" y="687"/>
                    <a:pt x="4723" y="361"/>
                    <a:pt x="4575"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45"/>
            <p:cNvSpPr/>
            <p:nvPr/>
          </p:nvSpPr>
          <p:spPr>
            <a:xfrm>
              <a:off x="4260936" y="1335346"/>
              <a:ext cx="212910" cy="193974"/>
            </a:xfrm>
            <a:custGeom>
              <a:rect b="b" l="l" r="r" t="t"/>
              <a:pathLst>
                <a:path extrusionOk="0" h="6546" w="7185">
                  <a:moveTo>
                    <a:pt x="3592" y="0"/>
                  </a:moveTo>
                  <a:cubicBezTo>
                    <a:pt x="2755" y="0"/>
                    <a:pt x="1917" y="320"/>
                    <a:pt x="1278" y="958"/>
                  </a:cubicBezTo>
                  <a:cubicBezTo>
                    <a:pt x="0" y="2238"/>
                    <a:pt x="0" y="4308"/>
                    <a:pt x="1278" y="5588"/>
                  </a:cubicBezTo>
                  <a:cubicBezTo>
                    <a:pt x="1917" y="6226"/>
                    <a:pt x="2755" y="6546"/>
                    <a:pt x="3592" y="6546"/>
                  </a:cubicBezTo>
                  <a:cubicBezTo>
                    <a:pt x="4430" y="6546"/>
                    <a:pt x="5267" y="6226"/>
                    <a:pt x="5907" y="5588"/>
                  </a:cubicBezTo>
                  <a:cubicBezTo>
                    <a:pt x="7185" y="4308"/>
                    <a:pt x="7185" y="2238"/>
                    <a:pt x="5907" y="958"/>
                  </a:cubicBezTo>
                  <a:cubicBezTo>
                    <a:pt x="5267" y="320"/>
                    <a:pt x="4430" y="0"/>
                    <a:pt x="3592"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45"/>
            <p:cNvSpPr/>
            <p:nvPr/>
          </p:nvSpPr>
          <p:spPr>
            <a:xfrm>
              <a:off x="4295250" y="1361748"/>
              <a:ext cx="144281" cy="141317"/>
            </a:xfrm>
            <a:custGeom>
              <a:rect b="b" l="l" r="r" t="t"/>
              <a:pathLst>
                <a:path extrusionOk="0" h="4769" w="4869">
                  <a:moveTo>
                    <a:pt x="2429" y="0"/>
                  </a:moveTo>
                  <a:cubicBezTo>
                    <a:pt x="1158" y="0"/>
                    <a:pt x="103" y="1004"/>
                    <a:pt x="53" y="2289"/>
                  </a:cubicBezTo>
                  <a:cubicBezTo>
                    <a:pt x="0" y="3604"/>
                    <a:pt x="1024" y="4714"/>
                    <a:pt x="2340" y="4766"/>
                  </a:cubicBezTo>
                  <a:cubicBezTo>
                    <a:pt x="2371" y="4768"/>
                    <a:pt x="2403" y="4768"/>
                    <a:pt x="2434" y="4768"/>
                  </a:cubicBezTo>
                  <a:cubicBezTo>
                    <a:pt x="3707" y="4768"/>
                    <a:pt x="4766" y="3763"/>
                    <a:pt x="4817" y="2478"/>
                  </a:cubicBezTo>
                  <a:cubicBezTo>
                    <a:pt x="4869" y="1163"/>
                    <a:pt x="3846" y="53"/>
                    <a:pt x="2529" y="2"/>
                  </a:cubicBezTo>
                  <a:cubicBezTo>
                    <a:pt x="2496" y="1"/>
                    <a:pt x="2462" y="0"/>
                    <a:pt x="24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45"/>
            <p:cNvSpPr/>
            <p:nvPr/>
          </p:nvSpPr>
          <p:spPr>
            <a:xfrm>
              <a:off x="4360886" y="1379587"/>
              <a:ext cx="13157" cy="48212"/>
            </a:xfrm>
            <a:custGeom>
              <a:rect b="b" l="l" r="r" t="t"/>
              <a:pathLst>
                <a:path extrusionOk="0" h="1627" w="444">
                  <a:moveTo>
                    <a:pt x="221" y="0"/>
                  </a:moveTo>
                  <a:cubicBezTo>
                    <a:pt x="100" y="0"/>
                    <a:pt x="0" y="100"/>
                    <a:pt x="0" y="221"/>
                  </a:cubicBezTo>
                  <a:lnTo>
                    <a:pt x="0" y="1405"/>
                  </a:lnTo>
                  <a:cubicBezTo>
                    <a:pt x="0" y="1527"/>
                    <a:pt x="100" y="1626"/>
                    <a:pt x="221" y="1626"/>
                  </a:cubicBezTo>
                  <a:cubicBezTo>
                    <a:pt x="344" y="1626"/>
                    <a:pt x="443" y="1527"/>
                    <a:pt x="443" y="1405"/>
                  </a:cubicBezTo>
                  <a:lnTo>
                    <a:pt x="443" y="221"/>
                  </a:lnTo>
                  <a:cubicBezTo>
                    <a:pt x="443" y="98"/>
                    <a:pt x="344" y="0"/>
                    <a:pt x="22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45"/>
            <p:cNvSpPr/>
            <p:nvPr/>
          </p:nvSpPr>
          <p:spPr>
            <a:xfrm>
              <a:off x="4330484" y="1431414"/>
              <a:ext cx="39856" cy="38078"/>
            </a:xfrm>
            <a:custGeom>
              <a:rect b="b" l="l" r="r" t="t"/>
              <a:pathLst>
                <a:path extrusionOk="0" h="1285" w="1345">
                  <a:moveTo>
                    <a:pt x="1019" y="1"/>
                  </a:moveTo>
                  <a:cubicBezTo>
                    <a:pt x="944" y="1"/>
                    <a:pt x="868" y="30"/>
                    <a:pt x="810" y="87"/>
                  </a:cubicBezTo>
                  <a:lnTo>
                    <a:pt x="117" y="777"/>
                  </a:lnTo>
                  <a:cubicBezTo>
                    <a:pt x="0" y="894"/>
                    <a:pt x="0" y="1080"/>
                    <a:pt x="115" y="1197"/>
                  </a:cubicBezTo>
                  <a:cubicBezTo>
                    <a:pt x="172" y="1255"/>
                    <a:pt x="248" y="1284"/>
                    <a:pt x="325" y="1284"/>
                  </a:cubicBezTo>
                  <a:cubicBezTo>
                    <a:pt x="401" y="1284"/>
                    <a:pt x="477" y="1256"/>
                    <a:pt x="535" y="1198"/>
                  </a:cubicBezTo>
                  <a:lnTo>
                    <a:pt x="1228" y="508"/>
                  </a:lnTo>
                  <a:cubicBezTo>
                    <a:pt x="1345" y="392"/>
                    <a:pt x="1345" y="205"/>
                    <a:pt x="1230" y="89"/>
                  </a:cubicBezTo>
                  <a:cubicBezTo>
                    <a:pt x="1171" y="30"/>
                    <a:pt x="1095" y="1"/>
                    <a:pt x="101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45"/>
            <p:cNvSpPr/>
            <p:nvPr/>
          </p:nvSpPr>
          <p:spPr>
            <a:xfrm>
              <a:off x="4360886" y="1355022"/>
              <a:ext cx="13157" cy="19795"/>
            </a:xfrm>
            <a:custGeom>
              <a:rect b="b" l="l" r="r" t="t"/>
              <a:pathLst>
                <a:path extrusionOk="0" h="668" w="444">
                  <a:moveTo>
                    <a:pt x="221" y="1"/>
                  </a:moveTo>
                  <a:cubicBezTo>
                    <a:pt x="100" y="1"/>
                    <a:pt x="0" y="100"/>
                    <a:pt x="0" y="223"/>
                  </a:cubicBezTo>
                  <a:lnTo>
                    <a:pt x="0" y="447"/>
                  </a:lnTo>
                  <a:cubicBezTo>
                    <a:pt x="0" y="568"/>
                    <a:pt x="100" y="668"/>
                    <a:pt x="221" y="668"/>
                  </a:cubicBezTo>
                  <a:cubicBezTo>
                    <a:pt x="344" y="668"/>
                    <a:pt x="443" y="568"/>
                    <a:pt x="443" y="447"/>
                  </a:cubicBezTo>
                  <a:lnTo>
                    <a:pt x="443" y="223"/>
                  </a:lnTo>
                  <a:cubicBezTo>
                    <a:pt x="443" y="100"/>
                    <a:pt x="344" y="1"/>
                    <a:pt x="221"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45"/>
            <p:cNvSpPr/>
            <p:nvPr/>
          </p:nvSpPr>
          <p:spPr>
            <a:xfrm>
              <a:off x="4360886" y="1489761"/>
              <a:ext cx="13157" cy="19795"/>
            </a:xfrm>
            <a:custGeom>
              <a:rect b="b" l="l" r="r" t="t"/>
              <a:pathLst>
                <a:path extrusionOk="0" h="668" w="444">
                  <a:moveTo>
                    <a:pt x="221" y="0"/>
                  </a:moveTo>
                  <a:cubicBezTo>
                    <a:pt x="100" y="0"/>
                    <a:pt x="0" y="100"/>
                    <a:pt x="0" y="223"/>
                  </a:cubicBezTo>
                  <a:lnTo>
                    <a:pt x="0" y="446"/>
                  </a:lnTo>
                  <a:cubicBezTo>
                    <a:pt x="0" y="568"/>
                    <a:pt x="100" y="667"/>
                    <a:pt x="221" y="667"/>
                  </a:cubicBezTo>
                  <a:cubicBezTo>
                    <a:pt x="344" y="667"/>
                    <a:pt x="443" y="568"/>
                    <a:pt x="443" y="446"/>
                  </a:cubicBezTo>
                  <a:lnTo>
                    <a:pt x="443" y="223"/>
                  </a:lnTo>
                  <a:cubicBezTo>
                    <a:pt x="443" y="100"/>
                    <a:pt x="344" y="0"/>
                    <a:pt x="221"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45"/>
            <p:cNvSpPr/>
            <p:nvPr/>
          </p:nvSpPr>
          <p:spPr>
            <a:xfrm>
              <a:off x="4310215" y="1375735"/>
              <a:ext cx="19172" cy="17839"/>
            </a:xfrm>
            <a:custGeom>
              <a:rect b="b" l="l" r="r" t="t"/>
              <a:pathLst>
                <a:path extrusionOk="0" h="602" w="647">
                  <a:moveTo>
                    <a:pt x="244" y="0"/>
                  </a:moveTo>
                  <a:cubicBezTo>
                    <a:pt x="188" y="0"/>
                    <a:pt x="131" y="22"/>
                    <a:pt x="87" y="66"/>
                  </a:cubicBezTo>
                  <a:cubicBezTo>
                    <a:pt x="0" y="154"/>
                    <a:pt x="0" y="293"/>
                    <a:pt x="87" y="380"/>
                  </a:cubicBezTo>
                  <a:lnTo>
                    <a:pt x="244" y="537"/>
                  </a:lnTo>
                  <a:cubicBezTo>
                    <a:pt x="289" y="580"/>
                    <a:pt x="346" y="602"/>
                    <a:pt x="403" y="602"/>
                  </a:cubicBezTo>
                  <a:cubicBezTo>
                    <a:pt x="460" y="602"/>
                    <a:pt x="516" y="580"/>
                    <a:pt x="560" y="537"/>
                  </a:cubicBezTo>
                  <a:cubicBezTo>
                    <a:pt x="647" y="450"/>
                    <a:pt x="647" y="311"/>
                    <a:pt x="560" y="223"/>
                  </a:cubicBezTo>
                  <a:lnTo>
                    <a:pt x="401" y="66"/>
                  </a:lnTo>
                  <a:cubicBezTo>
                    <a:pt x="358" y="22"/>
                    <a:pt x="301" y="0"/>
                    <a:pt x="244"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45"/>
            <p:cNvSpPr/>
            <p:nvPr/>
          </p:nvSpPr>
          <p:spPr>
            <a:xfrm>
              <a:off x="4405513" y="1470974"/>
              <a:ext cx="19202" cy="17898"/>
            </a:xfrm>
            <a:custGeom>
              <a:rect b="b" l="l" r="r" t="t"/>
              <a:pathLst>
                <a:path extrusionOk="0" h="604" w="648">
                  <a:moveTo>
                    <a:pt x="244" y="0"/>
                  </a:moveTo>
                  <a:cubicBezTo>
                    <a:pt x="188" y="0"/>
                    <a:pt x="131" y="22"/>
                    <a:pt x="87" y="65"/>
                  </a:cubicBezTo>
                  <a:cubicBezTo>
                    <a:pt x="0" y="152"/>
                    <a:pt x="0" y="292"/>
                    <a:pt x="87" y="381"/>
                  </a:cubicBezTo>
                  <a:lnTo>
                    <a:pt x="244" y="538"/>
                  </a:lnTo>
                  <a:cubicBezTo>
                    <a:pt x="287" y="581"/>
                    <a:pt x="344" y="603"/>
                    <a:pt x="401" y="603"/>
                  </a:cubicBezTo>
                  <a:cubicBezTo>
                    <a:pt x="458" y="603"/>
                    <a:pt x="516" y="581"/>
                    <a:pt x="560" y="538"/>
                  </a:cubicBezTo>
                  <a:cubicBezTo>
                    <a:pt x="647" y="451"/>
                    <a:pt x="647" y="311"/>
                    <a:pt x="560" y="222"/>
                  </a:cubicBezTo>
                  <a:lnTo>
                    <a:pt x="401" y="65"/>
                  </a:lnTo>
                  <a:cubicBezTo>
                    <a:pt x="358" y="22"/>
                    <a:pt x="301" y="0"/>
                    <a:pt x="244"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45"/>
            <p:cNvSpPr/>
            <p:nvPr/>
          </p:nvSpPr>
          <p:spPr>
            <a:xfrm>
              <a:off x="4290183" y="1425725"/>
              <a:ext cx="19765" cy="13157"/>
            </a:xfrm>
            <a:custGeom>
              <a:rect b="b" l="l" r="r" t="t"/>
              <a:pathLst>
                <a:path extrusionOk="0" h="444" w="667">
                  <a:moveTo>
                    <a:pt x="221" y="1"/>
                  </a:moveTo>
                  <a:cubicBezTo>
                    <a:pt x="100" y="1"/>
                    <a:pt x="0" y="100"/>
                    <a:pt x="0" y="223"/>
                  </a:cubicBezTo>
                  <a:cubicBezTo>
                    <a:pt x="0" y="346"/>
                    <a:pt x="100" y="444"/>
                    <a:pt x="221" y="444"/>
                  </a:cubicBezTo>
                  <a:lnTo>
                    <a:pt x="445" y="444"/>
                  </a:lnTo>
                  <a:cubicBezTo>
                    <a:pt x="568" y="444"/>
                    <a:pt x="667" y="346"/>
                    <a:pt x="667" y="223"/>
                  </a:cubicBezTo>
                  <a:cubicBezTo>
                    <a:pt x="667" y="100"/>
                    <a:pt x="568" y="1"/>
                    <a:pt x="445"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45"/>
            <p:cNvSpPr/>
            <p:nvPr/>
          </p:nvSpPr>
          <p:spPr>
            <a:xfrm>
              <a:off x="4424893" y="1425725"/>
              <a:ext cx="19795" cy="13157"/>
            </a:xfrm>
            <a:custGeom>
              <a:rect b="b" l="l" r="r" t="t"/>
              <a:pathLst>
                <a:path extrusionOk="0" h="444" w="668">
                  <a:moveTo>
                    <a:pt x="222" y="1"/>
                  </a:moveTo>
                  <a:cubicBezTo>
                    <a:pt x="100" y="1"/>
                    <a:pt x="1" y="100"/>
                    <a:pt x="1" y="223"/>
                  </a:cubicBezTo>
                  <a:cubicBezTo>
                    <a:pt x="1" y="346"/>
                    <a:pt x="100" y="444"/>
                    <a:pt x="222" y="444"/>
                  </a:cubicBezTo>
                  <a:lnTo>
                    <a:pt x="445" y="444"/>
                  </a:lnTo>
                  <a:cubicBezTo>
                    <a:pt x="568" y="444"/>
                    <a:pt x="668" y="346"/>
                    <a:pt x="668" y="223"/>
                  </a:cubicBezTo>
                  <a:cubicBezTo>
                    <a:pt x="668" y="100"/>
                    <a:pt x="568" y="1"/>
                    <a:pt x="445"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45"/>
            <p:cNvSpPr/>
            <p:nvPr/>
          </p:nvSpPr>
          <p:spPr>
            <a:xfrm>
              <a:off x="4310215" y="1470974"/>
              <a:ext cx="19172" cy="17898"/>
            </a:xfrm>
            <a:custGeom>
              <a:rect b="b" l="l" r="r" t="t"/>
              <a:pathLst>
                <a:path extrusionOk="0" h="604" w="647">
                  <a:moveTo>
                    <a:pt x="403" y="0"/>
                  </a:moveTo>
                  <a:cubicBezTo>
                    <a:pt x="346" y="0"/>
                    <a:pt x="289" y="22"/>
                    <a:pt x="244" y="65"/>
                  </a:cubicBezTo>
                  <a:lnTo>
                    <a:pt x="87" y="222"/>
                  </a:lnTo>
                  <a:cubicBezTo>
                    <a:pt x="0" y="311"/>
                    <a:pt x="0" y="451"/>
                    <a:pt x="87" y="538"/>
                  </a:cubicBezTo>
                  <a:cubicBezTo>
                    <a:pt x="131" y="581"/>
                    <a:pt x="188" y="603"/>
                    <a:pt x="245" y="603"/>
                  </a:cubicBezTo>
                  <a:cubicBezTo>
                    <a:pt x="301" y="603"/>
                    <a:pt x="359" y="581"/>
                    <a:pt x="403" y="538"/>
                  </a:cubicBezTo>
                  <a:lnTo>
                    <a:pt x="560" y="381"/>
                  </a:lnTo>
                  <a:cubicBezTo>
                    <a:pt x="647" y="292"/>
                    <a:pt x="647" y="152"/>
                    <a:pt x="560" y="65"/>
                  </a:cubicBezTo>
                  <a:cubicBezTo>
                    <a:pt x="516" y="22"/>
                    <a:pt x="460" y="0"/>
                    <a:pt x="403"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45"/>
            <p:cNvSpPr/>
            <p:nvPr/>
          </p:nvSpPr>
          <p:spPr>
            <a:xfrm>
              <a:off x="4405513" y="1375735"/>
              <a:ext cx="19202" cy="17839"/>
            </a:xfrm>
            <a:custGeom>
              <a:rect b="b" l="l" r="r" t="t"/>
              <a:pathLst>
                <a:path extrusionOk="0" h="602" w="648">
                  <a:moveTo>
                    <a:pt x="402" y="0"/>
                  </a:moveTo>
                  <a:cubicBezTo>
                    <a:pt x="345" y="0"/>
                    <a:pt x="288" y="22"/>
                    <a:pt x="244" y="66"/>
                  </a:cubicBezTo>
                  <a:lnTo>
                    <a:pt x="87" y="223"/>
                  </a:lnTo>
                  <a:cubicBezTo>
                    <a:pt x="0" y="311"/>
                    <a:pt x="0" y="450"/>
                    <a:pt x="87" y="537"/>
                  </a:cubicBezTo>
                  <a:cubicBezTo>
                    <a:pt x="130" y="580"/>
                    <a:pt x="187" y="602"/>
                    <a:pt x="244" y="602"/>
                  </a:cubicBezTo>
                  <a:cubicBezTo>
                    <a:pt x="301" y="602"/>
                    <a:pt x="358" y="580"/>
                    <a:pt x="401" y="537"/>
                  </a:cubicBezTo>
                  <a:lnTo>
                    <a:pt x="560" y="380"/>
                  </a:lnTo>
                  <a:cubicBezTo>
                    <a:pt x="647" y="293"/>
                    <a:pt x="647" y="154"/>
                    <a:pt x="560" y="66"/>
                  </a:cubicBezTo>
                  <a:cubicBezTo>
                    <a:pt x="516" y="22"/>
                    <a:pt x="459" y="0"/>
                    <a:pt x="402"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45"/>
            <p:cNvSpPr/>
            <p:nvPr/>
          </p:nvSpPr>
          <p:spPr>
            <a:xfrm>
              <a:off x="4321594" y="1553233"/>
              <a:ext cx="26936" cy="43056"/>
            </a:xfrm>
            <a:custGeom>
              <a:rect b="b" l="l" r="r" t="t"/>
              <a:pathLst>
                <a:path extrusionOk="0" h="1453" w="909">
                  <a:moveTo>
                    <a:pt x="454" y="0"/>
                  </a:moveTo>
                  <a:cubicBezTo>
                    <a:pt x="205" y="0"/>
                    <a:pt x="0" y="204"/>
                    <a:pt x="0" y="453"/>
                  </a:cubicBezTo>
                  <a:lnTo>
                    <a:pt x="0" y="998"/>
                  </a:lnTo>
                  <a:cubicBezTo>
                    <a:pt x="0" y="1247"/>
                    <a:pt x="205" y="1452"/>
                    <a:pt x="454" y="1452"/>
                  </a:cubicBezTo>
                  <a:cubicBezTo>
                    <a:pt x="703" y="1452"/>
                    <a:pt x="906" y="1247"/>
                    <a:pt x="906" y="998"/>
                  </a:cubicBezTo>
                  <a:lnTo>
                    <a:pt x="906" y="453"/>
                  </a:lnTo>
                  <a:cubicBezTo>
                    <a:pt x="908" y="204"/>
                    <a:pt x="704" y="0"/>
                    <a:pt x="4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45"/>
            <p:cNvSpPr/>
            <p:nvPr/>
          </p:nvSpPr>
          <p:spPr>
            <a:xfrm>
              <a:off x="4100506" y="1553233"/>
              <a:ext cx="26877" cy="43056"/>
            </a:xfrm>
            <a:custGeom>
              <a:rect b="b" l="l" r="r" t="t"/>
              <a:pathLst>
                <a:path extrusionOk="0" h="1453" w="907">
                  <a:moveTo>
                    <a:pt x="454" y="0"/>
                  </a:moveTo>
                  <a:cubicBezTo>
                    <a:pt x="205" y="0"/>
                    <a:pt x="0" y="204"/>
                    <a:pt x="0" y="453"/>
                  </a:cubicBezTo>
                  <a:lnTo>
                    <a:pt x="0" y="998"/>
                  </a:lnTo>
                  <a:cubicBezTo>
                    <a:pt x="0" y="1247"/>
                    <a:pt x="205" y="1452"/>
                    <a:pt x="454" y="1452"/>
                  </a:cubicBezTo>
                  <a:cubicBezTo>
                    <a:pt x="703" y="1452"/>
                    <a:pt x="906" y="1247"/>
                    <a:pt x="906" y="998"/>
                  </a:cubicBezTo>
                  <a:lnTo>
                    <a:pt x="906" y="453"/>
                  </a:lnTo>
                  <a:cubicBezTo>
                    <a:pt x="906" y="204"/>
                    <a:pt x="703" y="0"/>
                    <a:pt x="4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45"/>
            <p:cNvSpPr/>
            <p:nvPr/>
          </p:nvSpPr>
          <p:spPr>
            <a:xfrm>
              <a:off x="4290183" y="1354992"/>
              <a:ext cx="154563" cy="154563"/>
            </a:xfrm>
            <a:custGeom>
              <a:rect b="b" l="l" r="r" t="t"/>
              <a:pathLst>
                <a:path extrusionOk="0" h="5216" w="5216">
                  <a:moveTo>
                    <a:pt x="2607" y="448"/>
                  </a:moveTo>
                  <a:cubicBezTo>
                    <a:pt x="3799" y="448"/>
                    <a:pt x="4768" y="1416"/>
                    <a:pt x="4771" y="2610"/>
                  </a:cubicBezTo>
                  <a:cubicBezTo>
                    <a:pt x="4771" y="3802"/>
                    <a:pt x="3801" y="4772"/>
                    <a:pt x="2607" y="4772"/>
                  </a:cubicBezTo>
                  <a:cubicBezTo>
                    <a:pt x="1415" y="4772"/>
                    <a:pt x="445" y="3802"/>
                    <a:pt x="445" y="2610"/>
                  </a:cubicBezTo>
                  <a:cubicBezTo>
                    <a:pt x="445" y="1416"/>
                    <a:pt x="1415" y="448"/>
                    <a:pt x="2607" y="448"/>
                  </a:cubicBezTo>
                  <a:close/>
                  <a:moveTo>
                    <a:pt x="2607" y="0"/>
                  </a:moveTo>
                  <a:cubicBezTo>
                    <a:pt x="1169" y="0"/>
                    <a:pt x="0" y="1171"/>
                    <a:pt x="0" y="2608"/>
                  </a:cubicBezTo>
                  <a:cubicBezTo>
                    <a:pt x="0" y="4046"/>
                    <a:pt x="1169" y="5215"/>
                    <a:pt x="2607" y="5215"/>
                  </a:cubicBezTo>
                  <a:cubicBezTo>
                    <a:pt x="4043" y="5215"/>
                    <a:pt x="5214" y="4046"/>
                    <a:pt x="5215" y="2608"/>
                  </a:cubicBezTo>
                  <a:cubicBezTo>
                    <a:pt x="5215" y="1171"/>
                    <a:pt x="4045" y="0"/>
                    <a:pt x="2607"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45"/>
            <p:cNvSpPr/>
            <p:nvPr/>
          </p:nvSpPr>
          <p:spPr>
            <a:xfrm>
              <a:off x="4351523" y="1417546"/>
              <a:ext cx="31944" cy="29336"/>
            </a:xfrm>
            <a:custGeom>
              <a:rect b="b" l="l" r="r" t="t"/>
              <a:pathLst>
                <a:path extrusionOk="0" h="990" w="1078">
                  <a:moveTo>
                    <a:pt x="540" y="1"/>
                  </a:moveTo>
                  <a:cubicBezTo>
                    <a:pt x="507" y="1"/>
                    <a:pt x="474" y="4"/>
                    <a:pt x="441" y="11"/>
                  </a:cubicBezTo>
                  <a:cubicBezTo>
                    <a:pt x="175" y="65"/>
                    <a:pt x="1" y="326"/>
                    <a:pt x="55" y="594"/>
                  </a:cubicBezTo>
                  <a:cubicBezTo>
                    <a:pt x="103" y="827"/>
                    <a:pt x="309" y="989"/>
                    <a:pt x="539" y="989"/>
                  </a:cubicBezTo>
                  <a:cubicBezTo>
                    <a:pt x="572" y="989"/>
                    <a:pt x="605" y="986"/>
                    <a:pt x="638" y="979"/>
                  </a:cubicBezTo>
                  <a:cubicBezTo>
                    <a:pt x="905" y="925"/>
                    <a:pt x="1078" y="664"/>
                    <a:pt x="1023" y="396"/>
                  </a:cubicBezTo>
                  <a:cubicBezTo>
                    <a:pt x="976" y="161"/>
                    <a:pt x="770" y="1"/>
                    <a:pt x="540"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1" name="Google Shape;10301;p45"/>
          <p:cNvGrpSpPr/>
          <p:nvPr/>
        </p:nvGrpSpPr>
        <p:grpSpPr>
          <a:xfrm>
            <a:off x="4059909" y="4148596"/>
            <a:ext cx="395712" cy="413433"/>
            <a:chOff x="4059909" y="4148596"/>
            <a:chExt cx="395712" cy="413433"/>
          </a:xfrm>
        </p:grpSpPr>
        <p:sp>
          <p:nvSpPr>
            <p:cNvPr id="10302" name="Google Shape;10302;p45"/>
            <p:cNvSpPr/>
            <p:nvPr/>
          </p:nvSpPr>
          <p:spPr>
            <a:xfrm>
              <a:off x="4059909" y="4166316"/>
              <a:ext cx="395712" cy="376481"/>
            </a:xfrm>
            <a:custGeom>
              <a:rect b="b" l="l" r="r" t="t"/>
              <a:pathLst>
                <a:path extrusionOk="0" h="12705" w="13354">
                  <a:moveTo>
                    <a:pt x="6677" y="1"/>
                  </a:moveTo>
                  <a:cubicBezTo>
                    <a:pt x="2988" y="1"/>
                    <a:pt x="1" y="2990"/>
                    <a:pt x="1" y="6677"/>
                  </a:cubicBezTo>
                  <a:cubicBezTo>
                    <a:pt x="1" y="6941"/>
                    <a:pt x="16" y="7204"/>
                    <a:pt x="47" y="7460"/>
                  </a:cubicBezTo>
                  <a:lnTo>
                    <a:pt x="9546" y="12705"/>
                  </a:lnTo>
                  <a:cubicBezTo>
                    <a:pt x="9902" y="12535"/>
                    <a:pt x="10240" y="12335"/>
                    <a:pt x="10557" y="12108"/>
                  </a:cubicBezTo>
                  <a:lnTo>
                    <a:pt x="12840" y="9243"/>
                  </a:lnTo>
                  <a:cubicBezTo>
                    <a:pt x="13171" y="8454"/>
                    <a:pt x="13353" y="7586"/>
                    <a:pt x="13353" y="6677"/>
                  </a:cubicBezTo>
                  <a:cubicBezTo>
                    <a:pt x="13353" y="2991"/>
                    <a:pt x="10364" y="1"/>
                    <a:pt x="6677"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45"/>
            <p:cNvSpPr/>
            <p:nvPr/>
          </p:nvSpPr>
          <p:spPr>
            <a:xfrm>
              <a:off x="4061124" y="4187177"/>
              <a:ext cx="282842" cy="374851"/>
            </a:xfrm>
            <a:custGeom>
              <a:rect b="b" l="l" r="r" t="t"/>
              <a:pathLst>
                <a:path extrusionOk="0" h="12650" w="9545">
                  <a:moveTo>
                    <a:pt x="1003" y="1"/>
                  </a:moveTo>
                  <a:cubicBezTo>
                    <a:pt x="449" y="1"/>
                    <a:pt x="0" y="448"/>
                    <a:pt x="0" y="1003"/>
                  </a:cubicBezTo>
                  <a:lnTo>
                    <a:pt x="0" y="6728"/>
                  </a:lnTo>
                  <a:cubicBezTo>
                    <a:pt x="104" y="7645"/>
                    <a:pt x="393" y="8505"/>
                    <a:pt x="829" y="9270"/>
                  </a:cubicBezTo>
                  <a:lnTo>
                    <a:pt x="3777" y="12010"/>
                  </a:lnTo>
                  <a:cubicBezTo>
                    <a:pt x="4645" y="12421"/>
                    <a:pt x="5611" y="12649"/>
                    <a:pt x="6634" y="12649"/>
                  </a:cubicBezTo>
                  <a:cubicBezTo>
                    <a:pt x="7671" y="12649"/>
                    <a:pt x="8655" y="12413"/>
                    <a:pt x="9532" y="11988"/>
                  </a:cubicBezTo>
                  <a:cubicBezTo>
                    <a:pt x="9539" y="11936"/>
                    <a:pt x="9544" y="11881"/>
                    <a:pt x="9544" y="11827"/>
                  </a:cubicBezTo>
                  <a:lnTo>
                    <a:pt x="9544" y="1000"/>
                  </a:lnTo>
                  <a:cubicBezTo>
                    <a:pt x="9544" y="448"/>
                    <a:pt x="9096" y="1"/>
                    <a:pt x="8542" y="1"/>
                  </a:cubicBezTo>
                  <a:lnTo>
                    <a:pt x="6844" y="1"/>
                  </a:lnTo>
                  <a:cubicBezTo>
                    <a:pt x="6850" y="37"/>
                    <a:pt x="6853" y="75"/>
                    <a:pt x="6853" y="114"/>
                  </a:cubicBezTo>
                  <a:cubicBezTo>
                    <a:pt x="6853" y="475"/>
                    <a:pt x="6563" y="766"/>
                    <a:pt x="6202" y="766"/>
                  </a:cubicBezTo>
                  <a:lnTo>
                    <a:pt x="3342" y="766"/>
                  </a:lnTo>
                  <a:cubicBezTo>
                    <a:pt x="2983" y="766"/>
                    <a:pt x="2692" y="475"/>
                    <a:pt x="2692" y="114"/>
                  </a:cubicBezTo>
                  <a:cubicBezTo>
                    <a:pt x="2692" y="75"/>
                    <a:pt x="2695" y="37"/>
                    <a:pt x="270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45"/>
            <p:cNvSpPr/>
            <p:nvPr/>
          </p:nvSpPr>
          <p:spPr>
            <a:xfrm>
              <a:off x="4084741" y="4210735"/>
              <a:ext cx="235667" cy="333099"/>
            </a:xfrm>
            <a:custGeom>
              <a:rect b="b" l="l" r="r" t="t"/>
              <a:pathLst>
                <a:path extrusionOk="0" h="11241" w="7953">
                  <a:moveTo>
                    <a:pt x="221" y="0"/>
                  </a:moveTo>
                  <a:cubicBezTo>
                    <a:pt x="100" y="0"/>
                    <a:pt x="0" y="100"/>
                    <a:pt x="0" y="221"/>
                  </a:cubicBezTo>
                  <a:lnTo>
                    <a:pt x="0" y="8417"/>
                  </a:lnTo>
                  <a:cubicBezTo>
                    <a:pt x="686" y="9651"/>
                    <a:pt x="1752" y="10646"/>
                    <a:pt x="3041" y="11240"/>
                  </a:cubicBezTo>
                  <a:lnTo>
                    <a:pt x="7732" y="11240"/>
                  </a:lnTo>
                  <a:cubicBezTo>
                    <a:pt x="7853" y="11240"/>
                    <a:pt x="7953" y="11141"/>
                    <a:pt x="7953" y="11019"/>
                  </a:cubicBezTo>
                  <a:lnTo>
                    <a:pt x="7953" y="221"/>
                  </a:lnTo>
                  <a:cubicBezTo>
                    <a:pt x="7953" y="100"/>
                    <a:pt x="7853" y="0"/>
                    <a:pt x="7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45"/>
            <p:cNvSpPr/>
            <p:nvPr/>
          </p:nvSpPr>
          <p:spPr>
            <a:xfrm>
              <a:off x="4084741" y="4210735"/>
              <a:ext cx="235667" cy="333099"/>
            </a:xfrm>
            <a:custGeom>
              <a:rect b="b" l="l" r="r" t="t"/>
              <a:pathLst>
                <a:path extrusionOk="0" h="11241" w="7953">
                  <a:moveTo>
                    <a:pt x="221" y="0"/>
                  </a:moveTo>
                  <a:cubicBezTo>
                    <a:pt x="100" y="0"/>
                    <a:pt x="0" y="100"/>
                    <a:pt x="0" y="221"/>
                  </a:cubicBezTo>
                  <a:lnTo>
                    <a:pt x="0" y="8417"/>
                  </a:lnTo>
                  <a:cubicBezTo>
                    <a:pt x="686" y="9651"/>
                    <a:pt x="1752" y="10646"/>
                    <a:pt x="3041" y="11240"/>
                  </a:cubicBezTo>
                  <a:lnTo>
                    <a:pt x="7732" y="11240"/>
                  </a:lnTo>
                  <a:cubicBezTo>
                    <a:pt x="7853" y="11240"/>
                    <a:pt x="7953" y="11141"/>
                    <a:pt x="7953" y="11019"/>
                  </a:cubicBezTo>
                  <a:lnTo>
                    <a:pt x="7953" y="221"/>
                  </a:lnTo>
                  <a:cubicBezTo>
                    <a:pt x="7953" y="100"/>
                    <a:pt x="7853" y="0"/>
                    <a:pt x="7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45"/>
            <p:cNvSpPr/>
            <p:nvPr/>
          </p:nvSpPr>
          <p:spPr>
            <a:xfrm>
              <a:off x="4119470" y="4272430"/>
              <a:ext cx="41011" cy="41041"/>
            </a:xfrm>
            <a:custGeom>
              <a:rect b="b" l="l" r="r" t="t"/>
              <a:pathLst>
                <a:path extrusionOk="0" h="1385" w="1384">
                  <a:moveTo>
                    <a:pt x="353" y="1"/>
                  </a:moveTo>
                  <a:cubicBezTo>
                    <a:pt x="159" y="1"/>
                    <a:pt x="0" y="160"/>
                    <a:pt x="0" y="354"/>
                  </a:cubicBezTo>
                  <a:lnTo>
                    <a:pt x="0" y="1030"/>
                  </a:lnTo>
                  <a:cubicBezTo>
                    <a:pt x="0" y="1224"/>
                    <a:pt x="159" y="1384"/>
                    <a:pt x="353" y="1384"/>
                  </a:cubicBezTo>
                  <a:lnTo>
                    <a:pt x="1029" y="1384"/>
                  </a:lnTo>
                  <a:cubicBezTo>
                    <a:pt x="1224" y="1384"/>
                    <a:pt x="1384" y="1224"/>
                    <a:pt x="1384" y="1030"/>
                  </a:cubicBezTo>
                  <a:lnTo>
                    <a:pt x="1384" y="354"/>
                  </a:lnTo>
                  <a:cubicBezTo>
                    <a:pt x="1384" y="158"/>
                    <a:pt x="1224" y="1"/>
                    <a:pt x="10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45"/>
            <p:cNvSpPr/>
            <p:nvPr/>
          </p:nvSpPr>
          <p:spPr>
            <a:xfrm>
              <a:off x="4121782" y="4269556"/>
              <a:ext cx="49338" cy="36507"/>
            </a:xfrm>
            <a:custGeom>
              <a:rect b="b" l="l" r="r" t="t"/>
              <a:pathLst>
                <a:path extrusionOk="0" h="1232" w="1665">
                  <a:moveTo>
                    <a:pt x="1423" y="1"/>
                  </a:moveTo>
                  <a:cubicBezTo>
                    <a:pt x="1366" y="1"/>
                    <a:pt x="1310" y="22"/>
                    <a:pt x="1267" y="64"/>
                  </a:cubicBezTo>
                  <a:lnTo>
                    <a:pt x="634" y="696"/>
                  </a:lnTo>
                  <a:lnTo>
                    <a:pt x="398" y="459"/>
                  </a:lnTo>
                  <a:cubicBezTo>
                    <a:pt x="355" y="416"/>
                    <a:pt x="298" y="395"/>
                    <a:pt x="241" y="395"/>
                  </a:cubicBezTo>
                  <a:cubicBezTo>
                    <a:pt x="185" y="395"/>
                    <a:pt x="128" y="416"/>
                    <a:pt x="86" y="459"/>
                  </a:cubicBezTo>
                  <a:cubicBezTo>
                    <a:pt x="0" y="546"/>
                    <a:pt x="0" y="687"/>
                    <a:pt x="86" y="773"/>
                  </a:cubicBezTo>
                  <a:lnTo>
                    <a:pt x="479" y="1166"/>
                  </a:lnTo>
                  <a:cubicBezTo>
                    <a:pt x="522" y="1209"/>
                    <a:pt x="578" y="1231"/>
                    <a:pt x="634" y="1231"/>
                  </a:cubicBezTo>
                  <a:cubicBezTo>
                    <a:pt x="692" y="1231"/>
                    <a:pt x="748" y="1209"/>
                    <a:pt x="793" y="1164"/>
                  </a:cubicBezTo>
                  <a:lnTo>
                    <a:pt x="1579" y="378"/>
                  </a:lnTo>
                  <a:cubicBezTo>
                    <a:pt x="1665" y="291"/>
                    <a:pt x="1665" y="149"/>
                    <a:pt x="1579" y="64"/>
                  </a:cubicBezTo>
                  <a:cubicBezTo>
                    <a:pt x="1536" y="22"/>
                    <a:pt x="1479" y="1"/>
                    <a:pt x="142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45"/>
            <p:cNvSpPr/>
            <p:nvPr/>
          </p:nvSpPr>
          <p:spPr>
            <a:xfrm>
              <a:off x="4188425" y="4274238"/>
              <a:ext cx="99210" cy="13157"/>
            </a:xfrm>
            <a:custGeom>
              <a:rect b="b" l="l" r="r" t="t"/>
              <a:pathLst>
                <a:path extrusionOk="0" h="444" w="3348">
                  <a:moveTo>
                    <a:pt x="223" y="1"/>
                  </a:moveTo>
                  <a:cubicBezTo>
                    <a:pt x="100" y="1"/>
                    <a:pt x="0" y="99"/>
                    <a:pt x="0" y="221"/>
                  </a:cubicBezTo>
                  <a:cubicBezTo>
                    <a:pt x="0" y="344"/>
                    <a:pt x="100" y="444"/>
                    <a:pt x="223" y="444"/>
                  </a:cubicBezTo>
                  <a:lnTo>
                    <a:pt x="3126" y="444"/>
                  </a:lnTo>
                  <a:cubicBezTo>
                    <a:pt x="3249" y="444"/>
                    <a:pt x="3347" y="344"/>
                    <a:pt x="3346" y="221"/>
                  </a:cubicBezTo>
                  <a:cubicBezTo>
                    <a:pt x="3346" y="99"/>
                    <a:pt x="3248" y="1"/>
                    <a:pt x="3125"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45"/>
            <p:cNvSpPr/>
            <p:nvPr/>
          </p:nvSpPr>
          <p:spPr>
            <a:xfrm>
              <a:off x="4188425" y="4298477"/>
              <a:ext cx="73222" cy="13157"/>
            </a:xfrm>
            <a:custGeom>
              <a:rect b="b" l="l" r="r" t="t"/>
              <a:pathLst>
                <a:path extrusionOk="0" h="444" w="2471">
                  <a:moveTo>
                    <a:pt x="223" y="0"/>
                  </a:moveTo>
                  <a:cubicBezTo>
                    <a:pt x="100" y="0"/>
                    <a:pt x="0" y="100"/>
                    <a:pt x="0" y="221"/>
                  </a:cubicBezTo>
                  <a:cubicBezTo>
                    <a:pt x="0" y="344"/>
                    <a:pt x="100" y="443"/>
                    <a:pt x="223" y="443"/>
                  </a:cubicBezTo>
                  <a:lnTo>
                    <a:pt x="2248" y="443"/>
                  </a:lnTo>
                  <a:cubicBezTo>
                    <a:pt x="2371" y="443"/>
                    <a:pt x="2470" y="344"/>
                    <a:pt x="2470" y="221"/>
                  </a:cubicBezTo>
                  <a:cubicBezTo>
                    <a:pt x="2470" y="100"/>
                    <a:pt x="2371" y="0"/>
                    <a:pt x="2248"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45"/>
            <p:cNvSpPr/>
            <p:nvPr/>
          </p:nvSpPr>
          <p:spPr>
            <a:xfrm>
              <a:off x="4119470" y="4337148"/>
              <a:ext cx="41011" cy="41041"/>
            </a:xfrm>
            <a:custGeom>
              <a:rect b="b" l="l" r="r" t="t"/>
              <a:pathLst>
                <a:path extrusionOk="0" h="1385" w="1384">
                  <a:moveTo>
                    <a:pt x="353" y="1"/>
                  </a:moveTo>
                  <a:cubicBezTo>
                    <a:pt x="159" y="1"/>
                    <a:pt x="0" y="159"/>
                    <a:pt x="0" y="354"/>
                  </a:cubicBezTo>
                  <a:lnTo>
                    <a:pt x="0" y="1030"/>
                  </a:lnTo>
                  <a:cubicBezTo>
                    <a:pt x="0" y="1224"/>
                    <a:pt x="159" y="1384"/>
                    <a:pt x="353" y="1384"/>
                  </a:cubicBezTo>
                  <a:lnTo>
                    <a:pt x="1029" y="1384"/>
                  </a:lnTo>
                  <a:cubicBezTo>
                    <a:pt x="1224" y="1384"/>
                    <a:pt x="1384" y="1224"/>
                    <a:pt x="1384" y="1030"/>
                  </a:cubicBezTo>
                  <a:lnTo>
                    <a:pt x="1384" y="354"/>
                  </a:lnTo>
                  <a:cubicBezTo>
                    <a:pt x="1384" y="159"/>
                    <a:pt x="1224" y="1"/>
                    <a:pt x="10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45"/>
            <p:cNvSpPr/>
            <p:nvPr/>
          </p:nvSpPr>
          <p:spPr>
            <a:xfrm>
              <a:off x="4121782" y="4334244"/>
              <a:ext cx="49338" cy="36537"/>
            </a:xfrm>
            <a:custGeom>
              <a:rect b="b" l="l" r="r" t="t"/>
              <a:pathLst>
                <a:path extrusionOk="0" h="1233" w="1665">
                  <a:moveTo>
                    <a:pt x="1423" y="1"/>
                  </a:moveTo>
                  <a:cubicBezTo>
                    <a:pt x="1366" y="1"/>
                    <a:pt x="1310" y="22"/>
                    <a:pt x="1267" y="65"/>
                  </a:cubicBezTo>
                  <a:lnTo>
                    <a:pt x="634" y="697"/>
                  </a:lnTo>
                  <a:lnTo>
                    <a:pt x="398" y="460"/>
                  </a:lnTo>
                  <a:cubicBezTo>
                    <a:pt x="355" y="417"/>
                    <a:pt x="298" y="395"/>
                    <a:pt x="241" y="395"/>
                  </a:cubicBezTo>
                  <a:cubicBezTo>
                    <a:pt x="185" y="395"/>
                    <a:pt x="128" y="417"/>
                    <a:pt x="86" y="460"/>
                  </a:cubicBezTo>
                  <a:cubicBezTo>
                    <a:pt x="0" y="547"/>
                    <a:pt x="0" y="688"/>
                    <a:pt x="86" y="772"/>
                  </a:cubicBezTo>
                  <a:lnTo>
                    <a:pt x="479" y="1167"/>
                  </a:lnTo>
                  <a:cubicBezTo>
                    <a:pt x="522" y="1210"/>
                    <a:pt x="578" y="1232"/>
                    <a:pt x="634" y="1232"/>
                  </a:cubicBezTo>
                  <a:cubicBezTo>
                    <a:pt x="692" y="1232"/>
                    <a:pt x="748" y="1210"/>
                    <a:pt x="793" y="1165"/>
                  </a:cubicBezTo>
                  <a:lnTo>
                    <a:pt x="1579" y="379"/>
                  </a:lnTo>
                  <a:cubicBezTo>
                    <a:pt x="1665" y="290"/>
                    <a:pt x="1665" y="150"/>
                    <a:pt x="1579" y="65"/>
                  </a:cubicBezTo>
                  <a:cubicBezTo>
                    <a:pt x="1536" y="22"/>
                    <a:pt x="1479" y="1"/>
                    <a:pt x="142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45"/>
            <p:cNvSpPr/>
            <p:nvPr/>
          </p:nvSpPr>
          <p:spPr>
            <a:xfrm>
              <a:off x="4188425" y="4338955"/>
              <a:ext cx="99210" cy="13157"/>
            </a:xfrm>
            <a:custGeom>
              <a:rect b="b" l="l" r="r" t="t"/>
              <a:pathLst>
                <a:path extrusionOk="0" h="444" w="3348">
                  <a:moveTo>
                    <a:pt x="223" y="1"/>
                  </a:moveTo>
                  <a:cubicBezTo>
                    <a:pt x="100" y="1"/>
                    <a:pt x="0" y="98"/>
                    <a:pt x="0" y="221"/>
                  </a:cubicBezTo>
                  <a:cubicBezTo>
                    <a:pt x="0" y="344"/>
                    <a:pt x="100" y="444"/>
                    <a:pt x="223" y="444"/>
                  </a:cubicBezTo>
                  <a:lnTo>
                    <a:pt x="3126" y="444"/>
                  </a:lnTo>
                  <a:cubicBezTo>
                    <a:pt x="3249" y="444"/>
                    <a:pt x="3347" y="346"/>
                    <a:pt x="3346" y="221"/>
                  </a:cubicBezTo>
                  <a:cubicBezTo>
                    <a:pt x="3346" y="98"/>
                    <a:pt x="3248" y="1"/>
                    <a:pt x="3125"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45"/>
            <p:cNvSpPr/>
            <p:nvPr/>
          </p:nvSpPr>
          <p:spPr>
            <a:xfrm>
              <a:off x="4188425" y="4361772"/>
              <a:ext cx="73222" cy="13127"/>
            </a:xfrm>
            <a:custGeom>
              <a:rect b="b" l="l" r="r" t="t"/>
              <a:pathLst>
                <a:path extrusionOk="0" h="443" w="2471">
                  <a:moveTo>
                    <a:pt x="223" y="0"/>
                  </a:moveTo>
                  <a:cubicBezTo>
                    <a:pt x="100" y="0"/>
                    <a:pt x="0" y="98"/>
                    <a:pt x="0" y="221"/>
                  </a:cubicBezTo>
                  <a:cubicBezTo>
                    <a:pt x="0" y="344"/>
                    <a:pt x="100" y="443"/>
                    <a:pt x="223" y="443"/>
                  </a:cubicBezTo>
                  <a:lnTo>
                    <a:pt x="2248" y="443"/>
                  </a:lnTo>
                  <a:cubicBezTo>
                    <a:pt x="2371" y="443"/>
                    <a:pt x="2470" y="344"/>
                    <a:pt x="2470" y="221"/>
                  </a:cubicBezTo>
                  <a:cubicBezTo>
                    <a:pt x="2470" y="98"/>
                    <a:pt x="2371" y="0"/>
                    <a:pt x="2248"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45"/>
            <p:cNvSpPr/>
            <p:nvPr/>
          </p:nvSpPr>
          <p:spPr>
            <a:xfrm>
              <a:off x="4119470" y="4401924"/>
              <a:ext cx="41011" cy="41011"/>
            </a:xfrm>
            <a:custGeom>
              <a:rect b="b" l="l" r="r" t="t"/>
              <a:pathLst>
                <a:path extrusionOk="0" h="1384" w="1384">
                  <a:moveTo>
                    <a:pt x="353" y="0"/>
                  </a:moveTo>
                  <a:cubicBezTo>
                    <a:pt x="159" y="0"/>
                    <a:pt x="0" y="161"/>
                    <a:pt x="0" y="355"/>
                  </a:cubicBezTo>
                  <a:lnTo>
                    <a:pt x="0" y="1031"/>
                  </a:lnTo>
                  <a:cubicBezTo>
                    <a:pt x="0" y="1225"/>
                    <a:pt x="159" y="1384"/>
                    <a:pt x="353" y="1384"/>
                  </a:cubicBezTo>
                  <a:lnTo>
                    <a:pt x="1029" y="1384"/>
                  </a:lnTo>
                  <a:cubicBezTo>
                    <a:pt x="1224" y="1384"/>
                    <a:pt x="1384" y="1225"/>
                    <a:pt x="1384" y="1031"/>
                  </a:cubicBezTo>
                  <a:lnTo>
                    <a:pt x="1384" y="355"/>
                  </a:lnTo>
                  <a:cubicBezTo>
                    <a:pt x="1384" y="157"/>
                    <a:pt x="1224" y="0"/>
                    <a:pt x="102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45"/>
            <p:cNvSpPr/>
            <p:nvPr/>
          </p:nvSpPr>
          <p:spPr>
            <a:xfrm>
              <a:off x="4188425" y="4402280"/>
              <a:ext cx="35263" cy="13157"/>
            </a:xfrm>
            <a:custGeom>
              <a:rect b="b" l="l" r="r" t="t"/>
              <a:pathLst>
                <a:path extrusionOk="0" h="444" w="1190">
                  <a:moveTo>
                    <a:pt x="223" y="1"/>
                  </a:moveTo>
                  <a:cubicBezTo>
                    <a:pt x="100" y="1"/>
                    <a:pt x="0" y="99"/>
                    <a:pt x="0" y="222"/>
                  </a:cubicBezTo>
                  <a:cubicBezTo>
                    <a:pt x="0" y="344"/>
                    <a:pt x="100" y="444"/>
                    <a:pt x="223" y="444"/>
                  </a:cubicBezTo>
                  <a:lnTo>
                    <a:pt x="969" y="444"/>
                  </a:lnTo>
                  <a:cubicBezTo>
                    <a:pt x="1090" y="444"/>
                    <a:pt x="1190" y="344"/>
                    <a:pt x="1190" y="222"/>
                  </a:cubicBezTo>
                  <a:cubicBezTo>
                    <a:pt x="1190" y="99"/>
                    <a:pt x="1090" y="1"/>
                    <a:pt x="969"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45"/>
            <p:cNvSpPr/>
            <p:nvPr/>
          </p:nvSpPr>
          <p:spPr>
            <a:xfrm>
              <a:off x="4188425" y="4426519"/>
              <a:ext cx="19824" cy="13157"/>
            </a:xfrm>
            <a:custGeom>
              <a:rect b="b" l="l" r="r" t="t"/>
              <a:pathLst>
                <a:path extrusionOk="0" h="444" w="669">
                  <a:moveTo>
                    <a:pt x="223" y="1"/>
                  </a:moveTo>
                  <a:cubicBezTo>
                    <a:pt x="100" y="1"/>
                    <a:pt x="0" y="100"/>
                    <a:pt x="0" y="221"/>
                  </a:cubicBezTo>
                  <a:cubicBezTo>
                    <a:pt x="0" y="344"/>
                    <a:pt x="100" y="444"/>
                    <a:pt x="223" y="444"/>
                  </a:cubicBezTo>
                  <a:lnTo>
                    <a:pt x="448" y="444"/>
                  </a:lnTo>
                  <a:cubicBezTo>
                    <a:pt x="569" y="444"/>
                    <a:pt x="669" y="344"/>
                    <a:pt x="669" y="221"/>
                  </a:cubicBezTo>
                  <a:cubicBezTo>
                    <a:pt x="669" y="100"/>
                    <a:pt x="569" y="1"/>
                    <a:pt x="448"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45"/>
            <p:cNvSpPr/>
            <p:nvPr/>
          </p:nvSpPr>
          <p:spPr>
            <a:xfrm>
              <a:off x="4119470" y="4466642"/>
              <a:ext cx="41011" cy="41011"/>
            </a:xfrm>
            <a:custGeom>
              <a:rect b="b" l="l" r="r" t="t"/>
              <a:pathLst>
                <a:path extrusionOk="0" h="1384" w="1384">
                  <a:moveTo>
                    <a:pt x="353" y="0"/>
                  </a:moveTo>
                  <a:cubicBezTo>
                    <a:pt x="159" y="0"/>
                    <a:pt x="0" y="161"/>
                    <a:pt x="0" y="355"/>
                  </a:cubicBezTo>
                  <a:lnTo>
                    <a:pt x="0" y="1031"/>
                  </a:lnTo>
                  <a:cubicBezTo>
                    <a:pt x="0" y="1225"/>
                    <a:pt x="159" y="1384"/>
                    <a:pt x="353" y="1384"/>
                  </a:cubicBezTo>
                  <a:lnTo>
                    <a:pt x="1029" y="1384"/>
                  </a:lnTo>
                  <a:cubicBezTo>
                    <a:pt x="1224" y="1384"/>
                    <a:pt x="1384" y="1225"/>
                    <a:pt x="1384" y="1031"/>
                  </a:cubicBezTo>
                  <a:lnTo>
                    <a:pt x="1384" y="355"/>
                  </a:lnTo>
                  <a:cubicBezTo>
                    <a:pt x="1384" y="161"/>
                    <a:pt x="1224" y="0"/>
                    <a:pt x="102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45"/>
            <p:cNvSpPr/>
            <p:nvPr/>
          </p:nvSpPr>
          <p:spPr>
            <a:xfrm>
              <a:off x="4188425" y="4467056"/>
              <a:ext cx="19824" cy="13157"/>
            </a:xfrm>
            <a:custGeom>
              <a:rect b="b" l="l" r="r" t="t"/>
              <a:pathLst>
                <a:path extrusionOk="0" h="444" w="669">
                  <a:moveTo>
                    <a:pt x="223" y="0"/>
                  </a:moveTo>
                  <a:cubicBezTo>
                    <a:pt x="100" y="0"/>
                    <a:pt x="0" y="100"/>
                    <a:pt x="0" y="221"/>
                  </a:cubicBezTo>
                  <a:cubicBezTo>
                    <a:pt x="0" y="344"/>
                    <a:pt x="100" y="443"/>
                    <a:pt x="223" y="443"/>
                  </a:cubicBezTo>
                  <a:lnTo>
                    <a:pt x="448" y="443"/>
                  </a:lnTo>
                  <a:cubicBezTo>
                    <a:pt x="569" y="443"/>
                    <a:pt x="669" y="344"/>
                    <a:pt x="669" y="221"/>
                  </a:cubicBezTo>
                  <a:cubicBezTo>
                    <a:pt x="669" y="100"/>
                    <a:pt x="569" y="0"/>
                    <a:pt x="448"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45"/>
            <p:cNvSpPr/>
            <p:nvPr/>
          </p:nvSpPr>
          <p:spPr>
            <a:xfrm>
              <a:off x="4188425" y="4491237"/>
              <a:ext cx="35263" cy="13157"/>
            </a:xfrm>
            <a:custGeom>
              <a:rect b="b" l="l" r="r" t="t"/>
              <a:pathLst>
                <a:path extrusionOk="0" h="444" w="1190">
                  <a:moveTo>
                    <a:pt x="223" y="0"/>
                  </a:moveTo>
                  <a:cubicBezTo>
                    <a:pt x="100" y="0"/>
                    <a:pt x="0" y="100"/>
                    <a:pt x="0" y="221"/>
                  </a:cubicBezTo>
                  <a:cubicBezTo>
                    <a:pt x="0" y="344"/>
                    <a:pt x="100" y="443"/>
                    <a:pt x="223" y="443"/>
                  </a:cubicBezTo>
                  <a:lnTo>
                    <a:pt x="969" y="443"/>
                  </a:lnTo>
                  <a:cubicBezTo>
                    <a:pt x="1090" y="443"/>
                    <a:pt x="1190" y="344"/>
                    <a:pt x="1190" y="221"/>
                  </a:cubicBezTo>
                  <a:cubicBezTo>
                    <a:pt x="1190" y="100"/>
                    <a:pt x="1090" y="0"/>
                    <a:pt x="969"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45"/>
            <p:cNvSpPr/>
            <p:nvPr/>
          </p:nvSpPr>
          <p:spPr>
            <a:xfrm>
              <a:off x="4291369" y="4440209"/>
              <a:ext cx="81845" cy="29277"/>
            </a:xfrm>
            <a:custGeom>
              <a:rect b="b" l="l" r="r" t="t"/>
              <a:pathLst>
                <a:path extrusionOk="0" h="988" w="2762">
                  <a:moveTo>
                    <a:pt x="1" y="0"/>
                  </a:moveTo>
                  <a:lnTo>
                    <a:pt x="1" y="987"/>
                  </a:lnTo>
                  <a:lnTo>
                    <a:pt x="2761" y="987"/>
                  </a:lnTo>
                  <a:lnTo>
                    <a:pt x="2761" y="0"/>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45"/>
            <p:cNvSpPr/>
            <p:nvPr/>
          </p:nvSpPr>
          <p:spPr>
            <a:xfrm>
              <a:off x="4425604" y="4440150"/>
              <a:ext cx="14816" cy="28714"/>
            </a:xfrm>
            <a:custGeom>
              <a:rect b="b" l="l" r="r" t="t"/>
              <a:pathLst>
                <a:path extrusionOk="0" h="969" w="500">
                  <a:moveTo>
                    <a:pt x="0" y="1"/>
                  </a:moveTo>
                  <a:lnTo>
                    <a:pt x="0" y="969"/>
                  </a:lnTo>
                  <a:cubicBezTo>
                    <a:pt x="190" y="663"/>
                    <a:pt x="358" y="341"/>
                    <a:pt x="499" y="2"/>
                  </a:cubicBezTo>
                  <a:cubicBezTo>
                    <a:pt x="491" y="2"/>
                    <a:pt x="484" y="1"/>
                    <a:pt x="47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45"/>
            <p:cNvSpPr/>
            <p:nvPr/>
          </p:nvSpPr>
          <p:spPr>
            <a:xfrm>
              <a:off x="4210294" y="4440209"/>
              <a:ext cx="28773" cy="29277"/>
            </a:xfrm>
            <a:custGeom>
              <a:rect b="b" l="l" r="r" t="t"/>
              <a:pathLst>
                <a:path extrusionOk="0" h="988" w="971">
                  <a:moveTo>
                    <a:pt x="495" y="0"/>
                  </a:moveTo>
                  <a:cubicBezTo>
                    <a:pt x="223" y="0"/>
                    <a:pt x="1" y="222"/>
                    <a:pt x="1" y="494"/>
                  </a:cubicBezTo>
                  <a:cubicBezTo>
                    <a:pt x="1" y="766"/>
                    <a:pt x="223" y="987"/>
                    <a:pt x="495" y="987"/>
                  </a:cubicBezTo>
                  <a:lnTo>
                    <a:pt x="971" y="987"/>
                  </a:lnTo>
                  <a:lnTo>
                    <a:pt x="971" y="0"/>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45"/>
            <p:cNvSpPr/>
            <p:nvPr/>
          </p:nvSpPr>
          <p:spPr>
            <a:xfrm>
              <a:off x="4174054" y="4148596"/>
              <a:ext cx="57013" cy="23558"/>
            </a:xfrm>
            <a:custGeom>
              <a:rect b="b" l="l" r="r" t="t"/>
              <a:pathLst>
                <a:path extrusionOk="0" h="795" w="1924">
                  <a:moveTo>
                    <a:pt x="795" y="0"/>
                  </a:moveTo>
                  <a:cubicBezTo>
                    <a:pt x="358" y="0"/>
                    <a:pt x="0" y="358"/>
                    <a:pt x="0" y="794"/>
                  </a:cubicBezTo>
                  <a:lnTo>
                    <a:pt x="1923" y="794"/>
                  </a:lnTo>
                  <a:cubicBezTo>
                    <a:pt x="1923" y="358"/>
                    <a:pt x="1566" y="0"/>
                    <a:pt x="1129"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45"/>
            <p:cNvSpPr/>
            <p:nvPr/>
          </p:nvSpPr>
          <p:spPr>
            <a:xfrm>
              <a:off x="4140006" y="4171294"/>
              <a:ext cx="125138" cy="40330"/>
            </a:xfrm>
            <a:custGeom>
              <a:rect b="b" l="l" r="r" t="t"/>
              <a:pathLst>
                <a:path extrusionOk="0" h="1361" w="4223">
                  <a:moveTo>
                    <a:pt x="680" y="1"/>
                  </a:moveTo>
                  <a:cubicBezTo>
                    <a:pt x="305" y="1"/>
                    <a:pt x="1" y="307"/>
                    <a:pt x="1" y="680"/>
                  </a:cubicBezTo>
                  <a:cubicBezTo>
                    <a:pt x="1" y="1054"/>
                    <a:pt x="307" y="1361"/>
                    <a:pt x="680" y="1361"/>
                  </a:cubicBezTo>
                  <a:lnTo>
                    <a:pt x="3540" y="1361"/>
                  </a:lnTo>
                  <a:cubicBezTo>
                    <a:pt x="3916" y="1361"/>
                    <a:pt x="4221" y="1053"/>
                    <a:pt x="4221" y="680"/>
                  </a:cubicBezTo>
                  <a:cubicBezTo>
                    <a:pt x="4223" y="305"/>
                    <a:pt x="3916" y="1"/>
                    <a:pt x="3540"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45"/>
            <p:cNvSpPr/>
            <p:nvPr/>
          </p:nvSpPr>
          <p:spPr>
            <a:xfrm>
              <a:off x="4157282" y="4203298"/>
              <a:ext cx="90587" cy="43649"/>
            </a:xfrm>
            <a:custGeom>
              <a:rect b="b" l="l" r="r" t="t"/>
              <a:pathLst>
                <a:path extrusionOk="0" h="1473" w="3057">
                  <a:moveTo>
                    <a:pt x="221" y="1"/>
                  </a:moveTo>
                  <a:cubicBezTo>
                    <a:pt x="99" y="1"/>
                    <a:pt x="1" y="99"/>
                    <a:pt x="1" y="222"/>
                  </a:cubicBezTo>
                  <a:lnTo>
                    <a:pt x="1" y="899"/>
                  </a:lnTo>
                  <a:cubicBezTo>
                    <a:pt x="1" y="1215"/>
                    <a:pt x="257" y="1473"/>
                    <a:pt x="573" y="1473"/>
                  </a:cubicBezTo>
                  <a:lnTo>
                    <a:pt x="798" y="1473"/>
                  </a:lnTo>
                  <a:cubicBezTo>
                    <a:pt x="961" y="1473"/>
                    <a:pt x="1115" y="1390"/>
                    <a:pt x="1208" y="1257"/>
                  </a:cubicBezTo>
                  <a:cubicBezTo>
                    <a:pt x="1233" y="1223"/>
                    <a:pt x="1275" y="1201"/>
                    <a:pt x="1317" y="1201"/>
                  </a:cubicBezTo>
                  <a:lnTo>
                    <a:pt x="1735" y="1201"/>
                  </a:lnTo>
                  <a:cubicBezTo>
                    <a:pt x="1779" y="1201"/>
                    <a:pt x="1819" y="1223"/>
                    <a:pt x="1844" y="1257"/>
                  </a:cubicBezTo>
                  <a:cubicBezTo>
                    <a:pt x="1939" y="1394"/>
                    <a:pt x="2093" y="1473"/>
                    <a:pt x="2255" y="1473"/>
                  </a:cubicBezTo>
                  <a:lnTo>
                    <a:pt x="2480" y="1473"/>
                  </a:lnTo>
                  <a:cubicBezTo>
                    <a:pt x="2797" y="1473"/>
                    <a:pt x="3054" y="1215"/>
                    <a:pt x="3057" y="898"/>
                  </a:cubicBezTo>
                  <a:lnTo>
                    <a:pt x="3057" y="222"/>
                  </a:lnTo>
                  <a:cubicBezTo>
                    <a:pt x="3057" y="99"/>
                    <a:pt x="2957" y="1"/>
                    <a:pt x="2834" y="1"/>
                  </a:cubicBezTo>
                  <a:cubicBezTo>
                    <a:pt x="2713" y="1"/>
                    <a:pt x="2614" y="99"/>
                    <a:pt x="2614" y="222"/>
                  </a:cubicBezTo>
                  <a:lnTo>
                    <a:pt x="2614" y="898"/>
                  </a:lnTo>
                  <a:cubicBezTo>
                    <a:pt x="2614" y="969"/>
                    <a:pt x="2553" y="1030"/>
                    <a:pt x="2482" y="1030"/>
                  </a:cubicBezTo>
                  <a:lnTo>
                    <a:pt x="2256" y="1030"/>
                  </a:lnTo>
                  <a:cubicBezTo>
                    <a:pt x="2236" y="1030"/>
                    <a:pt x="2219" y="1021"/>
                    <a:pt x="2208" y="1003"/>
                  </a:cubicBezTo>
                  <a:cubicBezTo>
                    <a:pt x="2099" y="850"/>
                    <a:pt x="1923" y="758"/>
                    <a:pt x="1737" y="758"/>
                  </a:cubicBezTo>
                  <a:lnTo>
                    <a:pt x="1319" y="758"/>
                  </a:lnTo>
                  <a:cubicBezTo>
                    <a:pt x="1132" y="758"/>
                    <a:pt x="957" y="850"/>
                    <a:pt x="849" y="1003"/>
                  </a:cubicBezTo>
                  <a:cubicBezTo>
                    <a:pt x="837" y="1021"/>
                    <a:pt x="818" y="1030"/>
                    <a:pt x="801" y="1030"/>
                  </a:cubicBezTo>
                  <a:lnTo>
                    <a:pt x="576" y="1030"/>
                  </a:lnTo>
                  <a:cubicBezTo>
                    <a:pt x="503" y="1030"/>
                    <a:pt x="444" y="969"/>
                    <a:pt x="444" y="898"/>
                  </a:cubicBezTo>
                  <a:lnTo>
                    <a:pt x="444" y="222"/>
                  </a:lnTo>
                  <a:cubicBezTo>
                    <a:pt x="444" y="99"/>
                    <a:pt x="344" y="1"/>
                    <a:pt x="221"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45"/>
            <p:cNvSpPr/>
            <p:nvPr/>
          </p:nvSpPr>
          <p:spPr>
            <a:xfrm>
              <a:off x="4397127" y="4395524"/>
              <a:ext cx="29277" cy="108366"/>
            </a:xfrm>
            <a:custGeom>
              <a:rect b="b" l="l" r="r" t="t"/>
              <a:pathLst>
                <a:path extrusionOk="0" h="3657" w="988">
                  <a:moveTo>
                    <a:pt x="495" y="0"/>
                  </a:moveTo>
                  <a:cubicBezTo>
                    <a:pt x="223" y="0"/>
                    <a:pt x="0" y="223"/>
                    <a:pt x="0" y="495"/>
                  </a:cubicBezTo>
                  <a:lnTo>
                    <a:pt x="0" y="3512"/>
                  </a:lnTo>
                  <a:cubicBezTo>
                    <a:pt x="0" y="3563"/>
                    <a:pt x="8" y="3611"/>
                    <a:pt x="22" y="3656"/>
                  </a:cubicBezTo>
                  <a:cubicBezTo>
                    <a:pt x="392" y="3286"/>
                    <a:pt x="716" y="2874"/>
                    <a:pt x="988" y="2430"/>
                  </a:cubicBezTo>
                  <a:lnTo>
                    <a:pt x="988" y="495"/>
                  </a:lnTo>
                  <a:cubicBezTo>
                    <a:pt x="988" y="223"/>
                    <a:pt x="767" y="0"/>
                    <a:pt x="49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45"/>
            <p:cNvSpPr/>
            <p:nvPr/>
          </p:nvSpPr>
          <p:spPr>
            <a:xfrm>
              <a:off x="4266507" y="4379759"/>
              <a:ext cx="29277" cy="150148"/>
            </a:xfrm>
            <a:custGeom>
              <a:rect b="b" l="l" r="r" t="t"/>
              <a:pathLst>
                <a:path extrusionOk="0" h="5067" w="988">
                  <a:moveTo>
                    <a:pt x="494" y="1"/>
                  </a:moveTo>
                  <a:cubicBezTo>
                    <a:pt x="222" y="1"/>
                    <a:pt x="0" y="222"/>
                    <a:pt x="0" y="494"/>
                  </a:cubicBezTo>
                  <a:lnTo>
                    <a:pt x="0" y="4572"/>
                  </a:lnTo>
                  <a:cubicBezTo>
                    <a:pt x="2" y="4844"/>
                    <a:pt x="222" y="5067"/>
                    <a:pt x="494" y="5067"/>
                  </a:cubicBezTo>
                  <a:cubicBezTo>
                    <a:pt x="767" y="5067"/>
                    <a:pt x="987" y="4844"/>
                    <a:pt x="987" y="4572"/>
                  </a:cubicBezTo>
                  <a:lnTo>
                    <a:pt x="987" y="494"/>
                  </a:lnTo>
                  <a:cubicBezTo>
                    <a:pt x="987" y="222"/>
                    <a:pt x="767" y="1"/>
                    <a:pt x="49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45"/>
            <p:cNvSpPr/>
            <p:nvPr/>
          </p:nvSpPr>
          <p:spPr>
            <a:xfrm>
              <a:off x="4238178" y="4395464"/>
              <a:ext cx="29277" cy="118678"/>
            </a:xfrm>
            <a:custGeom>
              <a:rect b="b" l="l" r="r" t="t"/>
              <a:pathLst>
                <a:path extrusionOk="0" h="4005" w="988">
                  <a:moveTo>
                    <a:pt x="495" y="1"/>
                  </a:moveTo>
                  <a:cubicBezTo>
                    <a:pt x="222" y="1"/>
                    <a:pt x="0" y="223"/>
                    <a:pt x="0" y="495"/>
                  </a:cubicBezTo>
                  <a:lnTo>
                    <a:pt x="0" y="3512"/>
                  </a:lnTo>
                  <a:cubicBezTo>
                    <a:pt x="0" y="3784"/>
                    <a:pt x="222" y="4005"/>
                    <a:pt x="495" y="4005"/>
                  </a:cubicBezTo>
                  <a:cubicBezTo>
                    <a:pt x="767" y="4005"/>
                    <a:pt x="987" y="3784"/>
                    <a:pt x="987" y="3512"/>
                  </a:cubicBezTo>
                  <a:lnTo>
                    <a:pt x="987" y="495"/>
                  </a:lnTo>
                  <a:cubicBezTo>
                    <a:pt x="987" y="223"/>
                    <a:pt x="767" y="1"/>
                    <a:pt x="49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45"/>
            <p:cNvSpPr/>
            <p:nvPr/>
          </p:nvSpPr>
          <p:spPr>
            <a:xfrm>
              <a:off x="4368798" y="4379759"/>
              <a:ext cx="29277" cy="145407"/>
            </a:xfrm>
            <a:custGeom>
              <a:rect b="b" l="l" r="r" t="t"/>
              <a:pathLst>
                <a:path extrusionOk="0" h="4907" w="988">
                  <a:moveTo>
                    <a:pt x="495" y="1"/>
                  </a:moveTo>
                  <a:cubicBezTo>
                    <a:pt x="223" y="1"/>
                    <a:pt x="1" y="222"/>
                    <a:pt x="1" y="494"/>
                  </a:cubicBezTo>
                  <a:lnTo>
                    <a:pt x="1" y="4572"/>
                  </a:lnTo>
                  <a:cubicBezTo>
                    <a:pt x="1" y="4701"/>
                    <a:pt x="52" y="4818"/>
                    <a:pt x="131" y="4906"/>
                  </a:cubicBezTo>
                  <a:cubicBezTo>
                    <a:pt x="439" y="4687"/>
                    <a:pt x="723" y="4445"/>
                    <a:pt x="988" y="4177"/>
                  </a:cubicBezTo>
                  <a:lnTo>
                    <a:pt x="988" y="494"/>
                  </a:lnTo>
                  <a:cubicBezTo>
                    <a:pt x="988" y="222"/>
                    <a:pt x="767" y="1"/>
                    <a:pt x="49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0" name="Google Shape;10330;p45"/>
          <p:cNvGrpSpPr/>
          <p:nvPr/>
        </p:nvGrpSpPr>
        <p:grpSpPr>
          <a:xfrm>
            <a:off x="8020026" y="3403813"/>
            <a:ext cx="395712" cy="413403"/>
            <a:chOff x="8020026" y="3403813"/>
            <a:chExt cx="395712" cy="413403"/>
          </a:xfrm>
        </p:grpSpPr>
        <p:sp>
          <p:nvSpPr>
            <p:cNvPr id="10331" name="Google Shape;10331;p45"/>
            <p:cNvSpPr/>
            <p:nvPr/>
          </p:nvSpPr>
          <p:spPr>
            <a:xfrm>
              <a:off x="8020026" y="3421563"/>
              <a:ext cx="393905" cy="333929"/>
            </a:xfrm>
            <a:custGeom>
              <a:rect b="b" l="l" r="r" t="t"/>
              <a:pathLst>
                <a:path extrusionOk="0" h="11269" w="13293">
                  <a:moveTo>
                    <a:pt x="6677" y="0"/>
                  </a:moveTo>
                  <a:cubicBezTo>
                    <a:pt x="2991" y="0"/>
                    <a:pt x="1" y="2989"/>
                    <a:pt x="1" y="6677"/>
                  </a:cubicBezTo>
                  <a:cubicBezTo>
                    <a:pt x="1" y="8455"/>
                    <a:pt x="697" y="10071"/>
                    <a:pt x="1832" y="11268"/>
                  </a:cubicBezTo>
                  <a:lnTo>
                    <a:pt x="11558" y="11229"/>
                  </a:lnTo>
                  <a:cubicBezTo>
                    <a:pt x="12481" y="10241"/>
                    <a:pt x="13106" y="8969"/>
                    <a:pt x="13292" y="7559"/>
                  </a:cubicBezTo>
                  <a:lnTo>
                    <a:pt x="12420" y="3276"/>
                  </a:lnTo>
                  <a:cubicBezTo>
                    <a:pt x="11256" y="1314"/>
                    <a:pt x="9122" y="0"/>
                    <a:pt x="6677"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45"/>
            <p:cNvSpPr/>
            <p:nvPr/>
          </p:nvSpPr>
          <p:spPr>
            <a:xfrm>
              <a:off x="8211126" y="3403813"/>
              <a:ext cx="13868" cy="22580"/>
            </a:xfrm>
            <a:custGeom>
              <a:rect b="b" l="l" r="r" t="t"/>
              <a:pathLst>
                <a:path extrusionOk="0" h="762" w="468">
                  <a:moveTo>
                    <a:pt x="234" y="1"/>
                  </a:moveTo>
                  <a:cubicBezTo>
                    <a:pt x="105" y="1"/>
                    <a:pt x="1" y="107"/>
                    <a:pt x="1" y="234"/>
                  </a:cubicBezTo>
                  <a:lnTo>
                    <a:pt x="1" y="528"/>
                  </a:lnTo>
                  <a:cubicBezTo>
                    <a:pt x="1" y="657"/>
                    <a:pt x="105" y="761"/>
                    <a:pt x="234" y="761"/>
                  </a:cubicBezTo>
                  <a:cubicBezTo>
                    <a:pt x="362" y="761"/>
                    <a:pt x="466" y="657"/>
                    <a:pt x="467" y="528"/>
                  </a:cubicBezTo>
                  <a:lnTo>
                    <a:pt x="467" y="234"/>
                  </a:lnTo>
                  <a:cubicBezTo>
                    <a:pt x="467" y="107"/>
                    <a:pt x="362" y="1"/>
                    <a:pt x="234"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45"/>
            <p:cNvSpPr/>
            <p:nvPr/>
          </p:nvSpPr>
          <p:spPr>
            <a:xfrm>
              <a:off x="8211126" y="3431401"/>
              <a:ext cx="13868" cy="70703"/>
            </a:xfrm>
            <a:custGeom>
              <a:rect b="b" l="l" r="r" t="t"/>
              <a:pathLst>
                <a:path extrusionOk="0" h="2386" w="468">
                  <a:moveTo>
                    <a:pt x="234" y="1"/>
                  </a:moveTo>
                  <a:cubicBezTo>
                    <a:pt x="105" y="1"/>
                    <a:pt x="1" y="105"/>
                    <a:pt x="1" y="234"/>
                  </a:cubicBezTo>
                  <a:lnTo>
                    <a:pt x="1" y="2152"/>
                  </a:lnTo>
                  <a:cubicBezTo>
                    <a:pt x="1" y="2280"/>
                    <a:pt x="105" y="2385"/>
                    <a:pt x="234" y="2385"/>
                  </a:cubicBezTo>
                  <a:cubicBezTo>
                    <a:pt x="362" y="2385"/>
                    <a:pt x="466" y="2280"/>
                    <a:pt x="467" y="2152"/>
                  </a:cubicBezTo>
                  <a:lnTo>
                    <a:pt x="467" y="234"/>
                  </a:lnTo>
                  <a:cubicBezTo>
                    <a:pt x="467" y="105"/>
                    <a:pt x="362" y="1"/>
                    <a:pt x="234"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45"/>
            <p:cNvSpPr/>
            <p:nvPr/>
          </p:nvSpPr>
          <p:spPr>
            <a:xfrm>
              <a:off x="8339968" y="3406983"/>
              <a:ext cx="29514" cy="27469"/>
            </a:xfrm>
            <a:custGeom>
              <a:rect b="b" l="l" r="r" t="t"/>
              <a:pathLst>
                <a:path extrusionOk="0" h="927" w="996">
                  <a:moveTo>
                    <a:pt x="537" y="0"/>
                  </a:moveTo>
                  <a:cubicBezTo>
                    <a:pt x="399" y="0"/>
                    <a:pt x="264" y="72"/>
                    <a:pt x="190" y="202"/>
                  </a:cubicBezTo>
                  <a:lnTo>
                    <a:pt x="1" y="527"/>
                  </a:lnTo>
                  <a:cubicBezTo>
                    <a:pt x="128" y="570"/>
                    <a:pt x="249" y="628"/>
                    <a:pt x="366" y="694"/>
                  </a:cubicBezTo>
                  <a:cubicBezTo>
                    <a:pt x="482" y="763"/>
                    <a:pt x="594" y="841"/>
                    <a:pt x="697" y="926"/>
                  </a:cubicBezTo>
                  <a:lnTo>
                    <a:pt x="885" y="601"/>
                  </a:lnTo>
                  <a:cubicBezTo>
                    <a:pt x="995" y="410"/>
                    <a:pt x="930" y="164"/>
                    <a:pt x="737" y="54"/>
                  </a:cubicBezTo>
                  <a:cubicBezTo>
                    <a:pt x="674" y="18"/>
                    <a:pt x="605" y="0"/>
                    <a:pt x="5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45"/>
            <p:cNvSpPr/>
            <p:nvPr/>
          </p:nvSpPr>
          <p:spPr>
            <a:xfrm>
              <a:off x="8066371" y="3406924"/>
              <a:ext cx="29603" cy="27558"/>
            </a:xfrm>
            <a:custGeom>
              <a:rect b="b" l="l" r="r" t="t"/>
              <a:pathLst>
                <a:path extrusionOk="0" h="930" w="999">
                  <a:moveTo>
                    <a:pt x="460" y="0"/>
                  </a:moveTo>
                  <a:cubicBezTo>
                    <a:pt x="392" y="0"/>
                    <a:pt x="323" y="18"/>
                    <a:pt x="260" y="54"/>
                  </a:cubicBezTo>
                  <a:cubicBezTo>
                    <a:pt x="67" y="165"/>
                    <a:pt x="0" y="410"/>
                    <a:pt x="111" y="603"/>
                  </a:cubicBezTo>
                  <a:lnTo>
                    <a:pt x="300" y="930"/>
                  </a:lnTo>
                  <a:cubicBezTo>
                    <a:pt x="403" y="843"/>
                    <a:pt x="512" y="765"/>
                    <a:pt x="630" y="696"/>
                  </a:cubicBezTo>
                  <a:cubicBezTo>
                    <a:pt x="746" y="630"/>
                    <a:pt x="871" y="572"/>
                    <a:pt x="998" y="529"/>
                  </a:cubicBezTo>
                  <a:lnTo>
                    <a:pt x="809" y="202"/>
                  </a:lnTo>
                  <a:cubicBezTo>
                    <a:pt x="735" y="73"/>
                    <a:pt x="599" y="0"/>
                    <a:pt x="4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45"/>
            <p:cNvSpPr/>
            <p:nvPr/>
          </p:nvSpPr>
          <p:spPr>
            <a:xfrm>
              <a:off x="8107086" y="3486695"/>
              <a:ext cx="41160" cy="35944"/>
            </a:xfrm>
            <a:custGeom>
              <a:rect b="b" l="l" r="r" t="t"/>
              <a:pathLst>
                <a:path extrusionOk="0" h="1213" w="1389">
                  <a:moveTo>
                    <a:pt x="1033" y="0"/>
                  </a:moveTo>
                  <a:lnTo>
                    <a:pt x="0" y="596"/>
                  </a:lnTo>
                  <a:lnTo>
                    <a:pt x="358" y="1213"/>
                  </a:lnTo>
                  <a:cubicBezTo>
                    <a:pt x="678" y="980"/>
                    <a:pt x="1023" y="779"/>
                    <a:pt x="1389" y="616"/>
                  </a:cubicBezTo>
                  <a:lnTo>
                    <a:pt x="1033" y="0"/>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45"/>
            <p:cNvSpPr/>
            <p:nvPr/>
          </p:nvSpPr>
          <p:spPr>
            <a:xfrm>
              <a:off x="8288793" y="3485539"/>
              <a:ext cx="42137" cy="36833"/>
            </a:xfrm>
            <a:custGeom>
              <a:rect b="b" l="l" r="r" t="t"/>
              <a:pathLst>
                <a:path extrusionOk="0" h="1243" w="1422">
                  <a:moveTo>
                    <a:pt x="364" y="0"/>
                  </a:moveTo>
                  <a:lnTo>
                    <a:pt x="1" y="630"/>
                  </a:lnTo>
                  <a:cubicBezTo>
                    <a:pt x="374" y="798"/>
                    <a:pt x="727" y="1003"/>
                    <a:pt x="1056" y="1242"/>
                  </a:cubicBezTo>
                  <a:lnTo>
                    <a:pt x="1421" y="610"/>
                  </a:lnTo>
                  <a:lnTo>
                    <a:pt x="364" y="0"/>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45"/>
            <p:cNvSpPr/>
            <p:nvPr/>
          </p:nvSpPr>
          <p:spPr>
            <a:xfrm>
              <a:off x="8043139" y="3481213"/>
              <a:ext cx="349782" cy="336003"/>
            </a:xfrm>
            <a:custGeom>
              <a:rect b="b" l="l" r="r" t="t"/>
              <a:pathLst>
                <a:path extrusionOk="0" h="11339" w="11804">
                  <a:moveTo>
                    <a:pt x="5903" y="0"/>
                  </a:moveTo>
                  <a:cubicBezTo>
                    <a:pt x="2643" y="0"/>
                    <a:pt x="1" y="2643"/>
                    <a:pt x="1" y="5902"/>
                  </a:cubicBezTo>
                  <a:cubicBezTo>
                    <a:pt x="1" y="7135"/>
                    <a:pt x="380" y="8281"/>
                    <a:pt x="1027" y="9226"/>
                  </a:cubicBezTo>
                  <a:cubicBezTo>
                    <a:pt x="2246" y="10527"/>
                    <a:pt x="3977" y="11338"/>
                    <a:pt x="5898" y="11338"/>
                  </a:cubicBezTo>
                  <a:cubicBezTo>
                    <a:pt x="7840" y="11338"/>
                    <a:pt x="9587" y="10511"/>
                    <a:pt x="10804" y="9190"/>
                  </a:cubicBezTo>
                  <a:cubicBezTo>
                    <a:pt x="11437" y="8251"/>
                    <a:pt x="11804" y="7120"/>
                    <a:pt x="11804" y="5902"/>
                  </a:cubicBezTo>
                  <a:lnTo>
                    <a:pt x="11804" y="5884"/>
                  </a:lnTo>
                  <a:cubicBezTo>
                    <a:pt x="11572" y="5960"/>
                    <a:pt x="11326" y="6000"/>
                    <a:pt x="11070" y="6000"/>
                  </a:cubicBezTo>
                  <a:lnTo>
                    <a:pt x="10573" y="6000"/>
                  </a:lnTo>
                  <a:cubicBezTo>
                    <a:pt x="10430" y="6000"/>
                    <a:pt x="10297" y="6069"/>
                    <a:pt x="10218" y="6184"/>
                  </a:cubicBezTo>
                  <a:cubicBezTo>
                    <a:pt x="9920" y="6613"/>
                    <a:pt x="9447" y="6930"/>
                    <a:pt x="9104" y="7120"/>
                  </a:cubicBezTo>
                  <a:cubicBezTo>
                    <a:pt x="9088" y="7128"/>
                    <a:pt x="9073" y="7131"/>
                    <a:pt x="9059" y="7131"/>
                  </a:cubicBezTo>
                  <a:cubicBezTo>
                    <a:pt x="9034" y="7131"/>
                    <a:pt x="9013" y="7120"/>
                    <a:pt x="8998" y="7107"/>
                  </a:cubicBezTo>
                  <a:cubicBezTo>
                    <a:pt x="8976" y="7085"/>
                    <a:pt x="8959" y="7042"/>
                    <a:pt x="8984" y="7000"/>
                  </a:cubicBezTo>
                  <a:cubicBezTo>
                    <a:pt x="9107" y="6782"/>
                    <a:pt x="9192" y="6527"/>
                    <a:pt x="9240" y="6241"/>
                  </a:cubicBezTo>
                  <a:cubicBezTo>
                    <a:pt x="9275" y="6052"/>
                    <a:pt x="9170" y="5859"/>
                    <a:pt x="8995" y="5775"/>
                  </a:cubicBezTo>
                  <a:cubicBezTo>
                    <a:pt x="8155" y="5382"/>
                    <a:pt x="7613" y="4531"/>
                    <a:pt x="7613" y="3611"/>
                  </a:cubicBezTo>
                  <a:cubicBezTo>
                    <a:pt x="7613" y="2447"/>
                    <a:pt x="8451" y="1475"/>
                    <a:pt x="9554" y="1266"/>
                  </a:cubicBezTo>
                  <a:cubicBezTo>
                    <a:pt x="8549" y="473"/>
                    <a:pt x="7280" y="0"/>
                    <a:pt x="5903"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45"/>
            <p:cNvSpPr/>
            <p:nvPr/>
          </p:nvSpPr>
          <p:spPr>
            <a:xfrm>
              <a:off x="8071883" y="3509986"/>
              <a:ext cx="292206" cy="292206"/>
            </a:xfrm>
            <a:custGeom>
              <a:rect b="b" l="l" r="r" t="t"/>
              <a:pathLst>
                <a:path extrusionOk="0" h="9861" w="9861">
                  <a:moveTo>
                    <a:pt x="4931" y="1"/>
                  </a:moveTo>
                  <a:cubicBezTo>
                    <a:pt x="2208" y="1"/>
                    <a:pt x="1" y="2208"/>
                    <a:pt x="1" y="4931"/>
                  </a:cubicBezTo>
                  <a:cubicBezTo>
                    <a:pt x="1" y="7653"/>
                    <a:pt x="2208" y="9860"/>
                    <a:pt x="4931" y="9860"/>
                  </a:cubicBezTo>
                  <a:cubicBezTo>
                    <a:pt x="7622" y="9860"/>
                    <a:pt x="9808" y="7706"/>
                    <a:pt x="9861" y="5028"/>
                  </a:cubicBezTo>
                  <a:lnTo>
                    <a:pt x="9603" y="5028"/>
                  </a:lnTo>
                  <a:lnTo>
                    <a:pt x="9603" y="5029"/>
                  </a:lnTo>
                  <a:cubicBezTo>
                    <a:pt x="9460" y="5029"/>
                    <a:pt x="9327" y="5098"/>
                    <a:pt x="9248" y="5213"/>
                  </a:cubicBezTo>
                  <a:cubicBezTo>
                    <a:pt x="8950" y="5642"/>
                    <a:pt x="8477" y="5959"/>
                    <a:pt x="8134" y="6149"/>
                  </a:cubicBezTo>
                  <a:cubicBezTo>
                    <a:pt x="8118" y="6157"/>
                    <a:pt x="8103" y="6160"/>
                    <a:pt x="8089" y="6160"/>
                  </a:cubicBezTo>
                  <a:cubicBezTo>
                    <a:pt x="8064" y="6160"/>
                    <a:pt x="8043" y="6149"/>
                    <a:pt x="8028" y="6136"/>
                  </a:cubicBezTo>
                  <a:cubicBezTo>
                    <a:pt x="8006" y="6114"/>
                    <a:pt x="7989" y="6071"/>
                    <a:pt x="8014" y="6029"/>
                  </a:cubicBezTo>
                  <a:cubicBezTo>
                    <a:pt x="8135" y="5811"/>
                    <a:pt x="8222" y="5556"/>
                    <a:pt x="8269" y="5270"/>
                  </a:cubicBezTo>
                  <a:cubicBezTo>
                    <a:pt x="8301" y="5081"/>
                    <a:pt x="8199" y="4888"/>
                    <a:pt x="8022" y="4804"/>
                  </a:cubicBezTo>
                  <a:cubicBezTo>
                    <a:pt x="7182" y="4411"/>
                    <a:pt x="6641" y="3560"/>
                    <a:pt x="6641" y="2640"/>
                  </a:cubicBezTo>
                  <a:cubicBezTo>
                    <a:pt x="6641" y="1877"/>
                    <a:pt x="7000" y="1196"/>
                    <a:pt x="7560" y="759"/>
                  </a:cubicBezTo>
                  <a:cubicBezTo>
                    <a:pt x="6798" y="279"/>
                    <a:pt x="5898" y="1"/>
                    <a:pt x="4931"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45"/>
            <p:cNvSpPr/>
            <p:nvPr/>
          </p:nvSpPr>
          <p:spPr>
            <a:xfrm>
              <a:off x="8089159" y="3527262"/>
              <a:ext cx="257418" cy="257655"/>
            </a:xfrm>
            <a:custGeom>
              <a:rect b="b" l="l" r="r" t="t"/>
              <a:pathLst>
                <a:path extrusionOk="0" h="8695" w="8687">
                  <a:moveTo>
                    <a:pt x="4348" y="1"/>
                  </a:moveTo>
                  <a:cubicBezTo>
                    <a:pt x="1948" y="1"/>
                    <a:pt x="1" y="1948"/>
                    <a:pt x="1" y="4348"/>
                  </a:cubicBezTo>
                  <a:cubicBezTo>
                    <a:pt x="1" y="6747"/>
                    <a:pt x="1945" y="8695"/>
                    <a:pt x="4348" y="8695"/>
                  </a:cubicBezTo>
                  <a:cubicBezTo>
                    <a:pt x="6665" y="8695"/>
                    <a:pt x="8555" y="6884"/>
                    <a:pt x="8687" y="4602"/>
                  </a:cubicBezTo>
                  <a:lnTo>
                    <a:pt x="8687" y="4602"/>
                  </a:lnTo>
                  <a:cubicBezTo>
                    <a:pt x="8681" y="4613"/>
                    <a:pt x="8673" y="4620"/>
                    <a:pt x="8665" y="4630"/>
                  </a:cubicBezTo>
                  <a:cubicBezTo>
                    <a:pt x="8367" y="5059"/>
                    <a:pt x="7894" y="5376"/>
                    <a:pt x="7551" y="5566"/>
                  </a:cubicBezTo>
                  <a:cubicBezTo>
                    <a:pt x="7535" y="5574"/>
                    <a:pt x="7520" y="5577"/>
                    <a:pt x="7506" y="5577"/>
                  </a:cubicBezTo>
                  <a:cubicBezTo>
                    <a:pt x="7481" y="5577"/>
                    <a:pt x="7460" y="5566"/>
                    <a:pt x="7445" y="5553"/>
                  </a:cubicBezTo>
                  <a:cubicBezTo>
                    <a:pt x="7423" y="5531"/>
                    <a:pt x="7406" y="5488"/>
                    <a:pt x="7431" y="5446"/>
                  </a:cubicBezTo>
                  <a:cubicBezTo>
                    <a:pt x="7552" y="5228"/>
                    <a:pt x="7639" y="4973"/>
                    <a:pt x="7686" y="4687"/>
                  </a:cubicBezTo>
                  <a:cubicBezTo>
                    <a:pt x="7718" y="4498"/>
                    <a:pt x="7616" y="4305"/>
                    <a:pt x="7439" y="4221"/>
                  </a:cubicBezTo>
                  <a:cubicBezTo>
                    <a:pt x="6599" y="3828"/>
                    <a:pt x="6058" y="2977"/>
                    <a:pt x="6058" y="2057"/>
                  </a:cubicBezTo>
                  <a:cubicBezTo>
                    <a:pt x="6058" y="1509"/>
                    <a:pt x="6242" y="1006"/>
                    <a:pt x="6553" y="602"/>
                  </a:cubicBezTo>
                  <a:cubicBezTo>
                    <a:pt x="5906" y="221"/>
                    <a:pt x="5152" y="1"/>
                    <a:pt x="43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45"/>
            <p:cNvSpPr/>
            <p:nvPr/>
          </p:nvSpPr>
          <p:spPr>
            <a:xfrm>
              <a:off x="8130674" y="3553694"/>
              <a:ext cx="187307" cy="188966"/>
            </a:xfrm>
            <a:custGeom>
              <a:rect b="b" l="l" r="r" t="t"/>
              <a:pathLst>
                <a:path extrusionOk="0" h="6377" w="6321">
                  <a:moveTo>
                    <a:pt x="2951" y="0"/>
                  </a:moveTo>
                  <a:cubicBezTo>
                    <a:pt x="1743" y="0"/>
                    <a:pt x="681" y="617"/>
                    <a:pt x="61" y="1555"/>
                  </a:cubicBezTo>
                  <a:cubicBezTo>
                    <a:pt x="0" y="1649"/>
                    <a:pt x="30" y="1773"/>
                    <a:pt x="125" y="1827"/>
                  </a:cubicBezTo>
                  <a:lnTo>
                    <a:pt x="2379" y="3130"/>
                  </a:lnTo>
                  <a:cubicBezTo>
                    <a:pt x="2494" y="2929"/>
                    <a:pt x="2711" y="2795"/>
                    <a:pt x="2958" y="2795"/>
                  </a:cubicBezTo>
                  <a:cubicBezTo>
                    <a:pt x="2987" y="2795"/>
                    <a:pt x="3016" y="2797"/>
                    <a:pt x="3045" y="2800"/>
                  </a:cubicBezTo>
                  <a:cubicBezTo>
                    <a:pt x="3339" y="2839"/>
                    <a:pt x="3574" y="3077"/>
                    <a:pt x="3613" y="3371"/>
                  </a:cubicBezTo>
                  <a:cubicBezTo>
                    <a:pt x="3650" y="3654"/>
                    <a:pt x="3506" y="3910"/>
                    <a:pt x="3283" y="4039"/>
                  </a:cubicBezTo>
                  <a:lnTo>
                    <a:pt x="4577" y="6281"/>
                  </a:lnTo>
                  <a:cubicBezTo>
                    <a:pt x="4612" y="6342"/>
                    <a:pt x="4677" y="6377"/>
                    <a:pt x="4743" y="6377"/>
                  </a:cubicBezTo>
                  <a:cubicBezTo>
                    <a:pt x="4780" y="6377"/>
                    <a:pt x="4816" y="6366"/>
                    <a:pt x="4849" y="6345"/>
                  </a:cubicBezTo>
                  <a:cubicBezTo>
                    <a:pt x="5459" y="5940"/>
                    <a:pt x="5935" y="5350"/>
                    <a:pt x="6192" y="4653"/>
                  </a:cubicBezTo>
                  <a:lnTo>
                    <a:pt x="6192" y="4653"/>
                  </a:lnTo>
                  <a:cubicBezTo>
                    <a:pt x="6178" y="4658"/>
                    <a:pt x="6162" y="4666"/>
                    <a:pt x="6150" y="4674"/>
                  </a:cubicBezTo>
                  <a:cubicBezTo>
                    <a:pt x="6134" y="4682"/>
                    <a:pt x="6119" y="4685"/>
                    <a:pt x="6105" y="4685"/>
                  </a:cubicBezTo>
                  <a:cubicBezTo>
                    <a:pt x="6080" y="4685"/>
                    <a:pt x="6059" y="4674"/>
                    <a:pt x="6044" y="4661"/>
                  </a:cubicBezTo>
                  <a:cubicBezTo>
                    <a:pt x="6022" y="4639"/>
                    <a:pt x="6005" y="4596"/>
                    <a:pt x="6030" y="4554"/>
                  </a:cubicBezTo>
                  <a:cubicBezTo>
                    <a:pt x="6153" y="4336"/>
                    <a:pt x="6238" y="4081"/>
                    <a:pt x="6286" y="3795"/>
                  </a:cubicBezTo>
                  <a:cubicBezTo>
                    <a:pt x="6321" y="3606"/>
                    <a:pt x="6216" y="3413"/>
                    <a:pt x="6041" y="3329"/>
                  </a:cubicBezTo>
                  <a:cubicBezTo>
                    <a:pt x="5201" y="2936"/>
                    <a:pt x="4659" y="2085"/>
                    <a:pt x="4659" y="1165"/>
                  </a:cubicBezTo>
                  <a:cubicBezTo>
                    <a:pt x="4659" y="938"/>
                    <a:pt x="4692" y="718"/>
                    <a:pt x="4751" y="511"/>
                  </a:cubicBezTo>
                  <a:cubicBezTo>
                    <a:pt x="4245" y="200"/>
                    <a:pt x="3656" y="15"/>
                    <a:pt x="3027" y="1"/>
                  </a:cubicBezTo>
                  <a:cubicBezTo>
                    <a:pt x="3001" y="0"/>
                    <a:pt x="2976" y="0"/>
                    <a:pt x="295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45"/>
            <p:cNvSpPr/>
            <p:nvPr/>
          </p:nvSpPr>
          <p:spPr>
            <a:xfrm>
              <a:off x="8211363" y="3527351"/>
              <a:ext cx="13246" cy="16446"/>
            </a:xfrm>
            <a:custGeom>
              <a:rect b="b" l="l" r="r" t="t"/>
              <a:pathLst>
                <a:path extrusionOk="0" h="555" w="447">
                  <a:moveTo>
                    <a:pt x="224" y="1"/>
                  </a:moveTo>
                  <a:cubicBezTo>
                    <a:pt x="150" y="1"/>
                    <a:pt x="74" y="2"/>
                    <a:pt x="1" y="6"/>
                  </a:cubicBezTo>
                  <a:lnTo>
                    <a:pt x="1" y="330"/>
                  </a:lnTo>
                  <a:cubicBezTo>
                    <a:pt x="1" y="453"/>
                    <a:pt x="100" y="554"/>
                    <a:pt x="224" y="554"/>
                  </a:cubicBezTo>
                  <a:cubicBezTo>
                    <a:pt x="349" y="554"/>
                    <a:pt x="447" y="453"/>
                    <a:pt x="447" y="330"/>
                  </a:cubicBezTo>
                  <a:lnTo>
                    <a:pt x="447" y="6"/>
                  </a:lnTo>
                  <a:cubicBezTo>
                    <a:pt x="374" y="2"/>
                    <a:pt x="299" y="1"/>
                    <a:pt x="22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45"/>
            <p:cNvSpPr/>
            <p:nvPr/>
          </p:nvSpPr>
          <p:spPr>
            <a:xfrm>
              <a:off x="8211422" y="3768500"/>
              <a:ext cx="13275" cy="16416"/>
            </a:xfrm>
            <a:custGeom>
              <a:rect b="b" l="l" r="r" t="t"/>
              <a:pathLst>
                <a:path extrusionOk="0" h="554" w="448">
                  <a:moveTo>
                    <a:pt x="224" y="0"/>
                  </a:moveTo>
                  <a:cubicBezTo>
                    <a:pt x="101" y="0"/>
                    <a:pt x="0" y="98"/>
                    <a:pt x="0" y="222"/>
                  </a:cubicBezTo>
                  <a:lnTo>
                    <a:pt x="0" y="547"/>
                  </a:lnTo>
                  <a:cubicBezTo>
                    <a:pt x="75" y="552"/>
                    <a:pt x="148" y="554"/>
                    <a:pt x="224" y="554"/>
                  </a:cubicBezTo>
                  <a:cubicBezTo>
                    <a:pt x="297" y="554"/>
                    <a:pt x="373" y="550"/>
                    <a:pt x="448" y="547"/>
                  </a:cubicBezTo>
                  <a:lnTo>
                    <a:pt x="448" y="222"/>
                  </a:lnTo>
                  <a:cubicBezTo>
                    <a:pt x="448" y="101"/>
                    <a:pt x="348" y="0"/>
                    <a:pt x="224"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45"/>
            <p:cNvSpPr/>
            <p:nvPr/>
          </p:nvSpPr>
          <p:spPr>
            <a:xfrm>
              <a:off x="8147979" y="3541396"/>
              <a:ext cx="18135" cy="18313"/>
            </a:xfrm>
            <a:custGeom>
              <a:rect b="b" l="l" r="r" t="t"/>
              <a:pathLst>
                <a:path extrusionOk="0" h="618" w="612">
                  <a:moveTo>
                    <a:pt x="386" y="1"/>
                  </a:moveTo>
                  <a:cubicBezTo>
                    <a:pt x="254" y="68"/>
                    <a:pt x="125" y="142"/>
                    <a:pt x="1" y="223"/>
                  </a:cubicBezTo>
                  <a:lnTo>
                    <a:pt x="164" y="506"/>
                  </a:lnTo>
                  <a:cubicBezTo>
                    <a:pt x="206" y="577"/>
                    <a:pt x="280" y="617"/>
                    <a:pt x="357" y="617"/>
                  </a:cubicBezTo>
                  <a:cubicBezTo>
                    <a:pt x="395" y="617"/>
                    <a:pt x="433" y="607"/>
                    <a:pt x="469" y="587"/>
                  </a:cubicBezTo>
                  <a:cubicBezTo>
                    <a:pt x="576" y="525"/>
                    <a:pt x="612" y="390"/>
                    <a:pt x="549" y="282"/>
                  </a:cubicBezTo>
                  <a:lnTo>
                    <a:pt x="386" y="1"/>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45"/>
            <p:cNvSpPr/>
            <p:nvPr/>
          </p:nvSpPr>
          <p:spPr>
            <a:xfrm>
              <a:off x="8269917" y="3752528"/>
              <a:ext cx="18165" cy="18343"/>
            </a:xfrm>
            <a:custGeom>
              <a:rect b="b" l="l" r="r" t="t"/>
              <a:pathLst>
                <a:path extrusionOk="0" h="619" w="613">
                  <a:moveTo>
                    <a:pt x="255" y="1"/>
                  </a:moveTo>
                  <a:cubicBezTo>
                    <a:pt x="218" y="1"/>
                    <a:pt x="180" y="10"/>
                    <a:pt x="145" y="31"/>
                  </a:cubicBezTo>
                  <a:cubicBezTo>
                    <a:pt x="38" y="93"/>
                    <a:pt x="0" y="230"/>
                    <a:pt x="62" y="337"/>
                  </a:cubicBezTo>
                  <a:lnTo>
                    <a:pt x="226" y="618"/>
                  </a:lnTo>
                  <a:cubicBezTo>
                    <a:pt x="358" y="550"/>
                    <a:pt x="488" y="477"/>
                    <a:pt x="613" y="395"/>
                  </a:cubicBezTo>
                  <a:lnTo>
                    <a:pt x="450" y="113"/>
                  </a:lnTo>
                  <a:cubicBezTo>
                    <a:pt x="408" y="41"/>
                    <a:pt x="332" y="1"/>
                    <a:pt x="255"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45"/>
            <p:cNvSpPr/>
            <p:nvPr/>
          </p:nvSpPr>
          <p:spPr>
            <a:xfrm>
              <a:off x="8103293" y="3586082"/>
              <a:ext cx="19261" cy="17187"/>
            </a:xfrm>
            <a:custGeom>
              <a:rect b="b" l="l" r="r" t="t"/>
              <a:pathLst>
                <a:path extrusionOk="0" h="580" w="650">
                  <a:moveTo>
                    <a:pt x="223" y="1"/>
                  </a:moveTo>
                  <a:cubicBezTo>
                    <a:pt x="142" y="125"/>
                    <a:pt x="68" y="253"/>
                    <a:pt x="1" y="386"/>
                  </a:cubicBezTo>
                  <a:lnTo>
                    <a:pt x="282" y="549"/>
                  </a:lnTo>
                  <a:cubicBezTo>
                    <a:pt x="318" y="570"/>
                    <a:pt x="357" y="580"/>
                    <a:pt x="395" y="580"/>
                  </a:cubicBezTo>
                  <a:cubicBezTo>
                    <a:pt x="471" y="580"/>
                    <a:pt x="545" y="540"/>
                    <a:pt x="587" y="469"/>
                  </a:cubicBezTo>
                  <a:cubicBezTo>
                    <a:pt x="649" y="361"/>
                    <a:pt x="612" y="226"/>
                    <a:pt x="506" y="164"/>
                  </a:cubicBezTo>
                  <a:lnTo>
                    <a:pt x="223" y="1"/>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45"/>
            <p:cNvSpPr/>
            <p:nvPr/>
          </p:nvSpPr>
          <p:spPr>
            <a:xfrm>
              <a:off x="8313477" y="3708968"/>
              <a:ext cx="19291" cy="17216"/>
            </a:xfrm>
            <a:custGeom>
              <a:rect b="b" l="l" r="r" t="t"/>
              <a:pathLst>
                <a:path extrusionOk="0" h="581" w="651">
                  <a:moveTo>
                    <a:pt x="258" y="0"/>
                  </a:moveTo>
                  <a:cubicBezTo>
                    <a:pt x="180" y="0"/>
                    <a:pt x="105" y="41"/>
                    <a:pt x="63" y="113"/>
                  </a:cubicBezTo>
                  <a:cubicBezTo>
                    <a:pt x="1" y="219"/>
                    <a:pt x="38" y="355"/>
                    <a:pt x="145" y="417"/>
                  </a:cubicBezTo>
                  <a:lnTo>
                    <a:pt x="427" y="581"/>
                  </a:lnTo>
                  <a:cubicBezTo>
                    <a:pt x="509" y="456"/>
                    <a:pt x="582" y="327"/>
                    <a:pt x="651" y="194"/>
                  </a:cubicBezTo>
                  <a:lnTo>
                    <a:pt x="369" y="30"/>
                  </a:lnTo>
                  <a:cubicBezTo>
                    <a:pt x="334" y="10"/>
                    <a:pt x="296" y="0"/>
                    <a:pt x="258"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45"/>
            <p:cNvSpPr/>
            <p:nvPr/>
          </p:nvSpPr>
          <p:spPr>
            <a:xfrm>
              <a:off x="8147979" y="3752528"/>
              <a:ext cx="18105" cy="18343"/>
            </a:xfrm>
            <a:custGeom>
              <a:rect b="b" l="l" r="r" t="t"/>
              <a:pathLst>
                <a:path extrusionOk="0" h="619" w="611">
                  <a:moveTo>
                    <a:pt x="357" y="1"/>
                  </a:moveTo>
                  <a:cubicBezTo>
                    <a:pt x="280" y="1"/>
                    <a:pt x="206" y="41"/>
                    <a:pt x="164" y="113"/>
                  </a:cubicBezTo>
                  <a:lnTo>
                    <a:pt x="1" y="395"/>
                  </a:lnTo>
                  <a:cubicBezTo>
                    <a:pt x="125" y="477"/>
                    <a:pt x="253" y="550"/>
                    <a:pt x="386" y="618"/>
                  </a:cubicBezTo>
                  <a:lnTo>
                    <a:pt x="549" y="337"/>
                  </a:lnTo>
                  <a:cubicBezTo>
                    <a:pt x="610" y="230"/>
                    <a:pt x="576" y="92"/>
                    <a:pt x="469" y="31"/>
                  </a:cubicBezTo>
                  <a:cubicBezTo>
                    <a:pt x="433" y="10"/>
                    <a:pt x="395" y="1"/>
                    <a:pt x="357"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45"/>
            <p:cNvSpPr/>
            <p:nvPr/>
          </p:nvSpPr>
          <p:spPr>
            <a:xfrm>
              <a:off x="8103293" y="3708968"/>
              <a:ext cx="19261" cy="17216"/>
            </a:xfrm>
            <a:custGeom>
              <a:rect b="b" l="l" r="r" t="t"/>
              <a:pathLst>
                <a:path extrusionOk="0" h="581" w="650">
                  <a:moveTo>
                    <a:pt x="394" y="1"/>
                  </a:moveTo>
                  <a:cubicBezTo>
                    <a:pt x="356" y="1"/>
                    <a:pt x="318" y="11"/>
                    <a:pt x="282" y="30"/>
                  </a:cubicBezTo>
                  <a:lnTo>
                    <a:pt x="1" y="194"/>
                  </a:lnTo>
                  <a:cubicBezTo>
                    <a:pt x="68" y="326"/>
                    <a:pt x="144" y="456"/>
                    <a:pt x="223" y="581"/>
                  </a:cubicBezTo>
                  <a:lnTo>
                    <a:pt x="506" y="417"/>
                  </a:lnTo>
                  <a:cubicBezTo>
                    <a:pt x="612" y="355"/>
                    <a:pt x="649" y="219"/>
                    <a:pt x="587" y="113"/>
                  </a:cubicBezTo>
                  <a:cubicBezTo>
                    <a:pt x="546" y="41"/>
                    <a:pt x="471" y="1"/>
                    <a:pt x="39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45"/>
            <p:cNvSpPr/>
            <p:nvPr/>
          </p:nvSpPr>
          <p:spPr>
            <a:xfrm>
              <a:off x="8089248" y="3649466"/>
              <a:ext cx="16446" cy="13246"/>
            </a:xfrm>
            <a:custGeom>
              <a:rect b="b" l="l" r="r" t="t"/>
              <a:pathLst>
                <a:path extrusionOk="0" h="447" w="555">
                  <a:moveTo>
                    <a:pt x="6" y="1"/>
                  </a:moveTo>
                  <a:cubicBezTo>
                    <a:pt x="2" y="74"/>
                    <a:pt x="1" y="148"/>
                    <a:pt x="1" y="224"/>
                  </a:cubicBezTo>
                  <a:cubicBezTo>
                    <a:pt x="1" y="299"/>
                    <a:pt x="2" y="374"/>
                    <a:pt x="6" y="447"/>
                  </a:cubicBezTo>
                  <a:lnTo>
                    <a:pt x="330" y="447"/>
                  </a:lnTo>
                  <a:cubicBezTo>
                    <a:pt x="453" y="447"/>
                    <a:pt x="554" y="349"/>
                    <a:pt x="554" y="224"/>
                  </a:cubicBezTo>
                  <a:cubicBezTo>
                    <a:pt x="554" y="102"/>
                    <a:pt x="455" y="1"/>
                    <a:pt x="330"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45"/>
            <p:cNvSpPr/>
            <p:nvPr/>
          </p:nvSpPr>
          <p:spPr>
            <a:xfrm>
              <a:off x="8211630" y="3547027"/>
              <a:ext cx="13305" cy="97876"/>
            </a:xfrm>
            <a:custGeom>
              <a:rect b="b" l="l" r="r" t="t"/>
              <a:pathLst>
                <a:path extrusionOk="0" h="3303" w="449">
                  <a:moveTo>
                    <a:pt x="225" y="1"/>
                  </a:moveTo>
                  <a:cubicBezTo>
                    <a:pt x="100" y="1"/>
                    <a:pt x="1" y="102"/>
                    <a:pt x="1" y="224"/>
                  </a:cubicBezTo>
                  <a:lnTo>
                    <a:pt x="1" y="3078"/>
                  </a:lnTo>
                  <a:cubicBezTo>
                    <a:pt x="1" y="3203"/>
                    <a:pt x="102" y="3302"/>
                    <a:pt x="225" y="3302"/>
                  </a:cubicBezTo>
                  <a:cubicBezTo>
                    <a:pt x="348" y="3302"/>
                    <a:pt x="446" y="3203"/>
                    <a:pt x="449" y="3078"/>
                  </a:cubicBezTo>
                  <a:lnTo>
                    <a:pt x="449" y="224"/>
                  </a:lnTo>
                  <a:cubicBezTo>
                    <a:pt x="449" y="100"/>
                    <a:pt x="348" y="1"/>
                    <a:pt x="225"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45"/>
            <p:cNvSpPr/>
            <p:nvPr/>
          </p:nvSpPr>
          <p:spPr>
            <a:xfrm>
              <a:off x="8139741" y="3607862"/>
              <a:ext cx="73370" cy="48420"/>
            </a:xfrm>
            <a:custGeom>
              <a:rect b="b" l="l" r="r" t="t"/>
              <a:pathLst>
                <a:path extrusionOk="0" h="1634" w="2476">
                  <a:moveTo>
                    <a:pt x="340" y="1"/>
                  </a:moveTo>
                  <a:cubicBezTo>
                    <a:pt x="237" y="1"/>
                    <a:pt x="137" y="54"/>
                    <a:pt x="81" y="149"/>
                  </a:cubicBezTo>
                  <a:cubicBezTo>
                    <a:pt x="1" y="290"/>
                    <a:pt x="49" y="473"/>
                    <a:pt x="190" y="556"/>
                  </a:cubicBezTo>
                  <a:lnTo>
                    <a:pt x="1989" y="1593"/>
                  </a:lnTo>
                  <a:cubicBezTo>
                    <a:pt x="2035" y="1621"/>
                    <a:pt x="2085" y="1633"/>
                    <a:pt x="2136" y="1633"/>
                  </a:cubicBezTo>
                  <a:cubicBezTo>
                    <a:pt x="2239" y="1633"/>
                    <a:pt x="2340" y="1582"/>
                    <a:pt x="2394" y="1484"/>
                  </a:cubicBezTo>
                  <a:cubicBezTo>
                    <a:pt x="2475" y="1342"/>
                    <a:pt x="2427" y="1159"/>
                    <a:pt x="2286" y="1078"/>
                  </a:cubicBezTo>
                  <a:lnTo>
                    <a:pt x="489" y="40"/>
                  </a:lnTo>
                  <a:cubicBezTo>
                    <a:pt x="442" y="13"/>
                    <a:pt x="391" y="1"/>
                    <a:pt x="34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45"/>
            <p:cNvSpPr/>
            <p:nvPr/>
          </p:nvSpPr>
          <p:spPr>
            <a:xfrm>
              <a:off x="8216519" y="3662119"/>
              <a:ext cx="50938" cy="71029"/>
            </a:xfrm>
            <a:custGeom>
              <a:rect b="b" l="l" r="r" t="t"/>
              <a:pathLst>
                <a:path extrusionOk="0" h="2397" w="1719">
                  <a:moveTo>
                    <a:pt x="340" y="0"/>
                  </a:moveTo>
                  <a:cubicBezTo>
                    <a:pt x="289" y="0"/>
                    <a:pt x="238" y="13"/>
                    <a:pt x="192" y="40"/>
                  </a:cubicBezTo>
                  <a:cubicBezTo>
                    <a:pt x="50" y="121"/>
                    <a:pt x="1" y="304"/>
                    <a:pt x="83" y="446"/>
                  </a:cubicBezTo>
                  <a:lnTo>
                    <a:pt x="1123" y="2247"/>
                  </a:lnTo>
                  <a:cubicBezTo>
                    <a:pt x="1179" y="2344"/>
                    <a:pt x="1278" y="2396"/>
                    <a:pt x="1381" y="2396"/>
                  </a:cubicBezTo>
                  <a:cubicBezTo>
                    <a:pt x="1431" y="2396"/>
                    <a:pt x="1482" y="2386"/>
                    <a:pt x="1529" y="2356"/>
                  </a:cubicBezTo>
                  <a:cubicBezTo>
                    <a:pt x="1670" y="2274"/>
                    <a:pt x="1718" y="2092"/>
                    <a:pt x="1638" y="1950"/>
                  </a:cubicBezTo>
                  <a:lnTo>
                    <a:pt x="598" y="149"/>
                  </a:lnTo>
                  <a:cubicBezTo>
                    <a:pt x="543" y="54"/>
                    <a:pt x="443" y="0"/>
                    <a:pt x="340"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45"/>
            <p:cNvSpPr/>
            <p:nvPr/>
          </p:nvSpPr>
          <p:spPr>
            <a:xfrm>
              <a:off x="8043199" y="3417355"/>
              <a:ext cx="127716" cy="92068"/>
            </a:xfrm>
            <a:custGeom>
              <a:rect b="b" l="l" r="r" t="t"/>
              <a:pathLst>
                <a:path extrusionOk="0" h="3107" w="4310">
                  <a:moveTo>
                    <a:pt x="2533" y="1"/>
                  </a:moveTo>
                  <a:cubicBezTo>
                    <a:pt x="2144" y="1"/>
                    <a:pt x="1750" y="100"/>
                    <a:pt x="1389" y="309"/>
                  </a:cubicBezTo>
                  <a:cubicBezTo>
                    <a:pt x="402" y="878"/>
                    <a:pt x="0" y="2074"/>
                    <a:pt x="397" y="3107"/>
                  </a:cubicBezTo>
                  <a:lnTo>
                    <a:pt x="4309" y="847"/>
                  </a:lnTo>
                  <a:cubicBezTo>
                    <a:pt x="3868" y="301"/>
                    <a:pt x="3209" y="1"/>
                    <a:pt x="2533"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45"/>
            <p:cNvSpPr/>
            <p:nvPr/>
          </p:nvSpPr>
          <p:spPr>
            <a:xfrm>
              <a:off x="8045955" y="3439312"/>
              <a:ext cx="144666" cy="91683"/>
            </a:xfrm>
            <a:custGeom>
              <a:rect b="b" l="l" r="r" t="t"/>
              <a:pathLst>
                <a:path extrusionOk="0" h="3094" w="4882">
                  <a:moveTo>
                    <a:pt x="4420" y="1"/>
                  </a:moveTo>
                  <a:cubicBezTo>
                    <a:pt x="4352" y="1"/>
                    <a:pt x="4284" y="18"/>
                    <a:pt x="4221" y="54"/>
                  </a:cubicBezTo>
                  <a:lnTo>
                    <a:pt x="259" y="2342"/>
                  </a:lnTo>
                  <a:cubicBezTo>
                    <a:pt x="66" y="2454"/>
                    <a:pt x="1" y="2700"/>
                    <a:pt x="111" y="2891"/>
                  </a:cubicBezTo>
                  <a:cubicBezTo>
                    <a:pt x="186" y="3021"/>
                    <a:pt x="322" y="3093"/>
                    <a:pt x="460" y="3093"/>
                  </a:cubicBezTo>
                  <a:cubicBezTo>
                    <a:pt x="529" y="3093"/>
                    <a:pt x="598" y="3076"/>
                    <a:pt x="661" y="3039"/>
                  </a:cubicBezTo>
                  <a:lnTo>
                    <a:pt x="4622" y="752"/>
                  </a:lnTo>
                  <a:cubicBezTo>
                    <a:pt x="4815" y="640"/>
                    <a:pt x="4882" y="395"/>
                    <a:pt x="4770" y="202"/>
                  </a:cubicBezTo>
                  <a:cubicBezTo>
                    <a:pt x="4694" y="73"/>
                    <a:pt x="4559" y="1"/>
                    <a:pt x="44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45"/>
            <p:cNvSpPr/>
            <p:nvPr/>
          </p:nvSpPr>
          <p:spPr>
            <a:xfrm>
              <a:off x="8265117" y="3417325"/>
              <a:ext cx="127538" cy="91920"/>
            </a:xfrm>
            <a:custGeom>
              <a:rect b="b" l="l" r="r" t="t"/>
              <a:pathLst>
                <a:path extrusionOk="0" h="3102" w="4304">
                  <a:moveTo>
                    <a:pt x="1778" y="1"/>
                  </a:moveTo>
                  <a:cubicBezTo>
                    <a:pt x="1103" y="1"/>
                    <a:pt x="443" y="301"/>
                    <a:pt x="1" y="846"/>
                  </a:cubicBezTo>
                  <a:lnTo>
                    <a:pt x="3907" y="3101"/>
                  </a:lnTo>
                  <a:cubicBezTo>
                    <a:pt x="4303" y="2069"/>
                    <a:pt x="3901" y="877"/>
                    <a:pt x="2915" y="307"/>
                  </a:cubicBezTo>
                  <a:cubicBezTo>
                    <a:pt x="2557" y="99"/>
                    <a:pt x="2165" y="1"/>
                    <a:pt x="1778"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45"/>
            <p:cNvSpPr/>
            <p:nvPr/>
          </p:nvSpPr>
          <p:spPr>
            <a:xfrm>
              <a:off x="8245352" y="3439312"/>
              <a:ext cx="144488" cy="87386"/>
            </a:xfrm>
            <a:custGeom>
              <a:rect b="b" l="l" r="r" t="t"/>
              <a:pathLst>
                <a:path extrusionOk="0" h="2949" w="4876">
                  <a:moveTo>
                    <a:pt x="461" y="1"/>
                  </a:moveTo>
                  <a:cubicBezTo>
                    <a:pt x="322" y="1"/>
                    <a:pt x="187" y="73"/>
                    <a:pt x="113" y="202"/>
                  </a:cubicBezTo>
                  <a:cubicBezTo>
                    <a:pt x="1" y="395"/>
                    <a:pt x="68" y="640"/>
                    <a:pt x="260" y="751"/>
                  </a:cubicBezTo>
                  <a:lnTo>
                    <a:pt x="3940" y="2875"/>
                  </a:lnTo>
                  <a:lnTo>
                    <a:pt x="4134" y="2875"/>
                  </a:lnTo>
                  <a:lnTo>
                    <a:pt x="4134" y="2874"/>
                  </a:lnTo>
                  <a:cubicBezTo>
                    <a:pt x="4336" y="2874"/>
                    <a:pt x="4533" y="2899"/>
                    <a:pt x="4720" y="2949"/>
                  </a:cubicBezTo>
                  <a:cubicBezTo>
                    <a:pt x="4737" y="2928"/>
                    <a:pt x="4751" y="2907"/>
                    <a:pt x="4764" y="2886"/>
                  </a:cubicBezTo>
                  <a:cubicBezTo>
                    <a:pt x="4875" y="2694"/>
                    <a:pt x="4809" y="2448"/>
                    <a:pt x="4616" y="2338"/>
                  </a:cubicBezTo>
                  <a:lnTo>
                    <a:pt x="660" y="54"/>
                  </a:lnTo>
                  <a:cubicBezTo>
                    <a:pt x="597" y="18"/>
                    <a:pt x="529" y="1"/>
                    <a:pt x="4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45"/>
            <p:cNvSpPr/>
            <p:nvPr/>
          </p:nvSpPr>
          <p:spPr>
            <a:xfrm>
              <a:off x="8267754" y="3516475"/>
              <a:ext cx="147985" cy="176965"/>
            </a:xfrm>
            <a:custGeom>
              <a:rect b="b" l="l" r="r" t="t"/>
              <a:pathLst>
                <a:path extrusionOk="0" h="5972" w="4994">
                  <a:moveTo>
                    <a:pt x="2419" y="1"/>
                  </a:moveTo>
                  <a:cubicBezTo>
                    <a:pt x="1088" y="1"/>
                    <a:pt x="0" y="1089"/>
                    <a:pt x="0" y="2421"/>
                  </a:cubicBezTo>
                  <a:cubicBezTo>
                    <a:pt x="0" y="3387"/>
                    <a:pt x="575" y="4226"/>
                    <a:pt x="1399" y="4613"/>
                  </a:cubicBezTo>
                  <a:cubicBezTo>
                    <a:pt x="1564" y="4691"/>
                    <a:pt x="1659" y="4868"/>
                    <a:pt x="1628" y="5047"/>
                  </a:cubicBezTo>
                  <a:cubicBezTo>
                    <a:pt x="1586" y="5298"/>
                    <a:pt x="1508" y="5556"/>
                    <a:pt x="1376" y="5794"/>
                  </a:cubicBezTo>
                  <a:cubicBezTo>
                    <a:pt x="1328" y="5879"/>
                    <a:pt x="1394" y="5971"/>
                    <a:pt x="1477" y="5971"/>
                  </a:cubicBezTo>
                  <a:cubicBezTo>
                    <a:pt x="1496" y="5971"/>
                    <a:pt x="1515" y="5967"/>
                    <a:pt x="1534" y="5956"/>
                  </a:cubicBezTo>
                  <a:cubicBezTo>
                    <a:pt x="1883" y="5762"/>
                    <a:pt x="2358" y="5443"/>
                    <a:pt x="2660" y="5009"/>
                  </a:cubicBezTo>
                  <a:cubicBezTo>
                    <a:pt x="2733" y="4902"/>
                    <a:pt x="2857" y="4838"/>
                    <a:pt x="2988" y="4838"/>
                  </a:cubicBezTo>
                  <a:lnTo>
                    <a:pt x="3485" y="4838"/>
                  </a:lnTo>
                  <a:cubicBezTo>
                    <a:pt x="4026" y="4838"/>
                    <a:pt x="4527" y="4658"/>
                    <a:pt x="4931" y="4356"/>
                  </a:cubicBezTo>
                  <a:cubicBezTo>
                    <a:pt x="4970" y="4067"/>
                    <a:pt x="4990" y="3774"/>
                    <a:pt x="4990" y="3472"/>
                  </a:cubicBezTo>
                  <a:cubicBezTo>
                    <a:pt x="4993" y="2230"/>
                    <a:pt x="4653" y="1069"/>
                    <a:pt x="4060" y="71"/>
                  </a:cubicBezTo>
                  <a:cubicBezTo>
                    <a:pt x="3875" y="27"/>
                    <a:pt x="3686" y="1"/>
                    <a:pt x="348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45"/>
            <p:cNvSpPr/>
            <p:nvPr/>
          </p:nvSpPr>
          <p:spPr>
            <a:xfrm>
              <a:off x="8197643" y="3635598"/>
              <a:ext cx="41248" cy="41248"/>
            </a:xfrm>
            <a:custGeom>
              <a:rect b="b" l="l" r="r" t="t"/>
              <a:pathLst>
                <a:path extrusionOk="0" h="1392" w="1392">
                  <a:moveTo>
                    <a:pt x="697" y="1"/>
                  </a:moveTo>
                  <a:cubicBezTo>
                    <a:pt x="311" y="1"/>
                    <a:pt x="0" y="312"/>
                    <a:pt x="0" y="696"/>
                  </a:cubicBezTo>
                  <a:cubicBezTo>
                    <a:pt x="0" y="1081"/>
                    <a:pt x="311" y="1392"/>
                    <a:pt x="697" y="1392"/>
                  </a:cubicBezTo>
                  <a:cubicBezTo>
                    <a:pt x="1081" y="1392"/>
                    <a:pt x="1392" y="1081"/>
                    <a:pt x="1392" y="696"/>
                  </a:cubicBezTo>
                  <a:cubicBezTo>
                    <a:pt x="1392" y="312"/>
                    <a:pt x="1079" y="1"/>
                    <a:pt x="697"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45"/>
            <p:cNvSpPr/>
            <p:nvPr/>
          </p:nvSpPr>
          <p:spPr>
            <a:xfrm>
              <a:off x="8318455" y="3594853"/>
              <a:ext cx="34077" cy="37841"/>
            </a:xfrm>
            <a:custGeom>
              <a:rect b="b" l="l" r="r" t="t"/>
              <a:pathLst>
                <a:path extrusionOk="0" h="1277" w="1150">
                  <a:moveTo>
                    <a:pt x="237" y="0"/>
                  </a:moveTo>
                  <a:cubicBezTo>
                    <a:pt x="113" y="0"/>
                    <a:pt x="15" y="101"/>
                    <a:pt x="15" y="222"/>
                  </a:cubicBezTo>
                  <a:cubicBezTo>
                    <a:pt x="15" y="347"/>
                    <a:pt x="116" y="446"/>
                    <a:pt x="237" y="446"/>
                  </a:cubicBezTo>
                  <a:lnTo>
                    <a:pt x="442" y="446"/>
                  </a:lnTo>
                  <a:lnTo>
                    <a:pt x="64" y="912"/>
                  </a:lnTo>
                  <a:cubicBezTo>
                    <a:pt x="12" y="981"/>
                    <a:pt x="1" y="1073"/>
                    <a:pt x="38" y="1150"/>
                  </a:cubicBezTo>
                  <a:cubicBezTo>
                    <a:pt x="74" y="1228"/>
                    <a:pt x="155" y="1276"/>
                    <a:pt x="240" y="1276"/>
                  </a:cubicBezTo>
                  <a:lnTo>
                    <a:pt x="912" y="1276"/>
                  </a:lnTo>
                  <a:cubicBezTo>
                    <a:pt x="1034" y="1276"/>
                    <a:pt x="1135" y="1177"/>
                    <a:pt x="1135" y="1052"/>
                  </a:cubicBezTo>
                  <a:cubicBezTo>
                    <a:pt x="1135" y="928"/>
                    <a:pt x="1034" y="829"/>
                    <a:pt x="912" y="829"/>
                  </a:cubicBezTo>
                  <a:lnTo>
                    <a:pt x="708" y="829"/>
                  </a:lnTo>
                  <a:lnTo>
                    <a:pt x="1084" y="362"/>
                  </a:lnTo>
                  <a:cubicBezTo>
                    <a:pt x="1137" y="295"/>
                    <a:pt x="1149" y="204"/>
                    <a:pt x="1112" y="126"/>
                  </a:cubicBezTo>
                  <a:cubicBezTo>
                    <a:pt x="1075" y="48"/>
                    <a:pt x="996" y="0"/>
                    <a:pt x="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45"/>
            <p:cNvSpPr/>
            <p:nvPr/>
          </p:nvSpPr>
          <p:spPr>
            <a:xfrm>
              <a:off x="8352592" y="3545189"/>
              <a:ext cx="41723" cy="47382"/>
            </a:xfrm>
            <a:custGeom>
              <a:rect b="b" l="l" r="r" t="t"/>
              <a:pathLst>
                <a:path extrusionOk="0" h="1599" w="1408">
                  <a:moveTo>
                    <a:pt x="238" y="0"/>
                  </a:moveTo>
                  <a:cubicBezTo>
                    <a:pt x="114" y="0"/>
                    <a:pt x="14" y="101"/>
                    <a:pt x="14" y="224"/>
                  </a:cubicBezTo>
                  <a:cubicBezTo>
                    <a:pt x="14" y="349"/>
                    <a:pt x="116" y="448"/>
                    <a:pt x="238" y="448"/>
                  </a:cubicBezTo>
                  <a:lnTo>
                    <a:pt x="702" y="448"/>
                  </a:lnTo>
                  <a:lnTo>
                    <a:pt x="64" y="1235"/>
                  </a:lnTo>
                  <a:cubicBezTo>
                    <a:pt x="13" y="1303"/>
                    <a:pt x="0" y="1393"/>
                    <a:pt x="38" y="1471"/>
                  </a:cubicBezTo>
                  <a:cubicBezTo>
                    <a:pt x="75" y="1547"/>
                    <a:pt x="154" y="1598"/>
                    <a:pt x="240" y="1598"/>
                  </a:cubicBezTo>
                  <a:lnTo>
                    <a:pt x="1171" y="1598"/>
                  </a:lnTo>
                  <a:cubicBezTo>
                    <a:pt x="1292" y="1598"/>
                    <a:pt x="1392" y="1499"/>
                    <a:pt x="1393" y="1374"/>
                  </a:cubicBezTo>
                  <a:cubicBezTo>
                    <a:pt x="1393" y="1250"/>
                    <a:pt x="1292" y="1151"/>
                    <a:pt x="1171" y="1151"/>
                  </a:cubicBezTo>
                  <a:lnTo>
                    <a:pt x="706" y="1151"/>
                  </a:lnTo>
                  <a:lnTo>
                    <a:pt x="1344" y="364"/>
                  </a:lnTo>
                  <a:cubicBezTo>
                    <a:pt x="1396" y="296"/>
                    <a:pt x="1407" y="204"/>
                    <a:pt x="1370" y="126"/>
                  </a:cubicBezTo>
                  <a:cubicBezTo>
                    <a:pt x="1334" y="49"/>
                    <a:pt x="1253" y="0"/>
                    <a:pt x="11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45"/>
            <p:cNvSpPr/>
            <p:nvPr/>
          </p:nvSpPr>
          <p:spPr>
            <a:xfrm>
              <a:off x="8195717" y="3415073"/>
              <a:ext cx="44686" cy="25484"/>
            </a:xfrm>
            <a:custGeom>
              <a:rect b="b" l="l" r="r" t="t"/>
              <a:pathLst>
                <a:path extrusionOk="0" h="860" w="1508">
                  <a:moveTo>
                    <a:pt x="429" y="0"/>
                  </a:moveTo>
                  <a:cubicBezTo>
                    <a:pt x="193" y="0"/>
                    <a:pt x="0" y="193"/>
                    <a:pt x="0" y="429"/>
                  </a:cubicBezTo>
                  <a:cubicBezTo>
                    <a:pt x="0" y="667"/>
                    <a:pt x="193" y="860"/>
                    <a:pt x="429" y="860"/>
                  </a:cubicBezTo>
                  <a:lnTo>
                    <a:pt x="1079" y="860"/>
                  </a:lnTo>
                  <a:cubicBezTo>
                    <a:pt x="1315" y="860"/>
                    <a:pt x="1508" y="667"/>
                    <a:pt x="1508" y="429"/>
                  </a:cubicBezTo>
                  <a:cubicBezTo>
                    <a:pt x="1508" y="193"/>
                    <a:pt x="1315" y="0"/>
                    <a:pt x="10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45"/>
            <p:cNvSpPr/>
            <p:nvPr/>
          </p:nvSpPr>
          <p:spPr>
            <a:xfrm>
              <a:off x="8211600" y="3649555"/>
              <a:ext cx="13246" cy="13305"/>
            </a:xfrm>
            <a:custGeom>
              <a:rect b="b" l="l" r="r" t="t"/>
              <a:pathLst>
                <a:path extrusionOk="0" h="449" w="447">
                  <a:moveTo>
                    <a:pt x="222" y="1"/>
                  </a:moveTo>
                  <a:cubicBezTo>
                    <a:pt x="104" y="1"/>
                    <a:pt x="0" y="98"/>
                    <a:pt x="0" y="225"/>
                  </a:cubicBezTo>
                  <a:cubicBezTo>
                    <a:pt x="0" y="349"/>
                    <a:pt x="101" y="448"/>
                    <a:pt x="224" y="448"/>
                  </a:cubicBezTo>
                  <a:cubicBezTo>
                    <a:pt x="352" y="448"/>
                    <a:pt x="447" y="346"/>
                    <a:pt x="445" y="225"/>
                  </a:cubicBezTo>
                  <a:cubicBezTo>
                    <a:pt x="445" y="116"/>
                    <a:pt x="367" y="24"/>
                    <a:pt x="266" y="5"/>
                  </a:cubicBezTo>
                  <a:cubicBezTo>
                    <a:pt x="251" y="2"/>
                    <a:pt x="237" y="1"/>
                    <a:pt x="222"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4" name="Google Shape;10364;p45"/>
          <p:cNvGrpSpPr/>
          <p:nvPr/>
        </p:nvGrpSpPr>
        <p:grpSpPr>
          <a:xfrm>
            <a:off x="7360466" y="3403813"/>
            <a:ext cx="395712" cy="413344"/>
            <a:chOff x="7360466" y="3403813"/>
            <a:chExt cx="395712" cy="413344"/>
          </a:xfrm>
        </p:grpSpPr>
        <p:sp>
          <p:nvSpPr>
            <p:cNvPr id="10365" name="Google Shape;10365;p45"/>
            <p:cNvSpPr/>
            <p:nvPr/>
          </p:nvSpPr>
          <p:spPr>
            <a:xfrm>
              <a:off x="7360466" y="3421563"/>
              <a:ext cx="395712" cy="244320"/>
            </a:xfrm>
            <a:custGeom>
              <a:rect b="b" l="l" r="r" t="t"/>
              <a:pathLst>
                <a:path extrusionOk="0" h="8245" w="13354">
                  <a:moveTo>
                    <a:pt x="6677" y="0"/>
                  </a:moveTo>
                  <a:cubicBezTo>
                    <a:pt x="2992" y="0"/>
                    <a:pt x="1" y="2989"/>
                    <a:pt x="1" y="6677"/>
                  </a:cubicBezTo>
                  <a:cubicBezTo>
                    <a:pt x="1" y="7011"/>
                    <a:pt x="27" y="7342"/>
                    <a:pt x="74" y="7662"/>
                  </a:cubicBezTo>
                  <a:lnTo>
                    <a:pt x="13170" y="8245"/>
                  </a:lnTo>
                  <a:cubicBezTo>
                    <a:pt x="13290" y="7741"/>
                    <a:pt x="13353" y="7217"/>
                    <a:pt x="13353" y="6677"/>
                  </a:cubicBezTo>
                  <a:cubicBezTo>
                    <a:pt x="13353" y="2991"/>
                    <a:pt x="10366" y="0"/>
                    <a:pt x="6677"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45"/>
            <p:cNvSpPr/>
            <p:nvPr/>
          </p:nvSpPr>
          <p:spPr>
            <a:xfrm>
              <a:off x="7362629" y="3540952"/>
              <a:ext cx="117048" cy="259936"/>
            </a:xfrm>
            <a:custGeom>
              <a:rect b="b" l="l" r="r" t="t"/>
              <a:pathLst>
                <a:path extrusionOk="0" h="8772" w="3950">
                  <a:moveTo>
                    <a:pt x="1830" y="0"/>
                  </a:moveTo>
                  <a:cubicBezTo>
                    <a:pt x="1318" y="0"/>
                    <a:pt x="825" y="244"/>
                    <a:pt x="517" y="670"/>
                  </a:cubicBezTo>
                  <a:cubicBezTo>
                    <a:pt x="267" y="1015"/>
                    <a:pt x="125" y="1496"/>
                    <a:pt x="467" y="2085"/>
                  </a:cubicBezTo>
                  <a:cubicBezTo>
                    <a:pt x="941" y="2902"/>
                    <a:pt x="275" y="3156"/>
                    <a:pt x="1" y="3605"/>
                  </a:cubicBezTo>
                  <a:cubicBezTo>
                    <a:pt x="335" y="5930"/>
                    <a:pt x="1866" y="7867"/>
                    <a:pt x="3949" y="8772"/>
                  </a:cubicBezTo>
                  <a:cubicBezTo>
                    <a:pt x="3934" y="8721"/>
                    <a:pt x="3921" y="8666"/>
                    <a:pt x="3915" y="8607"/>
                  </a:cubicBezTo>
                  <a:cubicBezTo>
                    <a:pt x="3814" y="7430"/>
                    <a:pt x="3585" y="4762"/>
                    <a:pt x="3526" y="4093"/>
                  </a:cubicBezTo>
                  <a:lnTo>
                    <a:pt x="3363" y="2194"/>
                  </a:lnTo>
                  <a:lnTo>
                    <a:pt x="3281" y="2194"/>
                  </a:lnTo>
                  <a:cubicBezTo>
                    <a:pt x="3057" y="2194"/>
                    <a:pt x="2877" y="2012"/>
                    <a:pt x="2877" y="1790"/>
                  </a:cubicBezTo>
                  <a:cubicBezTo>
                    <a:pt x="2877" y="1573"/>
                    <a:pt x="3045" y="1396"/>
                    <a:pt x="3259" y="1385"/>
                  </a:cubicBezTo>
                  <a:cubicBezTo>
                    <a:pt x="3219" y="1300"/>
                    <a:pt x="3183" y="1194"/>
                    <a:pt x="3160" y="1070"/>
                  </a:cubicBezTo>
                  <a:cubicBezTo>
                    <a:pt x="3027" y="403"/>
                    <a:pt x="2605" y="136"/>
                    <a:pt x="2188" y="41"/>
                  </a:cubicBezTo>
                  <a:cubicBezTo>
                    <a:pt x="2069" y="13"/>
                    <a:pt x="1949" y="0"/>
                    <a:pt x="1830"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45"/>
            <p:cNvSpPr/>
            <p:nvPr/>
          </p:nvSpPr>
          <p:spPr>
            <a:xfrm>
              <a:off x="7362629" y="3540952"/>
              <a:ext cx="117048" cy="259936"/>
            </a:xfrm>
            <a:custGeom>
              <a:rect b="b" l="l" r="r" t="t"/>
              <a:pathLst>
                <a:path extrusionOk="0" h="8772" w="3950">
                  <a:moveTo>
                    <a:pt x="1830" y="0"/>
                  </a:moveTo>
                  <a:cubicBezTo>
                    <a:pt x="1318" y="0"/>
                    <a:pt x="825" y="244"/>
                    <a:pt x="517" y="670"/>
                  </a:cubicBezTo>
                  <a:cubicBezTo>
                    <a:pt x="267" y="1015"/>
                    <a:pt x="125" y="1496"/>
                    <a:pt x="467" y="2085"/>
                  </a:cubicBezTo>
                  <a:cubicBezTo>
                    <a:pt x="941" y="2902"/>
                    <a:pt x="275" y="3156"/>
                    <a:pt x="1" y="3605"/>
                  </a:cubicBezTo>
                  <a:cubicBezTo>
                    <a:pt x="335" y="5930"/>
                    <a:pt x="1866" y="7867"/>
                    <a:pt x="3949" y="8772"/>
                  </a:cubicBezTo>
                  <a:cubicBezTo>
                    <a:pt x="3934" y="8721"/>
                    <a:pt x="3921" y="8666"/>
                    <a:pt x="3915" y="8607"/>
                  </a:cubicBezTo>
                  <a:cubicBezTo>
                    <a:pt x="3814" y="7430"/>
                    <a:pt x="3585" y="4762"/>
                    <a:pt x="3526" y="4093"/>
                  </a:cubicBezTo>
                  <a:lnTo>
                    <a:pt x="3363" y="2194"/>
                  </a:lnTo>
                  <a:lnTo>
                    <a:pt x="3281" y="2194"/>
                  </a:lnTo>
                  <a:cubicBezTo>
                    <a:pt x="3057" y="2194"/>
                    <a:pt x="2877" y="2012"/>
                    <a:pt x="2877" y="1790"/>
                  </a:cubicBezTo>
                  <a:cubicBezTo>
                    <a:pt x="2877" y="1573"/>
                    <a:pt x="3045" y="1396"/>
                    <a:pt x="3259" y="1385"/>
                  </a:cubicBezTo>
                  <a:cubicBezTo>
                    <a:pt x="3219" y="1300"/>
                    <a:pt x="3183" y="1194"/>
                    <a:pt x="3160" y="1070"/>
                  </a:cubicBezTo>
                  <a:cubicBezTo>
                    <a:pt x="3027" y="403"/>
                    <a:pt x="2605" y="136"/>
                    <a:pt x="2188" y="41"/>
                  </a:cubicBezTo>
                  <a:cubicBezTo>
                    <a:pt x="2069" y="13"/>
                    <a:pt x="1949" y="0"/>
                    <a:pt x="1830"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45"/>
            <p:cNvSpPr/>
            <p:nvPr/>
          </p:nvSpPr>
          <p:spPr>
            <a:xfrm>
              <a:off x="7471795" y="3442009"/>
              <a:ext cx="279227" cy="309986"/>
            </a:xfrm>
            <a:custGeom>
              <a:rect b="b" l="l" r="r" t="t"/>
              <a:pathLst>
                <a:path extrusionOk="0" h="10461" w="9423">
                  <a:moveTo>
                    <a:pt x="990" y="1"/>
                  </a:moveTo>
                  <a:cubicBezTo>
                    <a:pt x="444" y="1"/>
                    <a:pt x="1" y="444"/>
                    <a:pt x="1" y="989"/>
                  </a:cubicBezTo>
                  <a:lnTo>
                    <a:pt x="1" y="4769"/>
                  </a:lnTo>
                  <a:lnTo>
                    <a:pt x="4649" y="4769"/>
                  </a:lnTo>
                  <a:cubicBezTo>
                    <a:pt x="4650" y="4769"/>
                    <a:pt x="4652" y="4769"/>
                    <a:pt x="4654" y="4769"/>
                  </a:cubicBezTo>
                  <a:cubicBezTo>
                    <a:pt x="4848" y="4769"/>
                    <a:pt x="5008" y="4930"/>
                    <a:pt x="5008" y="5129"/>
                  </a:cubicBezTo>
                  <a:cubicBezTo>
                    <a:pt x="5008" y="5326"/>
                    <a:pt x="4846" y="5489"/>
                    <a:pt x="4646" y="5489"/>
                  </a:cubicBezTo>
                  <a:lnTo>
                    <a:pt x="4524" y="5489"/>
                  </a:lnTo>
                  <a:lnTo>
                    <a:pt x="4171" y="9573"/>
                  </a:lnTo>
                  <a:cubicBezTo>
                    <a:pt x="4211" y="9569"/>
                    <a:pt x="4251" y="9568"/>
                    <a:pt x="4291" y="9568"/>
                  </a:cubicBezTo>
                  <a:cubicBezTo>
                    <a:pt x="4450" y="9568"/>
                    <a:pt x="4610" y="9593"/>
                    <a:pt x="4762" y="9644"/>
                  </a:cubicBezTo>
                  <a:cubicBezTo>
                    <a:pt x="4854" y="9675"/>
                    <a:pt x="4950" y="9691"/>
                    <a:pt x="5046" y="9691"/>
                  </a:cubicBezTo>
                  <a:cubicBezTo>
                    <a:pt x="5143" y="9691"/>
                    <a:pt x="5239" y="9675"/>
                    <a:pt x="5329" y="9644"/>
                  </a:cubicBezTo>
                  <a:cubicBezTo>
                    <a:pt x="5481" y="9594"/>
                    <a:pt x="5641" y="9568"/>
                    <a:pt x="5801" y="9568"/>
                  </a:cubicBezTo>
                  <a:cubicBezTo>
                    <a:pt x="5942" y="9568"/>
                    <a:pt x="6083" y="9588"/>
                    <a:pt x="6219" y="9629"/>
                  </a:cubicBezTo>
                  <a:cubicBezTo>
                    <a:pt x="6301" y="9653"/>
                    <a:pt x="6366" y="9717"/>
                    <a:pt x="6393" y="9800"/>
                  </a:cubicBezTo>
                  <a:lnTo>
                    <a:pt x="6397" y="9810"/>
                  </a:lnTo>
                  <a:lnTo>
                    <a:pt x="6408" y="9817"/>
                  </a:lnTo>
                  <a:cubicBezTo>
                    <a:pt x="6708" y="9953"/>
                    <a:pt x="6946" y="10182"/>
                    <a:pt x="7098" y="10460"/>
                  </a:cubicBezTo>
                  <a:lnTo>
                    <a:pt x="8637" y="9445"/>
                  </a:lnTo>
                  <a:cubicBezTo>
                    <a:pt x="8993" y="8861"/>
                    <a:pt x="9261" y="8216"/>
                    <a:pt x="9422" y="7530"/>
                  </a:cubicBezTo>
                  <a:lnTo>
                    <a:pt x="9422" y="989"/>
                  </a:lnTo>
                  <a:cubicBezTo>
                    <a:pt x="9422" y="444"/>
                    <a:pt x="8979" y="1"/>
                    <a:pt x="8434" y="1"/>
                  </a:cubicBezTo>
                  <a:lnTo>
                    <a:pt x="6756" y="1"/>
                  </a:lnTo>
                  <a:cubicBezTo>
                    <a:pt x="6763" y="38"/>
                    <a:pt x="6766" y="75"/>
                    <a:pt x="6766" y="114"/>
                  </a:cubicBezTo>
                  <a:cubicBezTo>
                    <a:pt x="6766" y="467"/>
                    <a:pt x="6478" y="756"/>
                    <a:pt x="6122" y="756"/>
                  </a:cubicBezTo>
                  <a:lnTo>
                    <a:pt x="3299" y="756"/>
                  </a:lnTo>
                  <a:cubicBezTo>
                    <a:pt x="2947" y="756"/>
                    <a:pt x="2656" y="468"/>
                    <a:pt x="2656" y="114"/>
                  </a:cubicBezTo>
                  <a:cubicBezTo>
                    <a:pt x="2656" y="75"/>
                    <a:pt x="2661" y="38"/>
                    <a:pt x="2667"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45"/>
            <p:cNvSpPr/>
            <p:nvPr/>
          </p:nvSpPr>
          <p:spPr>
            <a:xfrm>
              <a:off x="7494968" y="3465122"/>
              <a:ext cx="232734" cy="304444"/>
            </a:xfrm>
            <a:custGeom>
              <a:rect b="b" l="l" r="r" t="t"/>
              <a:pathLst>
                <a:path extrusionOk="0" h="10274" w="7854">
                  <a:moveTo>
                    <a:pt x="222" y="1"/>
                  </a:moveTo>
                  <a:cubicBezTo>
                    <a:pt x="100" y="1"/>
                    <a:pt x="1" y="99"/>
                    <a:pt x="1" y="222"/>
                  </a:cubicBezTo>
                  <a:lnTo>
                    <a:pt x="1" y="3986"/>
                  </a:lnTo>
                  <a:lnTo>
                    <a:pt x="3864" y="3986"/>
                  </a:lnTo>
                  <a:cubicBezTo>
                    <a:pt x="4062" y="3986"/>
                    <a:pt x="4226" y="4148"/>
                    <a:pt x="4226" y="4349"/>
                  </a:cubicBezTo>
                  <a:cubicBezTo>
                    <a:pt x="4226" y="4546"/>
                    <a:pt x="4064" y="4709"/>
                    <a:pt x="3864" y="4709"/>
                  </a:cubicBezTo>
                  <a:lnTo>
                    <a:pt x="3742" y="4709"/>
                  </a:lnTo>
                  <a:lnTo>
                    <a:pt x="3389" y="8793"/>
                  </a:lnTo>
                  <a:cubicBezTo>
                    <a:pt x="3429" y="8789"/>
                    <a:pt x="3469" y="8788"/>
                    <a:pt x="3509" y="8788"/>
                  </a:cubicBezTo>
                  <a:cubicBezTo>
                    <a:pt x="3668" y="8788"/>
                    <a:pt x="3828" y="8813"/>
                    <a:pt x="3980" y="8864"/>
                  </a:cubicBezTo>
                  <a:cubicBezTo>
                    <a:pt x="4072" y="8895"/>
                    <a:pt x="4168" y="8911"/>
                    <a:pt x="4264" y="8911"/>
                  </a:cubicBezTo>
                  <a:cubicBezTo>
                    <a:pt x="4361" y="8911"/>
                    <a:pt x="4457" y="8895"/>
                    <a:pt x="4547" y="8864"/>
                  </a:cubicBezTo>
                  <a:cubicBezTo>
                    <a:pt x="4699" y="8814"/>
                    <a:pt x="4859" y="8788"/>
                    <a:pt x="5019" y="8788"/>
                  </a:cubicBezTo>
                  <a:cubicBezTo>
                    <a:pt x="5160" y="8788"/>
                    <a:pt x="5301" y="8808"/>
                    <a:pt x="5437" y="8849"/>
                  </a:cubicBezTo>
                  <a:cubicBezTo>
                    <a:pt x="5519" y="8873"/>
                    <a:pt x="5584" y="8937"/>
                    <a:pt x="5611" y="9020"/>
                  </a:cubicBezTo>
                  <a:lnTo>
                    <a:pt x="5615" y="9030"/>
                  </a:lnTo>
                  <a:lnTo>
                    <a:pt x="5626" y="9037"/>
                  </a:lnTo>
                  <a:cubicBezTo>
                    <a:pt x="6117" y="9262"/>
                    <a:pt x="6449" y="9735"/>
                    <a:pt x="6487" y="10269"/>
                  </a:cubicBezTo>
                  <a:lnTo>
                    <a:pt x="6487" y="10274"/>
                  </a:lnTo>
                  <a:cubicBezTo>
                    <a:pt x="7024" y="9814"/>
                    <a:pt x="7485" y="9270"/>
                    <a:pt x="7854" y="8664"/>
                  </a:cubicBezTo>
                  <a:lnTo>
                    <a:pt x="7854" y="222"/>
                  </a:lnTo>
                  <a:cubicBezTo>
                    <a:pt x="7854" y="100"/>
                    <a:pt x="7756" y="1"/>
                    <a:pt x="76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45"/>
            <p:cNvSpPr/>
            <p:nvPr/>
          </p:nvSpPr>
          <p:spPr>
            <a:xfrm>
              <a:off x="7529253" y="3523498"/>
              <a:ext cx="40508" cy="40419"/>
            </a:xfrm>
            <a:custGeom>
              <a:rect b="b" l="l" r="r" t="t"/>
              <a:pathLst>
                <a:path extrusionOk="0" h="1364" w="1367">
                  <a:moveTo>
                    <a:pt x="348" y="0"/>
                  </a:moveTo>
                  <a:cubicBezTo>
                    <a:pt x="156" y="0"/>
                    <a:pt x="0" y="157"/>
                    <a:pt x="0" y="347"/>
                  </a:cubicBezTo>
                  <a:lnTo>
                    <a:pt x="0" y="1015"/>
                  </a:lnTo>
                  <a:cubicBezTo>
                    <a:pt x="0" y="1208"/>
                    <a:pt x="157" y="1363"/>
                    <a:pt x="348" y="1363"/>
                  </a:cubicBezTo>
                  <a:lnTo>
                    <a:pt x="1017" y="1363"/>
                  </a:lnTo>
                  <a:cubicBezTo>
                    <a:pt x="1210" y="1363"/>
                    <a:pt x="1365" y="1206"/>
                    <a:pt x="1365" y="1015"/>
                  </a:cubicBezTo>
                  <a:lnTo>
                    <a:pt x="1365" y="347"/>
                  </a:lnTo>
                  <a:cubicBezTo>
                    <a:pt x="1367" y="157"/>
                    <a:pt x="1210" y="0"/>
                    <a:pt x="10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45"/>
            <p:cNvSpPr/>
            <p:nvPr/>
          </p:nvSpPr>
          <p:spPr>
            <a:xfrm>
              <a:off x="7597407" y="3527914"/>
              <a:ext cx="97876" cy="12920"/>
            </a:xfrm>
            <a:custGeom>
              <a:rect b="b" l="l" r="r" t="t"/>
              <a:pathLst>
                <a:path extrusionOk="0" h="436" w="3303">
                  <a:moveTo>
                    <a:pt x="218" y="0"/>
                  </a:moveTo>
                  <a:cubicBezTo>
                    <a:pt x="99" y="0"/>
                    <a:pt x="1" y="98"/>
                    <a:pt x="1" y="218"/>
                  </a:cubicBezTo>
                  <a:cubicBezTo>
                    <a:pt x="1" y="339"/>
                    <a:pt x="99" y="436"/>
                    <a:pt x="218" y="436"/>
                  </a:cubicBezTo>
                  <a:lnTo>
                    <a:pt x="3085" y="436"/>
                  </a:lnTo>
                  <a:cubicBezTo>
                    <a:pt x="3204" y="436"/>
                    <a:pt x="3302" y="339"/>
                    <a:pt x="3302" y="218"/>
                  </a:cubicBezTo>
                  <a:cubicBezTo>
                    <a:pt x="3302" y="98"/>
                    <a:pt x="3204" y="0"/>
                    <a:pt x="30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45"/>
            <p:cNvSpPr/>
            <p:nvPr/>
          </p:nvSpPr>
          <p:spPr>
            <a:xfrm>
              <a:off x="7597407" y="3551827"/>
              <a:ext cx="72185" cy="12920"/>
            </a:xfrm>
            <a:custGeom>
              <a:rect b="b" l="l" r="r" t="t"/>
              <a:pathLst>
                <a:path extrusionOk="0" h="436" w="2436">
                  <a:moveTo>
                    <a:pt x="218" y="0"/>
                  </a:moveTo>
                  <a:cubicBezTo>
                    <a:pt x="99" y="0"/>
                    <a:pt x="1" y="97"/>
                    <a:pt x="1" y="218"/>
                  </a:cubicBezTo>
                  <a:cubicBezTo>
                    <a:pt x="1" y="338"/>
                    <a:pt x="99" y="435"/>
                    <a:pt x="218" y="435"/>
                  </a:cubicBezTo>
                  <a:lnTo>
                    <a:pt x="2217" y="435"/>
                  </a:lnTo>
                  <a:cubicBezTo>
                    <a:pt x="2339" y="435"/>
                    <a:pt x="2435" y="338"/>
                    <a:pt x="2435" y="218"/>
                  </a:cubicBezTo>
                  <a:cubicBezTo>
                    <a:pt x="2435" y="97"/>
                    <a:pt x="2339" y="0"/>
                    <a:pt x="2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45"/>
            <p:cNvSpPr/>
            <p:nvPr/>
          </p:nvSpPr>
          <p:spPr>
            <a:xfrm>
              <a:off x="7635693" y="3591861"/>
              <a:ext cx="59591" cy="12920"/>
            </a:xfrm>
            <a:custGeom>
              <a:rect b="b" l="l" r="r" t="t"/>
              <a:pathLst>
                <a:path extrusionOk="0" h="436" w="2011">
                  <a:moveTo>
                    <a:pt x="218" y="0"/>
                  </a:moveTo>
                  <a:cubicBezTo>
                    <a:pt x="98" y="0"/>
                    <a:pt x="1" y="96"/>
                    <a:pt x="1" y="218"/>
                  </a:cubicBezTo>
                  <a:cubicBezTo>
                    <a:pt x="1" y="337"/>
                    <a:pt x="98" y="435"/>
                    <a:pt x="218" y="435"/>
                  </a:cubicBezTo>
                  <a:lnTo>
                    <a:pt x="1793" y="435"/>
                  </a:lnTo>
                  <a:cubicBezTo>
                    <a:pt x="1912" y="435"/>
                    <a:pt x="2010" y="337"/>
                    <a:pt x="2010" y="218"/>
                  </a:cubicBezTo>
                  <a:cubicBezTo>
                    <a:pt x="2010" y="96"/>
                    <a:pt x="1912" y="0"/>
                    <a:pt x="1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45"/>
            <p:cNvSpPr/>
            <p:nvPr/>
          </p:nvSpPr>
          <p:spPr>
            <a:xfrm>
              <a:off x="7621499" y="3615715"/>
              <a:ext cx="48094" cy="12920"/>
            </a:xfrm>
            <a:custGeom>
              <a:rect b="b" l="l" r="r" t="t"/>
              <a:pathLst>
                <a:path extrusionOk="0" h="436" w="1623">
                  <a:moveTo>
                    <a:pt x="218" y="0"/>
                  </a:moveTo>
                  <a:cubicBezTo>
                    <a:pt x="97" y="0"/>
                    <a:pt x="1" y="98"/>
                    <a:pt x="1" y="218"/>
                  </a:cubicBezTo>
                  <a:cubicBezTo>
                    <a:pt x="1" y="339"/>
                    <a:pt x="97" y="435"/>
                    <a:pt x="218" y="435"/>
                  </a:cubicBezTo>
                  <a:lnTo>
                    <a:pt x="1404" y="435"/>
                  </a:lnTo>
                  <a:cubicBezTo>
                    <a:pt x="1526" y="435"/>
                    <a:pt x="1622" y="339"/>
                    <a:pt x="1622" y="218"/>
                  </a:cubicBezTo>
                  <a:cubicBezTo>
                    <a:pt x="1622" y="98"/>
                    <a:pt x="1526" y="0"/>
                    <a:pt x="14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45"/>
            <p:cNvSpPr/>
            <p:nvPr/>
          </p:nvSpPr>
          <p:spPr>
            <a:xfrm>
              <a:off x="7618269" y="3655719"/>
              <a:ext cx="77015" cy="12949"/>
            </a:xfrm>
            <a:custGeom>
              <a:rect b="b" l="l" r="r" t="t"/>
              <a:pathLst>
                <a:path extrusionOk="0" h="437" w="2599">
                  <a:moveTo>
                    <a:pt x="219" y="1"/>
                  </a:moveTo>
                  <a:cubicBezTo>
                    <a:pt x="97" y="1"/>
                    <a:pt x="1" y="99"/>
                    <a:pt x="1" y="219"/>
                  </a:cubicBezTo>
                  <a:cubicBezTo>
                    <a:pt x="1" y="340"/>
                    <a:pt x="97" y="436"/>
                    <a:pt x="219" y="436"/>
                  </a:cubicBezTo>
                  <a:lnTo>
                    <a:pt x="2381" y="436"/>
                  </a:lnTo>
                  <a:cubicBezTo>
                    <a:pt x="2500" y="436"/>
                    <a:pt x="2598" y="340"/>
                    <a:pt x="2598" y="219"/>
                  </a:cubicBezTo>
                  <a:cubicBezTo>
                    <a:pt x="2598" y="99"/>
                    <a:pt x="2500" y="1"/>
                    <a:pt x="23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45"/>
            <p:cNvSpPr/>
            <p:nvPr/>
          </p:nvSpPr>
          <p:spPr>
            <a:xfrm>
              <a:off x="7616728" y="3679632"/>
              <a:ext cx="52864" cy="12920"/>
            </a:xfrm>
            <a:custGeom>
              <a:rect b="b" l="l" r="r" t="t"/>
              <a:pathLst>
                <a:path extrusionOk="0" h="436" w="1784">
                  <a:moveTo>
                    <a:pt x="218" y="1"/>
                  </a:moveTo>
                  <a:cubicBezTo>
                    <a:pt x="97" y="1"/>
                    <a:pt x="0" y="97"/>
                    <a:pt x="0" y="218"/>
                  </a:cubicBezTo>
                  <a:cubicBezTo>
                    <a:pt x="0" y="338"/>
                    <a:pt x="97" y="436"/>
                    <a:pt x="218" y="436"/>
                  </a:cubicBezTo>
                  <a:lnTo>
                    <a:pt x="1565" y="436"/>
                  </a:lnTo>
                  <a:cubicBezTo>
                    <a:pt x="1687" y="436"/>
                    <a:pt x="1783" y="338"/>
                    <a:pt x="1783" y="218"/>
                  </a:cubicBezTo>
                  <a:cubicBezTo>
                    <a:pt x="1783" y="97"/>
                    <a:pt x="1687" y="1"/>
                    <a:pt x="15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45"/>
            <p:cNvSpPr/>
            <p:nvPr/>
          </p:nvSpPr>
          <p:spPr>
            <a:xfrm>
              <a:off x="7531505" y="3520683"/>
              <a:ext cx="48864" cy="36003"/>
            </a:xfrm>
            <a:custGeom>
              <a:rect b="b" l="l" r="r" t="t"/>
              <a:pathLst>
                <a:path extrusionOk="0" h="1215" w="1649">
                  <a:moveTo>
                    <a:pt x="1408" y="0"/>
                  </a:moveTo>
                  <a:cubicBezTo>
                    <a:pt x="1352" y="0"/>
                    <a:pt x="1296" y="21"/>
                    <a:pt x="1253" y="64"/>
                  </a:cubicBezTo>
                  <a:lnTo>
                    <a:pt x="630" y="688"/>
                  </a:lnTo>
                  <a:lnTo>
                    <a:pt x="395" y="453"/>
                  </a:lnTo>
                  <a:cubicBezTo>
                    <a:pt x="353" y="410"/>
                    <a:pt x="297" y="389"/>
                    <a:pt x="241" y="389"/>
                  </a:cubicBezTo>
                  <a:cubicBezTo>
                    <a:pt x="185" y="389"/>
                    <a:pt x="129" y="410"/>
                    <a:pt x="86" y="453"/>
                  </a:cubicBezTo>
                  <a:cubicBezTo>
                    <a:pt x="0" y="538"/>
                    <a:pt x="0" y="677"/>
                    <a:pt x="86" y="762"/>
                  </a:cubicBezTo>
                  <a:lnTo>
                    <a:pt x="475" y="1151"/>
                  </a:lnTo>
                  <a:cubicBezTo>
                    <a:pt x="517" y="1193"/>
                    <a:pt x="573" y="1215"/>
                    <a:pt x="629" y="1215"/>
                  </a:cubicBezTo>
                  <a:cubicBezTo>
                    <a:pt x="686" y="1215"/>
                    <a:pt x="742" y="1193"/>
                    <a:pt x="785" y="1151"/>
                  </a:cubicBezTo>
                  <a:lnTo>
                    <a:pt x="1563" y="374"/>
                  </a:lnTo>
                  <a:cubicBezTo>
                    <a:pt x="1648" y="288"/>
                    <a:pt x="1648" y="150"/>
                    <a:pt x="1563" y="64"/>
                  </a:cubicBezTo>
                  <a:cubicBezTo>
                    <a:pt x="1520" y="21"/>
                    <a:pt x="1464" y="0"/>
                    <a:pt x="1408"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45"/>
            <p:cNvSpPr/>
            <p:nvPr/>
          </p:nvSpPr>
          <p:spPr>
            <a:xfrm>
              <a:off x="7416264" y="3601965"/>
              <a:ext cx="62110" cy="190092"/>
            </a:xfrm>
            <a:custGeom>
              <a:rect b="b" l="l" r="r" t="t"/>
              <a:pathLst>
                <a:path extrusionOk="0" h="6415" w="2096">
                  <a:moveTo>
                    <a:pt x="277" y="0"/>
                  </a:moveTo>
                  <a:cubicBezTo>
                    <a:pt x="139" y="0"/>
                    <a:pt x="1" y="124"/>
                    <a:pt x="58" y="296"/>
                  </a:cubicBezTo>
                  <a:lnTo>
                    <a:pt x="2096" y="6414"/>
                  </a:lnTo>
                  <a:lnTo>
                    <a:pt x="1859" y="3671"/>
                  </a:lnTo>
                  <a:lnTo>
                    <a:pt x="1831" y="3359"/>
                  </a:lnTo>
                  <a:lnTo>
                    <a:pt x="476" y="138"/>
                  </a:lnTo>
                  <a:cubicBezTo>
                    <a:pt x="435" y="41"/>
                    <a:pt x="356" y="0"/>
                    <a:pt x="277"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45"/>
            <p:cNvSpPr/>
            <p:nvPr/>
          </p:nvSpPr>
          <p:spPr>
            <a:xfrm>
              <a:off x="7397655" y="3668194"/>
              <a:ext cx="55976" cy="43708"/>
            </a:xfrm>
            <a:custGeom>
              <a:rect b="b" l="l" r="r" t="t"/>
              <a:pathLst>
                <a:path extrusionOk="0" h="1475" w="1889">
                  <a:moveTo>
                    <a:pt x="322" y="0"/>
                  </a:moveTo>
                  <a:cubicBezTo>
                    <a:pt x="125" y="0"/>
                    <a:pt x="1" y="285"/>
                    <a:pt x="207" y="416"/>
                  </a:cubicBezTo>
                  <a:lnTo>
                    <a:pt x="1889" y="1475"/>
                  </a:lnTo>
                  <a:lnTo>
                    <a:pt x="1614" y="653"/>
                  </a:lnTo>
                  <a:lnTo>
                    <a:pt x="431" y="29"/>
                  </a:lnTo>
                  <a:cubicBezTo>
                    <a:pt x="393" y="9"/>
                    <a:pt x="356" y="0"/>
                    <a:pt x="322"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45"/>
            <p:cNvSpPr/>
            <p:nvPr/>
          </p:nvSpPr>
          <p:spPr>
            <a:xfrm>
              <a:off x="7459646" y="3604928"/>
              <a:ext cx="147422" cy="212228"/>
            </a:xfrm>
            <a:custGeom>
              <a:rect b="b" l="l" r="r" t="t"/>
              <a:pathLst>
                <a:path extrusionOk="0" h="7162" w="4975">
                  <a:moveTo>
                    <a:pt x="1" y="0"/>
                  </a:moveTo>
                  <a:lnTo>
                    <a:pt x="554" y="6447"/>
                  </a:lnTo>
                  <a:cubicBezTo>
                    <a:pt x="559" y="6487"/>
                    <a:pt x="563" y="6527"/>
                    <a:pt x="574" y="6566"/>
                  </a:cubicBezTo>
                  <a:cubicBezTo>
                    <a:pt x="1414" y="6947"/>
                    <a:pt x="2348" y="7162"/>
                    <a:pt x="3330" y="7162"/>
                  </a:cubicBezTo>
                  <a:cubicBezTo>
                    <a:pt x="3489" y="7162"/>
                    <a:pt x="3644" y="7155"/>
                    <a:pt x="3796" y="7146"/>
                  </a:cubicBezTo>
                  <a:cubicBezTo>
                    <a:pt x="3911" y="7124"/>
                    <a:pt x="4019" y="7078"/>
                    <a:pt x="4107" y="7009"/>
                  </a:cubicBezTo>
                  <a:cubicBezTo>
                    <a:pt x="3925" y="6930"/>
                    <a:pt x="3761" y="6813"/>
                    <a:pt x="3622" y="6664"/>
                  </a:cubicBezTo>
                  <a:cubicBezTo>
                    <a:pt x="3341" y="6361"/>
                    <a:pt x="3201" y="5965"/>
                    <a:pt x="3232" y="5548"/>
                  </a:cubicBezTo>
                  <a:cubicBezTo>
                    <a:pt x="3271" y="5031"/>
                    <a:pt x="3587" y="4564"/>
                    <a:pt x="4059" y="4333"/>
                  </a:cubicBezTo>
                  <a:lnTo>
                    <a:pt x="4072" y="4326"/>
                  </a:lnTo>
                  <a:lnTo>
                    <a:pt x="4075" y="4316"/>
                  </a:lnTo>
                  <a:cubicBezTo>
                    <a:pt x="4098" y="4232"/>
                    <a:pt x="4162" y="4166"/>
                    <a:pt x="4243" y="4140"/>
                  </a:cubicBezTo>
                  <a:cubicBezTo>
                    <a:pt x="4367" y="4099"/>
                    <a:pt x="4494" y="4076"/>
                    <a:pt x="4625" y="4068"/>
                  </a:cubicBezTo>
                  <a:lnTo>
                    <a:pt x="4975" y="0"/>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45"/>
            <p:cNvSpPr/>
            <p:nvPr/>
          </p:nvSpPr>
          <p:spPr>
            <a:xfrm>
              <a:off x="7614446" y="3697737"/>
              <a:ext cx="28981" cy="38848"/>
            </a:xfrm>
            <a:custGeom>
              <a:rect b="b" l="l" r="r" t="t"/>
              <a:pathLst>
                <a:path extrusionOk="0" h="1311" w="978">
                  <a:moveTo>
                    <a:pt x="729" y="1"/>
                  </a:moveTo>
                  <a:cubicBezTo>
                    <a:pt x="701" y="1"/>
                    <a:pt x="672" y="6"/>
                    <a:pt x="644" y="18"/>
                  </a:cubicBezTo>
                  <a:cubicBezTo>
                    <a:pt x="63" y="262"/>
                    <a:pt x="1" y="851"/>
                    <a:pt x="1" y="1093"/>
                  </a:cubicBezTo>
                  <a:cubicBezTo>
                    <a:pt x="1" y="1215"/>
                    <a:pt x="99" y="1311"/>
                    <a:pt x="219" y="1311"/>
                  </a:cubicBezTo>
                  <a:cubicBezTo>
                    <a:pt x="340" y="1311"/>
                    <a:pt x="436" y="1211"/>
                    <a:pt x="436" y="1093"/>
                  </a:cubicBezTo>
                  <a:cubicBezTo>
                    <a:pt x="436" y="667"/>
                    <a:pt x="643" y="492"/>
                    <a:pt x="814" y="419"/>
                  </a:cubicBezTo>
                  <a:cubicBezTo>
                    <a:pt x="924" y="372"/>
                    <a:pt x="977" y="245"/>
                    <a:pt x="931" y="134"/>
                  </a:cubicBezTo>
                  <a:cubicBezTo>
                    <a:pt x="896" y="50"/>
                    <a:pt x="814" y="1"/>
                    <a:pt x="729"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45"/>
            <p:cNvSpPr/>
            <p:nvPr/>
          </p:nvSpPr>
          <p:spPr>
            <a:xfrm>
              <a:off x="7553018" y="3731548"/>
              <a:ext cx="134946" cy="83712"/>
            </a:xfrm>
            <a:custGeom>
              <a:rect b="b" l="l" r="r" t="t"/>
              <a:pathLst>
                <a:path extrusionOk="0" h="2825" w="4554">
                  <a:moveTo>
                    <a:pt x="3641" y="1"/>
                  </a:moveTo>
                  <a:lnTo>
                    <a:pt x="3641" y="1"/>
                  </a:lnTo>
                  <a:cubicBezTo>
                    <a:pt x="3667" y="61"/>
                    <a:pt x="3669" y="128"/>
                    <a:pt x="3649" y="187"/>
                  </a:cubicBezTo>
                  <a:cubicBezTo>
                    <a:pt x="3576" y="388"/>
                    <a:pt x="3440" y="467"/>
                    <a:pt x="3335" y="475"/>
                  </a:cubicBezTo>
                  <a:cubicBezTo>
                    <a:pt x="3326" y="475"/>
                    <a:pt x="3317" y="476"/>
                    <a:pt x="3309" y="476"/>
                  </a:cubicBezTo>
                  <a:cubicBezTo>
                    <a:pt x="3252" y="476"/>
                    <a:pt x="3193" y="459"/>
                    <a:pt x="3133" y="440"/>
                  </a:cubicBezTo>
                  <a:cubicBezTo>
                    <a:pt x="3068" y="422"/>
                    <a:pt x="3003" y="402"/>
                    <a:pt x="2937" y="402"/>
                  </a:cubicBezTo>
                  <a:cubicBezTo>
                    <a:pt x="2915" y="402"/>
                    <a:pt x="2893" y="404"/>
                    <a:pt x="2871" y="409"/>
                  </a:cubicBezTo>
                  <a:cubicBezTo>
                    <a:pt x="2781" y="428"/>
                    <a:pt x="2713" y="490"/>
                    <a:pt x="2648" y="549"/>
                  </a:cubicBezTo>
                  <a:cubicBezTo>
                    <a:pt x="2618" y="574"/>
                    <a:pt x="2588" y="602"/>
                    <a:pt x="2557" y="622"/>
                  </a:cubicBezTo>
                  <a:cubicBezTo>
                    <a:pt x="2471" y="684"/>
                    <a:pt x="2365" y="716"/>
                    <a:pt x="2260" y="716"/>
                  </a:cubicBezTo>
                  <a:cubicBezTo>
                    <a:pt x="2157" y="716"/>
                    <a:pt x="2054" y="686"/>
                    <a:pt x="1970" y="627"/>
                  </a:cubicBezTo>
                  <a:cubicBezTo>
                    <a:pt x="1923" y="594"/>
                    <a:pt x="1880" y="552"/>
                    <a:pt x="1839" y="512"/>
                  </a:cubicBezTo>
                  <a:cubicBezTo>
                    <a:pt x="1763" y="439"/>
                    <a:pt x="1684" y="361"/>
                    <a:pt x="1577" y="333"/>
                  </a:cubicBezTo>
                  <a:cubicBezTo>
                    <a:pt x="1542" y="324"/>
                    <a:pt x="1507" y="322"/>
                    <a:pt x="1469" y="322"/>
                  </a:cubicBezTo>
                  <a:cubicBezTo>
                    <a:pt x="1418" y="322"/>
                    <a:pt x="1364" y="330"/>
                    <a:pt x="1311" y="335"/>
                  </a:cubicBezTo>
                  <a:cubicBezTo>
                    <a:pt x="1258" y="341"/>
                    <a:pt x="1207" y="348"/>
                    <a:pt x="1161" y="348"/>
                  </a:cubicBezTo>
                  <a:cubicBezTo>
                    <a:pt x="1068" y="348"/>
                    <a:pt x="991" y="322"/>
                    <a:pt x="941" y="221"/>
                  </a:cubicBezTo>
                  <a:lnTo>
                    <a:pt x="938" y="214"/>
                  </a:lnTo>
                  <a:cubicBezTo>
                    <a:pt x="910" y="151"/>
                    <a:pt x="908" y="81"/>
                    <a:pt x="935" y="16"/>
                  </a:cubicBezTo>
                  <a:lnTo>
                    <a:pt x="935" y="16"/>
                  </a:lnTo>
                  <a:cubicBezTo>
                    <a:pt x="445" y="238"/>
                    <a:pt x="94" y="716"/>
                    <a:pt x="53" y="1274"/>
                  </a:cubicBezTo>
                  <a:cubicBezTo>
                    <a:pt x="0" y="2001"/>
                    <a:pt x="464" y="2628"/>
                    <a:pt x="1113" y="2825"/>
                  </a:cubicBezTo>
                  <a:cubicBezTo>
                    <a:pt x="2421" y="2641"/>
                    <a:pt x="3605" y="2082"/>
                    <a:pt x="4553" y="1258"/>
                  </a:cubicBezTo>
                  <a:cubicBezTo>
                    <a:pt x="4507" y="695"/>
                    <a:pt x="4141" y="215"/>
                    <a:pt x="3641"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45"/>
            <p:cNvSpPr/>
            <p:nvPr/>
          </p:nvSpPr>
          <p:spPr>
            <a:xfrm>
              <a:off x="7445333" y="3581993"/>
              <a:ext cx="176106" cy="23973"/>
            </a:xfrm>
            <a:custGeom>
              <a:rect b="b" l="l" r="r" t="t"/>
              <a:pathLst>
                <a:path extrusionOk="0" h="809" w="5943">
                  <a:moveTo>
                    <a:pt x="404" y="0"/>
                  </a:moveTo>
                  <a:cubicBezTo>
                    <a:pt x="180" y="0"/>
                    <a:pt x="0" y="181"/>
                    <a:pt x="0" y="405"/>
                  </a:cubicBezTo>
                  <a:cubicBezTo>
                    <a:pt x="0" y="628"/>
                    <a:pt x="180" y="809"/>
                    <a:pt x="404" y="809"/>
                  </a:cubicBezTo>
                  <a:lnTo>
                    <a:pt x="5539" y="809"/>
                  </a:lnTo>
                  <a:cubicBezTo>
                    <a:pt x="5762" y="809"/>
                    <a:pt x="5943" y="628"/>
                    <a:pt x="5943" y="405"/>
                  </a:cubicBezTo>
                  <a:cubicBezTo>
                    <a:pt x="5943" y="181"/>
                    <a:pt x="5762" y="0"/>
                    <a:pt x="5539"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45"/>
            <p:cNvSpPr/>
            <p:nvPr/>
          </p:nvSpPr>
          <p:spPr>
            <a:xfrm>
              <a:off x="7576931" y="3632694"/>
              <a:ext cx="33218" cy="12920"/>
            </a:xfrm>
            <a:custGeom>
              <a:rect b="b" l="l" r="r" t="t"/>
              <a:pathLst>
                <a:path extrusionOk="0" h="436" w="1121">
                  <a:moveTo>
                    <a:pt x="218" y="1"/>
                  </a:moveTo>
                  <a:cubicBezTo>
                    <a:pt x="98" y="1"/>
                    <a:pt x="0" y="99"/>
                    <a:pt x="0" y="218"/>
                  </a:cubicBezTo>
                  <a:cubicBezTo>
                    <a:pt x="0" y="340"/>
                    <a:pt x="98" y="436"/>
                    <a:pt x="218" y="436"/>
                  </a:cubicBezTo>
                  <a:lnTo>
                    <a:pt x="903" y="436"/>
                  </a:lnTo>
                  <a:cubicBezTo>
                    <a:pt x="1024" y="436"/>
                    <a:pt x="1121" y="340"/>
                    <a:pt x="1121" y="218"/>
                  </a:cubicBezTo>
                  <a:cubicBezTo>
                    <a:pt x="1121" y="99"/>
                    <a:pt x="1024" y="1"/>
                    <a:pt x="903"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45"/>
            <p:cNvSpPr/>
            <p:nvPr/>
          </p:nvSpPr>
          <p:spPr>
            <a:xfrm>
              <a:off x="7582858" y="3656785"/>
              <a:ext cx="25217" cy="12920"/>
            </a:xfrm>
            <a:custGeom>
              <a:rect b="b" l="l" r="r" t="t"/>
              <a:pathLst>
                <a:path extrusionOk="0" h="436" w="851">
                  <a:moveTo>
                    <a:pt x="218" y="1"/>
                  </a:moveTo>
                  <a:cubicBezTo>
                    <a:pt x="97" y="1"/>
                    <a:pt x="1" y="97"/>
                    <a:pt x="1" y="218"/>
                  </a:cubicBezTo>
                  <a:cubicBezTo>
                    <a:pt x="1" y="338"/>
                    <a:pt x="97" y="436"/>
                    <a:pt x="218" y="436"/>
                  </a:cubicBezTo>
                  <a:lnTo>
                    <a:pt x="633" y="436"/>
                  </a:lnTo>
                  <a:cubicBezTo>
                    <a:pt x="753" y="436"/>
                    <a:pt x="851" y="338"/>
                    <a:pt x="851" y="218"/>
                  </a:cubicBezTo>
                  <a:cubicBezTo>
                    <a:pt x="851" y="97"/>
                    <a:pt x="755" y="1"/>
                    <a:pt x="633"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45"/>
            <p:cNvSpPr/>
            <p:nvPr/>
          </p:nvSpPr>
          <p:spPr>
            <a:xfrm>
              <a:off x="7572724" y="3680847"/>
              <a:ext cx="33248" cy="12920"/>
            </a:xfrm>
            <a:custGeom>
              <a:rect b="b" l="l" r="r" t="t"/>
              <a:pathLst>
                <a:path extrusionOk="0" h="436" w="1122">
                  <a:moveTo>
                    <a:pt x="218" y="0"/>
                  </a:moveTo>
                  <a:cubicBezTo>
                    <a:pt x="97" y="0"/>
                    <a:pt x="1" y="98"/>
                    <a:pt x="1" y="218"/>
                  </a:cubicBezTo>
                  <a:cubicBezTo>
                    <a:pt x="1" y="339"/>
                    <a:pt x="97" y="435"/>
                    <a:pt x="218" y="435"/>
                  </a:cubicBezTo>
                  <a:lnTo>
                    <a:pt x="904" y="435"/>
                  </a:lnTo>
                  <a:cubicBezTo>
                    <a:pt x="1025" y="435"/>
                    <a:pt x="1121" y="339"/>
                    <a:pt x="1121" y="218"/>
                  </a:cubicBezTo>
                  <a:cubicBezTo>
                    <a:pt x="1121" y="98"/>
                    <a:pt x="1025" y="0"/>
                    <a:pt x="904"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45"/>
            <p:cNvSpPr/>
            <p:nvPr/>
          </p:nvSpPr>
          <p:spPr>
            <a:xfrm>
              <a:off x="7578680" y="3704968"/>
              <a:ext cx="25217" cy="12920"/>
            </a:xfrm>
            <a:custGeom>
              <a:rect b="b" l="l" r="r" t="t"/>
              <a:pathLst>
                <a:path extrusionOk="0" h="436" w="851">
                  <a:moveTo>
                    <a:pt x="218" y="1"/>
                  </a:moveTo>
                  <a:cubicBezTo>
                    <a:pt x="97" y="1"/>
                    <a:pt x="0" y="97"/>
                    <a:pt x="0" y="218"/>
                  </a:cubicBezTo>
                  <a:cubicBezTo>
                    <a:pt x="0" y="338"/>
                    <a:pt x="97" y="436"/>
                    <a:pt x="218" y="436"/>
                  </a:cubicBezTo>
                  <a:lnTo>
                    <a:pt x="633" y="436"/>
                  </a:lnTo>
                  <a:cubicBezTo>
                    <a:pt x="754" y="436"/>
                    <a:pt x="850" y="336"/>
                    <a:pt x="850" y="218"/>
                  </a:cubicBezTo>
                  <a:cubicBezTo>
                    <a:pt x="850" y="97"/>
                    <a:pt x="754" y="1"/>
                    <a:pt x="633"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45"/>
            <p:cNvSpPr/>
            <p:nvPr/>
          </p:nvSpPr>
          <p:spPr>
            <a:xfrm>
              <a:off x="7577880" y="3724614"/>
              <a:ext cx="85668" cy="29129"/>
            </a:xfrm>
            <a:custGeom>
              <a:rect b="b" l="l" r="r" t="t"/>
              <a:pathLst>
                <a:path extrusionOk="0" h="983" w="2891">
                  <a:moveTo>
                    <a:pt x="2215" y="0"/>
                  </a:moveTo>
                  <a:cubicBezTo>
                    <a:pt x="2055" y="0"/>
                    <a:pt x="1894" y="26"/>
                    <a:pt x="1739" y="78"/>
                  </a:cubicBezTo>
                  <a:cubicBezTo>
                    <a:pt x="1649" y="108"/>
                    <a:pt x="1556" y="123"/>
                    <a:pt x="1464" y="123"/>
                  </a:cubicBezTo>
                  <a:cubicBezTo>
                    <a:pt x="1371" y="123"/>
                    <a:pt x="1278" y="108"/>
                    <a:pt x="1190" y="78"/>
                  </a:cubicBezTo>
                  <a:cubicBezTo>
                    <a:pt x="1035" y="26"/>
                    <a:pt x="874" y="0"/>
                    <a:pt x="713" y="0"/>
                  </a:cubicBezTo>
                  <a:cubicBezTo>
                    <a:pt x="553" y="0"/>
                    <a:pt x="394" y="26"/>
                    <a:pt x="243" y="76"/>
                  </a:cubicBezTo>
                  <a:cubicBezTo>
                    <a:pt x="85" y="127"/>
                    <a:pt x="1" y="309"/>
                    <a:pt x="69" y="460"/>
                  </a:cubicBezTo>
                  <a:cubicBezTo>
                    <a:pt x="71" y="463"/>
                    <a:pt x="71" y="466"/>
                    <a:pt x="74" y="468"/>
                  </a:cubicBezTo>
                  <a:cubicBezTo>
                    <a:pt x="129" y="584"/>
                    <a:pt x="218" y="612"/>
                    <a:pt x="320" y="612"/>
                  </a:cubicBezTo>
                  <a:cubicBezTo>
                    <a:pt x="417" y="612"/>
                    <a:pt x="525" y="586"/>
                    <a:pt x="625" y="586"/>
                  </a:cubicBezTo>
                  <a:cubicBezTo>
                    <a:pt x="660" y="586"/>
                    <a:pt x="694" y="590"/>
                    <a:pt x="727" y="598"/>
                  </a:cubicBezTo>
                  <a:cubicBezTo>
                    <a:pt x="882" y="639"/>
                    <a:pt x="977" y="794"/>
                    <a:pt x="1109" y="887"/>
                  </a:cubicBezTo>
                  <a:cubicBezTo>
                    <a:pt x="1198" y="951"/>
                    <a:pt x="1307" y="983"/>
                    <a:pt x="1417" y="983"/>
                  </a:cubicBezTo>
                  <a:cubicBezTo>
                    <a:pt x="1529" y="983"/>
                    <a:pt x="1641" y="950"/>
                    <a:pt x="1732" y="884"/>
                  </a:cubicBezTo>
                  <a:cubicBezTo>
                    <a:pt x="1833" y="811"/>
                    <a:pt x="1913" y="701"/>
                    <a:pt x="2035" y="674"/>
                  </a:cubicBezTo>
                  <a:cubicBezTo>
                    <a:pt x="2057" y="670"/>
                    <a:pt x="2078" y="667"/>
                    <a:pt x="2099" y="667"/>
                  </a:cubicBezTo>
                  <a:cubicBezTo>
                    <a:pt x="2223" y="667"/>
                    <a:pt x="2346" y="741"/>
                    <a:pt x="2471" y="741"/>
                  </a:cubicBezTo>
                  <a:cubicBezTo>
                    <a:pt x="2479" y="741"/>
                    <a:pt x="2487" y="740"/>
                    <a:pt x="2496" y="740"/>
                  </a:cubicBezTo>
                  <a:cubicBezTo>
                    <a:pt x="2620" y="730"/>
                    <a:pt x="2765" y="632"/>
                    <a:pt x="2834" y="434"/>
                  </a:cubicBezTo>
                  <a:cubicBezTo>
                    <a:pt x="2890" y="278"/>
                    <a:pt x="2802" y="109"/>
                    <a:pt x="2643" y="62"/>
                  </a:cubicBezTo>
                  <a:cubicBezTo>
                    <a:pt x="2505" y="21"/>
                    <a:pt x="2361" y="0"/>
                    <a:pt x="2215"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45"/>
            <p:cNvSpPr/>
            <p:nvPr/>
          </p:nvSpPr>
          <p:spPr>
            <a:xfrm>
              <a:off x="7583184" y="3403813"/>
              <a:ext cx="56302" cy="23291"/>
            </a:xfrm>
            <a:custGeom>
              <a:rect b="b" l="l" r="r" t="t"/>
              <a:pathLst>
                <a:path extrusionOk="0" h="786" w="1900">
                  <a:moveTo>
                    <a:pt x="785" y="1"/>
                  </a:moveTo>
                  <a:cubicBezTo>
                    <a:pt x="355" y="1"/>
                    <a:pt x="1" y="355"/>
                    <a:pt x="1" y="786"/>
                  </a:cubicBezTo>
                  <a:lnTo>
                    <a:pt x="1900" y="786"/>
                  </a:lnTo>
                  <a:cubicBezTo>
                    <a:pt x="1900" y="355"/>
                    <a:pt x="1546" y="1"/>
                    <a:pt x="1115"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45"/>
            <p:cNvSpPr/>
            <p:nvPr/>
          </p:nvSpPr>
          <p:spPr>
            <a:xfrm>
              <a:off x="7549551" y="3426244"/>
              <a:ext cx="123568" cy="39885"/>
            </a:xfrm>
            <a:custGeom>
              <a:rect b="b" l="l" r="r" t="t"/>
              <a:pathLst>
                <a:path extrusionOk="0" h="1346" w="4170">
                  <a:moveTo>
                    <a:pt x="674" y="1"/>
                  </a:moveTo>
                  <a:cubicBezTo>
                    <a:pt x="304" y="1"/>
                    <a:pt x="1" y="301"/>
                    <a:pt x="1" y="672"/>
                  </a:cubicBezTo>
                  <a:cubicBezTo>
                    <a:pt x="1" y="1042"/>
                    <a:pt x="304" y="1345"/>
                    <a:pt x="674" y="1345"/>
                  </a:cubicBezTo>
                  <a:lnTo>
                    <a:pt x="3497" y="1345"/>
                  </a:lnTo>
                  <a:cubicBezTo>
                    <a:pt x="3867" y="1345"/>
                    <a:pt x="4170" y="1042"/>
                    <a:pt x="4170" y="672"/>
                  </a:cubicBezTo>
                  <a:cubicBezTo>
                    <a:pt x="4170" y="301"/>
                    <a:pt x="3867" y="1"/>
                    <a:pt x="3497"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45"/>
            <p:cNvSpPr/>
            <p:nvPr/>
          </p:nvSpPr>
          <p:spPr>
            <a:xfrm>
              <a:off x="7566708" y="3457862"/>
              <a:ext cx="89223" cy="43086"/>
            </a:xfrm>
            <a:custGeom>
              <a:rect b="b" l="l" r="r" t="t"/>
              <a:pathLst>
                <a:path extrusionOk="0" h="1454" w="3011">
                  <a:moveTo>
                    <a:pt x="218" y="0"/>
                  </a:moveTo>
                  <a:cubicBezTo>
                    <a:pt x="96" y="0"/>
                    <a:pt x="0" y="97"/>
                    <a:pt x="0" y="218"/>
                  </a:cubicBezTo>
                  <a:lnTo>
                    <a:pt x="0" y="886"/>
                  </a:lnTo>
                  <a:cubicBezTo>
                    <a:pt x="0" y="1199"/>
                    <a:pt x="253" y="1454"/>
                    <a:pt x="567" y="1454"/>
                  </a:cubicBezTo>
                  <a:lnTo>
                    <a:pt x="788" y="1454"/>
                  </a:lnTo>
                  <a:cubicBezTo>
                    <a:pt x="948" y="1454"/>
                    <a:pt x="1099" y="1374"/>
                    <a:pt x="1192" y="1242"/>
                  </a:cubicBezTo>
                  <a:cubicBezTo>
                    <a:pt x="1217" y="1206"/>
                    <a:pt x="1256" y="1185"/>
                    <a:pt x="1300" y="1185"/>
                  </a:cubicBezTo>
                  <a:lnTo>
                    <a:pt x="1711" y="1185"/>
                  </a:lnTo>
                  <a:cubicBezTo>
                    <a:pt x="1753" y="1185"/>
                    <a:pt x="1792" y="1206"/>
                    <a:pt x="1819" y="1242"/>
                  </a:cubicBezTo>
                  <a:cubicBezTo>
                    <a:pt x="1912" y="1373"/>
                    <a:pt x="2063" y="1454"/>
                    <a:pt x="2223" y="1454"/>
                  </a:cubicBezTo>
                  <a:lnTo>
                    <a:pt x="2444" y="1454"/>
                  </a:lnTo>
                  <a:cubicBezTo>
                    <a:pt x="2756" y="1454"/>
                    <a:pt x="3011" y="1199"/>
                    <a:pt x="3008" y="886"/>
                  </a:cubicBezTo>
                  <a:lnTo>
                    <a:pt x="3008" y="218"/>
                  </a:lnTo>
                  <a:cubicBezTo>
                    <a:pt x="3008" y="97"/>
                    <a:pt x="2910" y="0"/>
                    <a:pt x="2790" y="0"/>
                  </a:cubicBezTo>
                  <a:cubicBezTo>
                    <a:pt x="2669" y="0"/>
                    <a:pt x="2573" y="97"/>
                    <a:pt x="2573" y="218"/>
                  </a:cubicBezTo>
                  <a:lnTo>
                    <a:pt x="2573" y="886"/>
                  </a:lnTo>
                  <a:cubicBezTo>
                    <a:pt x="2573" y="956"/>
                    <a:pt x="2514" y="1017"/>
                    <a:pt x="2442" y="1017"/>
                  </a:cubicBezTo>
                  <a:lnTo>
                    <a:pt x="2220" y="1017"/>
                  </a:lnTo>
                  <a:cubicBezTo>
                    <a:pt x="2203" y="1017"/>
                    <a:pt x="2186" y="1006"/>
                    <a:pt x="2173" y="989"/>
                  </a:cubicBezTo>
                  <a:cubicBezTo>
                    <a:pt x="2067" y="838"/>
                    <a:pt x="1893" y="746"/>
                    <a:pt x="1710" y="746"/>
                  </a:cubicBezTo>
                  <a:lnTo>
                    <a:pt x="1298" y="746"/>
                  </a:lnTo>
                  <a:cubicBezTo>
                    <a:pt x="1113" y="746"/>
                    <a:pt x="940" y="838"/>
                    <a:pt x="833" y="989"/>
                  </a:cubicBezTo>
                  <a:cubicBezTo>
                    <a:pt x="821" y="1006"/>
                    <a:pt x="804" y="1017"/>
                    <a:pt x="787" y="1017"/>
                  </a:cubicBezTo>
                  <a:lnTo>
                    <a:pt x="564" y="1017"/>
                  </a:lnTo>
                  <a:cubicBezTo>
                    <a:pt x="494" y="1017"/>
                    <a:pt x="435" y="956"/>
                    <a:pt x="435" y="886"/>
                  </a:cubicBezTo>
                  <a:lnTo>
                    <a:pt x="435" y="218"/>
                  </a:lnTo>
                  <a:cubicBezTo>
                    <a:pt x="435" y="97"/>
                    <a:pt x="337" y="0"/>
                    <a:pt x="218"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2" name="Google Shape;10392;p45"/>
          <p:cNvGrpSpPr/>
          <p:nvPr/>
        </p:nvGrpSpPr>
        <p:grpSpPr>
          <a:xfrm>
            <a:off x="3383962" y="1339731"/>
            <a:ext cx="413699" cy="395594"/>
            <a:chOff x="3383962" y="1339731"/>
            <a:chExt cx="413699" cy="395594"/>
          </a:xfrm>
        </p:grpSpPr>
        <p:sp>
          <p:nvSpPr>
            <p:cNvPr id="10393" name="Google Shape;10393;p45"/>
            <p:cNvSpPr/>
            <p:nvPr/>
          </p:nvSpPr>
          <p:spPr>
            <a:xfrm>
              <a:off x="3383962" y="1339731"/>
              <a:ext cx="395683" cy="395594"/>
            </a:xfrm>
            <a:custGeom>
              <a:rect b="b" l="l" r="r" t="t"/>
              <a:pathLst>
                <a:path extrusionOk="0" h="13350" w="13353">
                  <a:moveTo>
                    <a:pt x="6677" y="1"/>
                  </a:moveTo>
                  <a:cubicBezTo>
                    <a:pt x="2991" y="1"/>
                    <a:pt x="1" y="2988"/>
                    <a:pt x="1" y="6677"/>
                  </a:cubicBezTo>
                  <a:cubicBezTo>
                    <a:pt x="1" y="6758"/>
                    <a:pt x="2" y="6840"/>
                    <a:pt x="7" y="6921"/>
                  </a:cubicBezTo>
                  <a:lnTo>
                    <a:pt x="1633" y="11048"/>
                  </a:lnTo>
                  <a:cubicBezTo>
                    <a:pt x="2858" y="12459"/>
                    <a:pt x="4662" y="13350"/>
                    <a:pt x="6677" y="13350"/>
                  </a:cubicBezTo>
                  <a:cubicBezTo>
                    <a:pt x="10362" y="13350"/>
                    <a:pt x="13353" y="10362"/>
                    <a:pt x="13353" y="6675"/>
                  </a:cubicBezTo>
                  <a:cubicBezTo>
                    <a:pt x="13353" y="2987"/>
                    <a:pt x="10362" y="1"/>
                    <a:pt x="667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45"/>
            <p:cNvSpPr/>
            <p:nvPr/>
          </p:nvSpPr>
          <p:spPr>
            <a:xfrm>
              <a:off x="3594383" y="1492102"/>
              <a:ext cx="203279" cy="194834"/>
            </a:xfrm>
            <a:custGeom>
              <a:rect b="b" l="l" r="r" t="t"/>
              <a:pathLst>
                <a:path extrusionOk="0" h="6575" w="6860">
                  <a:moveTo>
                    <a:pt x="3779" y="1"/>
                  </a:moveTo>
                  <a:cubicBezTo>
                    <a:pt x="3483" y="1"/>
                    <a:pt x="3189" y="63"/>
                    <a:pt x="2932" y="192"/>
                  </a:cubicBezTo>
                  <a:cubicBezTo>
                    <a:pt x="2329" y="503"/>
                    <a:pt x="2992" y="85"/>
                    <a:pt x="1096" y="1553"/>
                  </a:cubicBezTo>
                  <a:cubicBezTo>
                    <a:pt x="972" y="1653"/>
                    <a:pt x="816" y="1707"/>
                    <a:pt x="656" y="1707"/>
                  </a:cubicBezTo>
                  <a:lnTo>
                    <a:pt x="42" y="1707"/>
                  </a:lnTo>
                  <a:cubicBezTo>
                    <a:pt x="73" y="1756"/>
                    <a:pt x="90" y="1813"/>
                    <a:pt x="90" y="1874"/>
                  </a:cubicBezTo>
                  <a:lnTo>
                    <a:pt x="90" y="2427"/>
                  </a:lnTo>
                  <a:cubicBezTo>
                    <a:pt x="305" y="2509"/>
                    <a:pt x="459" y="2719"/>
                    <a:pt x="459" y="2962"/>
                  </a:cubicBezTo>
                  <a:lnTo>
                    <a:pt x="459" y="4698"/>
                  </a:lnTo>
                  <a:cubicBezTo>
                    <a:pt x="459" y="4942"/>
                    <a:pt x="305" y="5150"/>
                    <a:pt x="90" y="5234"/>
                  </a:cubicBezTo>
                  <a:lnTo>
                    <a:pt x="90" y="5744"/>
                  </a:lnTo>
                  <a:cubicBezTo>
                    <a:pt x="90" y="5830"/>
                    <a:pt x="56" y="5910"/>
                    <a:pt x="0" y="5966"/>
                  </a:cubicBezTo>
                  <a:lnTo>
                    <a:pt x="927" y="5966"/>
                  </a:lnTo>
                  <a:cubicBezTo>
                    <a:pt x="1391" y="5966"/>
                    <a:pt x="1845" y="6574"/>
                    <a:pt x="3111" y="6574"/>
                  </a:cubicBezTo>
                  <a:lnTo>
                    <a:pt x="5588" y="6574"/>
                  </a:lnTo>
                  <a:cubicBezTo>
                    <a:pt x="5938" y="6571"/>
                    <a:pt x="6222" y="6248"/>
                    <a:pt x="6222" y="5901"/>
                  </a:cubicBezTo>
                  <a:cubicBezTo>
                    <a:pt x="6222" y="5660"/>
                    <a:pt x="6089" y="5440"/>
                    <a:pt x="5891" y="5326"/>
                  </a:cubicBezTo>
                  <a:cubicBezTo>
                    <a:pt x="5873" y="5315"/>
                    <a:pt x="5865" y="5296"/>
                    <a:pt x="5870" y="5279"/>
                  </a:cubicBezTo>
                  <a:cubicBezTo>
                    <a:pt x="5873" y="5258"/>
                    <a:pt x="5891" y="5244"/>
                    <a:pt x="5912" y="5244"/>
                  </a:cubicBezTo>
                  <a:lnTo>
                    <a:pt x="6017" y="5244"/>
                  </a:lnTo>
                  <a:cubicBezTo>
                    <a:pt x="6372" y="5244"/>
                    <a:pt x="6675" y="4972"/>
                    <a:pt x="6697" y="4619"/>
                  </a:cubicBezTo>
                  <a:cubicBezTo>
                    <a:pt x="6712" y="4359"/>
                    <a:pt x="6577" y="4131"/>
                    <a:pt x="6370" y="4008"/>
                  </a:cubicBezTo>
                  <a:cubicBezTo>
                    <a:pt x="6344" y="3992"/>
                    <a:pt x="6330" y="3961"/>
                    <a:pt x="6337" y="3932"/>
                  </a:cubicBezTo>
                  <a:cubicBezTo>
                    <a:pt x="6344" y="3908"/>
                    <a:pt x="6359" y="3890"/>
                    <a:pt x="6383" y="3882"/>
                  </a:cubicBezTo>
                  <a:cubicBezTo>
                    <a:pt x="6651" y="3792"/>
                    <a:pt x="6852" y="3540"/>
                    <a:pt x="6849" y="3243"/>
                  </a:cubicBezTo>
                  <a:cubicBezTo>
                    <a:pt x="6844" y="3007"/>
                    <a:pt x="6718" y="2802"/>
                    <a:pt x="6530" y="2685"/>
                  </a:cubicBezTo>
                  <a:cubicBezTo>
                    <a:pt x="6456" y="2640"/>
                    <a:pt x="6456" y="2533"/>
                    <a:pt x="6530" y="2489"/>
                  </a:cubicBezTo>
                  <a:cubicBezTo>
                    <a:pt x="6728" y="2366"/>
                    <a:pt x="6860" y="2143"/>
                    <a:pt x="6847" y="1891"/>
                  </a:cubicBezTo>
                  <a:cubicBezTo>
                    <a:pt x="6829" y="1533"/>
                    <a:pt x="6524" y="1258"/>
                    <a:pt x="6166" y="1258"/>
                  </a:cubicBezTo>
                  <a:lnTo>
                    <a:pt x="5372" y="1258"/>
                  </a:lnTo>
                  <a:cubicBezTo>
                    <a:pt x="5324" y="1258"/>
                    <a:pt x="5282" y="1218"/>
                    <a:pt x="5285" y="1168"/>
                  </a:cubicBezTo>
                  <a:cubicBezTo>
                    <a:pt x="5290" y="991"/>
                    <a:pt x="5318" y="691"/>
                    <a:pt x="5047" y="453"/>
                  </a:cubicBezTo>
                  <a:cubicBezTo>
                    <a:pt x="4710" y="155"/>
                    <a:pt x="4243" y="1"/>
                    <a:pt x="3779"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45"/>
            <p:cNvSpPr/>
            <p:nvPr/>
          </p:nvSpPr>
          <p:spPr>
            <a:xfrm>
              <a:off x="3714276" y="1516667"/>
              <a:ext cx="39411" cy="12653"/>
            </a:xfrm>
            <a:custGeom>
              <a:rect b="b" l="l" r="r" t="t"/>
              <a:pathLst>
                <a:path extrusionOk="0" h="427" w="1330">
                  <a:moveTo>
                    <a:pt x="216" y="0"/>
                  </a:moveTo>
                  <a:cubicBezTo>
                    <a:pt x="97" y="0"/>
                    <a:pt x="0" y="95"/>
                    <a:pt x="0" y="212"/>
                  </a:cubicBezTo>
                  <a:cubicBezTo>
                    <a:pt x="0" y="331"/>
                    <a:pt x="97" y="426"/>
                    <a:pt x="215" y="426"/>
                  </a:cubicBezTo>
                  <a:lnTo>
                    <a:pt x="1329" y="426"/>
                  </a:lnTo>
                  <a:cubicBezTo>
                    <a:pt x="1281" y="426"/>
                    <a:pt x="1241" y="386"/>
                    <a:pt x="1242" y="336"/>
                  </a:cubicBezTo>
                  <a:cubicBezTo>
                    <a:pt x="1247" y="247"/>
                    <a:pt x="1255" y="129"/>
                    <a:pt x="1227" y="0"/>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45"/>
            <p:cNvSpPr/>
            <p:nvPr/>
          </p:nvSpPr>
          <p:spPr>
            <a:xfrm>
              <a:off x="3384021" y="1542595"/>
              <a:ext cx="151985" cy="126234"/>
            </a:xfrm>
            <a:custGeom>
              <a:rect b="b" l="l" r="r" t="t"/>
              <a:pathLst>
                <a:path extrusionOk="0" h="4260" w="5129">
                  <a:moveTo>
                    <a:pt x="0" y="0"/>
                  </a:moveTo>
                  <a:cubicBezTo>
                    <a:pt x="42" y="1632"/>
                    <a:pt x="668" y="3120"/>
                    <a:pt x="1679" y="4259"/>
                  </a:cubicBezTo>
                  <a:lnTo>
                    <a:pt x="5128" y="4259"/>
                  </a:lnTo>
                  <a:cubicBezTo>
                    <a:pt x="5072" y="4202"/>
                    <a:pt x="5036" y="4124"/>
                    <a:pt x="5036" y="4037"/>
                  </a:cubicBezTo>
                  <a:lnTo>
                    <a:pt x="5036" y="3526"/>
                  </a:lnTo>
                  <a:cubicBezTo>
                    <a:pt x="4822" y="3443"/>
                    <a:pt x="4670" y="3233"/>
                    <a:pt x="4670" y="2989"/>
                  </a:cubicBezTo>
                  <a:lnTo>
                    <a:pt x="4670" y="1255"/>
                  </a:lnTo>
                  <a:cubicBezTo>
                    <a:pt x="4670" y="1012"/>
                    <a:pt x="4822" y="802"/>
                    <a:pt x="5036" y="718"/>
                  </a:cubicBezTo>
                  <a:lnTo>
                    <a:pt x="5036" y="167"/>
                  </a:lnTo>
                  <a:cubicBezTo>
                    <a:pt x="5036" y="104"/>
                    <a:pt x="5055" y="48"/>
                    <a:pt x="5086"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45"/>
            <p:cNvSpPr/>
            <p:nvPr/>
          </p:nvSpPr>
          <p:spPr>
            <a:xfrm>
              <a:off x="3532362" y="1533202"/>
              <a:ext cx="65577" cy="31114"/>
            </a:xfrm>
            <a:custGeom>
              <a:rect b="b" l="l" r="r" t="t"/>
              <a:pathLst>
                <a:path extrusionOk="0" h="1050" w="2213">
                  <a:moveTo>
                    <a:pt x="343" y="0"/>
                  </a:moveTo>
                  <a:cubicBezTo>
                    <a:pt x="155" y="0"/>
                    <a:pt x="1" y="154"/>
                    <a:pt x="1" y="342"/>
                  </a:cubicBezTo>
                  <a:lnTo>
                    <a:pt x="1" y="1049"/>
                  </a:lnTo>
                  <a:cubicBezTo>
                    <a:pt x="75" y="1017"/>
                    <a:pt x="155" y="997"/>
                    <a:pt x="240" y="997"/>
                  </a:cubicBezTo>
                  <a:lnTo>
                    <a:pt x="1977" y="997"/>
                  </a:lnTo>
                  <a:cubicBezTo>
                    <a:pt x="2062" y="997"/>
                    <a:pt x="2141" y="1017"/>
                    <a:pt x="2213" y="1049"/>
                  </a:cubicBezTo>
                  <a:lnTo>
                    <a:pt x="2213" y="342"/>
                  </a:lnTo>
                  <a:cubicBezTo>
                    <a:pt x="2213" y="154"/>
                    <a:pt x="2059" y="0"/>
                    <a:pt x="1871"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45"/>
            <p:cNvSpPr/>
            <p:nvPr/>
          </p:nvSpPr>
          <p:spPr>
            <a:xfrm>
              <a:off x="3532421" y="1646724"/>
              <a:ext cx="65517" cy="29840"/>
            </a:xfrm>
            <a:custGeom>
              <a:rect b="b" l="l" r="r" t="t"/>
              <a:pathLst>
                <a:path extrusionOk="0" h="1007" w="2211">
                  <a:moveTo>
                    <a:pt x="0" y="1"/>
                  </a:moveTo>
                  <a:lnTo>
                    <a:pt x="0" y="665"/>
                  </a:lnTo>
                  <a:cubicBezTo>
                    <a:pt x="0" y="854"/>
                    <a:pt x="153" y="1006"/>
                    <a:pt x="342" y="1006"/>
                  </a:cubicBezTo>
                  <a:lnTo>
                    <a:pt x="1869" y="1006"/>
                  </a:lnTo>
                  <a:cubicBezTo>
                    <a:pt x="2057" y="1006"/>
                    <a:pt x="2211" y="853"/>
                    <a:pt x="2211" y="665"/>
                  </a:cubicBezTo>
                  <a:lnTo>
                    <a:pt x="2211" y="1"/>
                  </a:lnTo>
                  <a:cubicBezTo>
                    <a:pt x="2138" y="33"/>
                    <a:pt x="2057" y="54"/>
                    <a:pt x="1971" y="54"/>
                  </a:cubicBezTo>
                  <a:lnTo>
                    <a:pt x="237" y="54"/>
                  </a:lnTo>
                  <a:cubicBezTo>
                    <a:pt x="151" y="54"/>
                    <a:pt x="72" y="33"/>
                    <a:pt x="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45"/>
            <p:cNvSpPr/>
            <p:nvPr/>
          </p:nvSpPr>
          <p:spPr>
            <a:xfrm>
              <a:off x="3521516" y="1561827"/>
              <a:ext cx="87297" cy="87297"/>
            </a:xfrm>
            <a:custGeom>
              <a:rect b="b" l="l" r="r" t="t"/>
              <a:pathLst>
                <a:path extrusionOk="0" h="2946" w="2946">
                  <a:moveTo>
                    <a:pt x="605" y="1"/>
                  </a:moveTo>
                  <a:cubicBezTo>
                    <a:pt x="271" y="1"/>
                    <a:pt x="0" y="271"/>
                    <a:pt x="0" y="606"/>
                  </a:cubicBezTo>
                  <a:lnTo>
                    <a:pt x="0" y="2340"/>
                  </a:lnTo>
                  <a:cubicBezTo>
                    <a:pt x="0" y="2675"/>
                    <a:pt x="271" y="2945"/>
                    <a:pt x="605" y="2945"/>
                  </a:cubicBezTo>
                  <a:lnTo>
                    <a:pt x="2339" y="2945"/>
                  </a:lnTo>
                  <a:cubicBezTo>
                    <a:pt x="2674" y="2945"/>
                    <a:pt x="2944" y="2675"/>
                    <a:pt x="2944" y="2340"/>
                  </a:cubicBezTo>
                  <a:lnTo>
                    <a:pt x="2944" y="606"/>
                  </a:lnTo>
                  <a:cubicBezTo>
                    <a:pt x="2946" y="271"/>
                    <a:pt x="2674" y="1"/>
                    <a:pt x="2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45"/>
            <p:cNvSpPr/>
            <p:nvPr/>
          </p:nvSpPr>
          <p:spPr>
            <a:xfrm>
              <a:off x="3538407" y="1578747"/>
              <a:ext cx="53546" cy="53516"/>
            </a:xfrm>
            <a:custGeom>
              <a:rect b="b" l="l" r="r" t="t"/>
              <a:pathLst>
                <a:path extrusionOk="0" h="1806" w="1807">
                  <a:moveTo>
                    <a:pt x="35" y="0"/>
                  </a:moveTo>
                  <a:cubicBezTo>
                    <a:pt x="16" y="0"/>
                    <a:pt x="1" y="16"/>
                    <a:pt x="1" y="35"/>
                  </a:cubicBezTo>
                  <a:lnTo>
                    <a:pt x="1" y="1769"/>
                  </a:lnTo>
                  <a:cubicBezTo>
                    <a:pt x="1" y="1790"/>
                    <a:pt x="16" y="1805"/>
                    <a:pt x="35" y="1805"/>
                  </a:cubicBezTo>
                  <a:lnTo>
                    <a:pt x="1769" y="1805"/>
                  </a:lnTo>
                  <a:cubicBezTo>
                    <a:pt x="1790" y="1805"/>
                    <a:pt x="1805" y="1790"/>
                    <a:pt x="1805" y="1769"/>
                  </a:cubicBezTo>
                  <a:lnTo>
                    <a:pt x="1805" y="35"/>
                  </a:lnTo>
                  <a:cubicBezTo>
                    <a:pt x="1807" y="16"/>
                    <a:pt x="1790" y="0"/>
                    <a:pt x="1769"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45"/>
            <p:cNvSpPr/>
            <p:nvPr/>
          </p:nvSpPr>
          <p:spPr>
            <a:xfrm>
              <a:off x="3549549" y="1593682"/>
              <a:ext cx="34166" cy="25217"/>
            </a:xfrm>
            <a:custGeom>
              <a:rect b="b" l="l" r="r" t="t"/>
              <a:pathLst>
                <a:path extrusionOk="0" h="851" w="1153">
                  <a:moveTo>
                    <a:pt x="919" y="1"/>
                  </a:moveTo>
                  <a:cubicBezTo>
                    <a:pt x="865" y="1"/>
                    <a:pt x="811" y="22"/>
                    <a:pt x="769" y="64"/>
                  </a:cubicBezTo>
                  <a:lnTo>
                    <a:pt x="497" y="336"/>
                  </a:lnTo>
                  <a:lnTo>
                    <a:pt x="386" y="224"/>
                  </a:lnTo>
                  <a:cubicBezTo>
                    <a:pt x="344" y="183"/>
                    <a:pt x="290" y="162"/>
                    <a:pt x="235" y="162"/>
                  </a:cubicBezTo>
                  <a:cubicBezTo>
                    <a:pt x="181" y="162"/>
                    <a:pt x="127" y="183"/>
                    <a:pt x="85" y="224"/>
                  </a:cubicBezTo>
                  <a:cubicBezTo>
                    <a:pt x="1" y="308"/>
                    <a:pt x="1" y="442"/>
                    <a:pt x="85" y="525"/>
                  </a:cubicBezTo>
                  <a:lnTo>
                    <a:pt x="347" y="788"/>
                  </a:lnTo>
                  <a:cubicBezTo>
                    <a:pt x="389" y="829"/>
                    <a:pt x="444" y="850"/>
                    <a:pt x="498" y="850"/>
                  </a:cubicBezTo>
                  <a:cubicBezTo>
                    <a:pt x="552" y="850"/>
                    <a:pt x="607" y="829"/>
                    <a:pt x="646" y="788"/>
                  </a:cubicBezTo>
                  <a:lnTo>
                    <a:pt x="1070" y="364"/>
                  </a:lnTo>
                  <a:cubicBezTo>
                    <a:pt x="1152" y="281"/>
                    <a:pt x="1152" y="146"/>
                    <a:pt x="1070" y="64"/>
                  </a:cubicBezTo>
                  <a:cubicBezTo>
                    <a:pt x="1028" y="22"/>
                    <a:pt x="974" y="1"/>
                    <a:pt x="919"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45"/>
            <p:cNvSpPr/>
            <p:nvPr/>
          </p:nvSpPr>
          <p:spPr>
            <a:xfrm>
              <a:off x="3486994" y="1388329"/>
              <a:ext cx="160045" cy="121138"/>
            </a:xfrm>
            <a:custGeom>
              <a:rect b="b" l="l" r="r" t="t"/>
              <a:pathLst>
                <a:path extrusionOk="0" h="4088" w="5401">
                  <a:moveTo>
                    <a:pt x="1523" y="0"/>
                  </a:moveTo>
                  <a:cubicBezTo>
                    <a:pt x="1132" y="0"/>
                    <a:pt x="742" y="170"/>
                    <a:pt x="470" y="493"/>
                  </a:cubicBezTo>
                  <a:cubicBezTo>
                    <a:pt x="1" y="1051"/>
                    <a:pt x="61" y="1877"/>
                    <a:pt x="596" y="2363"/>
                  </a:cubicBezTo>
                  <a:cubicBezTo>
                    <a:pt x="610" y="2377"/>
                    <a:pt x="623" y="2388"/>
                    <a:pt x="638" y="2401"/>
                  </a:cubicBezTo>
                  <a:lnTo>
                    <a:pt x="2618" y="4058"/>
                  </a:lnTo>
                  <a:cubicBezTo>
                    <a:pt x="2643" y="4078"/>
                    <a:pt x="2673" y="4088"/>
                    <a:pt x="2703" y="4088"/>
                  </a:cubicBezTo>
                  <a:cubicBezTo>
                    <a:pt x="2733" y="4088"/>
                    <a:pt x="2764" y="4078"/>
                    <a:pt x="2788" y="4058"/>
                  </a:cubicBezTo>
                  <a:lnTo>
                    <a:pt x="4768" y="2401"/>
                  </a:lnTo>
                  <a:cubicBezTo>
                    <a:pt x="4784" y="2388"/>
                    <a:pt x="4796" y="2374"/>
                    <a:pt x="4810" y="2363"/>
                  </a:cubicBezTo>
                  <a:cubicBezTo>
                    <a:pt x="5342" y="1877"/>
                    <a:pt x="5401" y="1051"/>
                    <a:pt x="4933" y="493"/>
                  </a:cubicBezTo>
                  <a:cubicBezTo>
                    <a:pt x="4662" y="170"/>
                    <a:pt x="4272" y="0"/>
                    <a:pt x="3880" y="0"/>
                  </a:cubicBezTo>
                  <a:cubicBezTo>
                    <a:pt x="3579" y="0"/>
                    <a:pt x="3277" y="101"/>
                    <a:pt x="3027" y="310"/>
                  </a:cubicBezTo>
                  <a:lnTo>
                    <a:pt x="2878" y="436"/>
                  </a:lnTo>
                  <a:cubicBezTo>
                    <a:pt x="2827" y="479"/>
                    <a:pt x="2765" y="500"/>
                    <a:pt x="2702" y="500"/>
                  </a:cubicBezTo>
                  <a:cubicBezTo>
                    <a:pt x="2639" y="500"/>
                    <a:pt x="2576" y="479"/>
                    <a:pt x="2525" y="436"/>
                  </a:cubicBezTo>
                  <a:lnTo>
                    <a:pt x="2376" y="310"/>
                  </a:lnTo>
                  <a:cubicBezTo>
                    <a:pt x="2126" y="101"/>
                    <a:pt x="1824" y="0"/>
                    <a:pt x="1523"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45"/>
            <p:cNvSpPr/>
            <p:nvPr/>
          </p:nvSpPr>
          <p:spPr>
            <a:xfrm>
              <a:off x="3484150" y="1406997"/>
              <a:ext cx="164727" cy="72896"/>
            </a:xfrm>
            <a:custGeom>
              <a:rect b="b" l="l" r="r" t="t"/>
              <a:pathLst>
                <a:path extrusionOk="0" h="2460" w="5559">
                  <a:moveTo>
                    <a:pt x="3313" y="0"/>
                  </a:moveTo>
                  <a:cubicBezTo>
                    <a:pt x="3218" y="2"/>
                    <a:pt x="3134" y="70"/>
                    <a:pt x="3111" y="163"/>
                  </a:cubicBezTo>
                  <a:lnTo>
                    <a:pt x="2789" y="1485"/>
                  </a:lnTo>
                  <a:lnTo>
                    <a:pt x="2690" y="1192"/>
                  </a:lnTo>
                  <a:cubicBezTo>
                    <a:pt x="2660" y="1105"/>
                    <a:pt x="2579" y="1048"/>
                    <a:pt x="2487" y="1048"/>
                  </a:cubicBezTo>
                  <a:lnTo>
                    <a:pt x="2041" y="1048"/>
                  </a:lnTo>
                  <a:cubicBezTo>
                    <a:pt x="1953" y="1048"/>
                    <a:pt x="1875" y="1102"/>
                    <a:pt x="1842" y="1183"/>
                  </a:cubicBezTo>
                  <a:lnTo>
                    <a:pt x="1794" y="1307"/>
                  </a:lnTo>
                  <a:lnTo>
                    <a:pt x="1570" y="563"/>
                  </a:lnTo>
                  <a:cubicBezTo>
                    <a:pt x="1544" y="476"/>
                    <a:pt x="1463" y="414"/>
                    <a:pt x="1373" y="412"/>
                  </a:cubicBezTo>
                  <a:cubicBezTo>
                    <a:pt x="1372" y="412"/>
                    <a:pt x="1371" y="412"/>
                    <a:pt x="1369" y="412"/>
                  </a:cubicBezTo>
                  <a:cubicBezTo>
                    <a:pt x="1280" y="412"/>
                    <a:pt x="1197" y="468"/>
                    <a:pt x="1166" y="552"/>
                  </a:cubicBezTo>
                  <a:lnTo>
                    <a:pt x="984" y="1052"/>
                  </a:lnTo>
                  <a:lnTo>
                    <a:pt x="210" y="1082"/>
                  </a:lnTo>
                  <a:cubicBezTo>
                    <a:pt x="92" y="1087"/>
                    <a:pt x="0" y="1185"/>
                    <a:pt x="5" y="1304"/>
                  </a:cubicBezTo>
                  <a:cubicBezTo>
                    <a:pt x="8" y="1418"/>
                    <a:pt x="103" y="1509"/>
                    <a:pt x="218" y="1509"/>
                  </a:cubicBezTo>
                  <a:lnTo>
                    <a:pt x="226" y="1509"/>
                  </a:lnTo>
                  <a:lnTo>
                    <a:pt x="1143" y="1477"/>
                  </a:lnTo>
                  <a:cubicBezTo>
                    <a:pt x="1228" y="1472"/>
                    <a:pt x="1306" y="1418"/>
                    <a:pt x="1336" y="1337"/>
                  </a:cubicBezTo>
                  <a:lnTo>
                    <a:pt x="1347" y="1304"/>
                  </a:lnTo>
                  <a:lnTo>
                    <a:pt x="1563" y="2021"/>
                  </a:lnTo>
                  <a:cubicBezTo>
                    <a:pt x="1591" y="2108"/>
                    <a:pt x="1668" y="2168"/>
                    <a:pt x="1758" y="2172"/>
                  </a:cubicBezTo>
                  <a:cubicBezTo>
                    <a:pt x="1763" y="2172"/>
                    <a:pt x="1768" y="2172"/>
                    <a:pt x="1773" y="2172"/>
                  </a:cubicBezTo>
                  <a:cubicBezTo>
                    <a:pt x="1859" y="2172"/>
                    <a:pt x="1936" y="2119"/>
                    <a:pt x="1967" y="2038"/>
                  </a:cubicBezTo>
                  <a:lnTo>
                    <a:pt x="2189" y="1475"/>
                  </a:lnTo>
                  <a:lnTo>
                    <a:pt x="2337" y="1475"/>
                  </a:lnTo>
                  <a:lnTo>
                    <a:pt x="2621" y="2315"/>
                  </a:lnTo>
                  <a:cubicBezTo>
                    <a:pt x="2651" y="2402"/>
                    <a:pt x="2733" y="2459"/>
                    <a:pt x="2823" y="2459"/>
                  </a:cubicBezTo>
                  <a:lnTo>
                    <a:pt x="2826" y="2459"/>
                  </a:lnTo>
                  <a:cubicBezTo>
                    <a:pt x="2921" y="2456"/>
                    <a:pt x="3000" y="2388"/>
                    <a:pt x="3024" y="2296"/>
                  </a:cubicBezTo>
                  <a:lnTo>
                    <a:pt x="3332" y="1042"/>
                  </a:lnTo>
                  <a:lnTo>
                    <a:pt x="3412" y="1321"/>
                  </a:lnTo>
                  <a:cubicBezTo>
                    <a:pt x="3440" y="1413"/>
                    <a:pt x="3523" y="1475"/>
                    <a:pt x="3619" y="1475"/>
                  </a:cubicBezTo>
                  <a:lnTo>
                    <a:pt x="4000" y="1475"/>
                  </a:lnTo>
                  <a:cubicBezTo>
                    <a:pt x="4085" y="1475"/>
                    <a:pt x="4160" y="1424"/>
                    <a:pt x="4196" y="1346"/>
                  </a:cubicBezTo>
                  <a:lnTo>
                    <a:pt x="4214" y="1301"/>
                  </a:lnTo>
                  <a:lnTo>
                    <a:pt x="4238" y="1351"/>
                  </a:lnTo>
                  <a:cubicBezTo>
                    <a:pt x="4273" y="1424"/>
                    <a:pt x="4350" y="1472"/>
                    <a:pt x="4430" y="1472"/>
                  </a:cubicBezTo>
                  <a:lnTo>
                    <a:pt x="5346" y="1472"/>
                  </a:lnTo>
                  <a:cubicBezTo>
                    <a:pt x="5464" y="1472"/>
                    <a:pt x="5559" y="1377"/>
                    <a:pt x="5559" y="1259"/>
                  </a:cubicBezTo>
                  <a:cubicBezTo>
                    <a:pt x="5559" y="1141"/>
                    <a:pt x="5464" y="1045"/>
                    <a:pt x="5346" y="1045"/>
                  </a:cubicBezTo>
                  <a:lnTo>
                    <a:pt x="4567" y="1045"/>
                  </a:lnTo>
                  <a:lnTo>
                    <a:pt x="4401" y="695"/>
                  </a:lnTo>
                  <a:cubicBezTo>
                    <a:pt x="4367" y="622"/>
                    <a:pt x="4291" y="574"/>
                    <a:pt x="4210" y="574"/>
                  </a:cubicBezTo>
                  <a:lnTo>
                    <a:pt x="4207" y="574"/>
                  </a:lnTo>
                  <a:cubicBezTo>
                    <a:pt x="4124" y="575"/>
                    <a:pt x="4048" y="625"/>
                    <a:pt x="4015" y="701"/>
                  </a:cubicBezTo>
                  <a:lnTo>
                    <a:pt x="3863" y="1048"/>
                  </a:lnTo>
                  <a:lnTo>
                    <a:pt x="3782" y="1048"/>
                  </a:lnTo>
                  <a:lnTo>
                    <a:pt x="3523" y="154"/>
                  </a:lnTo>
                  <a:cubicBezTo>
                    <a:pt x="3496" y="62"/>
                    <a:pt x="3412" y="0"/>
                    <a:pt x="33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45"/>
            <p:cNvSpPr/>
            <p:nvPr/>
          </p:nvSpPr>
          <p:spPr>
            <a:xfrm>
              <a:off x="3727018" y="1429310"/>
              <a:ext cx="23202" cy="12712"/>
            </a:xfrm>
            <a:custGeom>
              <a:rect b="b" l="l" r="r" t="t"/>
              <a:pathLst>
                <a:path extrusionOk="0" h="429" w="783">
                  <a:moveTo>
                    <a:pt x="214" y="1"/>
                  </a:moveTo>
                  <a:cubicBezTo>
                    <a:pt x="96" y="1"/>
                    <a:pt x="1" y="96"/>
                    <a:pt x="1" y="214"/>
                  </a:cubicBezTo>
                  <a:cubicBezTo>
                    <a:pt x="1" y="334"/>
                    <a:pt x="96" y="428"/>
                    <a:pt x="214" y="428"/>
                  </a:cubicBezTo>
                  <a:lnTo>
                    <a:pt x="570" y="428"/>
                  </a:lnTo>
                  <a:cubicBezTo>
                    <a:pt x="686" y="428"/>
                    <a:pt x="783" y="334"/>
                    <a:pt x="783" y="214"/>
                  </a:cubicBezTo>
                  <a:cubicBezTo>
                    <a:pt x="783" y="96"/>
                    <a:pt x="688" y="1"/>
                    <a:pt x="570"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45"/>
            <p:cNvSpPr/>
            <p:nvPr/>
          </p:nvSpPr>
          <p:spPr>
            <a:xfrm>
              <a:off x="3727018" y="1455624"/>
              <a:ext cx="23202" cy="12683"/>
            </a:xfrm>
            <a:custGeom>
              <a:rect b="b" l="l" r="r" t="t"/>
              <a:pathLst>
                <a:path extrusionOk="0" h="428" w="783">
                  <a:moveTo>
                    <a:pt x="214" y="1"/>
                  </a:moveTo>
                  <a:cubicBezTo>
                    <a:pt x="96" y="1"/>
                    <a:pt x="1" y="95"/>
                    <a:pt x="1" y="215"/>
                  </a:cubicBezTo>
                  <a:cubicBezTo>
                    <a:pt x="1" y="333"/>
                    <a:pt x="96" y="428"/>
                    <a:pt x="214" y="428"/>
                  </a:cubicBezTo>
                  <a:lnTo>
                    <a:pt x="570" y="428"/>
                  </a:lnTo>
                  <a:cubicBezTo>
                    <a:pt x="686" y="428"/>
                    <a:pt x="783" y="333"/>
                    <a:pt x="783" y="215"/>
                  </a:cubicBezTo>
                  <a:cubicBezTo>
                    <a:pt x="783" y="95"/>
                    <a:pt x="688" y="1"/>
                    <a:pt x="570"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45"/>
            <p:cNvSpPr/>
            <p:nvPr/>
          </p:nvSpPr>
          <p:spPr>
            <a:xfrm>
              <a:off x="3667990" y="1403056"/>
              <a:ext cx="48094" cy="12712"/>
            </a:xfrm>
            <a:custGeom>
              <a:rect b="b" l="l" r="r" t="t"/>
              <a:pathLst>
                <a:path extrusionOk="0" h="429" w="1623">
                  <a:moveTo>
                    <a:pt x="215" y="1"/>
                  </a:moveTo>
                  <a:cubicBezTo>
                    <a:pt x="96" y="1"/>
                    <a:pt x="0" y="96"/>
                    <a:pt x="0" y="214"/>
                  </a:cubicBezTo>
                  <a:cubicBezTo>
                    <a:pt x="0" y="332"/>
                    <a:pt x="96" y="428"/>
                    <a:pt x="215" y="428"/>
                  </a:cubicBezTo>
                  <a:lnTo>
                    <a:pt x="1410" y="428"/>
                  </a:lnTo>
                  <a:cubicBezTo>
                    <a:pt x="1528" y="428"/>
                    <a:pt x="1623" y="334"/>
                    <a:pt x="1623" y="214"/>
                  </a:cubicBezTo>
                  <a:cubicBezTo>
                    <a:pt x="1623" y="96"/>
                    <a:pt x="1528" y="1"/>
                    <a:pt x="1410"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45"/>
            <p:cNvSpPr/>
            <p:nvPr/>
          </p:nvSpPr>
          <p:spPr>
            <a:xfrm>
              <a:off x="3667990" y="1429310"/>
              <a:ext cx="29603" cy="12712"/>
            </a:xfrm>
            <a:custGeom>
              <a:rect b="b" l="l" r="r" t="t"/>
              <a:pathLst>
                <a:path extrusionOk="0" h="429" w="999">
                  <a:moveTo>
                    <a:pt x="215" y="1"/>
                  </a:moveTo>
                  <a:cubicBezTo>
                    <a:pt x="96" y="1"/>
                    <a:pt x="0" y="96"/>
                    <a:pt x="0" y="214"/>
                  </a:cubicBezTo>
                  <a:cubicBezTo>
                    <a:pt x="0" y="334"/>
                    <a:pt x="96" y="428"/>
                    <a:pt x="215" y="428"/>
                  </a:cubicBezTo>
                  <a:lnTo>
                    <a:pt x="784" y="428"/>
                  </a:lnTo>
                  <a:cubicBezTo>
                    <a:pt x="902" y="428"/>
                    <a:pt x="998" y="334"/>
                    <a:pt x="998" y="214"/>
                  </a:cubicBezTo>
                  <a:cubicBezTo>
                    <a:pt x="998" y="96"/>
                    <a:pt x="902" y="1"/>
                    <a:pt x="784"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45"/>
            <p:cNvSpPr/>
            <p:nvPr/>
          </p:nvSpPr>
          <p:spPr>
            <a:xfrm>
              <a:off x="3667990" y="1455624"/>
              <a:ext cx="40952" cy="12683"/>
            </a:xfrm>
            <a:custGeom>
              <a:rect b="b" l="l" r="r" t="t"/>
              <a:pathLst>
                <a:path extrusionOk="0" h="428" w="1382">
                  <a:moveTo>
                    <a:pt x="215" y="1"/>
                  </a:moveTo>
                  <a:cubicBezTo>
                    <a:pt x="96" y="1"/>
                    <a:pt x="0" y="95"/>
                    <a:pt x="0" y="215"/>
                  </a:cubicBezTo>
                  <a:cubicBezTo>
                    <a:pt x="0" y="333"/>
                    <a:pt x="96" y="428"/>
                    <a:pt x="215" y="428"/>
                  </a:cubicBezTo>
                  <a:lnTo>
                    <a:pt x="1169" y="428"/>
                  </a:lnTo>
                  <a:cubicBezTo>
                    <a:pt x="1287" y="428"/>
                    <a:pt x="1382" y="333"/>
                    <a:pt x="1382" y="215"/>
                  </a:cubicBezTo>
                  <a:cubicBezTo>
                    <a:pt x="1382" y="95"/>
                    <a:pt x="1287" y="1"/>
                    <a:pt x="1169"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9" name="Google Shape;10409;p45"/>
          <p:cNvGrpSpPr/>
          <p:nvPr/>
        </p:nvGrpSpPr>
        <p:grpSpPr>
          <a:xfrm>
            <a:off x="2722328" y="1339731"/>
            <a:ext cx="413433" cy="395594"/>
            <a:chOff x="2722328" y="1339731"/>
            <a:chExt cx="413433" cy="395594"/>
          </a:xfrm>
        </p:grpSpPr>
        <p:sp>
          <p:nvSpPr>
            <p:cNvPr id="10410" name="Google Shape;10410;p45"/>
            <p:cNvSpPr/>
            <p:nvPr/>
          </p:nvSpPr>
          <p:spPr>
            <a:xfrm>
              <a:off x="2834042" y="1339731"/>
              <a:ext cx="283939" cy="395594"/>
            </a:xfrm>
            <a:custGeom>
              <a:rect b="b" l="l" r="r" t="t"/>
              <a:pathLst>
                <a:path extrusionOk="0" h="13350" w="9582">
                  <a:moveTo>
                    <a:pt x="2906" y="1"/>
                  </a:moveTo>
                  <a:cubicBezTo>
                    <a:pt x="1864" y="1"/>
                    <a:pt x="879" y="238"/>
                    <a:pt x="0" y="663"/>
                  </a:cubicBezTo>
                  <a:lnTo>
                    <a:pt x="0" y="12688"/>
                  </a:lnTo>
                  <a:cubicBezTo>
                    <a:pt x="879" y="13114"/>
                    <a:pt x="1864" y="13350"/>
                    <a:pt x="2906" y="13350"/>
                  </a:cubicBezTo>
                  <a:cubicBezTo>
                    <a:pt x="6591" y="13350"/>
                    <a:pt x="9582" y="10362"/>
                    <a:pt x="9582" y="6675"/>
                  </a:cubicBezTo>
                  <a:cubicBezTo>
                    <a:pt x="9582" y="2987"/>
                    <a:pt x="6591" y="1"/>
                    <a:pt x="290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45"/>
            <p:cNvSpPr/>
            <p:nvPr/>
          </p:nvSpPr>
          <p:spPr>
            <a:xfrm>
              <a:off x="2722328" y="1364652"/>
              <a:ext cx="407358" cy="345722"/>
            </a:xfrm>
            <a:custGeom>
              <a:rect b="b" l="l" r="r" t="t"/>
              <a:pathLst>
                <a:path extrusionOk="0" h="11667" w="13747">
                  <a:moveTo>
                    <a:pt x="3431" y="1"/>
                  </a:moveTo>
                  <a:cubicBezTo>
                    <a:pt x="1384" y="1141"/>
                    <a:pt x="1" y="3327"/>
                    <a:pt x="1" y="5834"/>
                  </a:cubicBezTo>
                  <a:cubicBezTo>
                    <a:pt x="1" y="8340"/>
                    <a:pt x="1384" y="10525"/>
                    <a:pt x="3431" y="11666"/>
                  </a:cubicBezTo>
                  <a:lnTo>
                    <a:pt x="7913" y="11666"/>
                  </a:lnTo>
                  <a:cubicBezTo>
                    <a:pt x="11121" y="11666"/>
                    <a:pt x="13747" y="9041"/>
                    <a:pt x="13747" y="5834"/>
                  </a:cubicBezTo>
                  <a:cubicBezTo>
                    <a:pt x="13747" y="2626"/>
                    <a:pt x="11121" y="1"/>
                    <a:pt x="7913"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45"/>
            <p:cNvSpPr/>
            <p:nvPr/>
          </p:nvSpPr>
          <p:spPr>
            <a:xfrm>
              <a:off x="2722328" y="1456543"/>
              <a:ext cx="315527" cy="162119"/>
            </a:xfrm>
            <a:custGeom>
              <a:rect b="b" l="l" r="r" t="t"/>
              <a:pathLst>
                <a:path extrusionOk="0" h="5471" w="10648">
                  <a:moveTo>
                    <a:pt x="2110" y="1"/>
                  </a:moveTo>
                  <a:cubicBezTo>
                    <a:pt x="1431" y="1"/>
                    <a:pt x="808" y="254"/>
                    <a:pt x="327" y="667"/>
                  </a:cubicBezTo>
                  <a:cubicBezTo>
                    <a:pt x="116" y="1319"/>
                    <a:pt x="1" y="2012"/>
                    <a:pt x="1" y="2735"/>
                  </a:cubicBezTo>
                  <a:cubicBezTo>
                    <a:pt x="1" y="3456"/>
                    <a:pt x="116" y="4151"/>
                    <a:pt x="327" y="4802"/>
                  </a:cubicBezTo>
                  <a:cubicBezTo>
                    <a:pt x="808" y="5217"/>
                    <a:pt x="1431" y="5471"/>
                    <a:pt x="2110" y="5471"/>
                  </a:cubicBezTo>
                  <a:lnTo>
                    <a:pt x="7913" y="5471"/>
                  </a:lnTo>
                  <a:cubicBezTo>
                    <a:pt x="9413" y="5471"/>
                    <a:pt x="10647" y="4236"/>
                    <a:pt x="10647" y="2736"/>
                  </a:cubicBezTo>
                  <a:cubicBezTo>
                    <a:pt x="10647" y="1235"/>
                    <a:pt x="9413" y="1"/>
                    <a:pt x="7913"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45"/>
            <p:cNvSpPr/>
            <p:nvPr/>
          </p:nvSpPr>
          <p:spPr>
            <a:xfrm>
              <a:off x="2770658" y="1479389"/>
              <a:ext cx="200316" cy="116278"/>
            </a:xfrm>
            <a:custGeom>
              <a:rect b="b" l="l" r="r" t="t"/>
              <a:pathLst>
                <a:path extrusionOk="0" h="3924" w="6760">
                  <a:moveTo>
                    <a:pt x="223" y="1"/>
                  </a:moveTo>
                  <a:cubicBezTo>
                    <a:pt x="100" y="1"/>
                    <a:pt x="0" y="100"/>
                    <a:pt x="0" y="223"/>
                  </a:cubicBezTo>
                  <a:lnTo>
                    <a:pt x="0" y="3702"/>
                  </a:lnTo>
                  <a:cubicBezTo>
                    <a:pt x="0" y="3824"/>
                    <a:pt x="100" y="3924"/>
                    <a:pt x="223" y="3924"/>
                  </a:cubicBezTo>
                  <a:lnTo>
                    <a:pt x="6537" y="3924"/>
                  </a:lnTo>
                  <a:cubicBezTo>
                    <a:pt x="6660" y="3924"/>
                    <a:pt x="6759" y="3824"/>
                    <a:pt x="6759" y="3702"/>
                  </a:cubicBezTo>
                  <a:lnTo>
                    <a:pt x="6759" y="223"/>
                  </a:lnTo>
                  <a:cubicBezTo>
                    <a:pt x="6759" y="100"/>
                    <a:pt x="6660" y="1"/>
                    <a:pt x="6537"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45"/>
            <p:cNvSpPr/>
            <p:nvPr/>
          </p:nvSpPr>
          <p:spPr>
            <a:xfrm>
              <a:off x="2906079" y="1659940"/>
              <a:ext cx="12090" cy="54939"/>
            </a:xfrm>
            <a:custGeom>
              <a:rect b="b" l="l" r="r" t="t"/>
              <a:pathLst>
                <a:path extrusionOk="0" h="1854" w="408">
                  <a:moveTo>
                    <a:pt x="204" y="1"/>
                  </a:moveTo>
                  <a:cubicBezTo>
                    <a:pt x="92" y="1"/>
                    <a:pt x="0" y="93"/>
                    <a:pt x="0" y="206"/>
                  </a:cubicBezTo>
                  <a:lnTo>
                    <a:pt x="0" y="1649"/>
                  </a:lnTo>
                  <a:cubicBezTo>
                    <a:pt x="0" y="1762"/>
                    <a:pt x="92" y="1854"/>
                    <a:pt x="204" y="1854"/>
                  </a:cubicBezTo>
                  <a:cubicBezTo>
                    <a:pt x="318" y="1854"/>
                    <a:pt x="408" y="1762"/>
                    <a:pt x="408" y="1649"/>
                  </a:cubicBezTo>
                  <a:lnTo>
                    <a:pt x="408" y="206"/>
                  </a:lnTo>
                  <a:cubicBezTo>
                    <a:pt x="408" y="93"/>
                    <a:pt x="318" y="1"/>
                    <a:pt x="2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45"/>
            <p:cNvSpPr/>
            <p:nvPr/>
          </p:nvSpPr>
          <p:spPr>
            <a:xfrm>
              <a:off x="2850992" y="1614217"/>
              <a:ext cx="12090" cy="54731"/>
            </a:xfrm>
            <a:custGeom>
              <a:rect b="b" l="l" r="r" t="t"/>
              <a:pathLst>
                <a:path extrusionOk="0" h="1847" w="408">
                  <a:moveTo>
                    <a:pt x="204" y="0"/>
                  </a:moveTo>
                  <a:cubicBezTo>
                    <a:pt x="91" y="0"/>
                    <a:pt x="0" y="91"/>
                    <a:pt x="0" y="204"/>
                  </a:cubicBezTo>
                  <a:lnTo>
                    <a:pt x="0" y="1643"/>
                  </a:lnTo>
                  <a:cubicBezTo>
                    <a:pt x="0" y="1757"/>
                    <a:pt x="91" y="1847"/>
                    <a:pt x="204" y="1847"/>
                  </a:cubicBezTo>
                  <a:cubicBezTo>
                    <a:pt x="317" y="1847"/>
                    <a:pt x="408" y="1757"/>
                    <a:pt x="408" y="1643"/>
                  </a:cubicBezTo>
                  <a:lnTo>
                    <a:pt x="408" y="204"/>
                  </a:lnTo>
                  <a:cubicBezTo>
                    <a:pt x="408" y="91"/>
                    <a:pt x="317" y="0"/>
                    <a:pt x="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45"/>
            <p:cNvSpPr/>
            <p:nvPr/>
          </p:nvSpPr>
          <p:spPr>
            <a:xfrm>
              <a:off x="2864771" y="1358666"/>
              <a:ext cx="12090" cy="103951"/>
            </a:xfrm>
            <a:custGeom>
              <a:rect b="b" l="l" r="r" t="t"/>
              <a:pathLst>
                <a:path extrusionOk="0" h="3508" w="408">
                  <a:moveTo>
                    <a:pt x="204" y="0"/>
                  </a:moveTo>
                  <a:cubicBezTo>
                    <a:pt x="90" y="0"/>
                    <a:pt x="0" y="92"/>
                    <a:pt x="0" y="204"/>
                  </a:cubicBezTo>
                  <a:lnTo>
                    <a:pt x="0" y="3304"/>
                  </a:lnTo>
                  <a:cubicBezTo>
                    <a:pt x="0" y="3417"/>
                    <a:pt x="90" y="3507"/>
                    <a:pt x="204" y="3507"/>
                  </a:cubicBezTo>
                  <a:cubicBezTo>
                    <a:pt x="316" y="3507"/>
                    <a:pt x="407" y="3417"/>
                    <a:pt x="407" y="3304"/>
                  </a:cubicBezTo>
                  <a:lnTo>
                    <a:pt x="407" y="204"/>
                  </a:lnTo>
                  <a:cubicBezTo>
                    <a:pt x="407" y="92"/>
                    <a:pt x="316" y="0"/>
                    <a:pt x="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45"/>
            <p:cNvSpPr/>
            <p:nvPr/>
          </p:nvSpPr>
          <p:spPr>
            <a:xfrm>
              <a:off x="2764613" y="1473344"/>
              <a:ext cx="212376" cy="128368"/>
            </a:xfrm>
            <a:custGeom>
              <a:rect b="b" l="l" r="r" t="t"/>
              <a:pathLst>
                <a:path extrusionOk="0" h="4332" w="7167">
                  <a:moveTo>
                    <a:pt x="6741" y="410"/>
                  </a:moveTo>
                  <a:cubicBezTo>
                    <a:pt x="6750" y="410"/>
                    <a:pt x="6758" y="418"/>
                    <a:pt x="6758" y="427"/>
                  </a:cubicBezTo>
                  <a:lnTo>
                    <a:pt x="6758" y="3907"/>
                  </a:lnTo>
                  <a:cubicBezTo>
                    <a:pt x="6758" y="3917"/>
                    <a:pt x="6750" y="3924"/>
                    <a:pt x="6741" y="3924"/>
                  </a:cubicBezTo>
                  <a:lnTo>
                    <a:pt x="427" y="3924"/>
                  </a:lnTo>
                  <a:cubicBezTo>
                    <a:pt x="416" y="3924"/>
                    <a:pt x="408" y="3917"/>
                    <a:pt x="408" y="3907"/>
                  </a:cubicBezTo>
                  <a:lnTo>
                    <a:pt x="408" y="427"/>
                  </a:lnTo>
                  <a:cubicBezTo>
                    <a:pt x="408" y="418"/>
                    <a:pt x="416" y="410"/>
                    <a:pt x="427" y="410"/>
                  </a:cubicBezTo>
                  <a:close/>
                  <a:moveTo>
                    <a:pt x="427" y="1"/>
                  </a:moveTo>
                  <a:cubicBezTo>
                    <a:pt x="190" y="1"/>
                    <a:pt x="1" y="192"/>
                    <a:pt x="1" y="427"/>
                  </a:cubicBezTo>
                  <a:lnTo>
                    <a:pt x="1" y="3906"/>
                  </a:lnTo>
                  <a:cubicBezTo>
                    <a:pt x="1" y="4142"/>
                    <a:pt x="190" y="4332"/>
                    <a:pt x="427" y="4332"/>
                  </a:cubicBezTo>
                  <a:lnTo>
                    <a:pt x="6741" y="4332"/>
                  </a:lnTo>
                  <a:cubicBezTo>
                    <a:pt x="6976" y="4332"/>
                    <a:pt x="7167" y="4142"/>
                    <a:pt x="7167" y="3906"/>
                  </a:cubicBezTo>
                  <a:lnTo>
                    <a:pt x="7167" y="427"/>
                  </a:lnTo>
                  <a:cubicBezTo>
                    <a:pt x="7167" y="191"/>
                    <a:pt x="6976" y="1"/>
                    <a:pt x="67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45"/>
            <p:cNvSpPr/>
            <p:nvPr/>
          </p:nvSpPr>
          <p:spPr>
            <a:xfrm>
              <a:off x="2813774" y="1358607"/>
              <a:ext cx="321987" cy="357812"/>
            </a:xfrm>
            <a:custGeom>
              <a:rect b="b" l="l" r="r" t="t"/>
              <a:pathLst>
                <a:path extrusionOk="0" h="12075" w="10866">
                  <a:moveTo>
                    <a:pt x="742" y="1"/>
                  </a:moveTo>
                  <a:cubicBezTo>
                    <a:pt x="485" y="121"/>
                    <a:pt x="238" y="257"/>
                    <a:pt x="0" y="408"/>
                  </a:cubicBezTo>
                  <a:lnTo>
                    <a:pt x="4827" y="408"/>
                  </a:lnTo>
                  <a:cubicBezTo>
                    <a:pt x="6325" y="408"/>
                    <a:pt x="7735" y="996"/>
                    <a:pt x="8803" y="2062"/>
                  </a:cubicBezTo>
                  <a:cubicBezTo>
                    <a:pt x="9869" y="3128"/>
                    <a:pt x="10457" y="4541"/>
                    <a:pt x="10457" y="6038"/>
                  </a:cubicBezTo>
                  <a:cubicBezTo>
                    <a:pt x="10457" y="7535"/>
                    <a:pt x="9869" y="8947"/>
                    <a:pt x="8803" y="10013"/>
                  </a:cubicBezTo>
                  <a:cubicBezTo>
                    <a:pt x="7737" y="11079"/>
                    <a:pt x="6325" y="11667"/>
                    <a:pt x="4827" y="11667"/>
                  </a:cubicBezTo>
                  <a:lnTo>
                    <a:pt x="0" y="11667"/>
                  </a:lnTo>
                  <a:cubicBezTo>
                    <a:pt x="238" y="11818"/>
                    <a:pt x="484" y="11954"/>
                    <a:pt x="742" y="12074"/>
                  </a:cubicBezTo>
                  <a:lnTo>
                    <a:pt x="4827" y="12074"/>
                  </a:lnTo>
                  <a:cubicBezTo>
                    <a:pt x="6434" y="12074"/>
                    <a:pt x="7948" y="11445"/>
                    <a:pt x="9092" y="10300"/>
                  </a:cubicBezTo>
                  <a:cubicBezTo>
                    <a:pt x="10236" y="9156"/>
                    <a:pt x="10866" y="7642"/>
                    <a:pt x="10866" y="6035"/>
                  </a:cubicBezTo>
                  <a:cubicBezTo>
                    <a:pt x="10866" y="4428"/>
                    <a:pt x="10236" y="2915"/>
                    <a:pt x="9092" y="1770"/>
                  </a:cubicBezTo>
                  <a:cubicBezTo>
                    <a:pt x="7948" y="630"/>
                    <a:pt x="6433" y="1"/>
                    <a:pt x="4827"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45"/>
            <p:cNvSpPr/>
            <p:nvPr/>
          </p:nvSpPr>
          <p:spPr>
            <a:xfrm>
              <a:off x="2761858" y="1404538"/>
              <a:ext cx="328002" cy="266189"/>
            </a:xfrm>
            <a:custGeom>
              <a:rect b="b" l="l" r="r" t="t"/>
              <a:pathLst>
                <a:path extrusionOk="0" h="8983" w="11069">
                  <a:moveTo>
                    <a:pt x="776" y="1"/>
                  </a:moveTo>
                  <a:cubicBezTo>
                    <a:pt x="646" y="1"/>
                    <a:pt x="515" y="7"/>
                    <a:pt x="385" y="19"/>
                  </a:cubicBezTo>
                  <a:cubicBezTo>
                    <a:pt x="251" y="169"/>
                    <a:pt x="123" y="324"/>
                    <a:pt x="2" y="486"/>
                  </a:cubicBezTo>
                  <a:cubicBezTo>
                    <a:pt x="256" y="436"/>
                    <a:pt x="514" y="411"/>
                    <a:pt x="776" y="411"/>
                  </a:cubicBezTo>
                  <a:lnTo>
                    <a:pt x="6579" y="411"/>
                  </a:lnTo>
                  <a:cubicBezTo>
                    <a:pt x="7664" y="411"/>
                    <a:pt x="8688" y="837"/>
                    <a:pt x="9459" y="1609"/>
                  </a:cubicBezTo>
                  <a:cubicBezTo>
                    <a:pt x="10232" y="2384"/>
                    <a:pt x="10658" y="3405"/>
                    <a:pt x="10658" y="4491"/>
                  </a:cubicBezTo>
                  <a:cubicBezTo>
                    <a:pt x="10658" y="5576"/>
                    <a:pt x="10232" y="6599"/>
                    <a:pt x="9459" y="7373"/>
                  </a:cubicBezTo>
                  <a:cubicBezTo>
                    <a:pt x="8685" y="8146"/>
                    <a:pt x="7664" y="8572"/>
                    <a:pt x="6577" y="8572"/>
                  </a:cubicBezTo>
                  <a:lnTo>
                    <a:pt x="773" y="8572"/>
                  </a:lnTo>
                  <a:cubicBezTo>
                    <a:pt x="512" y="8572"/>
                    <a:pt x="252" y="8547"/>
                    <a:pt x="1" y="8499"/>
                  </a:cubicBezTo>
                  <a:lnTo>
                    <a:pt x="1" y="8499"/>
                  </a:lnTo>
                  <a:cubicBezTo>
                    <a:pt x="120" y="8659"/>
                    <a:pt x="249" y="8814"/>
                    <a:pt x="383" y="8965"/>
                  </a:cubicBezTo>
                  <a:cubicBezTo>
                    <a:pt x="512" y="8976"/>
                    <a:pt x="641" y="8982"/>
                    <a:pt x="773" y="8982"/>
                  </a:cubicBezTo>
                  <a:lnTo>
                    <a:pt x="6577" y="8982"/>
                  </a:lnTo>
                  <a:cubicBezTo>
                    <a:pt x="7770" y="8982"/>
                    <a:pt x="8897" y="8514"/>
                    <a:pt x="9747" y="7662"/>
                  </a:cubicBezTo>
                  <a:cubicBezTo>
                    <a:pt x="10597" y="6812"/>
                    <a:pt x="11065" y="5687"/>
                    <a:pt x="11065" y="4493"/>
                  </a:cubicBezTo>
                  <a:cubicBezTo>
                    <a:pt x="11068" y="3296"/>
                    <a:pt x="10597" y="2169"/>
                    <a:pt x="9748" y="1320"/>
                  </a:cubicBezTo>
                  <a:cubicBezTo>
                    <a:pt x="8898" y="470"/>
                    <a:pt x="7773" y="1"/>
                    <a:pt x="6579"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45"/>
            <p:cNvSpPr/>
            <p:nvPr/>
          </p:nvSpPr>
          <p:spPr>
            <a:xfrm>
              <a:off x="2728521" y="1450468"/>
              <a:ext cx="315438" cy="174239"/>
            </a:xfrm>
            <a:custGeom>
              <a:rect b="b" l="l" r="r" t="t"/>
              <a:pathLst>
                <a:path extrusionOk="0" h="5880" w="10645">
                  <a:moveTo>
                    <a:pt x="1901" y="0"/>
                  </a:moveTo>
                  <a:cubicBezTo>
                    <a:pt x="1304" y="0"/>
                    <a:pt x="731" y="181"/>
                    <a:pt x="246" y="515"/>
                  </a:cubicBezTo>
                  <a:cubicBezTo>
                    <a:pt x="148" y="762"/>
                    <a:pt x="67" y="1015"/>
                    <a:pt x="0" y="1277"/>
                  </a:cubicBezTo>
                  <a:cubicBezTo>
                    <a:pt x="37" y="1236"/>
                    <a:pt x="76" y="1193"/>
                    <a:pt x="115" y="1154"/>
                  </a:cubicBezTo>
                  <a:cubicBezTo>
                    <a:pt x="594" y="673"/>
                    <a:pt x="1228" y="409"/>
                    <a:pt x="1900" y="409"/>
                  </a:cubicBezTo>
                  <a:lnTo>
                    <a:pt x="7704" y="409"/>
                  </a:lnTo>
                  <a:cubicBezTo>
                    <a:pt x="8374" y="409"/>
                    <a:pt x="9010" y="673"/>
                    <a:pt x="9490" y="1154"/>
                  </a:cubicBezTo>
                  <a:cubicBezTo>
                    <a:pt x="9970" y="1634"/>
                    <a:pt x="10234" y="2267"/>
                    <a:pt x="10234" y="2940"/>
                  </a:cubicBezTo>
                  <a:cubicBezTo>
                    <a:pt x="10234" y="3610"/>
                    <a:pt x="9970" y="4246"/>
                    <a:pt x="9490" y="4726"/>
                  </a:cubicBezTo>
                  <a:cubicBezTo>
                    <a:pt x="9010" y="5205"/>
                    <a:pt x="8377" y="5469"/>
                    <a:pt x="7704" y="5469"/>
                  </a:cubicBezTo>
                  <a:lnTo>
                    <a:pt x="1900" y="5469"/>
                  </a:lnTo>
                  <a:cubicBezTo>
                    <a:pt x="1230" y="5469"/>
                    <a:pt x="594" y="5205"/>
                    <a:pt x="115" y="4726"/>
                  </a:cubicBezTo>
                  <a:cubicBezTo>
                    <a:pt x="76" y="4687"/>
                    <a:pt x="37" y="4645"/>
                    <a:pt x="0" y="4603"/>
                  </a:cubicBezTo>
                  <a:lnTo>
                    <a:pt x="0" y="4603"/>
                  </a:lnTo>
                  <a:cubicBezTo>
                    <a:pt x="65" y="4863"/>
                    <a:pt x="149" y="5118"/>
                    <a:pt x="246" y="5365"/>
                  </a:cubicBezTo>
                  <a:cubicBezTo>
                    <a:pt x="731" y="5699"/>
                    <a:pt x="1303" y="5879"/>
                    <a:pt x="1901" y="5879"/>
                  </a:cubicBezTo>
                  <a:lnTo>
                    <a:pt x="7704" y="5879"/>
                  </a:lnTo>
                  <a:cubicBezTo>
                    <a:pt x="8486" y="5879"/>
                    <a:pt x="9223" y="5573"/>
                    <a:pt x="9779" y="5015"/>
                  </a:cubicBezTo>
                  <a:cubicBezTo>
                    <a:pt x="10337" y="4457"/>
                    <a:pt x="10645" y="3720"/>
                    <a:pt x="10645" y="2941"/>
                  </a:cubicBezTo>
                  <a:cubicBezTo>
                    <a:pt x="10645" y="2163"/>
                    <a:pt x="10337" y="1424"/>
                    <a:pt x="9779" y="866"/>
                  </a:cubicBezTo>
                  <a:cubicBezTo>
                    <a:pt x="9219" y="307"/>
                    <a:pt x="8484" y="0"/>
                    <a:pt x="7704"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1" name="Google Shape;10421;p45"/>
          <p:cNvGrpSpPr/>
          <p:nvPr/>
        </p:nvGrpSpPr>
        <p:grpSpPr>
          <a:xfrm>
            <a:off x="6700521" y="3403813"/>
            <a:ext cx="395683" cy="413403"/>
            <a:chOff x="6700521" y="3403813"/>
            <a:chExt cx="395683" cy="413403"/>
          </a:xfrm>
        </p:grpSpPr>
        <p:sp>
          <p:nvSpPr>
            <p:cNvPr id="10422" name="Google Shape;10422;p45"/>
            <p:cNvSpPr/>
            <p:nvPr/>
          </p:nvSpPr>
          <p:spPr>
            <a:xfrm>
              <a:off x="6700521" y="3421563"/>
              <a:ext cx="395683" cy="395594"/>
            </a:xfrm>
            <a:custGeom>
              <a:rect b="b" l="l" r="r" t="t"/>
              <a:pathLst>
                <a:path extrusionOk="0" h="13350" w="13353">
                  <a:moveTo>
                    <a:pt x="6676" y="0"/>
                  </a:moveTo>
                  <a:cubicBezTo>
                    <a:pt x="2989" y="0"/>
                    <a:pt x="0" y="2989"/>
                    <a:pt x="0" y="6677"/>
                  </a:cubicBezTo>
                  <a:cubicBezTo>
                    <a:pt x="0" y="8861"/>
                    <a:pt x="1049" y="10800"/>
                    <a:pt x="2671" y="12019"/>
                  </a:cubicBezTo>
                  <a:lnTo>
                    <a:pt x="6866" y="13350"/>
                  </a:lnTo>
                  <a:cubicBezTo>
                    <a:pt x="10465" y="13249"/>
                    <a:pt x="13350" y="10298"/>
                    <a:pt x="13350" y="6677"/>
                  </a:cubicBezTo>
                  <a:cubicBezTo>
                    <a:pt x="13353" y="2991"/>
                    <a:pt x="10364" y="0"/>
                    <a:pt x="6676"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45"/>
            <p:cNvSpPr/>
            <p:nvPr/>
          </p:nvSpPr>
          <p:spPr>
            <a:xfrm>
              <a:off x="6725767" y="3410065"/>
              <a:ext cx="196019" cy="200108"/>
            </a:xfrm>
            <a:custGeom>
              <a:rect b="b" l="l" r="r" t="t"/>
              <a:pathLst>
                <a:path extrusionOk="0" h="6753" w="6615">
                  <a:moveTo>
                    <a:pt x="2030" y="1"/>
                  </a:moveTo>
                  <a:cubicBezTo>
                    <a:pt x="2020" y="1"/>
                    <a:pt x="2010" y="1"/>
                    <a:pt x="2001" y="1"/>
                  </a:cubicBezTo>
                  <a:cubicBezTo>
                    <a:pt x="1648" y="20"/>
                    <a:pt x="1376" y="318"/>
                    <a:pt x="1376" y="673"/>
                  </a:cubicBezTo>
                  <a:lnTo>
                    <a:pt x="1376" y="1455"/>
                  </a:lnTo>
                  <a:cubicBezTo>
                    <a:pt x="1376" y="1504"/>
                    <a:pt x="1335" y="1543"/>
                    <a:pt x="1287" y="1543"/>
                  </a:cubicBezTo>
                  <a:cubicBezTo>
                    <a:pt x="1250" y="1542"/>
                    <a:pt x="1207" y="1540"/>
                    <a:pt x="1161" y="1540"/>
                  </a:cubicBezTo>
                  <a:cubicBezTo>
                    <a:pt x="991" y="1540"/>
                    <a:pt x="769" y="1569"/>
                    <a:pt x="583" y="1778"/>
                  </a:cubicBezTo>
                  <a:cubicBezTo>
                    <a:pt x="104" y="2322"/>
                    <a:pt x="0" y="3213"/>
                    <a:pt x="326" y="3861"/>
                  </a:cubicBezTo>
                  <a:cubicBezTo>
                    <a:pt x="634" y="4453"/>
                    <a:pt x="222" y="3802"/>
                    <a:pt x="1669" y="5670"/>
                  </a:cubicBezTo>
                  <a:cubicBezTo>
                    <a:pt x="1767" y="5793"/>
                    <a:pt x="1822" y="5945"/>
                    <a:pt x="1822" y="6101"/>
                  </a:cubicBezTo>
                  <a:lnTo>
                    <a:pt x="1822" y="6710"/>
                  </a:lnTo>
                  <a:cubicBezTo>
                    <a:pt x="1870" y="6678"/>
                    <a:pt x="1926" y="6660"/>
                    <a:pt x="1987" y="6660"/>
                  </a:cubicBezTo>
                  <a:lnTo>
                    <a:pt x="2531" y="6660"/>
                  </a:lnTo>
                  <a:cubicBezTo>
                    <a:pt x="2611" y="6449"/>
                    <a:pt x="2818" y="6300"/>
                    <a:pt x="3059" y="6300"/>
                  </a:cubicBezTo>
                  <a:lnTo>
                    <a:pt x="4767" y="6300"/>
                  </a:lnTo>
                  <a:cubicBezTo>
                    <a:pt x="5008" y="6300"/>
                    <a:pt x="5212" y="6449"/>
                    <a:pt x="5296" y="6660"/>
                  </a:cubicBezTo>
                  <a:lnTo>
                    <a:pt x="5798" y="6660"/>
                  </a:lnTo>
                  <a:cubicBezTo>
                    <a:pt x="5884" y="6660"/>
                    <a:pt x="5960" y="6696"/>
                    <a:pt x="6016" y="6752"/>
                  </a:cubicBezTo>
                  <a:lnTo>
                    <a:pt x="6016" y="5838"/>
                  </a:lnTo>
                  <a:cubicBezTo>
                    <a:pt x="6016" y="5380"/>
                    <a:pt x="6614" y="4933"/>
                    <a:pt x="6614" y="3685"/>
                  </a:cubicBezTo>
                  <a:lnTo>
                    <a:pt x="6614" y="1245"/>
                  </a:lnTo>
                  <a:cubicBezTo>
                    <a:pt x="6614" y="898"/>
                    <a:pt x="6299" y="618"/>
                    <a:pt x="5953" y="618"/>
                  </a:cubicBezTo>
                  <a:cubicBezTo>
                    <a:pt x="5717" y="618"/>
                    <a:pt x="5500" y="751"/>
                    <a:pt x="5386" y="946"/>
                  </a:cubicBezTo>
                  <a:cubicBezTo>
                    <a:pt x="5378" y="960"/>
                    <a:pt x="5364" y="969"/>
                    <a:pt x="5347" y="969"/>
                  </a:cubicBezTo>
                  <a:cubicBezTo>
                    <a:pt x="5345" y="969"/>
                    <a:pt x="5342" y="969"/>
                    <a:pt x="5339" y="968"/>
                  </a:cubicBezTo>
                  <a:cubicBezTo>
                    <a:pt x="5321" y="963"/>
                    <a:pt x="5305" y="946"/>
                    <a:pt x="5305" y="925"/>
                  </a:cubicBezTo>
                  <a:lnTo>
                    <a:pt x="5305" y="822"/>
                  </a:lnTo>
                  <a:cubicBezTo>
                    <a:pt x="5305" y="472"/>
                    <a:pt x="5036" y="174"/>
                    <a:pt x="4690" y="152"/>
                  </a:cubicBezTo>
                  <a:cubicBezTo>
                    <a:pt x="4676" y="151"/>
                    <a:pt x="4663" y="151"/>
                    <a:pt x="4650" y="151"/>
                  </a:cubicBezTo>
                  <a:cubicBezTo>
                    <a:pt x="4411" y="151"/>
                    <a:pt x="4203" y="281"/>
                    <a:pt x="4088" y="472"/>
                  </a:cubicBezTo>
                  <a:cubicBezTo>
                    <a:pt x="4075" y="493"/>
                    <a:pt x="4051" y="506"/>
                    <a:pt x="4027" y="506"/>
                  </a:cubicBezTo>
                  <a:cubicBezTo>
                    <a:pt x="4023" y="506"/>
                    <a:pt x="4018" y="506"/>
                    <a:pt x="4014" y="505"/>
                  </a:cubicBezTo>
                  <a:cubicBezTo>
                    <a:pt x="3990" y="499"/>
                    <a:pt x="3970" y="483"/>
                    <a:pt x="3962" y="460"/>
                  </a:cubicBezTo>
                  <a:cubicBezTo>
                    <a:pt x="3876" y="197"/>
                    <a:pt x="3631" y="1"/>
                    <a:pt x="3343" y="1"/>
                  </a:cubicBezTo>
                  <a:cubicBezTo>
                    <a:pt x="3339" y="1"/>
                    <a:pt x="3336" y="1"/>
                    <a:pt x="3333" y="1"/>
                  </a:cubicBezTo>
                  <a:cubicBezTo>
                    <a:pt x="3101" y="6"/>
                    <a:pt x="2897" y="130"/>
                    <a:pt x="2782" y="315"/>
                  </a:cubicBezTo>
                  <a:cubicBezTo>
                    <a:pt x="2761" y="351"/>
                    <a:pt x="2723" y="369"/>
                    <a:pt x="2686" y="369"/>
                  </a:cubicBezTo>
                  <a:cubicBezTo>
                    <a:pt x="2649" y="369"/>
                    <a:pt x="2612" y="351"/>
                    <a:pt x="2591" y="315"/>
                  </a:cubicBezTo>
                  <a:cubicBezTo>
                    <a:pt x="2475" y="126"/>
                    <a:pt x="2267" y="1"/>
                    <a:pt x="2030"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45"/>
            <p:cNvSpPr/>
            <p:nvPr/>
          </p:nvSpPr>
          <p:spPr>
            <a:xfrm>
              <a:off x="6779728" y="3667483"/>
              <a:ext cx="124397" cy="149733"/>
            </a:xfrm>
            <a:custGeom>
              <a:rect b="b" l="l" r="r" t="t"/>
              <a:pathLst>
                <a:path extrusionOk="0" h="5053" w="4198">
                  <a:moveTo>
                    <a:pt x="4198" y="0"/>
                  </a:moveTo>
                  <a:cubicBezTo>
                    <a:pt x="4140" y="56"/>
                    <a:pt x="4066" y="92"/>
                    <a:pt x="3979" y="92"/>
                  </a:cubicBezTo>
                  <a:lnTo>
                    <a:pt x="3475" y="92"/>
                  </a:lnTo>
                  <a:cubicBezTo>
                    <a:pt x="3391" y="303"/>
                    <a:pt x="3187" y="453"/>
                    <a:pt x="2946" y="453"/>
                  </a:cubicBezTo>
                  <a:lnTo>
                    <a:pt x="1238" y="453"/>
                  </a:lnTo>
                  <a:cubicBezTo>
                    <a:pt x="997" y="453"/>
                    <a:pt x="794" y="303"/>
                    <a:pt x="710" y="92"/>
                  </a:cubicBezTo>
                  <a:lnTo>
                    <a:pt x="166" y="92"/>
                  </a:lnTo>
                  <a:cubicBezTo>
                    <a:pt x="105" y="92"/>
                    <a:pt x="49" y="75"/>
                    <a:pt x="1" y="44"/>
                  </a:cubicBezTo>
                  <a:lnTo>
                    <a:pt x="1" y="3720"/>
                  </a:lnTo>
                  <a:cubicBezTo>
                    <a:pt x="1115" y="4556"/>
                    <a:pt x="2502" y="5052"/>
                    <a:pt x="4005" y="5052"/>
                  </a:cubicBezTo>
                  <a:cubicBezTo>
                    <a:pt x="4069" y="5052"/>
                    <a:pt x="4132" y="5051"/>
                    <a:pt x="4198" y="5049"/>
                  </a:cubicBezTo>
                  <a:lnTo>
                    <a:pt x="4198" y="0"/>
                  </a:ln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45"/>
            <p:cNvSpPr/>
            <p:nvPr/>
          </p:nvSpPr>
          <p:spPr>
            <a:xfrm>
              <a:off x="6754185" y="3453210"/>
              <a:ext cx="12446" cy="38700"/>
            </a:xfrm>
            <a:custGeom>
              <a:rect b="b" l="l" r="r" t="t"/>
              <a:pathLst>
                <a:path extrusionOk="0" h="1306" w="420">
                  <a:moveTo>
                    <a:pt x="420" y="0"/>
                  </a:moveTo>
                  <a:cubicBezTo>
                    <a:pt x="420" y="48"/>
                    <a:pt x="378" y="87"/>
                    <a:pt x="330" y="87"/>
                  </a:cubicBezTo>
                  <a:cubicBezTo>
                    <a:pt x="290" y="87"/>
                    <a:pt x="243" y="84"/>
                    <a:pt x="193" y="84"/>
                  </a:cubicBezTo>
                  <a:cubicBezTo>
                    <a:pt x="133" y="84"/>
                    <a:pt x="68" y="88"/>
                    <a:pt x="0" y="103"/>
                  </a:cubicBezTo>
                  <a:lnTo>
                    <a:pt x="0" y="1098"/>
                  </a:lnTo>
                  <a:cubicBezTo>
                    <a:pt x="0" y="1213"/>
                    <a:pt x="93" y="1306"/>
                    <a:pt x="210" y="1306"/>
                  </a:cubicBezTo>
                  <a:cubicBezTo>
                    <a:pt x="327" y="1306"/>
                    <a:pt x="420" y="1213"/>
                    <a:pt x="420" y="1096"/>
                  </a:cubicBezTo>
                  <a:lnTo>
                    <a:pt x="420" y="0"/>
                  </a:ln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45"/>
            <p:cNvSpPr/>
            <p:nvPr/>
          </p:nvSpPr>
          <p:spPr>
            <a:xfrm>
              <a:off x="6770424" y="3606588"/>
              <a:ext cx="30610" cy="64510"/>
            </a:xfrm>
            <a:custGeom>
              <a:rect b="b" l="l" r="r" t="t"/>
              <a:pathLst>
                <a:path extrusionOk="0" h="2177" w="1033">
                  <a:moveTo>
                    <a:pt x="338" y="0"/>
                  </a:moveTo>
                  <a:cubicBezTo>
                    <a:pt x="153" y="0"/>
                    <a:pt x="1" y="151"/>
                    <a:pt x="1" y="336"/>
                  </a:cubicBezTo>
                  <a:lnTo>
                    <a:pt x="1" y="1839"/>
                  </a:lnTo>
                  <a:cubicBezTo>
                    <a:pt x="1" y="2024"/>
                    <a:pt x="153" y="2177"/>
                    <a:pt x="338" y="2177"/>
                  </a:cubicBezTo>
                  <a:lnTo>
                    <a:pt x="1033" y="2177"/>
                  </a:lnTo>
                  <a:cubicBezTo>
                    <a:pt x="1002" y="2104"/>
                    <a:pt x="983" y="2024"/>
                    <a:pt x="983" y="1940"/>
                  </a:cubicBezTo>
                  <a:lnTo>
                    <a:pt x="983" y="234"/>
                  </a:lnTo>
                  <a:cubicBezTo>
                    <a:pt x="983" y="150"/>
                    <a:pt x="1002" y="70"/>
                    <a:pt x="1033"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45"/>
            <p:cNvSpPr/>
            <p:nvPr/>
          </p:nvSpPr>
          <p:spPr>
            <a:xfrm>
              <a:off x="6882316" y="3606499"/>
              <a:ext cx="29425" cy="64510"/>
            </a:xfrm>
            <a:custGeom>
              <a:rect b="b" l="l" r="r" t="t"/>
              <a:pathLst>
                <a:path extrusionOk="0" h="2177" w="993">
                  <a:moveTo>
                    <a:pt x="1" y="0"/>
                  </a:moveTo>
                  <a:cubicBezTo>
                    <a:pt x="32" y="73"/>
                    <a:pt x="52" y="153"/>
                    <a:pt x="52" y="237"/>
                  </a:cubicBezTo>
                  <a:lnTo>
                    <a:pt x="52" y="1943"/>
                  </a:lnTo>
                  <a:cubicBezTo>
                    <a:pt x="52" y="2027"/>
                    <a:pt x="32" y="2107"/>
                    <a:pt x="1" y="2176"/>
                  </a:cubicBezTo>
                  <a:lnTo>
                    <a:pt x="655" y="2176"/>
                  </a:lnTo>
                  <a:cubicBezTo>
                    <a:pt x="840" y="2176"/>
                    <a:pt x="992" y="2026"/>
                    <a:pt x="992" y="1841"/>
                  </a:cubicBezTo>
                  <a:lnTo>
                    <a:pt x="992" y="336"/>
                  </a:lnTo>
                  <a:cubicBezTo>
                    <a:pt x="992" y="153"/>
                    <a:pt x="840" y="0"/>
                    <a:pt x="65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45"/>
            <p:cNvSpPr/>
            <p:nvPr/>
          </p:nvSpPr>
          <p:spPr>
            <a:xfrm>
              <a:off x="6798723" y="3595802"/>
              <a:ext cx="85964" cy="85994"/>
            </a:xfrm>
            <a:custGeom>
              <a:rect b="b" l="l" r="r" t="t"/>
              <a:pathLst>
                <a:path extrusionOk="0" h="2902" w="2901">
                  <a:moveTo>
                    <a:pt x="597" y="1"/>
                  </a:moveTo>
                  <a:cubicBezTo>
                    <a:pt x="266" y="1"/>
                    <a:pt x="0" y="268"/>
                    <a:pt x="0" y="598"/>
                  </a:cubicBezTo>
                  <a:lnTo>
                    <a:pt x="0" y="2304"/>
                  </a:lnTo>
                  <a:cubicBezTo>
                    <a:pt x="0" y="2632"/>
                    <a:pt x="266" y="2901"/>
                    <a:pt x="597" y="2901"/>
                  </a:cubicBezTo>
                  <a:lnTo>
                    <a:pt x="2305" y="2901"/>
                  </a:lnTo>
                  <a:cubicBezTo>
                    <a:pt x="2633" y="2901"/>
                    <a:pt x="2901" y="2635"/>
                    <a:pt x="2901" y="2304"/>
                  </a:cubicBezTo>
                  <a:lnTo>
                    <a:pt x="2901" y="598"/>
                  </a:lnTo>
                  <a:cubicBezTo>
                    <a:pt x="2901" y="268"/>
                    <a:pt x="2635" y="1"/>
                    <a:pt x="23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45"/>
            <p:cNvSpPr/>
            <p:nvPr/>
          </p:nvSpPr>
          <p:spPr>
            <a:xfrm>
              <a:off x="6815287" y="3612425"/>
              <a:ext cx="52746" cy="52746"/>
            </a:xfrm>
            <a:custGeom>
              <a:rect b="b" l="l" r="r" t="t"/>
              <a:pathLst>
                <a:path extrusionOk="0" h="1780" w="1780">
                  <a:moveTo>
                    <a:pt x="37" y="1"/>
                  </a:moveTo>
                  <a:cubicBezTo>
                    <a:pt x="16" y="1"/>
                    <a:pt x="1" y="16"/>
                    <a:pt x="1" y="37"/>
                  </a:cubicBezTo>
                  <a:lnTo>
                    <a:pt x="1" y="1743"/>
                  </a:lnTo>
                  <a:cubicBezTo>
                    <a:pt x="1" y="1764"/>
                    <a:pt x="16" y="1779"/>
                    <a:pt x="37" y="1779"/>
                  </a:cubicBezTo>
                  <a:lnTo>
                    <a:pt x="1743" y="1779"/>
                  </a:lnTo>
                  <a:cubicBezTo>
                    <a:pt x="1764" y="1779"/>
                    <a:pt x="1779" y="1764"/>
                    <a:pt x="1779" y="1743"/>
                  </a:cubicBezTo>
                  <a:lnTo>
                    <a:pt x="1779" y="37"/>
                  </a:lnTo>
                  <a:cubicBezTo>
                    <a:pt x="1779" y="16"/>
                    <a:pt x="1764" y="1"/>
                    <a:pt x="174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45"/>
            <p:cNvSpPr/>
            <p:nvPr/>
          </p:nvSpPr>
          <p:spPr>
            <a:xfrm>
              <a:off x="6852980" y="3632605"/>
              <a:ext cx="90913" cy="12475"/>
            </a:xfrm>
            <a:custGeom>
              <a:rect b="b" l="l" r="r" t="t"/>
              <a:pathLst>
                <a:path extrusionOk="0" h="421" w="3068">
                  <a:moveTo>
                    <a:pt x="210" y="1"/>
                  </a:moveTo>
                  <a:cubicBezTo>
                    <a:pt x="94" y="1"/>
                    <a:pt x="0" y="94"/>
                    <a:pt x="0" y="211"/>
                  </a:cubicBezTo>
                  <a:cubicBezTo>
                    <a:pt x="0" y="327"/>
                    <a:pt x="94" y="420"/>
                    <a:pt x="210" y="420"/>
                  </a:cubicBezTo>
                  <a:lnTo>
                    <a:pt x="3067" y="420"/>
                  </a:lnTo>
                  <a:cubicBezTo>
                    <a:pt x="3041" y="355"/>
                    <a:pt x="3025" y="284"/>
                    <a:pt x="3025" y="211"/>
                  </a:cubicBezTo>
                  <a:cubicBezTo>
                    <a:pt x="3025" y="136"/>
                    <a:pt x="3041" y="64"/>
                    <a:pt x="3067"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45"/>
            <p:cNvSpPr/>
            <p:nvPr/>
          </p:nvSpPr>
          <p:spPr>
            <a:xfrm>
              <a:off x="6973791" y="3558257"/>
              <a:ext cx="90438" cy="86734"/>
            </a:xfrm>
            <a:custGeom>
              <a:rect b="b" l="l" r="r" t="t"/>
              <a:pathLst>
                <a:path extrusionOk="0" h="2927" w="3052">
                  <a:moveTo>
                    <a:pt x="1255" y="1"/>
                  </a:moveTo>
                  <a:cubicBezTo>
                    <a:pt x="1138" y="1"/>
                    <a:pt x="1045" y="94"/>
                    <a:pt x="1045" y="211"/>
                  </a:cubicBezTo>
                  <a:cubicBezTo>
                    <a:pt x="1045" y="327"/>
                    <a:pt x="1138" y="421"/>
                    <a:pt x="1255" y="421"/>
                  </a:cubicBezTo>
                  <a:lnTo>
                    <a:pt x="1586" y="421"/>
                  </a:lnTo>
                  <a:cubicBezTo>
                    <a:pt x="2161" y="421"/>
                    <a:pt x="2631" y="888"/>
                    <a:pt x="2631" y="1464"/>
                  </a:cubicBezTo>
                  <a:cubicBezTo>
                    <a:pt x="2631" y="2039"/>
                    <a:pt x="2161" y="2507"/>
                    <a:pt x="1586" y="2507"/>
                  </a:cubicBezTo>
                  <a:lnTo>
                    <a:pt x="1" y="2507"/>
                  </a:lnTo>
                  <a:cubicBezTo>
                    <a:pt x="29" y="2572"/>
                    <a:pt x="44" y="2643"/>
                    <a:pt x="44" y="2716"/>
                  </a:cubicBezTo>
                  <a:cubicBezTo>
                    <a:pt x="44" y="2791"/>
                    <a:pt x="29" y="2863"/>
                    <a:pt x="1" y="2926"/>
                  </a:cubicBezTo>
                  <a:lnTo>
                    <a:pt x="1586" y="2926"/>
                  </a:lnTo>
                  <a:cubicBezTo>
                    <a:pt x="2393" y="2926"/>
                    <a:pt x="3050" y="2270"/>
                    <a:pt x="3050" y="1464"/>
                  </a:cubicBezTo>
                  <a:cubicBezTo>
                    <a:pt x="3052" y="657"/>
                    <a:pt x="2394" y="1"/>
                    <a:pt x="15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45"/>
            <p:cNvSpPr/>
            <p:nvPr/>
          </p:nvSpPr>
          <p:spPr>
            <a:xfrm>
              <a:off x="6988845" y="3547027"/>
              <a:ext cx="34907" cy="34937"/>
            </a:xfrm>
            <a:custGeom>
              <a:rect b="b" l="l" r="r" t="t"/>
              <a:pathLst>
                <a:path extrusionOk="0" h="1179" w="1178">
                  <a:moveTo>
                    <a:pt x="588" y="1"/>
                  </a:moveTo>
                  <a:cubicBezTo>
                    <a:pt x="265" y="1"/>
                    <a:pt x="1" y="263"/>
                    <a:pt x="1" y="590"/>
                  </a:cubicBezTo>
                  <a:cubicBezTo>
                    <a:pt x="1" y="915"/>
                    <a:pt x="265" y="1179"/>
                    <a:pt x="588" y="1179"/>
                  </a:cubicBezTo>
                  <a:cubicBezTo>
                    <a:pt x="913" y="1179"/>
                    <a:pt x="1178" y="916"/>
                    <a:pt x="1178" y="590"/>
                  </a:cubicBezTo>
                  <a:cubicBezTo>
                    <a:pt x="1178" y="265"/>
                    <a:pt x="913" y="1"/>
                    <a:pt x="588"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45"/>
            <p:cNvSpPr/>
            <p:nvPr/>
          </p:nvSpPr>
          <p:spPr>
            <a:xfrm>
              <a:off x="6926528" y="3403813"/>
              <a:ext cx="159452" cy="148518"/>
            </a:xfrm>
            <a:custGeom>
              <a:rect b="b" l="l" r="r" t="t"/>
              <a:pathLst>
                <a:path extrusionOk="0" h="5012" w="5381">
                  <a:moveTo>
                    <a:pt x="2691" y="1"/>
                  </a:moveTo>
                  <a:cubicBezTo>
                    <a:pt x="938" y="1"/>
                    <a:pt x="1" y="2073"/>
                    <a:pt x="1163" y="3388"/>
                  </a:cubicBezTo>
                  <a:lnTo>
                    <a:pt x="2531" y="4939"/>
                  </a:lnTo>
                  <a:cubicBezTo>
                    <a:pt x="2574" y="4987"/>
                    <a:pt x="2634" y="5012"/>
                    <a:pt x="2693" y="5012"/>
                  </a:cubicBezTo>
                  <a:cubicBezTo>
                    <a:pt x="2752" y="5012"/>
                    <a:pt x="2812" y="4987"/>
                    <a:pt x="2855" y="4939"/>
                  </a:cubicBezTo>
                  <a:lnTo>
                    <a:pt x="4223" y="3388"/>
                  </a:lnTo>
                  <a:cubicBezTo>
                    <a:pt x="5381" y="2073"/>
                    <a:pt x="4446" y="1"/>
                    <a:pt x="2691"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45"/>
            <p:cNvSpPr/>
            <p:nvPr/>
          </p:nvSpPr>
          <p:spPr>
            <a:xfrm>
              <a:off x="6969643" y="3427489"/>
              <a:ext cx="73281" cy="73281"/>
            </a:xfrm>
            <a:custGeom>
              <a:rect b="b" l="l" r="r" t="t"/>
              <a:pathLst>
                <a:path extrusionOk="0" h="2473" w="2473">
                  <a:moveTo>
                    <a:pt x="1236" y="1"/>
                  </a:moveTo>
                  <a:cubicBezTo>
                    <a:pt x="556" y="1"/>
                    <a:pt x="1" y="554"/>
                    <a:pt x="1" y="1237"/>
                  </a:cubicBezTo>
                  <a:cubicBezTo>
                    <a:pt x="1" y="1919"/>
                    <a:pt x="556" y="2472"/>
                    <a:pt x="1236" y="2472"/>
                  </a:cubicBezTo>
                  <a:cubicBezTo>
                    <a:pt x="1919" y="2472"/>
                    <a:pt x="2472" y="1919"/>
                    <a:pt x="2472" y="1237"/>
                  </a:cubicBezTo>
                  <a:cubicBezTo>
                    <a:pt x="2471" y="554"/>
                    <a:pt x="1917" y="1"/>
                    <a:pt x="12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45"/>
            <p:cNvSpPr/>
            <p:nvPr/>
          </p:nvSpPr>
          <p:spPr>
            <a:xfrm>
              <a:off x="6941403" y="3621374"/>
              <a:ext cx="34907" cy="34907"/>
            </a:xfrm>
            <a:custGeom>
              <a:rect b="b" l="l" r="r" t="t"/>
              <a:pathLst>
                <a:path extrusionOk="0" h="1178" w="1178">
                  <a:moveTo>
                    <a:pt x="591" y="0"/>
                  </a:moveTo>
                  <a:cubicBezTo>
                    <a:pt x="590" y="0"/>
                    <a:pt x="589" y="0"/>
                    <a:pt x="588" y="0"/>
                  </a:cubicBezTo>
                  <a:cubicBezTo>
                    <a:pt x="265" y="0"/>
                    <a:pt x="1" y="263"/>
                    <a:pt x="1" y="590"/>
                  </a:cubicBezTo>
                  <a:cubicBezTo>
                    <a:pt x="1" y="913"/>
                    <a:pt x="262" y="1177"/>
                    <a:pt x="588" y="1177"/>
                  </a:cubicBezTo>
                  <a:cubicBezTo>
                    <a:pt x="913" y="1177"/>
                    <a:pt x="1178" y="916"/>
                    <a:pt x="1178" y="590"/>
                  </a:cubicBezTo>
                  <a:cubicBezTo>
                    <a:pt x="1178" y="264"/>
                    <a:pt x="916" y="0"/>
                    <a:pt x="59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45"/>
            <p:cNvSpPr/>
            <p:nvPr/>
          </p:nvSpPr>
          <p:spPr>
            <a:xfrm>
              <a:off x="6824266" y="3621374"/>
              <a:ext cx="34966" cy="34907"/>
            </a:xfrm>
            <a:custGeom>
              <a:rect b="b" l="l" r="r" t="t"/>
              <a:pathLst>
                <a:path extrusionOk="0" h="1178" w="1180">
                  <a:moveTo>
                    <a:pt x="593" y="0"/>
                  </a:moveTo>
                  <a:cubicBezTo>
                    <a:pt x="592" y="0"/>
                    <a:pt x="591" y="0"/>
                    <a:pt x="590" y="0"/>
                  </a:cubicBezTo>
                  <a:cubicBezTo>
                    <a:pt x="265" y="0"/>
                    <a:pt x="1" y="263"/>
                    <a:pt x="1" y="590"/>
                  </a:cubicBezTo>
                  <a:cubicBezTo>
                    <a:pt x="1" y="913"/>
                    <a:pt x="264" y="1177"/>
                    <a:pt x="590" y="1177"/>
                  </a:cubicBezTo>
                  <a:cubicBezTo>
                    <a:pt x="915" y="1177"/>
                    <a:pt x="1179" y="916"/>
                    <a:pt x="1179" y="590"/>
                  </a:cubicBezTo>
                  <a:cubicBezTo>
                    <a:pt x="1179" y="264"/>
                    <a:pt x="916" y="0"/>
                    <a:pt x="593"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7" name="Google Shape;10437;p45"/>
          <p:cNvGrpSpPr/>
          <p:nvPr/>
        </p:nvGrpSpPr>
        <p:grpSpPr>
          <a:xfrm>
            <a:off x="2060397" y="1339731"/>
            <a:ext cx="413433" cy="395653"/>
            <a:chOff x="2060397" y="1339731"/>
            <a:chExt cx="413433" cy="395653"/>
          </a:xfrm>
        </p:grpSpPr>
        <p:sp>
          <p:nvSpPr>
            <p:cNvPr id="10438" name="Google Shape;10438;p45"/>
            <p:cNvSpPr/>
            <p:nvPr/>
          </p:nvSpPr>
          <p:spPr>
            <a:xfrm>
              <a:off x="2060841" y="1339731"/>
              <a:ext cx="395238" cy="395653"/>
            </a:xfrm>
            <a:custGeom>
              <a:rect b="b" l="l" r="r" t="t"/>
              <a:pathLst>
                <a:path extrusionOk="0" h="13352" w="13338">
                  <a:moveTo>
                    <a:pt x="6662" y="1"/>
                  </a:moveTo>
                  <a:cubicBezTo>
                    <a:pt x="3118" y="1"/>
                    <a:pt x="219" y="2761"/>
                    <a:pt x="1" y="6251"/>
                  </a:cubicBezTo>
                  <a:lnTo>
                    <a:pt x="5676" y="13278"/>
                  </a:lnTo>
                  <a:cubicBezTo>
                    <a:pt x="5999" y="13328"/>
                    <a:pt x="6327" y="13351"/>
                    <a:pt x="6662" y="13351"/>
                  </a:cubicBezTo>
                  <a:cubicBezTo>
                    <a:pt x="10347" y="13351"/>
                    <a:pt x="13338" y="10362"/>
                    <a:pt x="13338" y="6675"/>
                  </a:cubicBezTo>
                  <a:cubicBezTo>
                    <a:pt x="13338" y="2987"/>
                    <a:pt x="10347" y="1"/>
                    <a:pt x="6662"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45"/>
            <p:cNvSpPr/>
            <p:nvPr/>
          </p:nvSpPr>
          <p:spPr>
            <a:xfrm>
              <a:off x="2060397" y="1476574"/>
              <a:ext cx="391771" cy="256973"/>
            </a:xfrm>
            <a:custGeom>
              <a:rect b="b" l="l" r="r" t="t"/>
              <a:pathLst>
                <a:path extrusionOk="0" h="8672" w="13221">
                  <a:moveTo>
                    <a:pt x="3498" y="1"/>
                  </a:moveTo>
                  <a:cubicBezTo>
                    <a:pt x="2111" y="1"/>
                    <a:pt x="868" y="612"/>
                    <a:pt x="17" y="1579"/>
                  </a:cubicBezTo>
                  <a:cubicBezTo>
                    <a:pt x="7" y="1739"/>
                    <a:pt x="0" y="1897"/>
                    <a:pt x="0" y="2060"/>
                  </a:cubicBezTo>
                  <a:cubicBezTo>
                    <a:pt x="0" y="5432"/>
                    <a:pt x="2500" y="8217"/>
                    <a:pt x="5745" y="8671"/>
                  </a:cubicBezTo>
                  <a:cubicBezTo>
                    <a:pt x="7165" y="7880"/>
                    <a:pt x="8124" y="6366"/>
                    <a:pt x="8124" y="4627"/>
                  </a:cubicBezTo>
                  <a:lnTo>
                    <a:pt x="8124" y="4622"/>
                  </a:lnTo>
                  <a:cubicBezTo>
                    <a:pt x="8124" y="4241"/>
                    <a:pt x="8380" y="3909"/>
                    <a:pt x="8750" y="3822"/>
                  </a:cubicBezTo>
                  <a:lnTo>
                    <a:pt x="13221" y="2760"/>
                  </a:lnTo>
                  <a:cubicBezTo>
                    <a:pt x="13157" y="2681"/>
                    <a:pt x="13120" y="2581"/>
                    <a:pt x="13120" y="2474"/>
                  </a:cubicBezTo>
                  <a:lnTo>
                    <a:pt x="13120" y="217"/>
                  </a:lnTo>
                  <a:cubicBezTo>
                    <a:pt x="13120" y="139"/>
                    <a:pt x="13140" y="65"/>
                    <a:pt x="13176" y="1"/>
                  </a:cubicBezTo>
                  <a:lnTo>
                    <a:pt x="8447" y="1"/>
                  </a:lnTo>
                  <a:cubicBezTo>
                    <a:pt x="8191" y="1"/>
                    <a:pt x="7981" y="209"/>
                    <a:pt x="7981" y="467"/>
                  </a:cubicBezTo>
                  <a:cubicBezTo>
                    <a:pt x="7981" y="686"/>
                    <a:pt x="7802" y="865"/>
                    <a:pt x="7583" y="865"/>
                  </a:cubicBezTo>
                  <a:lnTo>
                    <a:pt x="6927" y="865"/>
                  </a:lnTo>
                  <a:cubicBezTo>
                    <a:pt x="6708" y="865"/>
                    <a:pt x="6529" y="686"/>
                    <a:pt x="6529" y="467"/>
                  </a:cubicBezTo>
                  <a:cubicBezTo>
                    <a:pt x="6529" y="211"/>
                    <a:pt x="6321" y="1"/>
                    <a:pt x="6063" y="1"/>
                  </a:cubicBezTo>
                  <a:lnTo>
                    <a:pt x="3574" y="1"/>
                  </a:lnTo>
                  <a:lnTo>
                    <a:pt x="3574" y="2"/>
                  </a:lnTo>
                  <a:cubicBezTo>
                    <a:pt x="3549" y="2"/>
                    <a:pt x="3523" y="1"/>
                    <a:pt x="3498"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45"/>
            <p:cNvSpPr/>
            <p:nvPr/>
          </p:nvSpPr>
          <p:spPr>
            <a:xfrm>
              <a:off x="2267617" y="1371734"/>
              <a:ext cx="13868" cy="57191"/>
            </a:xfrm>
            <a:custGeom>
              <a:rect b="b" l="l" r="r" t="t"/>
              <a:pathLst>
                <a:path extrusionOk="0" h="1930" w="468">
                  <a:moveTo>
                    <a:pt x="234" y="1"/>
                  </a:moveTo>
                  <a:cubicBezTo>
                    <a:pt x="105" y="1"/>
                    <a:pt x="1" y="105"/>
                    <a:pt x="1" y="234"/>
                  </a:cubicBezTo>
                  <a:lnTo>
                    <a:pt x="1" y="1697"/>
                  </a:lnTo>
                  <a:cubicBezTo>
                    <a:pt x="1" y="1826"/>
                    <a:pt x="105" y="1930"/>
                    <a:pt x="234" y="1930"/>
                  </a:cubicBezTo>
                  <a:cubicBezTo>
                    <a:pt x="361" y="1930"/>
                    <a:pt x="467" y="1826"/>
                    <a:pt x="467" y="1697"/>
                  </a:cubicBezTo>
                  <a:lnTo>
                    <a:pt x="467" y="234"/>
                  </a:lnTo>
                  <a:cubicBezTo>
                    <a:pt x="467" y="105"/>
                    <a:pt x="361" y="1"/>
                    <a:pt x="23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45"/>
            <p:cNvSpPr/>
            <p:nvPr/>
          </p:nvSpPr>
          <p:spPr>
            <a:xfrm>
              <a:off x="2188706" y="1419206"/>
              <a:ext cx="53368" cy="35529"/>
            </a:xfrm>
            <a:custGeom>
              <a:rect b="b" l="l" r="r" t="t"/>
              <a:pathLst>
                <a:path extrusionOk="0" h="1199" w="1801">
                  <a:moveTo>
                    <a:pt x="269" y="0"/>
                  </a:moveTo>
                  <a:cubicBezTo>
                    <a:pt x="188" y="0"/>
                    <a:pt x="109" y="42"/>
                    <a:pt x="66" y="117"/>
                  </a:cubicBezTo>
                  <a:cubicBezTo>
                    <a:pt x="1" y="227"/>
                    <a:pt x="40" y="371"/>
                    <a:pt x="152" y="435"/>
                  </a:cubicBezTo>
                  <a:lnTo>
                    <a:pt x="1419" y="1167"/>
                  </a:lnTo>
                  <a:cubicBezTo>
                    <a:pt x="1454" y="1189"/>
                    <a:pt x="1496" y="1198"/>
                    <a:pt x="1535" y="1198"/>
                  </a:cubicBezTo>
                  <a:cubicBezTo>
                    <a:pt x="1614" y="1198"/>
                    <a:pt x="1694" y="1158"/>
                    <a:pt x="1737" y="1082"/>
                  </a:cubicBezTo>
                  <a:cubicBezTo>
                    <a:pt x="1801" y="971"/>
                    <a:pt x="1762" y="827"/>
                    <a:pt x="1652" y="763"/>
                  </a:cubicBezTo>
                  <a:lnTo>
                    <a:pt x="385" y="31"/>
                  </a:lnTo>
                  <a:cubicBezTo>
                    <a:pt x="348" y="10"/>
                    <a:pt x="308" y="0"/>
                    <a:pt x="269"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45"/>
            <p:cNvSpPr/>
            <p:nvPr/>
          </p:nvSpPr>
          <p:spPr>
            <a:xfrm>
              <a:off x="2306999" y="1419176"/>
              <a:ext cx="53338" cy="35559"/>
            </a:xfrm>
            <a:custGeom>
              <a:rect b="b" l="l" r="r" t="t"/>
              <a:pathLst>
                <a:path extrusionOk="0" h="1200" w="1800">
                  <a:moveTo>
                    <a:pt x="1534" y="1"/>
                  </a:moveTo>
                  <a:cubicBezTo>
                    <a:pt x="1494" y="1"/>
                    <a:pt x="1453" y="11"/>
                    <a:pt x="1417" y="32"/>
                  </a:cubicBezTo>
                  <a:lnTo>
                    <a:pt x="150" y="764"/>
                  </a:lnTo>
                  <a:cubicBezTo>
                    <a:pt x="40" y="828"/>
                    <a:pt x="1" y="972"/>
                    <a:pt x="64" y="1083"/>
                  </a:cubicBezTo>
                  <a:cubicBezTo>
                    <a:pt x="108" y="1157"/>
                    <a:pt x="186" y="1199"/>
                    <a:pt x="267" y="1199"/>
                  </a:cubicBezTo>
                  <a:cubicBezTo>
                    <a:pt x="305" y="1199"/>
                    <a:pt x="346" y="1190"/>
                    <a:pt x="383" y="1168"/>
                  </a:cubicBezTo>
                  <a:lnTo>
                    <a:pt x="1650" y="436"/>
                  </a:lnTo>
                  <a:cubicBezTo>
                    <a:pt x="1760" y="371"/>
                    <a:pt x="1799" y="228"/>
                    <a:pt x="1735" y="118"/>
                  </a:cubicBezTo>
                  <a:cubicBezTo>
                    <a:pt x="1693" y="42"/>
                    <a:pt x="1614" y="1"/>
                    <a:pt x="153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45"/>
            <p:cNvSpPr/>
            <p:nvPr/>
          </p:nvSpPr>
          <p:spPr>
            <a:xfrm>
              <a:off x="2289456" y="1404626"/>
              <a:ext cx="26610" cy="32596"/>
            </a:xfrm>
            <a:custGeom>
              <a:rect b="b" l="l" r="r" t="t"/>
              <a:pathLst>
                <a:path extrusionOk="0" h="1100" w="898">
                  <a:moveTo>
                    <a:pt x="632" y="0"/>
                  </a:moveTo>
                  <a:cubicBezTo>
                    <a:pt x="551" y="0"/>
                    <a:pt x="472" y="42"/>
                    <a:pt x="430" y="117"/>
                  </a:cubicBezTo>
                  <a:lnTo>
                    <a:pt x="64" y="750"/>
                  </a:lnTo>
                  <a:cubicBezTo>
                    <a:pt x="0" y="860"/>
                    <a:pt x="39" y="1005"/>
                    <a:pt x="150" y="1069"/>
                  </a:cubicBezTo>
                  <a:cubicBezTo>
                    <a:pt x="187" y="1090"/>
                    <a:pt x="227" y="1100"/>
                    <a:pt x="266" y="1100"/>
                  </a:cubicBezTo>
                  <a:cubicBezTo>
                    <a:pt x="347" y="1100"/>
                    <a:pt x="425" y="1058"/>
                    <a:pt x="468" y="983"/>
                  </a:cubicBezTo>
                  <a:lnTo>
                    <a:pt x="834" y="351"/>
                  </a:lnTo>
                  <a:cubicBezTo>
                    <a:pt x="897" y="239"/>
                    <a:pt x="859" y="96"/>
                    <a:pt x="748" y="32"/>
                  </a:cubicBezTo>
                  <a:cubicBezTo>
                    <a:pt x="712" y="10"/>
                    <a:pt x="672" y="0"/>
                    <a:pt x="632"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45"/>
            <p:cNvSpPr/>
            <p:nvPr/>
          </p:nvSpPr>
          <p:spPr>
            <a:xfrm>
              <a:off x="2232947" y="1404597"/>
              <a:ext cx="26640" cy="32625"/>
            </a:xfrm>
            <a:custGeom>
              <a:rect b="b" l="l" r="r" t="t"/>
              <a:pathLst>
                <a:path extrusionOk="0" h="1101" w="899">
                  <a:moveTo>
                    <a:pt x="268" y="1"/>
                  </a:moveTo>
                  <a:cubicBezTo>
                    <a:pt x="228" y="1"/>
                    <a:pt x="188" y="11"/>
                    <a:pt x="151" y="33"/>
                  </a:cubicBezTo>
                  <a:cubicBezTo>
                    <a:pt x="39" y="97"/>
                    <a:pt x="0" y="240"/>
                    <a:pt x="66" y="352"/>
                  </a:cubicBezTo>
                  <a:lnTo>
                    <a:pt x="431" y="984"/>
                  </a:lnTo>
                  <a:cubicBezTo>
                    <a:pt x="473" y="1059"/>
                    <a:pt x="550" y="1101"/>
                    <a:pt x="633" y="1101"/>
                  </a:cubicBezTo>
                  <a:cubicBezTo>
                    <a:pt x="673" y="1101"/>
                    <a:pt x="712" y="1091"/>
                    <a:pt x="749" y="1070"/>
                  </a:cubicBezTo>
                  <a:cubicBezTo>
                    <a:pt x="860" y="1006"/>
                    <a:pt x="899" y="861"/>
                    <a:pt x="835" y="751"/>
                  </a:cubicBezTo>
                  <a:lnTo>
                    <a:pt x="470" y="118"/>
                  </a:lnTo>
                  <a:cubicBezTo>
                    <a:pt x="426" y="43"/>
                    <a:pt x="348" y="1"/>
                    <a:pt x="268"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45"/>
            <p:cNvSpPr/>
            <p:nvPr/>
          </p:nvSpPr>
          <p:spPr>
            <a:xfrm>
              <a:off x="2062916" y="1503125"/>
              <a:ext cx="211635" cy="218717"/>
            </a:xfrm>
            <a:custGeom>
              <a:rect b="b" l="l" r="r" t="t"/>
              <a:pathLst>
                <a:path extrusionOk="0" h="7381" w="7142">
                  <a:moveTo>
                    <a:pt x="3413" y="0"/>
                  </a:moveTo>
                  <a:cubicBezTo>
                    <a:pt x="1891" y="0"/>
                    <a:pt x="581" y="917"/>
                    <a:pt x="1" y="2228"/>
                  </a:cubicBezTo>
                  <a:cubicBezTo>
                    <a:pt x="380" y="4589"/>
                    <a:pt x="1995" y="6533"/>
                    <a:pt x="4160" y="7380"/>
                  </a:cubicBezTo>
                  <a:cubicBezTo>
                    <a:pt x="5859" y="7032"/>
                    <a:pt x="7140" y="5526"/>
                    <a:pt x="7140" y="3728"/>
                  </a:cubicBezTo>
                  <a:cubicBezTo>
                    <a:pt x="7142" y="1674"/>
                    <a:pt x="5469" y="0"/>
                    <a:pt x="3413"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45"/>
            <p:cNvSpPr/>
            <p:nvPr/>
          </p:nvSpPr>
          <p:spPr>
            <a:xfrm>
              <a:off x="2061316" y="1496191"/>
              <a:ext cx="220169" cy="229830"/>
            </a:xfrm>
            <a:custGeom>
              <a:rect b="b" l="l" r="r" t="t"/>
              <a:pathLst>
                <a:path extrusionOk="0" h="7756" w="7430">
                  <a:moveTo>
                    <a:pt x="3467" y="1"/>
                  </a:moveTo>
                  <a:cubicBezTo>
                    <a:pt x="1979" y="1"/>
                    <a:pt x="678" y="828"/>
                    <a:pt x="0" y="2045"/>
                  </a:cubicBezTo>
                  <a:cubicBezTo>
                    <a:pt x="28" y="2336"/>
                    <a:pt x="75" y="2619"/>
                    <a:pt x="139" y="2897"/>
                  </a:cubicBezTo>
                  <a:cubicBezTo>
                    <a:pt x="591" y="1490"/>
                    <a:pt x="1911" y="470"/>
                    <a:pt x="3467" y="470"/>
                  </a:cubicBezTo>
                  <a:cubicBezTo>
                    <a:pt x="5394" y="470"/>
                    <a:pt x="6961" y="2037"/>
                    <a:pt x="6961" y="3963"/>
                  </a:cubicBezTo>
                  <a:cubicBezTo>
                    <a:pt x="6961" y="5774"/>
                    <a:pt x="5575" y="7268"/>
                    <a:pt x="3809" y="7442"/>
                  </a:cubicBezTo>
                  <a:cubicBezTo>
                    <a:pt x="4067" y="7563"/>
                    <a:pt x="4336" y="7669"/>
                    <a:pt x="4611" y="7756"/>
                  </a:cubicBezTo>
                  <a:cubicBezTo>
                    <a:pt x="6240" y="7265"/>
                    <a:pt x="7429" y="5749"/>
                    <a:pt x="7429" y="3963"/>
                  </a:cubicBezTo>
                  <a:cubicBezTo>
                    <a:pt x="7429" y="1779"/>
                    <a:pt x="5651" y="1"/>
                    <a:pt x="3467"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45"/>
            <p:cNvSpPr/>
            <p:nvPr/>
          </p:nvSpPr>
          <p:spPr>
            <a:xfrm>
              <a:off x="2101349" y="1558301"/>
              <a:ext cx="125642" cy="110529"/>
            </a:xfrm>
            <a:custGeom>
              <a:rect b="b" l="l" r="r" t="t"/>
              <a:pathLst>
                <a:path extrusionOk="0" h="3730" w="4240">
                  <a:moveTo>
                    <a:pt x="2118" y="1"/>
                  </a:moveTo>
                  <a:cubicBezTo>
                    <a:pt x="1758" y="1"/>
                    <a:pt x="1394" y="105"/>
                    <a:pt x="1074" y="322"/>
                  </a:cubicBezTo>
                  <a:cubicBezTo>
                    <a:pt x="221" y="900"/>
                    <a:pt x="0" y="2058"/>
                    <a:pt x="577" y="2910"/>
                  </a:cubicBezTo>
                  <a:cubicBezTo>
                    <a:pt x="937" y="3443"/>
                    <a:pt x="1523" y="3729"/>
                    <a:pt x="2120" y="3729"/>
                  </a:cubicBezTo>
                  <a:cubicBezTo>
                    <a:pt x="2480" y="3729"/>
                    <a:pt x="2844" y="3625"/>
                    <a:pt x="3165" y="3408"/>
                  </a:cubicBezTo>
                  <a:cubicBezTo>
                    <a:pt x="4018" y="2831"/>
                    <a:pt x="4239" y="1673"/>
                    <a:pt x="3662" y="819"/>
                  </a:cubicBezTo>
                  <a:cubicBezTo>
                    <a:pt x="3302" y="288"/>
                    <a:pt x="2715" y="1"/>
                    <a:pt x="2118"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45"/>
            <p:cNvSpPr/>
            <p:nvPr/>
          </p:nvSpPr>
          <p:spPr>
            <a:xfrm>
              <a:off x="2447220" y="1469670"/>
              <a:ext cx="26610" cy="93550"/>
            </a:xfrm>
            <a:custGeom>
              <a:rect b="b" l="l" r="r" t="t"/>
              <a:pathLst>
                <a:path extrusionOk="0" h="3157" w="898">
                  <a:moveTo>
                    <a:pt x="448" y="1"/>
                  </a:moveTo>
                  <a:cubicBezTo>
                    <a:pt x="199" y="1"/>
                    <a:pt x="0" y="201"/>
                    <a:pt x="0" y="450"/>
                  </a:cubicBezTo>
                  <a:lnTo>
                    <a:pt x="0" y="2707"/>
                  </a:lnTo>
                  <a:cubicBezTo>
                    <a:pt x="0" y="2956"/>
                    <a:pt x="199" y="3156"/>
                    <a:pt x="448" y="3156"/>
                  </a:cubicBezTo>
                  <a:cubicBezTo>
                    <a:pt x="695" y="3156"/>
                    <a:pt x="897" y="2954"/>
                    <a:pt x="897" y="2707"/>
                  </a:cubicBezTo>
                  <a:lnTo>
                    <a:pt x="897" y="450"/>
                  </a:lnTo>
                  <a:cubicBezTo>
                    <a:pt x="897" y="201"/>
                    <a:pt x="697" y="1"/>
                    <a:pt x="448"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9" name="Google Shape;10449;p45"/>
          <p:cNvGrpSpPr/>
          <p:nvPr/>
        </p:nvGrpSpPr>
        <p:grpSpPr>
          <a:xfrm>
            <a:off x="6038975" y="3403813"/>
            <a:ext cx="395712" cy="413522"/>
            <a:chOff x="6038975" y="3403813"/>
            <a:chExt cx="395712" cy="413522"/>
          </a:xfrm>
        </p:grpSpPr>
        <p:sp>
          <p:nvSpPr>
            <p:cNvPr id="10450" name="Google Shape;10450;p45"/>
            <p:cNvSpPr/>
            <p:nvPr/>
          </p:nvSpPr>
          <p:spPr>
            <a:xfrm>
              <a:off x="6038975" y="3421563"/>
              <a:ext cx="395712" cy="226659"/>
            </a:xfrm>
            <a:custGeom>
              <a:rect b="b" l="l" r="r" t="t"/>
              <a:pathLst>
                <a:path extrusionOk="0" h="7649" w="13354">
                  <a:moveTo>
                    <a:pt x="6677" y="0"/>
                  </a:moveTo>
                  <a:cubicBezTo>
                    <a:pt x="2990" y="0"/>
                    <a:pt x="1" y="2989"/>
                    <a:pt x="1" y="6677"/>
                  </a:cubicBezTo>
                  <a:cubicBezTo>
                    <a:pt x="1" y="6964"/>
                    <a:pt x="19" y="7249"/>
                    <a:pt x="55" y="7527"/>
                  </a:cubicBezTo>
                  <a:cubicBezTo>
                    <a:pt x="229" y="7278"/>
                    <a:pt x="497" y="7104"/>
                    <a:pt x="807" y="7079"/>
                  </a:cubicBezTo>
                  <a:cubicBezTo>
                    <a:pt x="834" y="7077"/>
                    <a:pt x="861" y="7076"/>
                    <a:pt x="888" y="7076"/>
                  </a:cubicBezTo>
                  <a:cubicBezTo>
                    <a:pt x="1125" y="7076"/>
                    <a:pt x="1341" y="7162"/>
                    <a:pt x="1512" y="7301"/>
                  </a:cubicBezTo>
                  <a:cubicBezTo>
                    <a:pt x="1570" y="7350"/>
                    <a:pt x="1641" y="7374"/>
                    <a:pt x="1712" y="7374"/>
                  </a:cubicBezTo>
                  <a:cubicBezTo>
                    <a:pt x="1783" y="7374"/>
                    <a:pt x="1854" y="7350"/>
                    <a:pt x="1913" y="7301"/>
                  </a:cubicBezTo>
                  <a:cubicBezTo>
                    <a:pt x="2082" y="7162"/>
                    <a:pt x="2300" y="7074"/>
                    <a:pt x="2534" y="7074"/>
                  </a:cubicBezTo>
                  <a:cubicBezTo>
                    <a:pt x="2772" y="7074"/>
                    <a:pt x="2990" y="7160"/>
                    <a:pt x="3156" y="7301"/>
                  </a:cubicBezTo>
                  <a:cubicBezTo>
                    <a:pt x="3214" y="7350"/>
                    <a:pt x="3286" y="7374"/>
                    <a:pt x="3357" y="7374"/>
                  </a:cubicBezTo>
                  <a:cubicBezTo>
                    <a:pt x="3429" y="7374"/>
                    <a:pt x="3500" y="7350"/>
                    <a:pt x="3557" y="7301"/>
                  </a:cubicBezTo>
                  <a:cubicBezTo>
                    <a:pt x="3727" y="7162"/>
                    <a:pt x="3941" y="7074"/>
                    <a:pt x="4179" y="7074"/>
                  </a:cubicBezTo>
                  <a:cubicBezTo>
                    <a:pt x="4415" y="7074"/>
                    <a:pt x="4633" y="7160"/>
                    <a:pt x="4801" y="7301"/>
                  </a:cubicBezTo>
                  <a:cubicBezTo>
                    <a:pt x="4859" y="7350"/>
                    <a:pt x="4931" y="7374"/>
                    <a:pt x="5002" y="7374"/>
                  </a:cubicBezTo>
                  <a:cubicBezTo>
                    <a:pt x="5073" y="7374"/>
                    <a:pt x="5143" y="7350"/>
                    <a:pt x="5200" y="7301"/>
                  </a:cubicBezTo>
                  <a:cubicBezTo>
                    <a:pt x="5370" y="7162"/>
                    <a:pt x="5587" y="7074"/>
                    <a:pt x="5822" y="7074"/>
                  </a:cubicBezTo>
                  <a:cubicBezTo>
                    <a:pt x="6060" y="7074"/>
                    <a:pt x="6277" y="7160"/>
                    <a:pt x="6444" y="7301"/>
                  </a:cubicBezTo>
                  <a:cubicBezTo>
                    <a:pt x="6502" y="7350"/>
                    <a:pt x="6574" y="7374"/>
                    <a:pt x="6645" y="7374"/>
                  </a:cubicBezTo>
                  <a:cubicBezTo>
                    <a:pt x="6716" y="7374"/>
                    <a:pt x="6787" y="7350"/>
                    <a:pt x="6845" y="7301"/>
                  </a:cubicBezTo>
                  <a:cubicBezTo>
                    <a:pt x="7014" y="7162"/>
                    <a:pt x="7232" y="7074"/>
                    <a:pt x="7467" y="7074"/>
                  </a:cubicBezTo>
                  <a:cubicBezTo>
                    <a:pt x="7703" y="7074"/>
                    <a:pt x="7920" y="7160"/>
                    <a:pt x="8088" y="7301"/>
                  </a:cubicBezTo>
                  <a:cubicBezTo>
                    <a:pt x="8147" y="7350"/>
                    <a:pt x="8218" y="7374"/>
                    <a:pt x="8289" y="7374"/>
                  </a:cubicBezTo>
                  <a:cubicBezTo>
                    <a:pt x="8360" y="7374"/>
                    <a:pt x="8431" y="7350"/>
                    <a:pt x="8488" y="7301"/>
                  </a:cubicBezTo>
                  <a:cubicBezTo>
                    <a:pt x="8657" y="7162"/>
                    <a:pt x="8875" y="7074"/>
                    <a:pt x="9110" y="7074"/>
                  </a:cubicBezTo>
                  <a:cubicBezTo>
                    <a:pt x="9347" y="7074"/>
                    <a:pt x="9565" y="7160"/>
                    <a:pt x="9731" y="7301"/>
                  </a:cubicBezTo>
                  <a:cubicBezTo>
                    <a:pt x="9790" y="7350"/>
                    <a:pt x="9861" y="7374"/>
                    <a:pt x="9932" y="7374"/>
                  </a:cubicBezTo>
                  <a:cubicBezTo>
                    <a:pt x="10004" y="7374"/>
                    <a:pt x="10075" y="7350"/>
                    <a:pt x="10132" y="7301"/>
                  </a:cubicBezTo>
                  <a:cubicBezTo>
                    <a:pt x="10302" y="7162"/>
                    <a:pt x="10519" y="7074"/>
                    <a:pt x="10754" y="7074"/>
                  </a:cubicBezTo>
                  <a:cubicBezTo>
                    <a:pt x="10990" y="7074"/>
                    <a:pt x="11208" y="7160"/>
                    <a:pt x="11376" y="7301"/>
                  </a:cubicBezTo>
                  <a:cubicBezTo>
                    <a:pt x="11434" y="7350"/>
                    <a:pt x="11506" y="7374"/>
                    <a:pt x="11577" y="7374"/>
                  </a:cubicBezTo>
                  <a:cubicBezTo>
                    <a:pt x="11649" y="7374"/>
                    <a:pt x="11720" y="7350"/>
                    <a:pt x="11779" y="7301"/>
                  </a:cubicBezTo>
                  <a:cubicBezTo>
                    <a:pt x="11946" y="7162"/>
                    <a:pt x="12164" y="7076"/>
                    <a:pt x="12400" y="7076"/>
                  </a:cubicBezTo>
                  <a:cubicBezTo>
                    <a:pt x="12426" y="7076"/>
                    <a:pt x="12453" y="7077"/>
                    <a:pt x="12480" y="7079"/>
                  </a:cubicBezTo>
                  <a:cubicBezTo>
                    <a:pt x="12839" y="7109"/>
                    <a:pt x="13142" y="7336"/>
                    <a:pt x="13283" y="7648"/>
                  </a:cubicBezTo>
                  <a:cubicBezTo>
                    <a:pt x="13330" y="7333"/>
                    <a:pt x="13353" y="7008"/>
                    <a:pt x="13353" y="6677"/>
                  </a:cubicBezTo>
                  <a:cubicBezTo>
                    <a:pt x="13353" y="2991"/>
                    <a:pt x="10366" y="0"/>
                    <a:pt x="6677"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45"/>
            <p:cNvSpPr/>
            <p:nvPr/>
          </p:nvSpPr>
          <p:spPr>
            <a:xfrm>
              <a:off x="6041286" y="3629583"/>
              <a:ext cx="391919" cy="95772"/>
            </a:xfrm>
            <a:custGeom>
              <a:rect b="b" l="l" r="r" t="t"/>
              <a:pathLst>
                <a:path extrusionOk="0" h="3232" w="13226">
                  <a:moveTo>
                    <a:pt x="2470" y="0"/>
                  </a:moveTo>
                  <a:cubicBezTo>
                    <a:pt x="2233" y="0"/>
                    <a:pt x="2015" y="86"/>
                    <a:pt x="1849" y="225"/>
                  </a:cubicBezTo>
                  <a:cubicBezTo>
                    <a:pt x="1790" y="274"/>
                    <a:pt x="1719" y="299"/>
                    <a:pt x="1647" y="299"/>
                  </a:cubicBezTo>
                  <a:cubicBezTo>
                    <a:pt x="1576" y="299"/>
                    <a:pt x="1504" y="274"/>
                    <a:pt x="1446" y="225"/>
                  </a:cubicBezTo>
                  <a:cubicBezTo>
                    <a:pt x="1278" y="86"/>
                    <a:pt x="1061" y="1"/>
                    <a:pt x="825" y="1"/>
                  </a:cubicBezTo>
                  <a:cubicBezTo>
                    <a:pt x="798" y="1"/>
                    <a:pt x="771" y="3"/>
                    <a:pt x="743" y="5"/>
                  </a:cubicBezTo>
                  <a:cubicBezTo>
                    <a:pt x="429" y="30"/>
                    <a:pt x="157" y="207"/>
                    <a:pt x="0" y="459"/>
                  </a:cubicBezTo>
                  <a:cubicBezTo>
                    <a:pt x="122" y="1469"/>
                    <a:pt x="468" y="2413"/>
                    <a:pt x="989" y="3232"/>
                  </a:cubicBezTo>
                  <a:lnTo>
                    <a:pt x="12252" y="3232"/>
                  </a:lnTo>
                  <a:cubicBezTo>
                    <a:pt x="12751" y="2447"/>
                    <a:pt x="13089" y="1550"/>
                    <a:pt x="13225" y="588"/>
                  </a:cubicBezTo>
                  <a:cubicBezTo>
                    <a:pt x="13085" y="269"/>
                    <a:pt x="12778" y="34"/>
                    <a:pt x="12416" y="5"/>
                  </a:cubicBezTo>
                  <a:cubicBezTo>
                    <a:pt x="12388" y="3"/>
                    <a:pt x="12361" y="1"/>
                    <a:pt x="12334" y="1"/>
                  </a:cubicBezTo>
                  <a:cubicBezTo>
                    <a:pt x="12097" y="1"/>
                    <a:pt x="11880" y="86"/>
                    <a:pt x="11713" y="225"/>
                  </a:cubicBezTo>
                  <a:cubicBezTo>
                    <a:pt x="11655" y="274"/>
                    <a:pt x="11583" y="299"/>
                    <a:pt x="11512" y="299"/>
                  </a:cubicBezTo>
                  <a:cubicBezTo>
                    <a:pt x="11440" y="299"/>
                    <a:pt x="11369" y="274"/>
                    <a:pt x="11310" y="225"/>
                  </a:cubicBezTo>
                  <a:cubicBezTo>
                    <a:pt x="11142" y="87"/>
                    <a:pt x="10925" y="0"/>
                    <a:pt x="10689" y="0"/>
                  </a:cubicBezTo>
                  <a:cubicBezTo>
                    <a:pt x="10452" y="0"/>
                    <a:pt x="10235" y="86"/>
                    <a:pt x="10067" y="225"/>
                  </a:cubicBezTo>
                  <a:cubicBezTo>
                    <a:pt x="10009" y="274"/>
                    <a:pt x="9937" y="299"/>
                    <a:pt x="9866" y="299"/>
                  </a:cubicBezTo>
                  <a:cubicBezTo>
                    <a:pt x="9796" y="299"/>
                    <a:pt x="9725" y="274"/>
                    <a:pt x="9667" y="225"/>
                  </a:cubicBezTo>
                  <a:cubicBezTo>
                    <a:pt x="9498" y="87"/>
                    <a:pt x="9280" y="0"/>
                    <a:pt x="9046" y="0"/>
                  </a:cubicBezTo>
                  <a:cubicBezTo>
                    <a:pt x="8808" y="0"/>
                    <a:pt x="8590" y="86"/>
                    <a:pt x="8424" y="225"/>
                  </a:cubicBezTo>
                  <a:cubicBezTo>
                    <a:pt x="8366" y="274"/>
                    <a:pt x="8294" y="299"/>
                    <a:pt x="8223" y="299"/>
                  </a:cubicBezTo>
                  <a:cubicBezTo>
                    <a:pt x="8151" y="299"/>
                    <a:pt x="8080" y="274"/>
                    <a:pt x="8023" y="225"/>
                  </a:cubicBezTo>
                  <a:cubicBezTo>
                    <a:pt x="7855" y="87"/>
                    <a:pt x="7637" y="0"/>
                    <a:pt x="7401" y="0"/>
                  </a:cubicBezTo>
                  <a:cubicBezTo>
                    <a:pt x="7165" y="0"/>
                    <a:pt x="6947" y="86"/>
                    <a:pt x="6779" y="225"/>
                  </a:cubicBezTo>
                  <a:cubicBezTo>
                    <a:pt x="6721" y="274"/>
                    <a:pt x="6650" y="299"/>
                    <a:pt x="6579" y="299"/>
                  </a:cubicBezTo>
                  <a:cubicBezTo>
                    <a:pt x="6509" y="299"/>
                    <a:pt x="6438" y="274"/>
                    <a:pt x="6380" y="225"/>
                  </a:cubicBezTo>
                  <a:cubicBezTo>
                    <a:pt x="6210" y="87"/>
                    <a:pt x="5993" y="0"/>
                    <a:pt x="5758" y="0"/>
                  </a:cubicBezTo>
                  <a:cubicBezTo>
                    <a:pt x="5520" y="0"/>
                    <a:pt x="5303" y="86"/>
                    <a:pt x="5136" y="225"/>
                  </a:cubicBezTo>
                  <a:cubicBezTo>
                    <a:pt x="5078" y="274"/>
                    <a:pt x="5006" y="299"/>
                    <a:pt x="4935" y="299"/>
                  </a:cubicBezTo>
                  <a:cubicBezTo>
                    <a:pt x="4864" y="299"/>
                    <a:pt x="4793" y="274"/>
                    <a:pt x="4735" y="225"/>
                  </a:cubicBezTo>
                  <a:cubicBezTo>
                    <a:pt x="4567" y="87"/>
                    <a:pt x="4350" y="0"/>
                    <a:pt x="4113" y="0"/>
                  </a:cubicBezTo>
                  <a:cubicBezTo>
                    <a:pt x="3877" y="0"/>
                    <a:pt x="3660" y="86"/>
                    <a:pt x="3492" y="225"/>
                  </a:cubicBezTo>
                  <a:cubicBezTo>
                    <a:pt x="3433" y="274"/>
                    <a:pt x="3362" y="299"/>
                    <a:pt x="3291" y="299"/>
                  </a:cubicBezTo>
                  <a:cubicBezTo>
                    <a:pt x="3220" y="299"/>
                    <a:pt x="3150" y="274"/>
                    <a:pt x="3092" y="225"/>
                  </a:cubicBezTo>
                  <a:cubicBezTo>
                    <a:pt x="2923" y="87"/>
                    <a:pt x="2707" y="0"/>
                    <a:pt x="2470"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45"/>
            <p:cNvSpPr/>
            <p:nvPr/>
          </p:nvSpPr>
          <p:spPr>
            <a:xfrm>
              <a:off x="6069704" y="3724555"/>
              <a:ext cx="335114" cy="92779"/>
            </a:xfrm>
            <a:custGeom>
              <a:rect b="b" l="l" r="r" t="t"/>
              <a:pathLst>
                <a:path extrusionOk="0" h="3131" w="11309">
                  <a:moveTo>
                    <a:pt x="0" y="0"/>
                  </a:moveTo>
                  <a:lnTo>
                    <a:pt x="0" y="2"/>
                  </a:lnTo>
                  <a:lnTo>
                    <a:pt x="1" y="2"/>
                  </a:lnTo>
                  <a:cubicBezTo>
                    <a:pt x="1" y="1"/>
                    <a:pt x="1" y="1"/>
                    <a:pt x="0" y="0"/>
                  </a:cubicBezTo>
                  <a:close/>
                  <a:moveTo>
                    <a:pt x="1" y="2"/>
                  </a:moveTo>
                  <a:lnTo>
                    <a:pt x="1" y="2"/>
                  </a:lnTo>
                  <a:cubicBezTo>
                    <a:pt x="499" y="792"/>
                    <a:pt x="1154" y="1470"/>
                    <a:pt x="1928" y="1991"/>
                  </a:cubicBezTo>
                  <a:lnTo>
                    <a:pt x="4311" y="2994"/>
                  </a:lnTo>
                  <a:cubicBezTo>
                    <a:pt x="4745" y="3084"/>
                    <a:pt x="5194" y="3131"/>
                    <a:pt x="5654" y="3131"/>
                  </a:cubicBezTo>
                  <a:cubicBezTo>
                    <a:pt x="5870" y="3131"/>
                    <a:pt x="6081" y="3120"/>
                    <a:pt x="6291" y="3100"/>
                  </a:cubicBezTo>
                  <a:lnTo>
                    <a:pt x="8652" y="2419"/>
                  </a:lnTo>
                  <a:cubicBezTo>
                    <a:pt x="9742" y="1869"/>
                    <a:pt x="10661" y="1029"/>
                    <a:pt x="11309" y="2"/>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45"/>
            <p:cNvSpPr/>
            <p:nvPr/>
          </p:nvSpPr>
          <p:spPr>
            <a:xfrm>
              <a:off x="6231468" y="3744083"/>
              <a:ext cx="94676" cy="72244"/>
            </a:xfrm>
            <a:custGeom>
              <a:rect b="b" l="l" r="r" t="t"/>
              <a:pathLst>
                <a:path extrusionOk="0" h="2438" w="3195">
                  <a:moveTo>
                    <a:pt x="1448" y="0"/>
                  </a:moveTo>
                  <a:lnTo>
                    <a:pt x="1448" y="0"/>
                  </a:lnTo>
                  <a:cubicBezTo>
                    <a:pt x="1463" y="27"/>
                    <a:pt x="1471" y="59"/>
                    <a:pt x="1466" y="91"/>
                  </a:cubicBezTo>
                  <a:cubicBezTo>
                    <a:pt x="1460" y="136"/>
                    <a:pt x="1432" y="174"/>
                    <a:pt x="1392" y="196"/>
                  </a:cubicBezTo>
                  <a:cubicBezTo>
                    <a:pt x="646" y="579"/>
                    <a:pt x="195" y="1409"/>
                    <a:pt x="33" y="1746"/>
                  </a:cubicBezTo>
                  <a:cubicBezTo>
                    <a:pt x="25" y="1763"/>
                    <a:pt x="15" y="1780"/>
                    <a:pt x="1" y="1791"/>
                  </a:cubicBezTo>
                  <a:cubicBezTo>
                    <a:pt x="336" y="1978"/>
                    <a:pt x="762" y="2142"/>
                    <a:pt x="955" y="2215"/>
                  </a:cubicBezTo>
                  <a:cubicBezTo>
                    <a:pt x="1000" y="2232"/>
                    <a:pt x="1009" y="2290"/>
                    <a:pt x="972" y="2321"/>
                  </a:cubicBezTo>
                  <a:lnTo>
                    <a:pt x="834" y="2438"/>
                  </a:lnTo>
                  <a:cubicBezTo>
                    <a:pt x="1678" y="2358"/>
                    <a:pt x="2474" y="2122"/>
                    <a:pt x="3195" y="1758"/>
                  </a:cubicBezTo>
                  <a:cubicBezTo>
                    <a:pt x="2721" y="1109"/>
                    <a:pt x="1867" y="355"/>
                    <a:pt x="1448"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45"/>
            <p:cNvSpPr/>
            <p:nvPr/>
          </p:nvSpPr>
          <p:spPr>
            <a:xfrm>
              <a:off x="6220237" y="3403813"/>
              <a:ext cx="113611" cy="91831"/>
            </a:xfrm>
            <a:custGeom>
              <a:rect b="b" l="l" r="r" t="t"/>
              <a:pathLst>
                <a:path extrusionOk="0" h="3099" w="3834">
                  <a:moveTo>
                    <a:pt x="2131" y="0"/>
                  </a:moveTo>
                  <a:cubicBezTo>
                    <a:pt x="1723" y="0"/>
                    <a:pt x="1311" y="159"/>
                    <a:pt x="1053" y="559"/>
                  </a:cubicBezTo>
                  <a:cubicBezTo>
                    <a:pt x="1018" y="612"/>
                    <a:pt x="970" y="652"/>
                    <a:pt x="916" y="679"/>
                  </a:cubicBezTo>
                  <a:cubicBezTo>
                    <a:pt x="649" y="814"/>
                    <a:pt x="0" y="1288"/>
                    <a:pt x="690" y="2415"/>
                  </a:cubicBezTo>
                  <a:cubicBezTo>
                    <a:pt x="855" y="2682"/>
                    <a:pt x="963" y="2909"/>
                    <a:pt x="1031" y="3099"/>
                  </a:cubicBezTo>
                  <a:cubicBezTo>
                    <a:pt x="1149" y="2956"/>
                    <a:pt x="1255" y="2790"/>
                    <a:pt x="1255" y="2643"/>
                  </a:cubicBezTo>
                  <a:cubicBezTo>
                    <a:pt x="1255" y="2493"/>
                    <a:pt x="1208" y="2378"/>
                    <a:pt x="1172" y="2284"/>
                  </a:cubicBezTo>
                  <a:cubicBezTo>
                    <a:pt x="1129" y="2180"/>
                    <a:pt x="1102" y="2109"/>
                    <a:pt x="1152" y="2037"/>
                  </a:cubicBezTo>
                  <a:cubicBezTo>
                    <a:pt x="1189" y="1985"/>
                    <a:pt x="1239" y="1965"/>
                    <a:pt x="1291" y="1965"/>
                  </a:cubicBezTo>
                  <a:cubicBezTo>
                    <a:pt x="1340" y="1965"/>
                    <a:pt x="1391" y="1983"/>
                    <a:pt x="1435" y="2008"/>
                  </a:cubicBezTo>
                  <a:cubicBezTo>
                    <a:pt x="1485" y="2037"/>
                    <a:pt x="1517" y="2096"/>
                    <a:pt x="1517" y="2158"/>
                  </a:cubicBezTo>
                  <a:lnTo>
                    <a:pt x="1517" y="2264"/>
                  </a:lnTo>
                  <a:cubicBezTo>
                    <a:pt x="1517" y="2342"/>
                    <a:pt x="1580" y="2404"/>
                    <a:pt x="1657" y="2404"/>
                  </a:cubicBezTo>
                  <a:cubicBezTo>
                    <a:pt x="1732" y="2404"/>
                    <a:pt x="1794" y="2347"/>
                    <a:pt x="1799" y="2272"/>
                  </a:cubicBezTo>
                  <a:cubicBezTo>
                    <a:pt x="1824" y="1764"/>
                    <a:pt x="1889" y="1409"/>
                    <a:pt x="1974" y="1324"/>
                  </a:cubicBezTo>
                  <a:cubicBezTo>
                    <a:pt x="2012" y="1287"/>
                    <a:pt x="2077" y="1275"/>
                    <a:pt x="2162" y="1275"/>
                  </a:cubicBezTo>
                  <a:cubicBezTo>
                    <a:pt x="2232" y="1275"/>
                    <a:pt x="2316" y="1283"/>
                    <a:pt x="2408" y="1293"/>
                  </a:cubicBezTo>
                  <a:cubicBezTo>
                    <a:pt x="2531" y="1305"/>
                    <a:pt x="2667" y="1318"/>
                    <a:pt x="2813" y="1318"/>
                  </a:cubicBezTo>
                  <a:cubicBezTo>
                    <a:pt x="2953" y="1318"/>
                    <a:pt x="3102" y="1306"/>
                    <a:pt x="3257" y="1268"/>
                  </a:cubicBezTo>
                  <a:lnTo>
                    <a:pt x="3257" y="1268"/>
                  </a:lnTo>
                  <a:cubicBezTo>
                    <a:pt x="3255" y="1276"/>
                    <a:pt x="3254" y="1285"/>
                    <a:pt x="3252" y="1293"/>
                  </a:cubicBezTo>
                  <a:lnTo>
                    <a:pt x="3299" y="1226"/>
                  </a:lnTo>
                  <a:cubicBezTo>
                    <a:pt x="3299" y="1226"/>
                    <a:pt x="3543" y="1128"/>
                    <a:pt x="3757" y="977"/>
                  </a:cubicBezTo>
                  <a:cubicBezTo>
                    <a:pt x="3834" y="923"/>
                    <a:pt x="3824" y="808"/>
                    <a:pt x="3739" y="767"/>
                  </a:cubicBezTo>
                  <a:cubicBezTo>
                    <a:pt x="3589" y="697"/>
                    <a:pt x="3372" y="579"/>
                    <a:pt x="3199" y="405"/>
                  </a:cubicBezTo>
                  <a:cubicBezTo>
                    <a:pt x="2959" y="165"/>
                    <a:pt x="2547" y="0"/>
                    <a:pt x="2131"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45"/>
            <p:cNvSpPr/>
            <p:nvPr/>
          </p:nvSpPr>
          <p:spPr>
            <a:xfrm>
              <a:off x="6240506" y="3440112"/>
              <a:ext cx="87771" cy="116100"/>
            </a:xfrm>
            <a:custGeom>
              <a:rect b="b" l="l" r="r" t="t"/>
              <a:pathLst>
                <a:path extrusionOk="0" h="3918" w="2962">
                  <a:moveTo>
                    <a:pt x="2612" y="1"/>
                  </a:moveTo>
                  <a:cubicBezTo>
                    <a:pt x="2443" y="48"/>
                    <a:pt x="2278" y="63"/>
                    <a:pt x="2124" y="63"/>
                  </a:cubicBezTo>
                  <a:cubicBezTo>
                    <a:pt x="1865" y="63"/>
                    <a:pt x="1638" y="21"/>
                    <a:pt x="1476" y="21"/>
                  </a:cubicBezTo>
                  <a:cubicBezTo>
                    <a:pt x="1383" y="21"/>
                    <a:pt x="1311" y="35"/>
                    <a:pt x="1267" y="79"/>
                  </a:cubicBezTo>
                  <a:cubicBezTo>
                    <a:pt x="1137" y="209"/>
                    <a:pt x="1095" y="803"/>
                    <a:pt x="1081" y="1045"/>
                  </a:cubicBezTo>
                  <a:cubicBezTo>
                    <a:pt x="1077" y="1104"/>
                    <a:pt x="1031" y="1151"/>
                    <a:pt x="970" y="1151"/>
                  </a:cubicBezTo>
                  <a:cubicBezTo>
                    <a:pt x="910" y="1151"/>
                    <a:pt x="860" y="1103"/>
                    <a:pt x="860" y="1041"/>
                  </a:cubicBezTo>
                  <a:lnTo>
                    <a:pt x="860" y="933"/>
                  </a:lnTo>
                  <a:cubicBezTo>
                    <a:pt x="860" y="862"/>
                    <a:pt x="823" y="794"/>
                    <a:pt x="760" y="758"/>
                  </a:cubicBezTo>
                  <a:cubicBezTo>
                    <a:pt x="710" y="729"/>
                    <a:pt x="654" y="712"/>
                    <a:pt x="601" y="712"/>
                  </a:cubicBezTo>
                  <a:cubicBezTo>
                    <a:pt x="538" y="712"/>
                    <a:pt x="478" y="737"/>
                    <a:pt x="437" y="797"/>
                  </a:cubicBezTo>
                  <a:cubicBezTo>
                    <a:pt x="328" y="955"/>
                    <a:pt x="535" y="1106"/>
                    <a:pt x="535" y="1422"/>
                  </a:cubicBezTo>
                  <a:cubicBezTo>
                    <a:pt x="535" y="1736"/>
                    <a:pt x="0" y="2172"/>
                    <a:pt x="0" y="2172"/>
                  </a:cubicBezTo>
                  <a:lnTo>
                    <a:pt x="10" y="2185"/>
                  </a:lnTo>
                  <a:cubicBezTo>
                    <a:pt x="39" y="2191"/>
                    <a:pt x="67" y="2203"/>
                    <a:pt x="90" y="2225"/>
                  </a:cubicBezTo>
                  <a:cubicBezTo>
                    <a:pt x="238" y="2354"/>
                    <a:pt x="505" y="2623"/>
                    <a:pt x="631" y="3004"/>
                  </a:cubicBezTo>
                  <a:cubicBezTo>
                    <a:pt x="787" y="3470"/>
                    <a:pt x="852" y="3585"/>
                    <a:pt x="1253" y="3800"/>
                  </a:cubicBezTo>
                  <a:cubicBezTo>
                    <a:pt x="1311" y="3831"/>
                    <a:pt x="1360" y="3870"/>
                    <a:pt x="1401" y="3918"/>
                  </a:cubicBezTo>
                  <a:cubicBezTo>
                    <a:pt x="1384" y="3778"/>
                    <a:pt x="1357" y="3649"/>
                    <a:pt x="1334" y="3548"/>
                  </a:cubicBezTo>
                  <a:cubicBezTo>
                    <a:pt x="1283" y="3337"/>
                    <a:pt x="1315" y="3111"/>
                    <a:pt x="1435" y="2929"/>
                  </a:cubicBezTo>
                  <a:cubicBezTo>
                    <a:pt x="1740" y="2460"/>
                    <a:pt x="2225" y="2698"/>
                    <a:pt x="2424" y="2550"/>
                  </a:cubicBezTo>
                  <a:cubicBezTo>
                    <a:pt x="2727" y="2325"/>
                    <a:pt x="2466" y="1617"/>
                    <a:pt x="2627" y="1572"/>
                  </a:cubicBezTo>
                  <a:cubicBezTo>
                    <a:pt x="2961" y="1481"/>
                    <a:pt x="2921" y="1227"/>
                    <a:pt x="2696" y="874"/>
                  </a:cubicBezTo>
                  <a:cubicBezTo>
                    <a:pt x="2470" y="522"/>
                    <a:pt x="2612" y="1"/>
                    <a:pt x="2612"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45"/>
            <p:cNvSpPr/>
            <p:nvPr/>
          </p:nvSpPr>
          <p:spPr>
            <a:xfrm>
              <a:off x="6262789" y="3559531"/>
              <a:ext cx="137584" cy="102321"/>
            </a:xfrm>
            <a:custGeom>
              <a:rect b="b" l="l" r="r" t="t"/>
              <a:pathLst>
                <a:path extrusionOk="0" h="3453" w="4643">
                  <a:moveTo>
                    <a:pt x="4230" y="0"/>
                  </a:moveTo>
                  <a:cubicBezTo>
                    <a:pt x="4120" y="0"/>
                    <a:pt x="4002" y="85"/>
                    <a:pt x="3933" y="144"/>
                  </a:cubicBezTo>
                  <a:cubicBezTo>
                    <a:pt x="3923" y="154"/>
                    <a:pt x="3911" y="158"/>
                    <a:pt x="3899" y="158"/>
                  </a:cubicBezTo>
                  <a:cubicBezTo>
                    <a:pt x="3880" y="158"/>
                    <a:pt x="3861" y="148"/>
                    <a:pt x="3851" y="129"/>
                  </a:cubicBezTo>
                  <a:cubicBezTo>
                    <a:pt x="3827" y="84"/>
                    <a:pt x="3771" y="33"/>
                    <a:pt x="3672" y="33"/>
                  </a:cubicBezTo>
                  <a:cubicBezTo>
                    <a:pt x="3640" y="33"/>
                    <a:pt x="3603" y="39"/>
                    <a:pt x="3562" y="51"/>
                  </a:cubicBezTo>
                  <a:cubicBezTo>
                    <a:pt x="3304" y="129"/>
                    <a:pt x="3249" y="611"/>
                    <a:pt x="3242" y="734"/>
                  </a:cubicBezTo>
                  <a:cubicBezTo>
                    <a:pt x="3240" y="752"/>
                    <a:pt x="3235" y="772"/>
                    <a:pt x="3228" y="791"/>
                  </a:cubicBezTo>
                  <a:cubicBezTo>
                    <a:pt x="2946" y="1520"/>
                    <a:pt x="1665" y="1795"/>
                    <a:pt x="1362" y="1912"/>
                  </a:cubicBezTo>
                  <a:cubicBezTo>
                    <a:pt x="1352" y="1916"/>
                    <a:pt x="1341" y="1918"/>
                    <a:pt x="1331" y="1918"/>
                  </a:cubicBezTo>
                  <a:cubicBezTo>
                    <a:pt x="1288" y="1918"/>
                    <a:pt x="1251" y="1884"/>
                    <a:pt x="1247" y="1839"/>
                  </a:cubicBezTo>
                  <a:cubicBezTo>
                    <a:pt x="1222" y="1298"/>
                    <a:pt x="933" y="850"/>
                    <a:pt x="776" y="645"/>
                  </a:cubicBezTo>
                  <a:lnTo>
                    <a:pt x="776" y="645"/>
                  </a:lnTo>
                  <a:cubicBezTo>
                    <a:pt x="779" y="1116"/>
                    <a:pt x="714" y="1721"/>
                    <a:pt x="411" y="2125"/>
                  </a:cubicBezTo>
                  <a:cubicBezTo>
                    <a:pt x="282" y="2297"/>
                    <a:pt x="140" y="2526"/>
                    <a:pt x="1" y="2785"/>
                  </a:cubicBezTo>
                  <a:cubicBezTo>
                    <a:pt x="347" y="3168"/>
                    <a:pt x="748" y="3452"/>
                    <a:pt x="1144" y="3452"/>
                  </a:cubicBezTo>
                  <a:cubicBezTo>
                    <a:pt x="1250" y="3452"/>
                    <a:pt x="1356" y="3432"/>
                    <a:pt x="1460" y="3387"/>
                  </a:cubicBezTo>
                  <a:cubicBezTo>
                    <a:pt x="2492" y="2941"/>
                    <a:pt x="3305" y="1934"/>
                    <a:pt x="3705" y="1553"/>
                  </a:cubicBezTo>
                  <a:cubicBezTo>
                    <a:pt x="4055" y="1220"/>
                    <a:pt x="4557" y="1375"/>
                    <a:pt x="4623" y="915"/>
                  </a:cubicBezTo>
                  <a:cubicBezTo>
                    <a:pt x="4642" y="793"/>
                    <a:pt x="4623" y="668"/>
                    <a:pt x="4575" y="556"/>
                  </a:cubicBezTo>
                  <a:cubicBezTo>
                    <a:pt x="4501" y="385"/>
                    <a:pt x="4460" y="74"/>
                    <a:pt x="4297" y="12"/>
                  </a:cubicBezTo>
                  <a:cubicBezTo>
                    <a:pt x="4275" y="4"/>
                    <a:pt x="4253" y="0"/>
                    <a:pt x="4230"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45"/>
            <p:cNvSpPr/>
            <p:nvPr/>
          </p:nvSpPr>
          <p:spPr>
            <a:xfrm>
              <a:off x="6184530" y="3503733"/>
              <a:ext cx="105018" cy="204731"/>
            </a:xfrm>
            <a:custGeom>
              <a:rect b="b" l="l" r="r" t="t"/>
              <a:pathLst>
                <a:path extrusionOk="0" h="6909" w="3544">
                  <a:moveTo>
                    <a:pt x="1894" y="0"/>
                  </a:moveTo>
                  <a:cubicBezTo>
                    <a:pt x="1862" y="0"/>
                    <a:pt x="1831" y="8"/>
                    <a:pt x="1802" y="25"/>
                  </a:cubicBezTo>
                  <a:lnTo>
                    <a:pt x="1581" y="154"/>
                  </a:lnTo>
                  <a:lnTo>
                    <a:pt x="1555" y="195"/>
                  </a:lnTo>
                  <a:cubicBezTo>
                    <a:pt x="1706" y="234"/>
                    <a:pt x="1854" y="311"/>
                    <a:pt x="1990" y="450"/>
                  </a:cubicBezTo>
                  <a:cubicBezTo>
                    <a:pt x="2245" y="705"/>
                    <a:pt x="2169" y="1089"/>
                    <a:pt x="2096" y="1462"/>
                  </a:cubicBezTo>
                  <a:lnTo>
                    <a:pt x="2090" y="1494"/>
                  </a:lnTo>
                  <a:cubicBezTo>
                    <a:pt x="2034" y="1779"/>
                    <a:pt x="1900" y="1999"/>
                    <a:pt x="1700" y="2135"/>
                  </a:cubicBezTo>
                  <a:cubicBezTo>
                    <a:pt x="1543" y="2239"/>
                    <a:pt x="1351" y="2292"/>
                    <a:pt x="1126" y="2292"/>
                  </a:cubicBezTo>
                  <a:cubicBezTo>
                    <a:pt x="1016" y="2292"/>
                    <a:pt x="898" y="2279"/>
                    <a:pt x="773" y="2254"/>
                  </a:cubicBezTo>
                  <a:cubicBezTo>
                    <a:pt x="751" y="2250"/>
                    <a:pt x="728" y="2248"/>
                    <a:pt x="706" y="2248"/>
                  </a:cubicBezTo>
                  <a:cubicBezTo>
                    <a:pt x="640" y="2248"/>
                    <a:pt x="577" y="2266"/>
                    <a:pt x="520" y="2301"/>
                  </a:cubicBezTo>
                  <a:cubicBezTo>
                    <a:pt x="458" y="2340"/>
                    <a:pt x="364" y="2394"/>
                    <a:pt x="246" y="2449"/>
                  </a:cubicBezTo>
                  <a:cubicBezTo>
                    <a:pt x="299" y="2725"/>
                    <a:pt x="388" y="3366"/>
                    <a:pt x="217" y="3942"/>
                  </a:cubicBezTo>
                  <a:cubicBezTo>
                    <a:pt x="145" y="4182"/>
                    <a:pt x="71" y="4476"/>
                    <a:pt x="1" y="4766"/>
                  </a:cubicBezTo>
                  <a:cubicBezTo>
                    <a:pt x="85" y="4821"/>
                    <a:pt x="176" y="4864"/>
                    <a:pt x="277" y="4889"/>
                  </a:cubicBezTo>
                  <a:cubicBezTo>
                    <a:pt x="322" y="4901"/>
                    <a:pt x="364" y="4912"/>
                    <a:pt x="408" y="4925"/>
                  </a:cubicBezTo>
                  <a:cubicBezTo>
                    <a:pt x="814" y="5044"/>
                    <a:pt x="913" y="5411"/>
                    <a:pt x="831" y="5699"/>
                  </a:cubicBezTo>
                  <a:cubicBezTo>
                    <a:pt x="770" y="5920"/>
                    <a:pt x="636" y="6049"/>
                    <a:pt x="483" y="6111"/>
                  </a:cubicBezTo>
                  <a:cubicBezTo>
                    <a:pt x="871" y="6322"/>
                    <a:pt x="1280" y="6610"/>
                    <a:pt x="1662" y="6908"/>
                  </a:cubicBezTo>
                  <a:cubicBezTo>
                    <a:pt x="1894" y="6349"/>
                    <a:pt x="2600" y="4701"/>
                    <a:pt x="3117" y="4006"/>
                  </a:cubicBezTo>
                  <a:cubicBezTo>
                    <a:pt x="3543" y="3429"/>
                    <a:pt x="3495" y="2444"/>
                    <a:pt x="3448" y="2027"/>
                  </a:cubicBezTo>
                  <a:cubicBezTo>
                    <a:pt x="3428" y="1856"/>
                    <a:pt x="3332" y="1701"/>
                    <a:pt x="3178" y="1619"/>
                  </a:cubicBezTo>
                  <a:cubicBezTo>
                    <a:pt x="2775" y="1406"/>
                    <a:pt x="2712" y="1291"/>
                    <a:pt x="2556" y="824"/>
                  </a:cubicBezTo>
                  <a:cubicBezTo>
                    <a:pt x="2430" y="443"/>
                    <a:pt x="2161" y="173"/>
                    <a:pt x="2014" y="46"/>
                  </a:cubicBezTo>
                  <a:cubicBezTo>
                    <a:pt x="1979" y="16"/>
                    <a:pt x="1937" y="0"/>
                    <a:pt x="18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45"/>
            <p:cNvSpPr/>
            <p:nvPr/>
          </p:nvSpPr>
          <p:spPr>
            <a:xfrm>
              <a:off x="6126776" y="3717502"/>
              <a:ext cx="83030" cy="95802"/>
            </a:xfrm>
            <a:custGeom>
              <a:rect b="b" l="l" r="r" t="t"/>
              <a:pathLst>
                <a:path extrusionOk="0" h="3233" w="2802">
                  <a:moveTo>
                    <a:pt x="588" y="0"/>
                  </a:moveTo>
                  <a:cubicBezTo>
                    <a:pt x="156" y="768"/>
                    <a:pt x="35" y="1746"/>
                    <a:pt x="0" y="2229"/>
                  </a:cubicBezTo>
                  <a:cubicBezTo>
                    <a:pt x="712" y="2710"/>
                    <a:pt x="1519" y="3055"/>
                    <a:pt x="2390" y="3232"/>
                  </a:cubicBezTo>
                  <a:cubicBezTo>
                    <a:pt x="2509" y="3027"/>
                    <a:pt x="2654" y="2774"/>
                    <a:pt x="2801" y="2494"/>
                  </a:cubicBezTo>
                  <a:cubicBezTo>
                    <a:pt x="2121" y="2236"/>
                    <a:pt x="1194" y="1768"/>
                    <a:pt x="765" y="1015"/>
                  </a:cubicBezTo>
                  <a:cubicBezTo>
                    <a:pt x="571" y="675"/>
                    <a:pt x="535" y="327"/>
                    <a:pt x="588"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45"/>
            <p:cNvSpPr/>
            <p:nvPr/>
          </p:nvSpPr>
          <p:spPr>
            <a:xfrm>
              <a:off x="6126272" y="3671542"/>
              <a:ext cx="151066" cy="128072"/>
            </a:xfrm>
            <a:custGeom>
              <a:rect b="b" l="l" r="r" t="t"/>
              <a:pathLst>
                <a:path extrusionOk="0" h="4322" w="5098">
                  <a:moveTo>
                    <a:pt x="1468" y="0"/>
                  </a:moveTo>
                  <a:cubicBezTo>
                    <a:pt x="1468" y="0"/>
                    <a:pt x="0" y="1365"/>
                    <a:pt x="722" y="2627"/>
                  </a:cubicBezTo>
                  <a:cubicBezTo>
                    <a:pt x="1325" y="3681"/>
                    <a:pt x="2907" y="4182"/>
                    <a:pt x="3409" y="4315"/>
                  </a:cubicBezTo>
                  <a:cubicBezTo>
                    <a:pt x="3425" y="4319"/>
                    <a:pt x="3441" y="4321"/>
                    <a:pt x="3457" y="4321"/>
                  </a:cubicBezTo>
                  <a:cubicBezTo>
                    <a:pt x="3528" y="4321"/>
                    <a:pt x="3594" y="4280"/>
                    <a:pt x="3624" y="4214"/>
                  </a:cubicBezTo>
                  <a:cubicBezTo>
                    <a:pt x="3779" y="3886"/>
                    <a:pt x="4227" y="3064"/>
                    <a:pt x="4960" y="2685"/>
                  </a:cubicBezTo>
                  <a:cubicBezTo>
                    <a:pt x="5075" y="2627"/>
                    <a:pt x="5097" y="2473"/>
                    <a:pt x="5006" y="2386"/>
                  </a:cubicBezTo>
                  <a:cubicBezTo>
                    <a:pt x="4617" y="2015"/>
                    <a:pt x="3729" y="1199"/>
                    <a:pt x="2859" y="637"/>
                  </a:cubicBezTo>
                  <a:cubicBezTo>
                    <a:pt x="2859" y="637"/>
                    <a:pt x="2564" y="575"/>
                    <a:pt x="2469" y="438"/>
                  </a:cubicBezTo>
                  <a:cubicBezTo>
                    <a:pt x="2388" y="476"/>
                    <a:pt x="2301" y="493"/>
                    <a:pt x="2214" y="493"/>
                  </a:cubicBezTo>
                  <a:cubicBezTo>
                    <a:pt x="2156" y="493"/>
                    <a:pt x="2099" y="485"/>
                    <a:pt x="2044" y="471"/>
                  </a:cubicBezTo>
                  <a:lnTo>
                    <a:pt x="2004" y="460"/>
                  </a:lnTo>
                  <a:cubicBezTo>
                    <a:pt x="1640" y="350"/>
                    <a:pt x="1569" y="207"/>
                    <a:pt x="1519" y="17"/>
                  </a:cubicBezTo>
                  <a:lnTo>
                    <a:pt x="1468" y="0"/>
                  </a:ln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45"/>
            <p:cNvSpPr/>
            <p:nvPr/>
          </p:nvSpPr>
          <p:spPr>
            <a:xfrm>
              <a:off x="6176796" y="3683958"/>
              <a:ext cx="74970" cy="98943"/>
            </a:xfrm>
            <a:custGeom>
              <a:rect b="b" l="l" r="r" t="t"/>
              <a:pathLst>
                <a:path extrusionOk="0" h="3339" w="2530">
                  <a:moveTo>
                    <a:pt x="798" y="1"/>
                  </a:moveTo>
                  <a:cubicBezTo>
                    <a:pt x="720" y="43"/>
                    <a:pt x="638" y="65"/>
                    <a:pt x="552" y="71"/>
                  </a:cubicBezTo>
                  <a:lnTo>
                    <a:pt x="346" y="459"/>
                  </a:lnTo>
                  <a:cubicBezTo>
                    <a:pt x="1" y="1112"/>
                    <a:pt x="195" y="1928"/>
                    <a:pt x="795" y="2356"/>
                  </a:cubicBezTo>
                  <a:lnTo>
                    <a:pt x="2172" y="3338"/>
                  </a:lnTo>
                  <a:cubicBezTo>
                    <a:pt x="2268" y="3184"/>
                    <a:pt x="2388" y="3018"/>
                    <a:pt x="2530" y="2855"/>
                  </a:cubicBezTo>
                  <a:lnTo>
                    <a:pt x="1141" y="1866"/>
                  </a:lnTo>
                  <a:cubicBezTo>
                    <a:pt x="785" y="1611"/>
                    <a:pt x="670" y="1128"/>
                    <a:pt x="876" y="739"/>
                  </a:cubicBezTo>
                  <a:lnTo>
                    <a:pt x="1154" y="215"/>
                  </a:lnTo>
                  <a:cubicBezTo>
                    <a:pt x="1036" y="138"/>
                    <a:pt x="914" y="66"/>
                    <a:pt x="798"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45"/>
            <p:cNvSpPr/>
            <p:nvPr/>
          </p:nvSpPr>
          <p:spPr>
            <a:xfrm>
              <a:off x="6107159" y="3507260"/>
              <a:ext cx="145525" cy="180254"/>
            </a:xfrm>
            <a:custGeom>
              <a:rect b="b" l="l" r="r" t="t"/>
              <a:pathLst>
                <a:path extrusionOk="0" h="6083" w="4911">
                  <a:moveTo>
                    <a:pt x="3931" y="0"/>
                  </a:moveTo>
                  <a:cubicBezTo>
                    <a:pt x="3468" y="0"/>
                    <a:pt x="3039" y="299"/>
                    <a:pt x="2885" y="418"/>
                  </a:cubicBezTo>
                  <a:cubicBezTo>
                    <a:pt x="2846" y="449"/>
                    <a:pt x="2800" y="469"/>
                    <a:pt x="2750" y="478"/>
                  </a:cubicBezTo>
                  <a:cubicBezTo>
                    <a:pt x="1918" y="628"/>
                    <a:pt x="0" y="1577"/>
                    <a:pt x="324" y="2617"/>
                  </a:cubicBezTo>
                  <a:cubicBezTo>
                    <a:pt x="655" y="3690"/>
                    <a:pt x="1569" y="4608"/>
                    <a:pt x="1903" y="5048"/>
                  </a:cubicBezTo>
                  <a:cubicBezTo>
                    <a:pt x="2237" y="5485"/>
                    <a:pt x="1942" y="5836"/>
                    <a:pt x="2632" y="6045"/>
                  </a:cubicBezTo>
                  <a:cubicBezTo>
                    <a:pt x="2649" y="6049"/>
                    <a:pt x="2663" y="6052"/>
                    <a:pt x="2678" y="6057"/>
                  </a:cubicBezTo>
                  <a:cubicBezTo>
                    <a:pt x="2745" y="6074"/>
                    <a:pt x="2808" y="6082"/>
                    <a:pt x="2868" y="6082"/>
                  </a:cubicBezTo>
                  <a:cubicBezTo>
                    <a:pt x="3568" y="6082"/>
                    <a:pt x="3797" y="4988"/>
                    <a:pt x="3025" y="4759"/>
                  </a:cubicBezTo>
                  <a:cubicBezTo>
                    <a:pt x="2983" y="4747"/>
                    <a:pt x="2941" y="4736"/>
                    <a:pt x="2895" y="4723"/>
                  </a:cubicBezTo>
                  <a:cubicBezTo>
                    <a:pt x="2043" y="4515"/>
                    <a:pt x="1892" y="3020"/>
                    <a:pt x="1802" y="2679"/>
                  </a:cubicBezTo>
                  <a:cubicBezTo>
                    <a:pt x="1788" y="2626"/>
                    <a:pt x="1828" y="2575"/>
                    <a:pt x="1882" y="2575"/>
                  </a:cubicBezTo>
                  <a:cubicBezTo>
                    <a:pt x="1884" y="2575"/>
                    <a:pt x="1886" y="2575"/>
                    <a:pt x="1889" y="2575"/>
                  </a:cubicBezTo>
                  <a:cubicBezTo>
                    <a:pt x="1921" y="2577"/>
                    <a:pt x="1954" y="2578"/>
                    <a:pt x="1986" y="2578"/>
                  </a:cubicBezTo>
                  <a:cubicBezTo>
                    <a:pt x="2507" y="2578"/>
                    <a:pt x="2958" y="2339"/>
                    <a:pt x="3153" y="2219"/>
                  </a:cubicBezTo>
                  <a:cubicBezTo>
                    <a:pt x="3202" y="2188"/>
                    <a:pt x="3258" y="2172"/>
                    <a:pt x="3315" y="2172"/>
                  </a:cubicBezTo>
                  <a:cubicBezTo>
                    <a:pt x="3334" y="2172"/>
                    <a:pt x="3353" y="2174"/>
                    <a:pt x="3372" y="2177"/>
                  </a:cubicBezTo>
                  <a:cubicBezTo>
                    <a:pt x="3500" y="2203"/>
                    <a:pt x="3620" y="2216"/>
                    <a:pt x="3731" y="2216"/>
                  </a:cubicBezTo>
                  <a:cubicBezTo>
                    <a:pt x="4302" y="2216"/>
                    <a:pt x="4642" y="1889"/>
                    <a:pt x="4741" y="1383"/>
                  </a:cubicBezTo>
                  <a:cubicBezTo>
                    <a:pt x="4817" y="997"/>
                    <a:pt x="4911" y="576"/>
                    <a:pt x="4631" y="298"/>
                  </a:cubicBezTo>
                  <a:cubicBezTo>
                    <a:pt x="4411" y="78"/>
                    <a:pt x="4166" y="0"/>
                    <a:pt x="3931"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2" name="Google Shape;10462;p45"/>
          <p:cNvGrpSpPr/>
          <p:nvPr/>
        </p:nvGrpSpPr>
        <p:grpSpPr>
          <a:xfrm>
            <a:off x="1397992" y="1335464"/>
            <a:ext cx="413373" cy="404335"/>
            <a:chOff x="1397992" y="1335464"/>
            <a:chExt cx="413373" cy="404335"/>
          </a:xfrm>
        </p:grpSpPr>
        <p:sp>
          <p:nvSpPr>
            <p:cNvPr id="10463" name="Google Shape;10463;p45"/>
            <p:cNvSpPr/>
            <p:nvPr/>
          </p:nvSpPr>
          <p:spPr>
            <a:xfrm>
              <a:off x="1444100" y="1620055"/>
              <a:ext cx="340596" cy="119745"/>
            </a:xfrm>
            <a:custGeom>
              <a:rect b="b" l="l" r="r" t="t"/>
              <a:pathLst>
                <a:path extrusionOk="0" h="4041" w="11494">
                  <a:moveTo>
                    <a:pt x="0" y="1"/>
                  </a:moveTo>
                  <a:lnTo>
                    <a:pt x="0" y="2"/>
                  </a:lnTo>
                  <a:lnTo>
                    <a:pt x="1" y="2"/>
                  </a:lnTo>
                  <a:lnTo>
                    <a:pt x="0" y="1"/>
                  </a:lnTo>
                  <a:close/>
                  <a:moveTo>
                    <a:pt x="1" y="2"/>
                  </a:moveTo>
                  <a:lnTo>
                    <a:pt x="627" y="2220"/>
                  </a:lnTo>
                  <a:cubicBezTo>
                    <a:pt x="1842" y="3349"/>
                    <a:pt x="3473" y="4041"/>
                    <a:pt x="5264" y="4041"/>
                  </a:cubicBezTo>
                  <a:cubicBezTo>
                    <a:pt x="8041" y="4041"/>
                    <a:pt x="10429" y="2384"/>
                    <a:pt x="11494" y="2"/>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45"/>
            <p:cNvSpPr/>
            <p:nvPr/>
          </p:nvSpPr>
          <p:spPr>
            <a:xfrm>
              <a:off x="1397992" y="1337716"/>
              <a:ext cx="404306" cy="282368"/>
            </a:xfrm>
            <a:custGeom>
              <a:rect b="b" l="l" r="r" t="t"/>
              <a:pathLst>
                <a:path extrusionOk="0" h="9529" w="13644">
                  <a:moveTo>
                    <a:pt x="7859" y="0"/>
                  </a:moveTo>
                  <a:lnTo>
                    <a:pt x="3841" y="606"/>
                  </a:lnTo>
                  <a:cubicBezTo>
                    <a:pt x="1569" y="1712"/>
                    <a:pt x="0" y="4046"/>
                    <a:pt x="0" y="6745"/>
                  </a:cubicBezTo>
                  <a:lnTo>
                    <a:pt x="1222" y="9529"/>
                  </a:lnTo>
                  <a:lnTo>
                    <a:pt x="13051" y="9529"/>
                  </a:lnTo>
                  <a:cubicBezTo>
                    <a:pt x="13432" y="8680"/>
                    <a:pt x="13643" y="7738"/>
                    <a:pt x="13643" y="6745"/>
                  </a:cubicBezTo>
                  <a:cubicBezTo>
                    <a:pt x="13643" y="3328"/>
                    <a:pt x="11133" y="499"/>
                    <a:pt x="7859"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45"/>
            <p:cNvSpPr/>
            <p:nvPr/>
          </p:nvSpPr>
          <p:spPr>
            <a:xfrm>
              <a:off x="1631111" y="1584051"/>
              <a:ext cx="51383" cy="72007"/>
            </a:xfrm>
            <a:custGeom>
              <a:rect b="b" l="l" r="r" t="t"/>
              <a:pathLst>
                <a:path extrusionOk="0" h="2430" w="1734">
                  <a:moveTo>
                    <a:pt x="0" y="0"/>
                  </a:moveTo>
                  <a:lnTo>
                    <a:pt x="42" y="2430"/>
                  </a:lnTo>
                  <a:cubicBezTo>
                    <a:pt x="620" y="2349"/>
                    <a:pt x="1188" y="2231"/>
                    <a:pt x="1733" y="2077"/>
                  </a:cubicBezTo>
                  <a:lnTo>
                    <a:pt x="1733" y="359"/>
                  </a:lnTo>
                  <a:cubicBezTo>
                    <a:pt x="1174" y="202"/>
                    <a:pt x="592" y="83"/>
                    <a:pt x="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45"/>
            <p:cNvSpPr/>
            <p:nvPr/>
          </p:nvSpPr>
          <p:spPr>
            <a:xfrm>
              <a:off x="1462561" y="1587311"/>
              <a:ext cx="32033" cy="65843"/>
            </a:xfrm>
            <a:custGeom>
              <a:rect b="b" l="l" r="r" t="t"/>
              <a:pathLst>
                <a:path extrusionOk="0" h="2222" w="1081">
                  <a:moveTo>
                    <a:pt x="1065" y="1"/>
                  </a:moveTo>
                  <a:cubicBezTo>
                    <a:pt x="705" y="69"/>
                    <a:pt x="349" y="151"/>
                    <a:pt x="1" y="251"/>
                  </a:cubicBezTo>
                  <a:lnTo>
                    <a:pt x="1" y="1968"/>
                  </a:lnTo>
                  <a:cubicBezTo>
                    <a:pt x="353" y="2068"/>
                    <a:pt x="714" y="2152"/>
                    <a:pt x="1081" y="2222"/>
                  </a:cubicBezTo>
                  <a:lnTo>
                    <a:pt x="1065"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45"/>
            <p:cNvSpPr/>
            <p:nvPr/>
          </p:nvSpPr>
          <p:spPr>
            <a:xfrm>
              <a:off x="1783066" y="1592022"/>
              <a:ext cx="28299" cy="56302"/>
            </a:xfrm>
            <a:custGeom>
              <a:rect b="b" l="l" r="r" t="t"/>
              <a:pathLst>
                <a:path extrusionOk="0" h="1900" w="955">
                  <a:moveTo>
                    <a:pt x="0" y="0"/>
                  </a:moveTo>
                  <a:lnTo>
                    <a:pt x="0" y="1900"/>
                  </a:lnTo>
                  <a:lnTo>
                    <a:pt x="5" y="1900"/>
                  </a:lnTo>
                  <a:cubicBezTo>
                    <a:pt x="529" y="1900"/>
                    <a:pt x="955" y="1472"/>
                    <a:pt x="955" y="951"/>
                  </a:cubicBezTo>
                  <a:cubicBezTo>
                    <a:pt x="955" y="431"/>
                    <a:pt x="527" y="0"/>
                    <a:pt x="5"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45"/>
            <p:cNvSpPr/>
            <p:nvPr/>
          </p:nvSpPr>
          <p:spPr>
            <a:xfrm>
              <a:off x="1399563" y="1532372"/>
              <a:ext cx="67118" cy="149259"/>
            </a:xfrm>
            <a:custGeom>
              <a:rect b="b" l="l" r="r" t="t"/>
              <a:pathLst>
                <a:path extrusionOk="0" h="5037" w="2265">
                  <a:moveTo>
                    <a:pt x="0" y="0"/>
                  </a:moveTo>
                  <a:lnTo>
                    <a:pt x="0" y="16"/>
                  </a:lnTo>
                  <a:cubicBezTo>
                    <a:pt x="0" y="2004"/>
                    <a:pt x="849" y="3791"/>
                    <a:pt x="2204" y="5036"/>
                  </a:cubicBezTo>
                  <a:cubicBezTo>
                    <a:pt x="2243" y="4939"/>
                    <a:pt x="2265" y="4830"/>
                    <a:pt x="2265" y="4716"/>
                  </a:cubicBezTo>
                  <a:lnTo>
                    <a:pt x="2265" y="891"/>
                  </a:lnTo>
                  <a:cubicBezTo>
                    <a:pt x="2265" y="401"/>
                    <a:pt x="1865" y="0"/>
                    <a:pt x="1376"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45"/>
            <p:cNvSpPr/>
            <p:nvPr/>
          </p:nvSpPr>
          <p:spPr>
            <a:xfrm>
              <a:off x="1492698" y="1335464"/>
              <a:ext cx="188226" cy="341278"/>
            </a:xfrm>
            <a:custGeom>
              <a:rect b="b" l="l" r="r" t="t"/>
              <a:pathLst>
                <a:path extrusionOk="0" h="11517" w="6352">
                  <a:moveTo>
                    <a:pt x="3609" y="0"/>
                  </a:moveTo>
                  <a:cubicBezTo>
                    <a:pt x="2549" y="0"/>
                    <a:pt x="1542" y="245"/>
                    <a:pt x="644" y="682"/>
                  </a:cubicBezTo>
                  <a:lnTo>
                    <a:pt x="647" y="5066"/>
                  </a:lnTo>
                  <a:cubicBezTo>
                    <a:pt x="650" y="5164"/>
                    <a:pt x="620" y="5260"/>
                    <a:pt x="566" y="5339"/>
                  </a:cubicBezTo>
                  <a:cubicBezTo>
                    <a:pt x="194" y="5896"/>
                    <a:pt x="0" y="6550"/>
                    <a:pt x="6" y="7220"/>
                  </a:cubicBezTo>
                  <a:lnTo>
                    <a:pt x="6" y="10921"/>
                  </a:lnTo>
                  <a:cubicBezTo>
                    <a:pt x="10" y="11240"/>
                    <a:pt x="286" y="11509"/>
                    <a:pt x="603" y="11517"/>
                  </a:cubicBezTo>
                  <a:cubicBezTo>
                    <a:pt x="608" y="11517"/>
                    <a:pt x="614" y="11517"/>
                    <a:pt x="619" y="11517"/>
                  </a:cubicBezTo>
                  <a:cubicBezTo>
                    <a:pt x="850" y="11517"/>
                    <a:pt x="1051" y="11380"/>
                    <a:pt x="1144" y="11183"/>
                  </a:cubicBezTo>
                  <a:cubicBezTo>
                    <a:pt x="1156" y="11157"/>
                    <a:pt x="1179" y="11144"/>
                    <a:pt x="1203" y="11144"/>
                  </a:cubicBezTo>
                  <a:cubicBezTo>
                    <a:pt x="1227" y="11144"/>
                    <a:pt x="1251" y="11157"/>
                    <a:pt x="1264" y="11183"/>
                  </a:cubicBezTo>
                  <a:cubicBezTo>
                    <a:pt x="1359" y="11373"/>
                    <a:pt x="1558" y="11504"/>
                    <a:pt x="1784" y="11504"/>
                  </a:cubicBezTo>
                  <a:cubicBezTo>
                    <a:pt x="1787" y="11504"/>
                    <a:pt x="1790" y="11504"/>
                    <a:pt x="1792" y="11504"/>
                  </a:cubicBezTo>
                  <a:cubicBezTo>
                    <a:pt x="2022" y="11503"/>
                    <a:pt x="2221" y="11367"/>
                    <a:pt x="2315" y="11170"/>
                  </a:cubicBezTo>
                  <a:cubicBezTo>
                    <a:pt x="2326" y="11145"/>
                    <a:pt x="2350" y="11133"/>
                    <a:pt x="2374" y="11133"/>
                  </a:cubicBezTo>
                  <a:cubicBezTo>
                    <a:pt x="2397" y="11133"/>
                    <a:pt x="2421" y="11145"/>
                    <a:pt x="2433" y="11169"/>
                  </a:cubicBezTo>
                  <a:cubicBezTo>
                    <a:pt x="2530" y="11360"/>
                    <a:pt x="2731" y="11492"/>
                    <a:pt x="2957" y="11492"/>
                  </a:cubicBezTo>
                  <a:cubicBezTo>
                    <a:pt x="2959" y="11492"/>
                    <a:pt x="2960" y="11492"/>
                    <a:pt x="2961" y="11492"/>
                  </a:cubicBezTo>
                  <a:cubicBezTo>
                    <a:pt x="3188" y="11489"/>
                    <a:pt x="3390" y="11357"/>
                    <a:pt x="3491" y="11169"/>
                  </a:cubicBezTo>
                  <a:cubicBezTo>
                    <a:pt x="3505" y="11144"/>
                    <a:pt x="3530" y="11128"/>
                    <a:pt x="3560" y="11128"/>
                  </a:cubicBezTo>
                  <a:cubicBezTo>
                    <a:pt x="3588" y="11128"/>
                    <a:pt x="3614" y="11144"/>
                    <a:pt x="3628" y="11169"/>
                  </a:cubicBezTo>
                  <a:cubicBezTo>
                    <a:pt x="3728" y="11355"/>
                    <a:pt x="3925" y="11487"/>
                    <a:pt x="4147" y="11492"/>
                  </a:cubicBezTo>
                  <a:cubicBezTo>
                    <a:pt x="4152" y="11492"/>
                    <a:pt x="4157" y="11492"/>
                    <a:pt x="4161" y="11492"/>
                  </a:cubicBezTo>
                  <a:cubicBezTo>
                    <a:pt x="4486" y="11492"/>
                    <a:pt x="4749" y="11225"/>
                    <a:pt x="4746" y="10901"/>
                  </a:cubicBezTo>
                  <a:lnTo>
                    <a:pt x="4699" y="8333"/>
                  </a:lnTo>
                  <a:cubicBezTo>
                    <a:pt x="4697" y="8186"/>
                    <a:pt x="4817" y="8091"/>
                    <a:pt x="4941" y="8091"/>
                  </a:cubicBezTo>
                  <a:cubicBezTo>
                    <a:pt x="5009" y="8091"/>
                    <a:pt x="5078" y="8120"/>
                    <a:pt x="5128" y="8184"/>
                  </a:cubicBezTo>
                  <a:lnTo>
                    <a:pt x="5380" y="8509"/>
                  </a:lnTo>
                  <a:cubicBezTo>
                    <a:pt x="5711" y="8573"/>
                    <a:pt x="6034" y="8649"/>
                    <a:pt x="6352" y="8736"/>
                  </a:cubicBezTo>
                  <a:lnTo>
                    <a:pt x="6352" y="7862"/>
                  </a:lnTo>
                  <a:cubicBezTo>
                    <a:pt x="5952" y="7351"/>
                    <a:pt x="5548" y="6821"/>
                    <a:pt x="5066" y="6082"/>
                  </a:cubicBezTo>
                  <a:cubicBezTo>
                    <a:pt x="4805" y="5683"/>
                    <a:pt x="4665" y="5220"/>
                    <a:pt x="4660" y="4743"/>
                  </a:cubicBezTo>
                  <a:lnTo>
                    <a:pt x="4656" y="78"/>
                  </a:lnTo>
                  <a:cubicBezTo>
                    <a:pt x="4318" y="25"/>
                    <a:pt x="3972" y="0"/>
                    <a:pt x="3619" y="0"/>
                  </a:cubicBezTo>
                  <a:cubicBezTo>
                    <a:pt x="3616" y="0"/>
                    <a:pt x="3612" y="0"/>
                    <a:pt x="3609"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45"/>
            <p:cNvSpPr/>
            <p:nvPr/>
          </p:nvSpPr>
          <p:spPr>
            <a:xfrm>
              <a:off x="1504669" y="1398700"/>
              <a:ext cx="133643" cy="40745"/>
            </a:xfrm>
            <a:custGeom>
              <a:rect b="b" l="l" r="r" t="t"/>
              <a:pathLst>
                <a:path extrusionOk="0" h="1375" w="4510">
                  <a:moveTo>
                    <a:pt x="394" y="0"/>
                  </a:moveTo>
                  <a:cubicBezTo>
                    <a:pt x="178" y="0"/>
                    <a:pt x="0" y="177"/>
                    <a:pt x="0" y="392"/>
                  </a:cubicBezTo>
                  <a:lnTo>
                    <a:pt x="0" y="981"/>
                  </a:lnTo>
                  <a:cubicBezTo>
                    <a:pt x="0" y="1197"/>
                    <a:pt x="178" y="1374"/>
                    <a:pt x="394" y="1374"/>
                  </a:cubicBezTo>
                  <a:lnTo>
                    <a:pt x="4118" y="1374"/>
                  </a:lnTo>
                  <a:cubicBezTo>
                    <a:pt x="4334" y="1374"/>
                    <a:pt x="4510" y="1197"/>
                    <a:pt x="4510" y="981"/>
                  </a:cubicBezTo>
                  <a:lnTo>
                    <a:pt x="4510" y="392"/>
                  </a:lnTo>
                  <a:cubicBezTo>
                    <a:pt x="4510" y="177"/>
                    <a:pt x="4334" y="0"/>
                    <a:pt x="4118"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45"/>
            <p:cNvSpPr/>
            <p:nvPr/>
          </p:nvSpPr>
          <p:spPr>
            <a:xfrm>
              <a:off x="1680064" y="1537113"/>
              <a:ext cx="105521" cy="166120"/>
            </a:xfrm>
            <a:custGeom>
              <a:rect b="b" l="l" r="r" t="t"/>
              <a:pathLst>
                <a:path extrusionOk="0" h="5606" w="3561">
                  <a:moveTo>
                    <a:pt x="890" y="0"/>
                  </a:moveTo>
                  <a:cubicBezTo>
                    <a:pt x="400" y="0"/>
                    <a:pt x="1" y="400"/>
                    <a:pt x="1" y="889"/>
                  </a:cubicBezTo>
                  <a:lnTo>
                    <a:pt x="1" y="4716"/>
                  </a:lnTo>
                  <a:cubicBezTo>
                    <a:pt x="1" y="5206"/>
                    <a:pt x="400" y="5605"/>
                    <a:pt x="890" y="5605"/>
                  </a:cubicBezTo>
                  <a:lnTo>
                    <a:pt x="2669" y="5605"/>
                  </a:lnTo>
                  <a:cubicBezTo>
                    <a:pt x="3159" y="5605"/>
                    <a:pt x="3559" y="5206"/>
                    <a:pt x="3560" y="4716"/>
                  </a:cubicBezTo>
                  <a:lnTo>
                    <a:pt x="3560" y="889"/>
                  </a:lnTo>
                  <a:cubicBezTo>
                    <a:pt x="3560" y="400"/>
                    <a:pt x="3159" y="0"/>
                    <a:pt x="2669"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45"/>
            <p:cNvSpPr/>
            <p:nvPr/>
          </p:nvSpPr>
          <p:spPr>
            <a:xfrm>
              <a:off x="1504669" y="1438407"/>
              <a:ext cx="133643" cy="40745"/>
            </a:xfrm>
            <a:custGeom>
              <a:rect b="b" l="l" r="r" t="t"/>
              <a:pathLst>
                <a:path extrusionOk="0" h="1375" w="4510">
                  <a:moveTo>
                    <a:pt x="394" y="0"/>
                  </a:moveTo>
                  <a:cubicBezTo>
                    <a:pt x="178" y="0"/>
                    <a:pt x="0" y="177"/>
                    <a:pt x="0" y="393"/>
                  </a:cubicBezTo>
                  <a:lnTo>
                    <a:pt x="0" y="983"/>
                  </a:lnTo>
                  <a:cubicBezTo>
                    <a:pt x="0" y="1197"/>
                    <a:pt x="178" y="1374"/>
                    <a:pt x="394" y="1374"/>
                  </a:cubicBezTo>
                  <a:lnTo>
                    <a:pt x="4118" y="1374"/>
                  </a:lnTo>
                  <a:cubicBezTo>
                    <a:pt x="4334" y="1374"/>
                    <a:pt x="4510" y="1197"/>
                    <a:pt x="4510" y="983"/>
                  </a:cubicBezTo>
                  <a:lnTo>
                    <a:pt x="4510" y="393"/>
                  </a:lnTo>
                  <a:cubicBezTo>
                    <a:pt x="4510" y="177"/>
                    <a:pt x="4334" y="0"/>
                    <a:pt x="4118"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3" name="Google Shape;10473;p45"/>
          <p:cNvGrpSpPr/>
          <p:nvPr/>
        </p:nvGrpSpPr>
        <p:grpSpPr>
          <a:xfrm>
            <a:off x="5377726" y="3403872"/>
            <a:ext cx="395683" cy="413284"/>
            <a:chOff x="5377726" y="3403872"/>
            <a:chExt cx="395683" cy="413284"/>
          </a:xfrm>
        </p:grpSpPr>
        <p:sp>
          <p:nvSpPr>
            <p:cNvPr id="10474" name="Google Shape;10474;p45"/>
            <p:cNvSpPr/>
            <p:nvPr/>
          </p:nvSpPr>
          <p:spPr>
            <a:xfrm>
              <a:off x="5377904" y="3421563"/>
              <a:ext cx="395505" cy="219695"/>
            </a:xfrm>
            <a:custGeom>
              <a:rect b="b" l="l" r="r" t="t"/>
              <a:pathLst>
                <a:path extrusionOk="0" h="7414" w="13347">
                  <a:moveTo>
                    <a:pt x="6672" y="0"/>
                  </a:moveTo>
                  <a:cubicBezTo>
                    <a:pt x="3055" y="0"/>
                    <a:pt x="111" y="2879"/>
                    <a:pt x="1" y="6467"/>
                  </a:cubicBezTo>
                  <a:lnTo>
                    <a:pt x="2" y="6467"/>
                  </a:lnTo>
                  <a:cubicBezTo>
                    <a:pt x="2" y="6467"/>
                    <a:pt x="318" y="6765"/>
                    <a:pt x="859" y="7221"/>
                  </a:cubicBezTo>
                  <a:lnTo>
                    <a:pt x="13150" y="7413"/>
                  </a:lnTo>
                  <a:lnTo>
                    <a:pt x="13324" y="7221"/>
                  </a:lnTo>
                  <a:cubicBezTo>
                    <a:pt x="13339" y="7040"/>
                    <a:pt x="13347" y="6858"/>
                    <a:pt x="13347" y="6675"/>
                  </a:cubicBezTo>
                  <a:cubicBezTo>
                    <a:pt x="13347" y="2991"/>
                    <a:pt x="10359" y="0"/>
                    <a:pt x="6672"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45"/>
            <p:cNvSpPr/>
            <p:nvPr/>
          </p:nvSpPr>
          <p:spPr>
            <a:xfrm>
              <a:off x="5403328" y="3635598"/>
              <a:ext cx="369458" cy="141910"/>
            </a:xfrm>
            <a:custGeom>
              <a:rect b="b" l="l" r="r" t="t"/>
              <a:pathLst>
                <a:path extrusionOk="0" h="4789" w="12468">
                  <a:moveTo>
                    <a:pt x="1" y="1"/>
                  </a:moveTo>
                  <a:cubicBezTo>
                    <a:pt x="1791" y="1505"/>
                    <a:pt x="6074" y="4746"/>
                    <a:pt x="9829" y="4788"/>
                  </a:cubicBezTo>
                  <a:cubicBezTo>
                    <a:pt x="11308" y="3672"/>
                    <a:pt x="12309" y="1955"/>
                    <a:pt x="1246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45"/>
            <p:cNvSpPr/>
            <p:nvPr/>
          </p:nvSpPr>
          <p:spPr>
            <a:xfrm>
              <a:off x="5629691" y="3681202"/>
              <a:ext cx="79534" cy="72244"/>
            </a:xfrm>
            <a:custGeom>
              <a:rect b="b" l="l" r="r" t="t"/>
              <a:pathLst>
                <a:path extrusionOk="0" h="2438" w="2684">
                  <a:moveTo>
                    <a:pt x="1341" y="1"/>
                  </a:moveTo>
                  <a:cubicBezTo>
                    <a:pt x="792" y="1"/>
                    <a:pt x="293" y="376"/>
                    <a:pt x="157" y="935"/>
                  </a:cubicBezTo>
                  <a:cubicBezTo>
                    <a:pt x="0" y="1589"/>
                    <a:pt x="404" y="2247"/>
                    <a:pt x="1057" y="2404"/>
                  </a:cubicBezTo>
                  <a:cubicBezTo>
                    <a:pt x="1153" y="2427"/>
                    <a:pt x="1248" y="2438"/>
                    <a:pt x="1342" y="2438"/>
                  </a:cubicBezTo>
                  <a:cubicBezTo>
                    <a:pt x="1893" y="2438"/>
                    <a:pt x="2392" y="2061"/>
                    <a:pt x="2526" y="1504"/>
                  </a:cubicBezTo>
                  <a:cubicBezTo>
                    <a:pt x="2683" y="849"/>
                    <a:pt x="2279" y="192"/>
                    <a:pt x="1626" y="35"/>
                  </a:cubicBezTo>
                  <a:cubicBezTo>
                    <a:pt x="1531" y="12"/>
                    <a:pt x="1435" y="1"/>
                    <a:pt x="1341"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45"/>
            <p:cNvSpPr/>
            <p:nvPr/>
          </p:nvSpPr>
          <p:spPr>
            <a:xfrm>
              <a:off x="5381696" y="3437772"/>
              <a:ext cx="249980" cy="336033"/>
            </a:xfrm>
            <a:custGeom>
              <a:rect b="b" l="l" r="r" t="t"/>
              <a:pathLst>
                <a:path extrusionOk="0" h="11340" w="8436">
                  <a:moveTo>
                    <a:pt x="4834" y="1"/>
                  </a:moveTo>
                  <a:cubicBezTo>
                    <a:pt x="3871" y="1"/>
                    <a:pt x="3167" y="827"/>
                    <a:pt x="3232" y="1721"/>
                  </a:cubicBezTo>
                  <a:cubicBezTo>
                    <a:pt x="3247" y="1940"/>
                    <a:pt x="3090" y="2158"/>
                    <a:pt x="2873" y="2195"/>
                  </a:cubicBezTo>
                  <a:cubicBezTo>
                    <a:pt x="1794" y="2388"/>
                    <a:pt x="1060" y="3439"/>
                    <a:pt x="1262" y="4525"/>
                  </a:cubicBezTo>
                  <a:cubicBezTo>
                    <a:pt x="1295" y="4706"/>
                    <a:pt x="1213" y="4886"/>
                    <a:pt x="1056" y="4982"/>
                  </a:cubicBezTo>
                  <a:cubicBezTo>
                    <a:pt x="423" y="5371"/>
                    <a:pt x="0" y="6070"/>
                    <a:pt x="0" y="6866"/>
                  </a:cubicBezTo>
                  <a:cubicBezTo>
                    <a:pt x="0" y="7555"/>
                    <a:pt x="316" y="8169"/>
                    <a:pt x="807" y="8575"/>
                  </a:cubicBezTo>
                  <a:cubicBezTo>
                    <a:pt x="1278" y="8962"/>
                    <a:pt x="1559" y="9524"/>
                    <a:pt x="1632" y="10131"/>
                  </a:cubicBezTo>
                  <a:cubicBezTo>
                    <a:pt x="1693" y="10626"/>
                    <a:pt x="1980" y="11083"/>
                    <a:pt x="2420" y="11340"/>
                  </a:cubicBezTo>
                  <a:cubicBezTo>
                    <a:pt x="2587" y="10738"/>
                    <a:pt x="3006" y="10224"/>
                    <a:pt x="3583" y="9943"/>
                  </a:cubicBezTo>
                  <a:lnTo>
                    <a:pt x="3603" y="9933"/>
                  </a:lnTo>
                  <a:lnTo>
                    <a:pt x="3608" y="9911"/>
                  </a:lnTo>
                  <a:cubicBezTo>
                    <a:pt x="3644" y="9789"/>
                    <a:pt x="3737" y="9694"/>
                    <a:pt x="3855" y="9655"/>
                  </a:cubicBezTo>
                  <a:cubicBezTo>
                    <a:pt x="4018" y="9601"/>
                    <a:pt x="4188" y="9568"/>
                    <a:pt x="4359" y="9554"/>
                  </a:cubicBezTo>
                  <a:cubicBezTo>
                    <a:pt x="4570" y="9212"/>
                    <a:pt x="4848" y="8915"/>
                    <a:pt x="5175" y="8682"/>
                  </a:cubicBezTo>
                  <a:cubicBezTo>
                    <a:pt x="5175" y="8682"/>
                    <a:pt x="7730" y="6579"/>
                    <a:pt x="8433" y="4168"/>
                  </a:cubicBezTo>
                  <a:cubicBezTo>
                    <a:pt x="8436" y="3221"/>
                    <a:pt x="7754" y="2371"/>
                    <a:pt x="6796" y="2197"/>
                  </a:cubicBezTo>
                  <a:cubicBezTo>
                    <a:pt x="6580" y="2158"/>
                    <a:pt x="6423" y="1944"/>
                    <a:pt x="6439" y="1723"/>
                  </a:cubicBezTo>
                  <a:cubicBezTo>
                    <a:pt x="6504" y="829"/>
                    <a:pt x="5801" y="1"/>
                    <a:pt x="4834"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45"/>
            <p:cNvSpPr/>
            <p:nvPr/>
          </p:nvSpPr>
          <p:spPr>
            <a:xfrm>
              <a:off x="5523014" y="3581874"/>
              <a:ext cx="63621" cy="115863"/>
            </a:xfrm>
            <a:custGeom>
              <a:rect b="b" l="l" r="r" t="t"/>
              <a:pathLst>
                <a:path extrusionOk="0" h="3910" w="2147">
                  <a:moveTo>
                    <a:pt x="1882" y="0"/>
                  </a:moveTo>
                  <a:cubicBezTo>
                    <a:pt x="1840" y="0"/>
                    <a:pt x="1798" y="11"/>
                    <a:pt x="1760" y="35"/>
                  </a:cubicBezTo>
                  <a:cubicBezTo>
                    <a:pt x="1741" y="46"/>
                    <a:pt x="1301" y="323"/>
                    <a:pt x="869" y="912"/>
                  </a:cubicBezTo>
                  <a:cubicBezTo>
                    <a:pt x="471" y="1450"/>
                    <a:pt x="0" y="2367"/>
                    <a:pt x="9" y="3681"/>
                  </a:cubicBezTo>
                  <a:cubicBezTo>
                    <a:pt x="9" y="3806"/>
                    <a:pt x="115" y="3909"/>
                    <a:pt x="241" y="3909"/>
                  </a:cubicBezTo>
                  <a:cubicBezTo>
                    <a:pt x="372" y="3907"/>
                    <a:pt x="474" y="3805"/>
                    <a:pt x="474" y="3674"/>
                  </a:cubicBezTo>
                  <a:cubicBezTo>
                    <a:pt x="466" y="2732"/>
                    <a:pt x="721" y="1898"/>
                    <a:pt x="1230" y="1201"/>
                  </a:cubicBezTo>
                  <a:cubicBezTo>
                    <a:pt x="1610" y="677"/>
                    <a:pt x="2001" y="429"/>
                    <a:pt x="2005" y="427"/>
                  </a:cubicBezTo>
                  <a:cubicBezTo>
                    <a:pt x="2114" y="359"/>
                    <a:pt x="2147" y="217"/>
                    <a:pt x="2078" y="109"/>
                  </a:cubicBezTo>
                  <a:cubicBezTo>
                    <a:pt x="2035" y="39"/>
                    <a:pt x="1960" y="0"/>
                    <a:pt x="1882"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45"/>
            <p:cNvSpPr/>
            <p:nvPr/>
          </p:nvSpPr>
          <p:spPr>
            <a:xfrm>
              <a:off x="5515813" y="3532921"/>
              <a:ext cx="49634" cy="98350"/>
            </a:xfrm>
            <a:custGeom>
              <a:rect b="b" l="l" r="r" t="t"/>
              <a:pathLst>
                <a:path extrusionOk="0" h="3319" w="1675">
                  <a:moveTo>
                    <a:pt x="1409" y="0"/>
                  </a:moveTo>
                  <a:cubicBezTo>
                    <a:pt x="1364" y="0"/>
                    <a:pt x="1318" y="13"/>
                    <a:pt x="1278" y="41"/>
                  </a:cubicBezTo>
                  <a:cubicBezTo>
                    <a:pt x="1226" y="79"/>
                    <a:pt x="1" y="955"/>
                    <a:pt x="1" y="3086"/>
                  </a:cubicBezTo>
                  <a:cubicBezTo>
                    <a:pt x="1" y="3214"/>
                    <a:pt x="103" y="3318"/>
                    <a:pt x="231" y="3318"/>
                  </a:cubicBezTo>
                  <a:cubicBezTo>
                    <a:pt x="360" y="3318"/>
                    <a:pt x="464" y="3214"/>
                    <a:pt x="464" y="3086"/>
                  </a:cubicBezTo>
                  <a:cubicBezTo>
                    <a:pt x="464" y="2106"/>
                    <a:pt x="758" y="1433"/>
                    <a:pt x="1005" y="1042"/>
                  </a:cubicBezTo>
                  <a:cubicBezTo>
                    <a:pt x="1269" y="623"/>
                    <a:pt x="1539" y="427"/>
                    <a:pt x="1544" y="422"/>
                  </a:cubicBezTo>
                  <a:cubicBezTo>
                    <a:pt x="1647" y="349"/>
                    <a:pt x="1675" y="205"/>
                    <a:pt x="1602" y="100"/>
                  </a:cubicBezTo>
                  <a:cubicBezTo>
                    <a:pt x="1556" y="35"/>
                    <a:pt x="1483" y="0"/>
                    <a:pt x="14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45"/>
            <p:cNvSpPr/>
            <p:nvPr/>
          </p:nvSpPr>
          <p:spPr>
            <a:xfrm>
              <a:off x="5431657" y="3651985"/>
              <a:ext cx="80749" cy="77519"/>
            </a:xfrm>
            <a:custGeom>
              <a:rect b="b" l="l" r="r" t="t"/>
              <a:pathLst>
                <a:path extrusionOk="0" h="2616" w="2725">
                  <a:moveTo>
                    <a:pt x="261" y="1"/>
                  </a:moveTo>
                  <a:cubicBezTo>
                    <a:pt x="162" y="1"/>
                    <a:pt x="71" y="64"/>
                    <a:pt x="40" y="163"/>
                  </a:cubicBezTo>
                  <a:cubicBezTo>
                    <a:pt x="1" y="284"/>
                    <a:pt x="69" y="415"/>
                    <a:pt x="190" y="453"/>
                  </a:cubicBezTo>
                  <a:cubicBezTo>
                    <a:pt x="206" y="458"/>
                    <a:pt x="1616" y="932"/>
                    <a:pt x="2245" y="2473"/>
                  </a:cubicBezTo>
                  <a:cubicBezTo>
                    <a:pt x="2279" y="2561"/>
                    <a:pt x="2368" y="2616"/>
                    <a:pt x="2460" y="2616"/>
                  </a:cubicBezTo>
                  <a:cubicBezTo>
                    <a:pt x="2488" y="2616"/>
                    <a:pt x="2517" y="2611"/>
                    <a:pt x="2548" y="2598"/>
                  </a:cubicBezTo>
                  <a:cubicBezTo>
                    <a:pt x="2667" y="2552"/>
                    <a:pt x="2724" y="2417"/>
                    <a:pt x="2674" y="2297"/>
                  </a:cubicBezTo>
                  <a:cubicBezTo>
                    <a:pt x="1959" y="551"/>
                    <a:pt x="397" y="34"/>
                    <a:pt x="332" y="12"/>
                  </a:cubicBezTo>
                  <a:cubicBezTo>
                    <a:pt x="308" y="4"/>
                    <a:pt x="284" y="1"/>
                    <a:pt x="261"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45"/>
            <p:cNvSpPr/>
            <p:nvPr/>
          </p:nvSpPr>
          <p:spPr>
            <a:xfrm>
              <a:off x="5459630" y="3533514"/>
              <a:ext cx="62021" cy="92453"/>
            </a:xfrm>
            <a:custGeom>
              <a:rect b="b" l="l" r="r" t="t"/>
              <a:pathLst>
                <a:path extrusionOk="0" h="3120" w="2093">
                  <a:moveTo>
                    <a:pt x="263" y="0"/>
                  </a:moveTo>
                  <a:cubicBezTo>
                    <a:pt x="178" y="0"/>
                    <a:pt x="97" y="47"/>
                    <a:pt x="58" y="129"/>
                  </a:cubicBezTo>
                  <a:cubicBezTo>
                    <a:pt x="0" y="244"/>
                    <a:pt x="47" y="384"/>
                    <a:pt x="160" y="439"/>
                  </a:cubicBezTo>
                  <a:cubicBezTo>
                    <a:pt x="173" y="446"/>
                    <a:pt x="1340" y="1049"/>
                    <a:pt x="1614" y="2920"/>
                  </a:cubicBezTo>
                  <a:cubicBezTo>
                    <a:pt x="1632" y="3035"/>
                    <a:pt x="1730" y="3119"/>
                    <a:pt x="1844" y="3119"/>
                  </a:cubicBezTo>
                  <a:cubicBezTo>
                    <a:pt x="1855" y="3119"/>
                    <a:pt x="1867" y="3119"/>
                    <a:pt x="1876" y="3116"/>
                  </a:cubicBezTo>
                  <a:cubicBezTo>
                    <a:pt x="2002" y="3099"/>
                    <a:pt x="2092" y="2981"/>
                    <a:pt x="2072" y="2855"/>
                  </a:cubicBezTo>
                  <a:cubicBezTo>
                    <a:pt x="1766" y="744"/>
                    <a:pt x="425" y="54"/>
                    <a:pt x="369" y="26"/>
                  </a:cubicBezTo>
                  <a:cubicBezTo>
                    <a:pt x="335" y="9"/>
                    <a:pt x="299" y="0"/>
                    <a:pt x="2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45"/>
            <p:cNvSpPr/>
            <p:nvPr/>
          </p:nvSpPr>
          <p:spPr>
            <a:xfrm>
              <a:off x="5504345" y="3499526"/>
              <a:ext cx="33929" cy="226926"/>
            </a:xfrm>
            <a:custGeom>
              <a:rect b="b" l="l" r="r" t="t"/>
              <a:pathLst>
                <a:path extrusionOk="0" h="7658" w="1145">
                  <a:moveTo>
                    <a:pt x="582" y="1"/>
                  </a:moveTo>
                  <a:cubicBezTo>
                    <a:pt x="467" y="1"/>
                    <a:pt x="368" y="88"/>
                    <a:pt x="353" y="205"/>
                  </a:cubicBezTo>
                  <a:cubicBezTo>
                    <a:pt x="47" y="2814"/>
                    <a:pt x="1" y="5574"/>
                    <a:pt x="16" y="7430"/>
                  </a:cubicBezTo>
                  <a:cubicBezTo>
                    <a:pt x="16" y="7529"/>
                    <a:pt x="85" y="7619"/>
                    <a:pt x="182" y="7649"/>
                  </a:cubicBezTo>
                  <a:cubicBezTo>
                    <a:pt x="204" y="7655"/>
                    <a:pt x="226" y="7658"/>
                    <a:pt x="246" y="7658"/>
                  </a:cubicBezTo>
                  <a:cubicBezTo>
                    <a:pt x="324" y="7658"/>
                    <a:pt x="399" y="7619"/>
                    <a:pt x="442" y="7551"/>
                  </a:cubicBezTo>
                  <a:cubicBezTo>
                    <a:pt x="607" y="7296"/>
                    <a:pt x="812" y="7069"/>
                    <a:pt x="1050" y="6879"/>
                  </a:cubicBezTo>
                  <a:cubicBezTo>
                    <a:pt x="1112" y="6828"/>
                    <a:pt x="1145" y="6749"/>
                    <a:pt x="1134" y="6668"/>
                  </a:cubicBezTo>
                  <a:cubicBezTo>
                    <a:pt x="866" y="4764"/>
                    <a:pt x="594" y="2107"/>
                    <a:pt x="812" y="259"/>
                  </a:cubicBezTo>
                  <a:cubicBezTo>
                    <a:pt x="828" y="133"/>
                    <a:pt x="737" y="18"/>
                    <a:pt x="610" y="3"/>
                  </a:cubicBezTo>
                  <a:cubicBezTo>
                    <a:pt x="601" y="1"/>
                    <a:pt x="591" y="1"/>
                    <a:pt x="5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45"/>
            <p:cNvSpPr/>
            <p:nvPr/>
          </p:nvSpPr>
          <p:spPr>
            <a:xfrm>
              <a:off x="5507516" y="3505334"/>
              <a:ext cx="240142" cy="220732"/>
            </a:xfrm>
            <a:custGeom>
              <a:rect b="b" l="l" r="r" t="t"/>
              <a:pathLst>
                <a:path extrusionOk="0" h="7449" w="8104">
                  <a:moveTo>
                    <a:pt x="7767" y="1"/>
                  </a:moveTo>
                  <a:cubicBezTo>
                    <a:pt x="7638" y="197"/>
                    <a:pt x="7417" y="327"/>
                    <a:pt x="7164" y="327"/>
                  </a:cubicBezTo>
                  <a:cubicBezTo>
                    <a:pt x="7013" y="327"/>
                    <a:pt x="6870" y="281"/>
                    <a:pt x="6753" y="200"/>
                  </a:cubicBezTo>
                  <a:cubicBezTo>
                    <a:pt x="6722" y="177"/>
                    <a:pt x="6685" y="166"/>
                    <a:pt x="6648" y="166"/>
                  </a:cubicBezTo>
                  <a:cubicBezTo>
                    <a:pt x="6615" y="166"/>
                    <a:pt x="6581" y="175"/>
                    <a:pt x="6551" y="194"/>
                  </a:cubicBezTo>
                  <a:cubicBezTo>
                    <a:pt x="6421" y="279"/>
                    <a:pt x="6262" y="327"/>
                    <a:pt x="6093" y="327"/>
                  </a:cubicBezTo>
                  <a:cubicBezTo>
                    <a:pt x="5925" y="327"/>
                    <a:pt x="5768" y="279"/>
                    <a:pt x="5634" y="194"/>
                  </a:cubicBezTo>
                  <a:cubicBezTo>
                    <a:pt x="5604" y="175"/>
                    <a:pt x="5571" y="166"/>
                    <a:pt x="5537" y="166"/>
                  </a:cubicBezTo>
                  <a:cubicBezTo>
                    <a:pt x="5501" y="166"/>
                    <a:pt x="5464" y="177"/>
                    <a:pt x="5432" y="200"/>
                  </a:cubicBezTo>
                  <a:cubicBezTo>
                    <a:pt x="5315" y="281"/>
                    <a:pt x="5174" y="327"/>
                    <a:pt x="5023" y="327"/>
                  </a:cubicBezTo>
                  <a:cubicBezTo>
                    <a:pt x="4771" y="327"/>
                    <a:pt x="4552" y="200"/>
                    <a:pt x="4422" y="2"/>
                  </a:cubicBezTo>
                  <a:cubicBezTo>
                    <a:pt x="4342" y="204"/>
                    <a:pt x="4300" y="425"/>
                    <a:pt x="4300" y="654"/>
                  </a:cubicBezTo>
                  <a:cubicBezTo>
                    <a:pt x="4300" y="3512"/>
                    <a:pt x="864" y="6340"/>
                    <a:pt x="864" y="6340"/>
                  </a:cubicBezTo>
                  <a:cubicBezTo>
                    <a:pt x="514" y="6590"/>
                    <a:pt x="217" y="6915"/>
                    <a:pt x="1" y="7288"/>
                  </a:cubicBezTo>
                  <a:cubicBezTo>
                    <a:pt x="96" y="7275"/>
                    <a:pt x="193" y="7269"/>
                    <a:pt x="290" y="7269"/>
                  </a:cubicBezTo>
                  <a:cubicBezTo>
                    <a:pt x="525" y="7269"/>
                    <a:pt x="761" y="7306"/>
                    <a:pt x="985" y="7381"/>
                  </a:cubicBezTo>
                  <a:cubicBezTo>
                    <a:pt x="1121" y="7426"/>
                    <a:pt x="1264" y="7449"/>
                    <a:pt x="1408" y="7449"/>
                  </a:cubicBezTo>
                  <a:cubicBezTo>
                    <a:pt x="1551" y="7449"/>
                    <a:pt x="1695" y="7426"/>
                    <a:pt x="1832" y="7381"/>
                  </a:cubicBezTo>
                  <a:cubicBezTo>
                    <a:pt x="1922" y="7350"/>
                    <a:pt x="2015" y="7327"/>
                    <a:pt x="2109" y="7308"/>
                  </a:cubicBezTo>
                  <a:cubicBezTo>
                    <a:pt x="2110" y="7305"/>
                    <a:pt x="2109" y="7303"/>
                    <a:pt x="2109" y="7300"/>
                  </a:cubicBezTo>
                  <a:cubicBezTo>
                    <a:pt x="2076" y="6884"/>
                    <a:pt x="2373" y="6514"/>
                    <a:pt x="2786" y="6459"/>
                  </a:cubicBezTo>
                  <a:cubicBezTo>
                    <a:pt x="2884" y="6445"/>
                    <a:pt x="2957" y="6368"/>
                    <a:pt x="2959" y="6271"/>
                  </a:cubicBezTo>
                  <a:cubicBezTo>
                    <a:pt x="2967" y="6009"/>
                    <a:pt x="3093" y="5766"/>
                    <a:pt x="3306" y="5603"/>
                  </a:cubicBezTo>
                  <a:cubicBezTo>
                    <a:pt x="3460" y="5485"/>
                    <a:pt x="3647" y="5422"/>
                    <a:pt x="3835" y="5422"/>
                  </a:cubicBezTo>
                  <a:cubicBezTo>
                    <a:pt x="3904" y="5422"/>
                    <a:pt x="3973" y="5430"/>
                    <a:pt x="4041" y="5447"/>
                  </a:cubicBezTo>
                  <a:cubicBezTo>
                    <a:pt x="4057" y="5452"/>
                    <a:pt x="4074" y="5453"/>
                    <a:pt x="4090" y="5453"/>
                  </a:cubicBezTo>
                  <a:cubicBezTo>
                    <a:pt x="4173" y="5453"/>
                    <a:pt x="4248" y="5402"/>
                    <a:pt x="4277" y="5318"/>
                  </a:cubicBezTo>
                  <a:cubicBezTo>
                    <a:pt x="4446" y="4812"/>
                    <a:pt x="4917" y="4470"/>
                    <a:pt x="5452" y="4470"/>
                  </a:cubicBezTo>
                  <a:cubicBezTo>
                    <a:pt x="5987" y="4470"/>
                    <a:pt x="6458" y="4812"/>
                    <a:pt x="6627" y="5318"/>
                  </a:cubicBezTo>
                  <a:cubicBezTo>
                    <a:pt x="6656" y="5401"/>
                    <a:pt x="6732" y="5453"/>
                    <a:pt x="6815" y="5453"/>
                  </a:cubicBezTo>
                  <a:cubicBezTo>
                    <a:pt x="6831" y="5453"/>
                    <a:pt x="6846" y="5451"/>
                    <a:pt x="6862" y="5447"/>
                  </a:cubicBezTo>
                  <a:cubicBezTo>
                    <a:pt x="6930" y="5431"/>
                    <a:pt x="6998" y="5423"/>
                    <a:pt x="7066" y="5423"/>
                  </a:cubicBezTo>
                  <a:cubicBezTo>
                    <a:pt x="7208" y="5423"/>
                    <a:pt x="7347" y="5458"/>
                    <a:pt x="7474" y="5525"/>
                  </a:cubicBezTo>
                  <a:cubicBezTo>
                    <a:pt x="8104" y="2824"/>
                    <a:pt x="7888" y="582"/>
                    <a:pt x="7888" y="582"/>
                  </a:cubicBezTo>
                  <a:cubicBezTo>
                    <a:pt x="7880" y="379"/>
                    <a:pt x="7838" y="181"/>
                    <a:pt x="7767"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45"/>
            <p:cNvSpPr/>
            <p:nvPr/>
          </p:nvSpPr>
          <p:spPr>
            <a:xfrm>
              <a:off x="5675592" y="3403872"/>
              <a:ext cx="40300" cy="67888"/>
            </a:xfrm>
            <a:custGeom>
              <a:rect b="b" l="l" r="r" t="t"/>
              <a:pathLst>
                <a:path extrusionOk="0" h="2291" w="1360">
                  <a:moveTo>
                    <a:pt x="884" y="1"/>
                  </a:moveTo>
                  <a:cubicBezTo>
                    <a:pt x="729" y="1"/>
                    <a:pt x="577" y="84"/>
                    <a:pt x="501" y="237"/>
                  </a:cubicBezTo>
                  <a:cubicBezTo>
                    <a:pt x="299" y="641"/>
                    <a:pt x="52" y="1320"/>
                    <a:pt x="1" y="2279"/>
                  </a:cubicBezTo>
                  <a:cubicBezTo>
                    <a:pt x="7" y="2276"/>
                    <a:pt x="13" y="2273"/>
                    <a:pt x="20" y="2271"/>
                  </a:cubicBezTo>
                  <a:cubicBezTo>
                    <a:pt x="139" y="2206"/>
                    <a:pt x="278" y="2170"/>
                    <a:pt x="424" y="2170"/>
                  </a:cubicBezTo>
                  <a:cubicBezTo>
                    <a:pt x="568" y="2170"/>
                    <a:pt x="707" y="2206"/>
                    <a:pt x="828" y="2271"/>
                  </a:cubicBezTo>
                  <a:cubicBezTo>
                    <a:pt x="839" y="2276"/>
                    <a:pt x="853" y="2284"/>
                    <a:pt x="864" y="2290"/>
                  </a:cubicBezTo>
                  <a:cubicBezTo>
                    <a:pt x="913" y="1483"/>
                    <a:pt x="1119" y="932"/>
                    <a:pt x="1271" y="625"/>
                  </a:cubicBezTo>
                  <a:cubicBezTo>
                    <a:pt x="1359" y="447"/>
                    <a:pt x="1314" y="229"/>
                    <a:pt x="1159" y="103"/>
                  </a:cubicBezTo>
                  <a:lnTo>
                    <a:pt x="1156" y="98"/>
                  </a:lnTo>
                  <a:cubicBezTo>
                    <a:pt x="1076" y="32"/>
                    <a:pt x="979" y="1"/>
                    <a:pt x="884"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45"/>
            <p:cNvSpPr/>
            <p:nvPr/>
          </p:nvSpPr>
          <p:spPr>
            <a:xfrm>
              <a:off x="5541890" y="3690152"/>
              <a:ext cx="24447" cy="44152"/>
            </a:xfrm>
            <a:custGeom>
              <a:rect b="b" l="l" r="r" t="t"/>
              <a:pathLst>
                <a:path extrusionOk="0" h="1490" w="825">
                  <a:moveTo>
                    <a:pt x="562" y="0"/>
                  </a:moveTo>
                  <a:cubicBezTo>
                    <a:pt x="493" y="0"/>
                    <a:pt x="425" y="31"/>
                    <a:pt x="380" y="90"/>
                  </a:cubicBezTo>
                  <a:cubicBezTo>
                    <a:pt x="134" y="410"/>
                    <a:pt x="0" y="826"/>
                    <a:pt x="0" y="1258"/>
                  </a:cubicBezTo>
                  <a:cubicBezTo>
                    <a:pt x="0" y="1387"/>
                    <a:pt x="103" y="1489"/>
                    <a:pt x="232" y="1489"/>
                  </a:cubicBezTo>
                  <a:cubicBezTo>
                    <a:pt x="358" y="1489"/>
                    <a:pt x="462" y="1387"/>
                    <a:pt x="462" y="1258"/>
                  </a:cubicBezTo>
                  <a:cubicBezTo>
                    <a:pt x="462" y="927"/>
                    <a:pt x="563" y="611"/>
                    <a:pt x="747" y="372"/>
                  </a:cubicBezTo>
                  <a:cubicBezTo>
                    <a:pt x="824" y="271"/>
                    <a:pt x="804" y="126"/>
                    <a:pt x="703" y="48"/>
                  </a:cubicBezTo>
                  <a:cubicBezTo>
                    <a:pt x="661" y="16"/>
                    <a:pt x="611" y="0"/>
                    <a:pt x="562"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45"/>
            <p:cNvSpPr/>
            <p:nvPr/>
          </p:nvSpPr>
          <p:spPr>
            <a:xfrm>
              <a:off x="5612000" y="3708050"/>
              <a:ext cx="115182" cy="95950"/>
            </a:xfrm>
            <a:custGeom>
              <a:rect b="b" l="l" r="r" t="t"/>
              <a:pathLst>
                <a:path extrusionOk="0" h="3238" w="3887">
                  <a:moveTo>
                    <a:pt x="1505" y="1"/>
                  </a:moveTo>
                  <a:lnTo>
                    <a:pt x="1516" y="1275"/>
                  </a:lnTo>
                  <a:cubicBezTo>
                    <a:pt x="1516" y="1329"/>
                    <a:pt x="1473" y="1361"/>
                    <a:pt x="1431" y="1361"/>
                  </a:cubicBezTo>
                  <a:cubicBezTo>
                    <a:pt x="1401" y="1361"/>
                    <a:pt x="1371" y="1345"/>
                    <a:pt x="1356" y="1310"/>
                  </a:cubicBezTo>
                  <a:cubicBezTo>
                    <a:pt x="1112" y="742"/>
                    <a:pt x="821" y="153"/>
                    <a:pt x="821" y="153"/>
                  </a:cubicBezTo>
                  <a:cubicBezTo>
                    <a:pt x="680" y="248"/>
                    <a:pt x="510" y="302"/>
                    <a:pt x="333" y="307"/>
                  </a:cubicBezTo>
                  <a:cubicBezTo>
                    <a:pt x="252" y="309"/>
                    <a:pt x="185" y="369"/>
                    <a:pt x="174" y="448"/>
                  </a:cubicBezTo>
                  <a:cubicBezTo>
                    <a:pt x="153" y="596"/>
                    <a:pt x="90" y="730"/>
                    <a:pt x="0" y="840"/>
                  </a:cubicBezTo>
                  <a:cubicBezTo>
                    <a:pt x="681" y="1190"/>
                    <a:pt x="1133" y="1865"/>
                    <a:pt x="1189" y="2625"/>
                  </a:cubicBezTo>
                  <a:cubicBezTo>
                    <a:pt x="1203" y="2799"/>
                    <a:pt x="1194" y="2973"/>
                    <a:pt x="1166" y="3141"/>
                  </a:cubicBezTo>
                  <a:cubicBezTo>
                    <a:pt x="1169" y="3156"/>
                    <a:pt x="1169" y="3172"/>
                    <a:pt x="1171" y="3187"/>
                  </a:cubicBezTo>
                  <a:cubicBezTo>
                    <a:pt x="1171" y="3203"/>
                    <a:pt x="1174" y="3222"/>
                    <a:pt x="1178" y="3237"/>
                  </a:cubicBezTo>
                  <a:cubicBezTo>
                    <a:pt x="1786" y="3001"/>
                    <a:pt x="2352" y="2681"/>
                    <a:pt x="2859" y="2286"/>
                  </a:cubicBezTo>
                  <a:cubicBezTo>
                    <a:pt x="3114" y="1513"/>
                    <a:pt x="3589" y="1084"/>
                    <a:pt x="3886" y="879"/>
                  </a:cubicBezTo>
                  <a:cubicBezTo>
                    <a:pt x="3781" y="762"/>
                    <a:pt x="3706" y="613"/>
                    <a:pt x="3683" y="448"/>
                  </a:cubicBezTo>
                  <a:cubicBezTo>
                    <a:pt x="3672" y="369"/>
                    <a:pt x="3603" y="307"/>
                    <a:pt x="3524" y="307"/>
                  </a:cubicBezTo>
                  <a:cubicBezTo>
                    <a:pt x="3347" y="302"/>
                    <a:pt x="3177" y="248"/>
                    <a:pt x="3036" y="153"/>
                  </a:cubicBezTo>
                  <a:cubicBezTo>
                    <a:pt x="3036" y="153"/>
                    <a:pt x="2742" y="742"/>
                    <a:pt x="2501" y="1310"/>
                  </a:cubicBezTo>
                  <a:cubicBezTo>
                    <a:pt x="2487" y="1344"/>
                    <a:pt x="2457" y="1360"/>
                    <a:pt x="2426" y="1360"/>
                  </a:cubicBezTo>
                  <a:cubicBezTo>
                    <a:pt x="2383" y="1360"/>
                    <a:pt x="2340" y="1329"/>
                    <a:pt x="2340" y="1275"/>
                  </a:cubicBezTo>
                  <a:lnTo>
                    <a:pt x="2352" y="1"/>
                  </a:lnTo>
                  <a:lnTo>
                    <a:pt x="2352" y="1"/>
                  </a:lnTo>
                  <a:cubicBezTo>
                    <a:pt x="2215" y="51"/>
                    <a:pt x="2072" y="74"/>
                    <a:pt x="1928" y="74"/>
                  </a:cubicBezTo>
                  <a:cubicBezTo>
                    <a:pt x="1785" y="74"/>
                    <a:pt x="1640" y="51"/>
                    <a:pt x="150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45"/>
            <p:cNvSpPr/>
            <p:nvPr/>
          </p:nvSpPr>
          <p:spPr>
            <a:xfrm>
              <a:off x="5567907" y="3636843"/>
              <a:ext cx="202301" cy="107092"/>
            </a:xfrm>
            <a:custGeom>
              <a:rect b="b" l="l" r="r" t="t"/>
              <a:pathLst>
                <a:path extrusionOk="0" h="3614" w="6827">
                  <a:moveTo>
                    <a:pt x="3414" y="1"/>
                  </a:moveTo>
                  <a:cubicBezTo>
                    <a:pt x="2853" y="1"/>
                    <a:pt x="2377" y="366"/>
                    <a:pt x="2208" y="871"/>
                  </a:cubicBezTo>
                  <a:cubicBezTo>
                    <a:pt x="2184" y="941"/>
                    <a:pt x="2120" y="983"/>
                    <a:pt x="2050" y="983"/>
                  </a:cubicBezTo>
                  <a:cubicBezTo>
                    <a:pt x="2038" y="983"/>
                    <a:pt x="2025" y="981"/>
                    <a:pt x="2012" y="978"/>
                  </a:cubicBezTo>
                  <a:cubicBezTo>
                    <a:pt x="1941" y="961"/>
                    <a:pt x="1869" y="952"/>
                    <a:pt x="1799" y="952"/>
                  </a:cubicBezTo>
                  <a:cubicBezTo>
                    <a:pt x="1325" y="952"/>
                    <a:pt x="903" y="1333"/>
                    <a:pt x="888" y="1832"/>
                  </a:cubicBezTo>
                  <a:cubicBezTo>
                    <a:pt x="887" y="1913"/>
                    <a:pt x="825" y="1979"/>
                    <a:pt x="742" y="1989"/>
                  </a:cubicBezTo>
                  <a:cubicBezTo>
                    <a:pt x="322" y="2043"/>
                    <a:pt x="1" y="2419"/>
                    <a:pt x="38" y="2865"/>
                  </a:cubicBezTo>
                  <a:cubicBezTo>
                    <a:pt x="38" y="2869"/>
                    <a:pt x="38" y="2873"/>
                    <a:pt x="40" y="2876"/>
                  </a:cubicBezTo>
                  <a:cubicBezTo>
                    <a:pt x="188" y="2846"/>
                    <a:pt x="340" y="2830"/>
                    <a:pt x="492" y="2830"/>
                  </a:cubicBezTo>
                  <a:cubicBezTo>
                    <a:pt x="702" y="2830"/>
                    <a:pt x="911" y="2860"/>
                    <a:pt x="1112" y="2920"/>
                  </a:cubicBezTo>
                  <a:cubicBezTo>
                    <a:pt x="1235" y="2956"/>
                    <a:pt x="1330" y="3049"/>
                    <a:pt x="1369" y="3172"/>
                  </a:cubicBezTo>
                  <a:lnTo>
                    <a:pt x="1375" y="3192"/>
                  </a:lnTo>
                  <a:lnTo>
                    <a:pt x="1393" y="3201"/>
                  </a:lnTo>
                  <a:cubicBezTo>
                    <a:pt x="1437" y="3220"/>
                    <a:pt x="1479" y="3242"/>
                    <a:pt x="1519" y="3263"/>
                  </a:cubicBezTo>
                  <a:cubicBezTo>
                    <a:pt x="1589" y="3162"/>
                    <a:pt x="1639" y="3044"/>
                    <a:pt x="1658" y="2915"/>
                  </a:cubicBezTo>
                  <a:cubicBezTo>
                    <a:pt x="1670" y="2836"/>
                    <a:pt x="1737" y="2775"/>
                    <a:pt x="1818" y="2774"/>
                  </a:cubicBezTo>
                  <a:cubicBezTo>
                    <a:pt x="2102" y="2768"/>
                    <a:pt x="2366" y="2628"/>
                    <a:pt x="2534" y="2399"/>
                  </a:cubicBezTo>
                  <a:cubicBezTo>
                    <a:pt x="2566" y="2355"/>
                    <a:pt x="2615" y="2331"/>
                    <a:pt x="2665" y="2331"/>
                  </a:cubicBezTo>
                  <a:cubicBezTo>
                    <a:pt x="2695" y="2331"/>
                    <a:pt x="2725" y="2339"/>
                    <a:pt x="2752" y="2356"/>
                  </a:cubicBezTo>
                  <a:cubicBezTo>
                    <a:pt x="2954" y="2479"/>
                    <a:pt x="3183" y="2541"/>
                    <a:pt x="3412" y="2541"/>
                  </a:cubicBezTo>
                  <a:cubicBezTo>
                    <a:pt x="3641" y="2541"/>
                    <a:pt x="3870" y="2479"/>
                    <a:pt x="4072" y="2356"/>
                  </a:cubicBezTo>
                  <a:cubicBezTo>
                    <a:pt x="4098" y="2339"/>
                    <a:pt x="4128" y="2331"/>
                    <a:pt x="4157" y="2331"/>
                  </a:cubicBezTo>
                  <a:cubicBezTo>
                    <a:pt x="4208" y="2331"/>
                    <a:pt x="4257" y="2355"/>
                    <a:pt x="4291" y="2399"/>
                  </a:cubicBezTo>
                  <a:cubicBezTo>
                    <a:pt x="4457" y="2628"/>
                    <a:pt x="4721" y="2768"/>
                    <a:pt x="5007" y="2774"/>
                  </a:cubicBezTo>
                  <a:cubicBezTo>
                    <a:pt x="5090" y="2775"/>
                    <a:pt x="5155" y="2836"/>
                    <a:pt x="5168" y="2915"/>
                  </a:cubicBezTo>
                  <a:cubicBezTo>
                    <a:pt x="5225" y="3315"/>
                    <a:pt x="5568" y="3613"/>
                    <a:pt x="5975" y="3613"/>
                  </a:cubicBezTo>
                  <a:cubicBezTo>
                    <a:pt x="6009" y="3613"/>
                    <a:pt x="6043" y="3611"/>
                    <a:pt x="6077" y="3607"/>
                  </a:cubicBezTo>
                  <a:cubicBezTo>
                    <a:pt x="6458" y="3560"/>
                    <a:pt x="6756" y="3246"/>
                    <a:pt x="6787" y="2865"/>
                  </a:cubicBezTo>
                  <a:cubicBezTo>
                    <a:pt x="6826" y="2418"/>
                    <a:pt x="6506" y="2043"/>
                    <a:pt x="6086" y="1989"/>
                  </a:cubicBezTo>
                  <a:cubicBezTo>
                    <a:pt x="6004" y="1979"/>
                    <a:pt x="5945" y="1911"/>
                    <a:pt x="5940" y="1832"/>
                  </a:cubicBezTo>
                  <a:cubicBezTo>
                    <a:pt x="5925" y="1328"/>
                    <a:pt x="5501" y="953"/>
                    <a:pt x="5029" y="953"/>
                  </a:cubicBezTo>
                  <a:cubicBezTo>
                    <a:pt x="4959" y="953"/>
                    <a:pt x="4889" y="961"/>
                    <a:pt x="4818" y="978"/>
                  </a:cubicBezTo>
                  <a:cubicBezTo>
                    <a:pt x="4804" y="982"/>
                    <a:pt x="4790" y="984"/>
                    <a:pt x="4776" y="984"/>
                  </a:cubicBezTo>
                  <a:cubicBezTo>
                    <a:pt x="4707" y="984"/>
                    <a:pt x="4644" y="940"/>
                    <a:pt x="4620" y="871"/>
                  </a:cubicBezTo>
                  <a:cubicBezTo>
                    <a:pt x="4454" y="366"/>
                    <a:pt x="3978" y="1"/>
                    <a:pt x="3414"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45"/>
            <p:cNvSpPr/>
            <p:nvPr/>
          </p:nvSpPr>
          <p:spPr>
            <a:xfrm>
              <a:off x="5452163" y="3729622"/>
              <a:ext cx="197086" cy="87534"/>
            </a:xfrm>
            <a:custGeom>
              <a:rect b="b" l="l" r="r" t="t"/>
              <a:pathLst>
                <a:path extrusionOk="0" h="2954" w="6651">
                  <a:moveTo>
                    <a:pt x="5267" y="0"/>
                  </a:moveTo>
                  <a:lnTo>
                    <a:pt x="5267" y="0"/>
                  </a:lnTo>
                  <a:cubicBezTo>
                    <a:pt x="5306" y="89"/>
                    <a:pt x="5309" y="187"/>
                    <a:pt x="5278" y="280"/>
                  </a:cubicBezTo>
                  <a:cubicBezTo>
                    <a:pt x="5174" y="577"/>
                    <a:pt x="4967" y="695"/>
                    <a:pt x="4811" y="708"/>
                  </a:cubicBezTo>
                  <a:cubicBezTo>
                    <a:pt x="4801" y="708"/>
                    <a:pt x="4790" y="709"/>
                    <a:pt x="4779" y="709"/>
                  </a:cubicBezTo>
                  <a:cubicBezTo>
                    <a:pt x="4691" y="709"/>
                    <a:pt x="4603" y="682"/>
                    <a:pt x="4511" y="655"/>
                  </a:cubicBezTo>
                  <a:cubicBezTo>
                    <a:pt x="4416" y="627"/>
                    <a:pt x="4321" y="598"/>
                    <a:pt x="4222" y="598"/>
                  </a:cubicBezTo>
                  <a:cubicBezTo>
                    <a:pt x="4188" y="598"/>
                    <a:pt x="4154" y="602"/>
                    <a:pt x="4120" y="610"/>
                  </a:cubicBezTo>
                  <a:cubicBezTo>
                    <a:pt x="3986" y="641"/>
                    <a:pt x="3885" y="731"/>
                    <a:pt x="3789" y="818"/>
                  </a:cubicBezTo>
                  <a:cubicBezTo>
                    <a:pt x="3745" y="857"/>
                    <a:pt x="3700" y="896"/>
                    <a:pt x="3656" y="928"/>
                  </a:cubicBezTo>
                  <a:cubicBezTo>
                    <a:pt x="3528" y="1021"/>
                    <a:pt x="3371" y="1067"/>
                    <a:pt x="3214" y="1067"/>
                  </a:cubicBezTo>
                  <a:cubicBezTo>
                    <a:pt x="3060" y="1067"/>
                    <a:pt x="2906" y="1023"/>
                    <a:pt x="2780" y="934"/>
                  </a:cubicBezTo>
                  <a:cubicBezTo>
                    <a:pt x="2711" y="886"/>
                    <a:pt x="2648" y="826"/>
                    <a:pt x="2587" y="765"/>
                  </a:cubicBezTo>
                  <a:cubicBezTo>
                    <a:pt x="2472" y="655"/>
                    <a:pt x="2355" y="540"/>
                    <a:pt x="2197" y="498"/>
                  </a:cubicBezTo>
                  <a:cubicBezTo>
                    <a:pt x="2146" y="484"/>
                    <a:pt x="2094" y="477"/>
                    <a:pt x="2037" y="477"/>
                  </a:cubicBezTo>
                  <a:cubicBezTo>
                    <a:pt x="1959" y="477"/>
                    <a:pt x="1880" y="487"/>
                    <a:pt x="1800" y="498"/>
                  </a:cubicBezTo>
                  <a:cubicBezTo>
                    <a:pt x="1722" y="508"/>
                    <a:pt x="1647" y="518"/>
                    <a:pt x="1578" y="518"/>
                  </a:cubicBezTo>
                  <a:cubicBezTo>
                    <a:pt x="1438" y="518"/>
                    <a:pt x="1323" y="478"/>
                    <a:pt x="1252" y="327"/>
                  </a:cubicBezTo>
                  <a:lnTo>
                    <a:pt x="1246" y="314"/>
                  </a:lnTo>
                  <a:cubicBezTo>
                    <a:pt x="1205" y="221"/>
                    <a:pt x="1204" y="118"/>
                    <a:pt x="1244" y="20"/>
                  </a:cubicBezTo>
                  <a:lnTo>
                    <a:pt x="1244" y="20"/>
                  </a:lnTo>
                  <a:cubicBezTo>
                    <a:pt x="638" y="297"/>
                    <a:pt x="173" y="837"/>
                    <a:pt x="0" y="1489"/>
                  </a:cubicBezTo>
                  <a:cubicBezTo>
                    <a:pt x="1143" y="2405"/>
                    <a:pt x="2593" y="2954"/>
                    <a:pt x="4171" y="2954"/>
                  </a:cubicBezTo>
                  <a:cubicBezTo>
                    <a:pt x="5026" y="2954"/>
                    <a:pt x="5845" y="2792"/>
                    <a:pt x="6597" y="2498"/>
                  </a:cubicBezTo>
                  <a:cubicBezTo>
                    <a:pt x="6636" y="2304"/>
                    <a:pt x="6650" y="2100"/>
                    <a:pt x="6635" y="1892"/>
                  </a:cubicBezTo>
                  <a:cubicBezTo>
                    <a:pt x="6566" y="1043"/>
                    <a:pt x="6021" y="320"/>
                    <a:pt x="526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45"/>
            <p:cNvSpPr/>
            <p:nvPr/>
          </p:nvSpPr>
          <p:spPr>
            <a:xfrm>
              <a:off x="5484758" y="3719221"/>
              <a:ext cx="127449" cy="43293"/>
            </a:xfrm>
            <a:custGeom>
              <a:rect b="b" l="l" r="r" t="t"/>
              <a:pathLst>
                <a:path extrusionOk="0" h="1461" w="4301">
                  <a:moveTo>
                    <a:pt x="1058" y="1"/>
                  </a:moveTo>
                  <a:cubicBezTo>
                    <a:pt x="821" y="1"/>
                    <a:pt x="585" y="38"/>
                    <a:pt x="362" y="112"/>
                  </a:cubicBezTo>
                  <a:cubicBezTo>
                    <a:pt x="125" y="190"/>
                    <a:pt x="1" y="459"/>
                    <a:pt x="102" y="685"/>
                  </a:cubicBezTo>
                  <a:lnTo>
                    <a:pt x="108" y="696"/>
                  </a:lnTo>
                  <a:cubicBezTo>
                    <a:pt x="190" y="869"/>
                    <a:pt x="324" y="912"/>
                    <a:pt x="475" y="912"/>
                  </a:cubicBezTo>
                  <a:cubicBezTo>
                    <a:pt x="621" y="912"/>
                    <a:pt x="784" y="872"/>
                    <a:pt x="933" y="872"/>
                  </a:cubicBezTo>
                  <a:cubicBezTo>
                    <a:pt x="984" y="872"/>
                    <a:pt x="1033" y="877"/>
                    <a:pt x="1080" y="889"/>
                  </a:cubicBezTo>
                  <a:cubicBezTo>
                    <a:pt x="1310" y="951"/>
                    <a:pt x="1453" y="1181"/>
                    <a:pt x="1649" y="1318"/>
                  </a:cubicBezTo>
                  <a:cubicBezTo>
                    <a:pt x="1782" y="1413"/>
                    <a:pt x="1946" y="1460"/>
                    <a:pt x="2109" y="1460"/>
                  </a:cubicBezTo>
                  <a:cubicBezTo>
                    <a:pt x="2276" y="1460"/>
                    <a:pt x="2442" y="1411"/>
                    <a:pt x="2577" y="1313"/>
                  </a:cubicBezTo>
                  <a:cubicBezTo>
                    <a:pt x="2727" y="1205"/>
                    <a:pt x="2847" y="1041"/>
                    <a:pt x="3027" y="999"/>
                  </a:cubicBezTo>
                  <a:cubicBezTo>
                    <a:pt x="3058" y="993"/>
                    <a:pt x="3088" y="990"/>
                    <a:pt x="3119" y="990"/>
                  </a:cubicBezTo>
                  <a:cubicBezTo>
                    <a:pt x="3305" y="990"/>
                    <a:pt x="3491" y="1100"/>
                    <a:pt x="3679" y="1100"/>
                  </a:cubicBezTo>
                  <a:cubicBezTo>
                    <a:pt x="3690" y="1100"/>
                    <a:pt x="3702" y="1100"/>
                    <a:pt x="3713" y="1099"/>
                  </a:cubicBezTo>
                  <a:cubicBezTo>
                    <a:pt x="3899" y="1085"/>
                    <a:pt x="4112" y="942"/>
                    <a:pt x="4218" y="642"/>
                  </a:cubicBezTo>
                  <a:cubicBezTo>
                    <a:pt x="4300" y="415"/>
                    <a:pt x="4167" y="163"/>
                    <a:pt x="3934" y="93"/>
                  </a:cubicBezTo>
                  <a:cubicBezTo>
                    <a:pt x="3730" y="32"/>
                    <a:pt x="3515" y="1"/>
                    <a:pt x="3299" y="1"/>
                  </a:cubicBezTo>
                  <a:cubicBezTo>
                    <a:pt x="3060" y="1"/>
                    <a:pt x="2819" y="39"/>
                    <a:pt x="2587" y="117"/>
                  </a:cubicBezTo>
                  <a:cubicBezTo>
                    <a:pt x="2455" y="161"/>
                    <a:pt x="2317" y="183"/>
                    <a:pt x="2179" y="183"/>
                  </a:cubicBezTo>
                  <a:cubicBezTo>
                    <a:pt x="2042" y="183"/>
                    <a:pt x="1904" y="161"/>
                    <a:pt x="1771" y="117"/>
                  </a:cubicBezTo>
                  <a:cubicBezTo>
                    <a:pt x="1540" y="39"/>
                    <a:pt x="1299" y="1"/>
                    <a:pt x="1058"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45"/>
            <p:cNvSpPr/>
            <p:nvPr/>
          </p:nvSpPr>
          <p:spPr>
            <a:xfrm>
              <a:off x="5403565" y="3629316"/>
              <a:ext cx="53131" cy="56568"/>
            </a:xfrm>
            <a:custGeom>
              <a:rect b="b" l="l" r="r" t="t"/>
              <a:pathLst>
                <a:path extrusionOk="0" h="1909" w="1793">
                  <a:moveTo>
                    <a:pt x="1395" y="1"/>
                  </a:moveTo>
                  <a:cubicBezTo>
                    <a:pt x="1363" y="1"/>
                    <a:pt x="1331" y="11"/>
                    <a:pt x="1305" y="34"/>
                  </a:cubicBezTo>
                  <a:cubicBezTo>
                    <a:pt x="1187" y="135"/>
                    <a:pt x="984" y="317"/>
                    <a:pt x="728" y="597"/>
                  </a:cubicBezTo>
                  <a:cubicBezTo>
                    <a:pt x="490" y="906"/>
                    <a:pt x="223" y="1326"/>
                    <a:pt x="1" y="1857"/>
                  </a:cubicBezTo>
                  <a:lnTo>
                    <a:pt x="164" y="1909"/>
                  </a:lnTo>
                  <a:cubicBezTo>
                    <a:pt x="776" y="1142"/>
                    <a:pt x="1418" y="737"/>
                    <a:pt x="1695" y="583"/>
                  </a:cubicBezTo>
                  <a:cubicBezTo>
                    <a:pt x="1771" y="542"/>
                    <a:pt x="1793" y="446"/>
                    <a:pt x="1741" y="377"/>
                  </a:cubicBezTo>
                  <a:lnTo>
                    <a:pt x="1508" y="59"/>
                  </a:lnTo>
                  <a:cubicBezTo>
                    <a:pt x="1481" y="20"/>
                    <a:pt x="1438" y="1"/>
                    <a:pt x="139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45"/>
            <p:cNvSpPr/>
            <p:nvPr/>
          </p:nvSpPr>
          <p:spPr>
            <a:xfrm>
              <a:off x="5377726" y="3610114"/>
              <a:ext cx="14579" cy="69518"/>
            </a:xfrm>
            <a:custGeom>
              <a:rect b="b" l="l" r="r" t="t"/>
              <a:pathLst>
                <a:path extrusionOk="0" h="2346" w="492">
                  <a:moveTo>
                    <a:pt x="174" y="0"/>
                  </a:moveTo>
                  <a:cubicBezTo>
                    <a:pt x="158" y="0"/>
                    <a:pt x="142" y="3"/>
                    <a:pt x="126" y="9"/>
                  </a:cubicBezTo>
                  <a:lnTo>
                    <a:pt x="7" y="52"/>
                  </a:lnTo>
                  <a:cubicBezTo>
                    <a:pt x="2" y="139"/>
                    <a:pt x="0" y="227"/>
                    <a:pt x="0" y="314"/>
                  </a:cubicBezTo>
                  <a:cubicBezTo>
                    <a:pt x="2" y="1016"/>
                    <a:pt x="111" y="1692"/>
                    <a:pt x="311" y="2330"/>
                  </a:cubicBezTo>
                  <a:lnTo>
                    <a:pt x="363" y="2345"/>
                  </a:lnTo>
                  <a:cubicBezTo>
                    <a:pt x="476" y="1779"/>
                    <a:pt x="492" y="1282"/>
                    <a:pt x="468" y="893"/>
                  </a:cubicBezTo>
                  <a:cubicBezTo>
                    <a:pt x="417" y="520"/>
                    <a:pt x="352" y="254"/>
                    <a:pt x="310" y="104"/>
                  </a:cubicBezTo>
                  <a:cubicBezTo>
                    <a:pt x="293" y="41"/>
                    <a:pt x="235" y="0"/>
                    <a:pt x="174"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45"/>
            <p:cNvSpPr/>
            <p:nvPr/>
          </p:nvSpPr>
          <p:spPr>
            <a:xfrm>
              <a:off x="5395150" y="3616722"/>
              <a:ext cx="47738" cy="68095"/>
            </a:xfrm>
            <a:custGeom>
              <a:rect b="b" l="l" r="r" t="t"/>
              <a:pathLst>
                <a:path extrusionOk="0" h="2298" w="1611">
                  <a:moveTo>
                    <a:pt x="1146" y="1"/>
                  </a:moveTo>
                  <a:cubicBezTo>
                    <a:pt x="1102" y="1"/>
                    <a:pt x="1058" y="21"/>
                    <a:pt x="1031" y="59"/>
                  </a:cubicBezTo>
                  <a:cubicBezTo>
                    <a:pt x="847" y="324"/>
                    <a:pt x="403" y="1022"/>
                    <a:pt x="0" y="2194"/>
                  </a:cubicBezTo>
                  <a:lnTo>
                    <a:pt x="337" y="2298"/>
                  </a:lnTo>
                  <a:cubicBezTo>
                    <a:pt x="745" y="1323"/>
                    <a:pt x="1306" y="725"/>
                    <a:pt x="1548" y="495"/>
                  </a:cubicBezTo>
                  <a:cubicBezTo>
                    <a:pt x="1610" y="437"/>
                    <a:pt x="1606" y="338"/>
                    <a:pt x="1540" y="283"/>
                  </a:cubicBezTo>
                  <a:lnTo>
                    <a:pt x="1236" y="33"/>
                  </a:lnTo>
                  <a:cubicBezTo>
                    <a:pt x="1209" y="11"/>
                    <a:pt x="1177" y="1"/>
                    <a:pt x="1146"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45"/>
            <p:cNvSpPr/>
            <p:nvPr/>
          </p:nvSpPr>
          <p:spPr>
            <a:xfrm>
              <a:off x="5386882" y="3608603"/>
              <a:ext cx="20595" cy="73637"/>
            </a:xfrm>
            <a:custGeom>
              <a:rect b="b" l="l" r="r" t="t"/>
              <a:pathLst>
                <a:path extrusionOk="0" h="2485" w="695">
                  <a:moveTo>
                    <a:pt x="549" y="0"/>
                  </a:moveTo>
                  <a:cubicBezTo>
                    <a:pt x="544" y="0"/>
                    <a:pt x="540" y="0"/>
                    <a:pt x="536" y="1"/>
                  </a:cubicBezTo>
                  <a:lnTo>
                    <a:pt x="142" y="37"/>
                  </a:lnTo>
                  <a:cubicBezTo>
                    <a:pt x="58" y="44"/>
                    <a:pt x="1" y="124"/>
                    <a:pt x="18" y="208"/>
                  </a:cubicBezTo>
                  <a:cubicBezTo>
                    <a:pt x="89" y="534"/>
                    <a:pt x="215" y="1344"/>
                    <a:pt x="4" y="2381"/>
                  </a:cubicBezTo>
                  <a:lnTo>
                    <a:pt x="343" y="2485"/>
                  </a:lnTo>
                  <a:cubicBezTo>
                    <a:pt x="669" y="1288"/>
                    <a:pt x="694" y="462"/>
                    <a:pt x="688" y="139"/>
                  </a:cubicBezTo>
                  <a:cubicBezTo>
                    <a:pt x="686" y="63"/>
                    <a:pt x="624" y="0"/>
                    <a:pt x="549"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45"/>
            <p:cNvSpPr/>
            <p:nvPr/>
          </p:nvSpPr>
          <p:spPr>
            <a:xfrm>
              <a:off x="5393164" y="3688581"/>
              <a:ext cx="44597" cy="55205"/>
            </a:xfrm>
            <a:custGeom>
              <a:rect b="b" l="l" r="r" t="t"/>
              <a:pathLst>
                <a:path extrusionOk="0" h="1863" w="1505">
                  <a:moveTo>
                    <a:pt x="854" y="0"/>
                  </a:moveTo>
                  <a:cubicBezTo>
                    <a:pt x="681" y="192"/>
                    <a:pt x="454" y="280"/>
                    <a:pt x="227" y="280"/>
                  </a:cubicBezTo>
                  <a:cubicBezTo>
                    <a:pt x="150" y="280"/>
                    <a:pt x="74" y="270"/>
                    <a:pt x="0" y="251"/>
                  </a:cubicBezTo>
                  <a:lnTo>
                    <a:pt x="0" y="251"/>
                  </a:lnTo>
                  <a:cubicBezTo>
                    <a:pt x="246" y="835"/>
                    <a:pt x="572" y="1377"/>
                    <a:pt x="966" y="1862"/>
                  </a:cubicBezTo>
                  <a:lnTo>
                    <a:pt x="1220" y="1410"/>
                  </a:lnTo>
                  <a:cubicBezTo>
                    <a:pt x="1505" y="903"/>
                    <a:pt x="1321" y="285"/>
                    <a:pt x="854"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45"/>
            <p:cNvSpPr/>
            <p:nvPr/>
          </p:nvSpPr>
          <p:spPr>
            <a:xfrm>
              <a:off x="5386527" y="3677647"/>
              <a:ext cx="32507" cy="20654"/>
            </a:xfrm>
            <a:custGeom>
              <a:rect b="b" l="l" r="r" t="t"/>
              <a:pathLst>
                <a:path extrusionOk="0" h="697" w="1097">
                  <a:moveTo>
                    <a:pt x="0" y="1"/>
                  </a:moveTo>
                  <a:lnTo>
                    <a:pt x="0" y="1"/>
                  </a:lnTo>
                  <a:cubicBezTo>
                    <a:pt x="73" y="232"/>
                    <a:pt x="156" y="458"/>
                    <a:pt x="249" y="677"/>
                  </a:cubicBezTo>
                  <a:cubicBezTo>
                    <a:pt x="310" y="690"/>
                    <a:pt x="372" y="696"/>
                    <a:pt x="434" y="696"/>
                  </a:cubicBezTo>
                  <a:cubicBezTo>
                    <a:pt x="677" y="696"/>
                    <a:pt x="922" y="597"/>
                    <a:pt x="1096" y="379"/>
                  </a:cubicBezTo>
                  <a:cubicBezTo>
                    <a:pt x="1019" y="327"/>
                    <a:pt x="931" y="287"/>
                    <a:pt x="838" y="257"/>
                  </a:cubicBezTo>
                  <a:lnTo>
                    <a:pt x="0" y="1"/>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45"/>
            <p:cNvSpPr/>
            <p:nvPr/>
          </p:nvSpPr>
          <p:spPr>
            <a:xfrm>
              <a:off x="5479276" y="3629316"/>
              <a:ext cx="53161" cy="56568"/>
            </a:xfrm>
            <a:custGeom>
              <a:rect b="b" l="l" r="r" t="t"/>
              <a:pathLst>
                <a:path extrusionOk="0" h="1909" w="1794">
                  <a:moveTo>
                    <a:pt x="1396" y="1"/>
                  </a:moveTo>
                  <a:cubicBezTo>
                    <a:pt x="1364" y="1"/>
                    <a:pt x="1332" y="11"/>
                    <a:pt x="1305" y="34"/>
                  </a:cubicBezTo>
                  <a:cubicBezTo>
                    <a:pt x="1184" y="135"/>
                    <a:pt x="985" y="317"/>
                    <a:pt x="728" y="597"/>
                  </a:cubicBezTo>
                  <a:cubicBezTo>
                    <a:pt x="491" y="906"/>
                    <a:pt x="223" y="1326"/>
                    <a:pt x="1" y="1857"/>
                  </a:cubicBezTo>
                  <a:lnTo>
                    <a:pt x="164" y="1909"/>
                  </a:lnTo>
                  <a:cubicBezTo>
                    <a:pt x="777" y="1142"/>
                    <a:pt x="1417" y="737"/>
                    <a:pt x="1695" y="583"/>
                  </a:cubicBezTo>
                  <a:cubicBezTo>
                    <a:pt x="1771" y="542"/>
                    <a:pt x="1793" y="446"/>
                    <a:pt x="1742" y="377"/>
                  </a:cubicBezTo>
                  <a:lnTo>
                    <a:pt x="1509" y="59"/>
                  </a:lnTo>
                  <a:cubicBezTo>
                    <a:pt x="1481" y="20"/>
                    <a:pt x="1439" y="1"/>
                    <a:pt x="139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45"/>
            <p:cNvSpPr/>
            <p:nvPr/>
          </p:nvSpPr>
          <p:spPr>
            <a:xfrm>
              <a:off x="5442710" y="3610114"/>
              <a:ext cx="25247" cy="69518"/>
            </a:xfrm>
            <a:custGeom>
              <a:rect b="b" l="l" r="r" t="t"/>
              <a:pathLst>
                <a:path extrusionOk="0" h="2346" w="852">
                  <a:moveTo>
                    <a:pt x="536" y="1"/>
                  </a:moveTo>
                  <a:cubicBezTo>
                    <a:pt x="521" y="1"/>
                    <a:pt x="505" y="4"/>
                    <a:pt x="489" y="9"/>
                  </a:cubicBezTo>
                  <a:lnTo>
                    <a:pt x="117" y="141"/>
                  </a:lnTo>
                  <a:cubicBezTo>
                    <a:pt x="38" y="171"/>
                    <a:pt x="1" y="262"/>
                    <a:pt x="38" y="337"/>
                  </a:cubicBezTo>
                  <a:cubicBezTo>
                    <a:pt x="183" y="621"/>
                    <a:pt x="483" y="1319"/>
                    <a:pt x="559" y="2294"/>
                  </a:cubicBezTo>
                  <a:lnTo>
                    <a:pt x="722" y="2345"/>
                  </a:lnTo>
                  <a:cubicBezTo>
                    <a:pt x="837" y="1779"/>
                    <a:pt x="851" y="1282"/>
                    <a:pt x="829" y="893"/>
                  </a:cubicBezTo>
                  <a:cubicBezTo>
                    <a:pt x="776" y="520"/>
                    <a:pt x="713" y="253"/>
                    <a:pt x="672" y="104"/>
                  </a:cubicBezTo>
                  <a:cubicBezTo>
                    <a:pt x="655" y="40"/>
                    <a:pt x="598" y="1"/>
                    <a:pt x="536"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45"/>
            <p:cNvSpPr/>
            <p:nvPr/>
          </p:nvSpPr>
          <p:spPr>
            <a:xfrm>
              <a:off x="5470801" y="3616722"/>
              <a:ext cx="47708" cy="68095"/>
            </a:xfrm>
            <a:custGeom>
              <a:rect b="b" l="l" r="r" t="t"/>
              <a:pathLst>
                <a:path extrusionOk="0" h="2298" w="1610">
                  <a:moveTo>
                    <a:pt x="1148" y="1"/>
                  </a:moveTo>
                  <a:cubicBezTo>
                    <a:pt x="1104" y="1"/>
                    <a:pt x="1060" y="21"/>
                    <a:pt x="1033" y="59"/>
                  </a:cubicBezTo>
                  <a:cubicBezTo>
                    <a:pt x="848" y="324"/>
                    <a:pt x="405" y="1022"/>
                    <a:pt x="1" y="2194"/>
                  </a:cubicBezTo>
                  <a:lnTo>
                    <a:pt x="340" y="2298"/>
                  </a:lnTo>
                  <a:cubicBezTo>
                    <a:pt x="746" y="1323"/>
                    <a:pt x="1305" y="725"/>
                    <a:pt x="1551" y="495"/>
                  </a:cubicBezTo>
                  <a:cubicBezTo>
                    <a:pt x="1610" y="437"/>
                    <a:pt x="1608" y="338"/>
                    <a:pt x="1543" y="283"/>
                  </a:cubicBezTo>
                  <a:lnTo>
                    <a:pt x="1237" y="33"/>
                  </a:lnTo>
                  <a:cubicBezTo>
                    <a:pt x="1211" y="11"/>
                    <a:pt x="1179" y="1"/>
                    <a:pt x="1148"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45"/>
            <p:cNvSpPr/>
            <p:nvPr/>
          </p:nvSpPr>
          <p:spPr>
            <a:xfrm>
              <a:off x="5462475" y="3608603"/>
              <a:ext cx="20654" cy="73637"/>
            </a:xfrm>
            <a:custGeom>
              <a:rect b="b" l="l" r="r" t="t"/>
              <a:pathLst>
                <a:path extrusionOk="0" h="2485" w="697">
                  <a:moveTo>
                    <a:pt x="550" y="0"/>
                  </a:moveTo>
                  <a:cubicBezTo>
                    <a:pt x="546" y="0"/>
                    <a:pt x="541" y="0"/>
                    <a:pt x="537" y="1"/>
                  </a:cubicBezTo>
                  <a:lnTo>
                    <a:pt x="145" y="37"/>
                  </a:lnTo>
                  <a:cubicBezTo>
                    <a:pt x="61" y="44"/>
                    <a:pt x="1" y="124"/>
                    <a:pt x="21" y="208"/>
                  </a:cubicBezTo>
                  <a:cubicBezTo>
                    <a:pt x="92" y="534"/>
                    <a:pt x="218" y="1344"/>
                    <a:pt x="7" y="2381"/>
                  </a:cubicBezTo>
                  <a:lnTo>
                    <a:pt x="344" y="2485"/>
                  </a:lnTo>
                  <a:cubicBezTo>
                    <a:pt x="671" y="1288"/>
                    <a:pt x="697" y="462"/>
                    <a:pt x="691" y="139"/>
                  </a:cubicBezTo>
                  <a:cubicBezTo>
                    <a:pt x="689" y="63"/>
                    <a:pt x="627" y="0"/>
                    <a:pt x="550"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45"/>
            <p:cNvSpPr/>
            <p:nvPr/>
          </p:nvSpPr>
          <p:spPr>
            <a:xfrm>
              <a:off x="5414351" y="3674772"/>
              <a:ext cx="99061" cy="113404"/>
            </a:xfrm>
            <a:custGeom>
              <a:rect b="b" l="l" r="r" t="t"/>
              <a:pathLst>
                <a:path extrusionOk="0" h="3827" w="3343">
                  <a:moveTo>
                    <a:pt x="1130" y="0"/>
                  </a:moveTo>
                  <a:cubicBezTo>
                    <a:pt x="604" y="0"/>
                    <a:pt x="134" y="402"/>
                    <a:pt x="87" y="961"/>
                  </a:cubicBezTo>
                  <a:lnTo>
                    <a:pt x="0" y="2000"/>
                  </a:lnTo>
                  <a:cubicBezTo>
                    <a:pt x="523" y="2733"/>
                    <a:pt x="1189" y="3357"/>
                    <a:pt x="1959" y="3827"/>
                  </a:cubicBezTo>
                  <a:lnTo>
                    <a:pt x="3056" y="1873"/>
                  </a:lnTo>
                  <a:cubicBezTo>
                    <a:pt x="3342" y="1369"/>
                    <a:pt x="3160" y="751"/>
                    <a:pt x="2691" y="466"/>
                  </a:cubicBezTo>
                  <a:cubicBezTo>
                    <a:pt x="2519" y="658"/>
                    <a:pt x="2290" y="745"/>
                    <a:pt x="2063" y="745"/>
                  </a:cubicBezTo>
                  <a:cubicBezTo>
                    <a:pt x="1653" y="745"/>
                    <a:pt x="1246" y="462"/>
                    <a:pt x="1183" y="2"/>
                  </a:cubicBezTo>
                  <a:cubicBezTo>
                    <a:pt x="1166" y="1"/>
                    <a:pt x="1148" y="0"/>
                    <a:pt x="1130"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45"/>
            <p:cNvSpPr/>
            <p:nvPr/>
          </p:nvSpPr>
          <p:spPr>
            <a:xfrm>
              <a:off x="5448844" y="3674802"/>
              <a:ext cx="45871" cy="23558"/>
            </a:xfrm>
            <a:custGeom>
              <a:rect b="b" l="l" r="r" t="t"/>
              <a:pathLst>
                <a:path extrusionOk="0" h="795" w="1548">
                  <a:moveTo>
                    <a:pt x="0" y="1"/>
                  </a:moveTo>
                  <a:lnTo>
                    <a:pt x="0" y="1"/>
                  </a:lnTo>
                  <a:cubicBezTo>
                    <a:pt x="37" y="491"/>
                    <a:pt x="460" y="795"/>
                    <a:pt x="886" y="795"/>
                  </a:cubicBezTo>
                  <a:cubicBezTo>
                    <a:pt x="1128" y="795"/>
                    <a:pt x="1372" y="696"/>
                    <a:pt x="1547" y="478"/>
                  </a:cubicBezTo>
                  <a:cubicBezTo>
                    <a:pt x="1469" y="428"/>
                    <a:pt x="1381" y="388"/>
                    <a:pt x="1289" y="358"/>
                  </a:cubicBezTo>
                  <a:lnTo>
                    <a:pt x="280" y="47"/>
                  </a:lnTo>
                  <a:cubicBezTo>
                    <a:pt x="187" y="18"/>
                    <a:pt x="94" y="2"/>
                    <a:pt x="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45"/>
            <p:cNvSpPr/>
            <p:nvPr/>
          </p:nvSpPr>
          <p:spPr>
            <a:xfrm>
              <a:off x="5634699" y="3466248"/>
              <a:ext cx="106884" cy="50642"/>
            </a:xfrm>
            <a:custGeom>
              <a:rect b="b" l="l" r="r" t="t"/>
              <a:pathLst>
                <a:path extrusionOk="0" h="1709" w="3607">
                  <a:moveTo>
                    <a:pt x="1804" y="0"/>
                  </a:moveTo>
                  <a:cubicBezTo>
                    <a:pt x="1658" y="0"/>
                    <a:pt x="1519" y="37"/>
                    <a:pt x="1400" y="101"/>
                  </a:cubicBezTo>
                  <a:cubicBezTo>
                    <a:pt x="1208" y="205"/>
                    <a:pt x="997" y="271"/>
                    <a:pt x="778" y="271"/>
                  </a:cubicBezTo>
                  <a:cubicBezTo>
                    <a:pt x="768" y="271"/>
                    <a:pt x="758" y="271"/>
                    <a:pt x="748" y="271"/>
                  </a:cubicBezTo>
                  <a:lnTo>
                    <a:pt x="717" y="271"/>
                  </a:lnTo>
                  <a:cubicBezTo>
                    <a:pt x="321" y="278"/>
                    <a:pt x="1" y="619"/>
                    <a:pt x="15" y="1015"/>
                  </a:cubicBezTo>
                  <a:cubicBezTo>
                    <a:pt x="27" y="1399"/>
                    <a:pt x="344" y="1708"/>
                    <a:pt x="733" y="1708"/>
                  </a:cubicBezTo>
                  <a:cubicBezTo>
                    <a:pt x="885" y="1708"/>
                    <a:pt x="1026" y="1662"/>
                    <a:pt x="1143" y="1579"/>
                  </a:cubicBezTo>
                  <a:cubicBezTo>
                    <a:pt x="1175" y="1558"/>
                    <a:pt x="1211" y="1547"/>
                    <a:pt x="1248" y="1547"/>
                  </a:cubicBezTo>
                  <a:cubicBezTo>
                    <a:pt x="1281" y="1547"/>
                    <a:pt x="1315" y="1556"/>
                    <a:pt x="1345" y="1575"/>
                  </a:cubicBezTo>
                  <a:cubicBezTo>
                    <a:pt x="1477" y="1660"/>
                    <a:pt x="1634" y="1708"/>
                    <a:pt x="1804" y="1708"/>
                  </a:cubicBezTo>
                  <a:cubicBezTo>
                    <a:pt x="1973" y="1708"/>
                    <a:pt x="2130" y="1660"/>
                    <a:pt x="2262" y="1575"/>
                  </a:cubicBezTo>
                  <a:cubicBezTo>
                    <a:pt x="2292" y="1556"/>
                    <a:pt x="2326" y="1547"/>
                    <a:pt x="2360" y="1547"/>
                  </a:cubicBezTo>
                  <a:cubicBezTo>
                    <a:pt x="2396" y="1547"/>
                    <a:pt x="2433" y="1558"/>
                    <a:pt x="2464" y="1579"/>
                  </a:cubicBezTo>
                  <a:cubicBezTo>
                    <a:pt x="2581" y="1662"/>
                    <a:pt x="2722" y="1708"/>
                    <a:pt x="2875" y="1708"/>
                  </a:cubicBezTo>
                  <a:cubicBezTo>
                    <a:pt x="3263" y="1708"/>
                    <a:pt x="3579" y="1401"/>
                    <a:pt x="3593" y="1015"/>
                  </a:cubicBezTo>
                  <a:cubicBezTo>
                    <a:pt x="3607" y="619"/>
                    <a:pt x="3287" y="278"/>
                    <a:pt x="2890" y="271"/>
                  </a:cubicBezTo>
                  <a:lnTo>
                    <a:pt x="2859" y="271"/>
                  </a:lnTo>
                  <a:cubicBezTo>
                    <a:pt x="2850" y="271"/>
                    <a:pt x="2840" y="271"/>
                    <a:pt x="2830" y="271"/>
                  </a:cubicBezTo>
                  <a:cubicBezTo>
                    <a:pt x="2612" y="271"/>
                    <a:pt x="2401" y="204"/>
                    <a:pt x="2208" y="101"/>
                  </a:cubicBezTo>
                  <a:cubicBezTo>
                    <a:pt x="2087" y="37"/>
                    <a:pt x="1950" y="0"/>
                    <a:pt x="1804"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3" name="Google Shape;10503;p45"/>
          <p:cNvGrpSpPr/>
          <p:nvPr/>
        </p:nvGrpSpPr>
        <p:grpSpPr>
          <a:xfrm>
            <a:off x="2068872" y="2011530"/>
            <a:ext cx="396424" cy="413610"/>
            <a:chOff x="2068872" y="2011530"/>
            <a:chExt cx="396424" cy="413610"/>
          </a:xfrm>
        </p:grpSpPr>
        <p:sp>
          <p:nvSpPr>
            <p:cNvPr id="10504" name="Google Shape;10504;p45"/>
            <p:cNvSpPr/>
            <p:nvPr/>
          </p:nvSpPr>
          <p:spPr>
            <a:xfrm>
              <a:off x="2068872" y="2029457"/>
              <a:ext cx="395683" cy="395683"/>
            </a:xfrm>
            <a:custGeom>
              <a:rect b="b" l="l" r="r" t="t"/>
              <a:pathLst>
                <a:path extrusionOk="0" h="13353" w="13353">
                  <a:moveTo>
                    <a:pt x="6677" y="0"/>
                  </a:moveTo>
                  <a:cubicBezTo>
                    <a:pt x="2991" y="0"/>
                    <a:pt x="0" y="2988"/>
                    <a:pt x="0" y="6677"/>
                  </a:cubicBezTo>
                  <a:cubicBezTo>
                    <a:pt x="0" y="6712"/>
                    <a:pt x="0" y="6750"/>
                    <a:pt x="2" y="6785"/>
                  </a:cubicBezTo>
                  <a:cubicBezTo>
                    <a:pt x="2" y="6787"/>
                    <a:pt x="330" y="10718"/>
                    <a:pt x="3419" y="12503"/>
                  </a:cubicBezTo>
                  <a:cubicBezTo>
                    <a:pt x="4043" y="12852"/>
                    <a:pt x="4729" y="13106"/>
                    <a:pt x="5458" y="13239"/>
                  </a:cubicBezTo>
                  <a:cubicBezTo>
                    <a:pt x="5487" y="13246"/>
                    <a:pt x="5517" y="13249"/>
                    <a:pt x="5545" y="13255"/>
                  </a:cubicBezTo>
                  <a:cubicBezTo>
                    <a:pt x="5561" y="13256"/>
                    <a:pt x="5575" y="13260"/>
                    <a:pt x="5590" y="13263"/>
                  </a:cubicBezTo>
                  <a:cubicBezTo>
                    <a:pt x="5621" y="13269"/>
                    <a:pt x="5652" y="13272"/>
                    <a:pt x="5683" y="13278"/>
                  </a:cubicBezTo>
                  <a:cubicBezTo>
                    <a:pt x="6008" y="13326"/>
                    <a:pt x="6341" y="13353"/>
                    <a:pt x="6677" y="13353"/>
                  </a:cubicBezTo>
                  <a:cubicBezTo>
                    <a:pt x="7014" y="13353"/>
                    <a:pt x="7345" y="13326"/>
                    <a:pt x="7670" y="13278"/>
                  </a:cubicBezTo>
                  <a:cubicBezTo>
                    <a:pt x="7679" y="13275"/>
                    <a:pt x="7687" y="13272"/>
                    <a:pt x="7696" y="13272"/>
                  </a:cubicBezTo>
                  <a:cubicBezTo>
                    <a:pt x="7945" y="13233"/>
                    <a:pt x="8191" y="13182"/>
                    <a:pt x="8428" y="13117"/>
                  </a:cubicBezTo>
                  <a:cubicBezTo>
                    <a:pt x="12274" y="12004"/>
                    <a:pt x="13351" y="6785"/>
                    <a:pt x="13351" y="6785"/>
                  </a:cubicBezTo>
                  <a:cubicBezTo>
                    <a:pt x="13351" y="6748"/>
                    <a:pt x="13353" y="6712"/>
                    <a:pt x="13353" y="6677"/>
                  </a:cubicBezTo>
                  <a:cubicBezTo>
                    <a:pt x="13353" y="2990"/>
                    <a:pt x="10364" y="0"/>
                    <a:pt x="6677"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45"/>
            <p:cNvSpPr/>
            <p:nvPr/>
          </p:nvSpPr>
          <p:spPr>
            <a:xfrm>
              <a:off x="2208382" y="2253627"/>
              <a:ext cx="60421" cy="58761"/>
            </a:xfrm>
            <a:custGeom>
              <a:rect b="b" l="l" r="r" t="t"/>
              <a:pathLst>
                <a:path extrusionOk="0" h="1983" w="2039">
                  <a:moveTo>
                    <a:pt x="705" y="1"/>
                  </a:moveTo>
                  <a:lnTo>
                    <a:pt x="1" y="406"/>
                  </a:lnTo>
                  <a:lnTo>
                    <a:pt x="910" y="1983"/>
                  </a:lnTo>
                  <a:lnTo>
                    <a:pt x="2039" y="1334"/>
                  </a:lnTo>
                  <a:lnTo>
                    <a:pt x="70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45"/>
            <p:cNvSpPr/>
            <p:nvPr/>
          </p:nvSpPr>
          <p:spPr>
            <a:xfrm>
              <a:off x="2261898" y="2154506"/>
              <a:ext cx="165320" cy="119330"/>
            </a:xfrm>
            <a:custGeom>
              <a:rect b="b" l="l" r="r" t="t"/>
              <a:pathLst>
                <a:path extrusionOk="0" h="4027" w="5579">
                  <a:moveTo>
                    <a:pt x="4669" y="1"/>
                  </a:moveTo>
                  <a:lnTo>
                    <a:pt x="1" y="2694"/>
                  </a:lnTo>
                  <a:lnTo>
                    <a:pt x="1332" y="4027"/>
                  </a:lnTo>
                  <a:lnTo>
                    <a:pt x="5578" y="1575"/>
                  </a:lnTo>
                  <a:lnTo>
                    <a:pt x="466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45"/>
            <p:cNvSpPr/>
            <p:nvPr/>
          </p:nvSpPr>
          <p:spPr>
            <a:xfrm>
              <a:off x="2114239" y="2275555"/>
              <a:ext cx="103980" cy="91416"/>
            </a:xfrm>
            <a:custGeom>
              <a:rect b="b" l="l" r="r" t="t"/>
              <a:pathLst>
                <a:path extrusionOk="0" h="3085" w="3509">
                  <a:moveTo>
                    <a:pt x="2599" y="1"/>
                  </a:moveTo>
                  <a:lnTo>
                    <a:pt x="0" y="1501"/>
                  </a:lnTo>
                  <a:cubicBezTo>
                    <a:pt x="206" y="2066"/>
                    <a:pt x="506" y="2601"/>
                    <a:pt x="897" y="3085"/>
                  </a:cubicBezTo>
                  <a:lnTo>
                    <a:pt x="3509" y="1577"/>
                  </a:lnTo>
                  <a:lnTo>
                    <a:pt x="2599"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45"/>
            <p:cNvSpPr/>
            <p:nvPr/>
          </p:nvSpPr>
          <p:spPr>
            <a:xfrm>
              <a:off x="2406030" y="2011530"/>
              <a:ext cx="23617" cy="88809"/>
            </a:xfrm>
            <a:custGeom>
              <a:rect b="b" l="l" r="r" t="t"/>
              <a:pathLst>
                <a:path extrusionOk="0" h="2997" w="797">
                  <a:moveTo>
                    <a:pt x="576" y="1"/>
                  </a:moveTo>
                  <a:cubicBezTo>
                    <a:pt x="453" y="1"/>
                    <a:pt x="354" y="99"/>
                    <a:pt x="354" y="221"/>
                  </a:cubicBezTo>
                  <a:cubicBezTo>
                    <a:pt x="354" y="515"/>
                    <a:pt x="1" y="579"/>
                    <a:pt x="1" y="1073"/>
                  </a:cubicBezTo>
                  <a:cubicBezTo>
                    <a:pt x="1" y="1572"/>
                    <a:pt x="354" y="1630"/>
                    <a:pt x="354" y="1924"/>
                  </a:cubicBezTo>
                  <a:cubicBezTo>
                    <a:pt x="354" y="2216"/>
                    <a:pt x="1" y="2281"/>
                    <a:pt x="1" y="2775"/>
                  </a:cubicBezTo>
                  <a:cubicBezTo>
                    <a:pt x="1" y="2898"/>
                    <a:pt x="100" y="2996"/>
                    <a:pt x="221" y="2996"/>
                  </a:cubicBezTo>
                  <a:cubicBezTo>
                    <a:pt x="343" y="2996"/>
                    <a:pt x="442" y="2898"/>
                    <a:pt x="444" y="2775"/>
                  </a:cubicBezTo>
                  <a:cubicBezTo>
                    <a:pt x="444" y="2482"/>
                    <a:pt x="797" y="2418"/>
                    <a:pt x="797" y="1924"/>
                  </a:cubicBezTo>
                  <a:cubicBezTo>
                    <a:pt x="797" y="1428"/>
                    <a:pt x="444" y="1364"/>
                    <a:pt x="444" y="1073"/>
                  </a:cubicBezTo>
                  <a:cubicBezTo>
                    <a:pt x="444" y="779"/>
                    <a:pt x="797" y="716"/>
                    <a:pt x="797" y="221"/>
                  </a:cubicBezTo>
                  <a:cubicBezTo>
                    <a:pt x="797" y="99"/>
                    <a:pt x="699" y="1"/>
                    <a:pt x="57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45"/>
            <p:cNvSpPr/>
            <p:nvPr/>
          </p:nvSpPr>
          <p:spPr>
            <a:xfrm>
              <a:off x="2441767" y="2074558"/>
              <a:ext cx="23528" cy="63621"/>
            </a:xfrm>
            <a:custGeom>
              <a:rect b="b" l="l" r="r" t="t"/>
              <a:pathLst>
                <a:path extrusionOk="0" h="2147" w="794">
                  <a:moveTo>
                    <a:pt x="220" y="0"/>
                  </a:moveTo>
                  <a:cubicBezTo>
                    <a:pt x="100" y="0"/>
                    <a:pt x="1" y="100"/>
                    <a:pt x="1" y="222"/>
                  </a:cubicBezTo>
                  <a:cubicBezTo>
                    <a:pt x="1" y="718"/>
                    <a:pt x="355" y="782"/>
                    <a:pt x="355" y="1074"/>
                  </a:cubicBezTo>
                  <a:cubicBezTo>
                    <a:pt x="355" y="1366"/>
                    <a:pt x="1" y="1432"/>
                    <a:pt x="1" y="1925"/>
                  </a:cubicBezTo>
                  <a:cubicBezTo>
                    <a:pt x="1" y="2047"/>
                    <a:pt x="99" y="2147"/>
                    <a:pt x="220" y="2147"/>
                  </a:cubicBezTo>
                  <a:cubicBezTo>
                    <a:pt x="343" y="2147"/>
                    <a:pt x="442" y="2047"/>
                    <a:pt x="441" y="1925"/>
                  </a:cubicBezTo>
                  <a:cubicBezTo>
                    <a:pt x="441" y="1634"/>
                    <a:pt x="794" y="1567"/>
                    <a:pt x="794" y="1074"/>
                  </a:cubicBezTo>
                  <a:cubicBezTo>
                    <a:pt x="794" y="574"/>
                    <a:pt x="441" y="516"/>
                    <a:pt x="441" y="222"/>
                  </a:cubicBezTo>
                  <a:cubicBezTo>
                    <a:pt x="441" y="100"/>
                    <a:pt x="343" y="0"/>
                    <a:pt x="22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45"/>
            <p:cNvSpPr/>
            <p:nvPr/>
          </p:nvSpPr>
          <p:spPr>
            <a:xfrm>
              <a:off x="2447901" y="2047266"/>
              <a:ext cx="15053" cy="19350"/>
            </a:xfrm>
            <a:custGeom>
              <a:rect b="b" l="l" r="r" t="t"/>
              <a:pathLst>
                <a:path extrusionOk="0" h="653" w="508">
                  <a:moveTo>
                    <a:pt x="285" y="1"/>
                  </a:moveTo>
                  <a:cubicBezTo>
                    <a:pt x="165" y="1"/>
                    <a:pt x="66" y="100"/>
                    <a:pt x="66" y="223"/>
                  </a:cubicBezTo>
                  <a:cubicBezTo>
                    <a:pt x="66" y="273"/>
                    <a:pt x="58" y="316"/>
                    <a:pt x="44" y="352"/>
                  </a:cubicBezTo>
                  <a:cubicBezTo>
                    <a:pt x="1" y="467"/>
                    <a:pt x="57" y="593"/>
                    <a:pt x="172" y="638"/>
                  </a:cubicBezTo>
                  <a:cubicBezTo>
                    <a:pt x="197" y="648"/>
                    <a:pt x="224" y="653"/>
                    <a:pt x="250" y="653"/>
                  </a:cubicBezTo>
                  <a:cubicBezTo>
                    <a:pt x="339" y="653"/>
                    <a:pt x="422" y="599"/>
                    <a:pt x="456" y="512"/>
                  </a:cubicBezTo>
                  <a:cubicBezTo>
                    <a:pt x="490" y="422"/>
                    <a:pt x="507" y="329"/>
                    <a:pt x="507" y="223"/>
                  </a:cubicBezTo>
                  <a:cubicBezTo>
                    <a:pt x="507" y="100"/>
                    <a:pt x="408" y="1"/>
                    <a:pt x="285"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45"/>
            <p:cNvSpPr/>
            <p:nvPr/>
          </p:nvSpPr>
          <p:spPr>
            <a:xfrm>
              <a:off x="2423069" y="2103657"/>
              <a:ext cx="13127" cy="17246"/>
            </a:xfrm>
            <a:custGeom>
              <a:rect b="b" l="l" r="r" t="t"/>
              <a:pathLst>
                <a:path extrusionOk="0" h="582" w="443">
                  <a:moveTo>
                    <a:pt x="220" y="1"/>
                  </a:moveTo>
                  <a:cubicBezTo>
                    <a:pt x="100" y="1"/>
                    <a:pt x="1" y="100"/>
                    <a:pt x="1" y="221"/>
                  </a:cubicBezTo>
                  <a:lnTo>
                    <a:pt x="1" y="360"/>
                  </a:lnTo>
                  <a:cubicBezTo>
                    <a:pt x="1" y="482"/>
                    <a:pt x="97" y="582"/>
                    <a:pt x="220" y="582"/>
                  </a:cubicBezTo>
                  <a:cubicBezTo>
                    <a:pt x="343" y="582"/>
                    <a:pt x="442" y="482"/>
                    <a:pt x="442" y="360"/>
                  </a:cubicBezTo>
                  <a:lnTo>
                    <a:pt x="442" y="221"/>
                  </a:lnTo>
                  <a:cubicBezTo>
                    <a:pt x="442" y="100"/>
                    <a:pt x="343" y="1"/>
                    <a:pt x="220"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45"/>
            <p:cNvSpPr/>
            <p:nvPr/>
          </p:nvSpPr>
          <p:spPr>
            <a:xfrm>
              <a:off x="2190513" y="2264828"/>
              <a:ext cx="46464" cy="57932"/>
            </a:xfrm>
            <a:custGeom>
              <a:rect b="b" l="l" r="r" t="t"/>
              <a:pathLst>
                <a:path extrusionOk="0" h="1955" w="1568">
                  <a:moveTo>
                    <a:pt x="658" y="0"/>
                  </a:moveTo>
                  <a:lnTo>
                    <a:pt x="1" y="378"/>
                  </a:lnTo>
                  <a:lnTo>
                    <a:pt x="910" y="1954"/>
                  </a:lnTo>
                  <a:lnTo>
                    <a:pt x="1567" y="1575"/>
                  </a:lnTo>
                  <a:lnTo>
                    <a:pt x="658" y="0"/>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45"/>
            <p:cNvSpPr/>
            <p:nvPr/>
          </p:nvSpPr>
          <p:spPr>
            <a:xfrm>
              <a:off x="2068901" y="2064009"/>
              <a:ext cx="395624" cy="358850"/>
            </a:xfrm>
            <a:custGeom>
              <a:rect b="b" l="l" r="r" t="t"/>
              <a:pathLst>
                <a:path extrusionOk="0" h="12110" w="13351">
                  <a:moveTo>
                    <a:pt x="6676" y="1344"/>
                  </a:moveTo>
                  <a:cubicBezTo>
                    <a:pt x="8065" y="1344"/>
                    <a:pt x="9454" y="1874"/>
                    <a:pt x="10515" y="2933"/>
                  </a:cubicBezTo>
                  <a:cubicBezTo>
                    <a:pt x="12394" y="4813"/>
                    <a:pt x="12607" y="7727"/>
                    <a:pt x="11154" y="9841"/>
                  </a:cubicBezTo>
                  <a:cubicBezTo>
                    <a:pt x="11100" y="9919"/>
                    <a:pt x="11015" y="9959"/>
                    <a:pt x="10930" y="9959"/>
                  </a:cubicBezTo>
                  <a:cubicBezTo>
                    <a:pt x="10861" y="9959"/>
                    <a:pt x="10792" y="9933"/>
                    <a:pt x="10739" y="9880"/>
                  </a:cubicBezTo>
                  <a:lnTo>
                    <a:pt x="3567" y="2710"/>
                  </a:lnTo>
                  <a:cubicBezTo>
                    <a:pt x="3446" y="2590"/>
                    <a:pt x="3466" y="2389"/>
                    <a:pt x="3606" y="2295"/>
                  </a:cubicBezTo>
                  <a:cubicBezTo>
                    <a:pt x="4528" y="1661"/>
                    <a:pt x="5602" y="1344"/>
                    <a:pt x="6676" y="1344"/>
                  </a:cubicBezTo>
                  <a:close/>
                  <a:moveTo>
                    <a:pt x="6676" y="1"/>
                  </a:moveTo>
                  <a:cubicBezTo>
                    <a:pt x="4943" y="1"/>
                    <a:pt x="3209" y="662"/>
                    <a:pt x="1886" y="1984"/>
                  </a:cubicBezTo>
                  <a:cubicBezTo>
                    <a:pt x="857" y="3011"/>
                    <a:pt x="231" y="4286"/>
                    <a:pt x="1" y="5616"/>
                  </a:cubicBezTo>
                  <a:cubicBezTo>
                    <a:pt x="54" y="8916"/>
                    <a:pt x="2502" y="11635"/>
                    <a:pt x="5682" y="12109"/>
                  </a:cubicBezTo>
                  <a:cubicBezTo>
                    <a:pt x="4641" y="11916"/>
                    <a:pt x="3644" y="11417"/>
                    <a:pt x="2838" y="10611"/>
                  </a:cubicBezTo>
                  <a:cubicBezTo>
                    <a:pt x="958" y="8731"/>
                    <a:pt x="746" y="5817"/>
                    <a:pt x="2199" y="3701"/>
                  </a:cubicBezTo>
                  <a:cubicBezTo>
                    <a:pt x="2252" y="3623"/>
                    <a:pt x="2338" y="3583"/>
                    <a:pt x="2424" y="3583"/>
                  </a:cubicBezTo>
                  <a:cubicBezTo>
                    <a:pt x="2492" y="3583"/>
                    <a:pt x="2561" y="3609"/>
                    <a:pt x="2614" y="3662"/>
                  </a:cubicBezTo>
                  <a:lnTo>
                    <a:pt x="9786" y="10834"/>
                  </a:lnTo>
                  <a:cubicBezTo>
                    <a:pt x="9904" y="10954"/>
                    <a:pt x="9885" y="11155"/>
                    <a:pt x="9746" y="11249"/>
                  </a:cubicBezTo>
                  <a:cubicBezTo>
                    <a:pt x="9108" y="11686"/>
                    <a:pt x="8401" y="11972"/>
                    <a:pt x="7669" y="12109"/>
                  </a:cubicBezTo>
                  <a:cubicBezTo>
                    <a:pt x="10849" y="11635"/>
                    <a:pt x="13296" y="8916"/>
                    <a:pt x="13350" y="5616"/>
                  </a:cubicBezTo>
                  <a:cubicBezTo>
                    <a:pt x="13120" y="4286"/>
                    <a:pt x="12492" y="3011"/>
                    <a:pt x="11465" y="1984"/>
                  </a:cubicBezTo>
                  <a:cubicBezTo>
                    <a:pt x="10143" y="662"/>
                    <a:pt x="8410" y="1"/>
                    <a:pt x="6676"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45"/>
            <p:cNvSpPr/>
            <p:nvPr/>
          </p:nvSpPr>
          <p:spPr>
            <a:xfrm>
              <a:off x="2378502" y="2154418"/>
              <a:ext cx="48627" cy="58761"/>
            </a:xfrm>
            <a:custGeom>
              <a:rect b="b" l="l" r="r" t="t"/>
              <a:pathLst>
                <a:path extrusionOk="0" h="1983" w="1641">
                  <a:moveTo>
                    <a:pt x="731" y="0"/>
                  </a:moveTo>
                  <a:lnTo>
                    <a:pt x="0" y="425"/>
                  </a:lnTo>
                  <a:lnTo>
                    <a:pt x="939" y="1982"/>
                  </a:lnTo>
                  <a:lnTo>
                    <a:pt x="1640" y="1577"/>
                  </a:lnTo>
                  <a:lnTo>
                    <a:pt x="7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45"/>
            <p:cNvSpPr/>
            <p:nvPr/>
          </p:nvSpPr>
          <p:spPr>
            <a:xfrm>
              <a:off x="2399363" y="2146150"/>
              <a:ext cx="53902" cy="55472"/>
            </a:xfrm>
            <a:custGeom>
              <a:rect b="b" l="l" r="r" t="t"/>
              <a:pathLst>
                <a:path extrusionOk="0" h="1872" w="1819">
                  <a:moveTo>
                    <a:pt x="596" y="0"/>
                  </a:moveTo>
                  <a:cubicBezTo>
                    <a:pt x="543" y="0"/>
                    <a:pt x="490" y="14"/>
                    <a:pt x="442" y="42"/>
                  </a:cubicBezTo>
                  <a:lnTo>
                    <a:pt x="0" y="295"/>
                  </a:lnTo>
                  <a:lnTo>
                    <a:pt x="910" y="1871"/>
                  </a:lnTo>
                  <a:lnTo>
                    <a:pt x="1611" y="1467"/>
                  </a:lnTo>
                  <a:cubicBezTo>
                    <a:pt x="1786" y="1368"/>
                    <a:pt x="1819" y="1133"/>
                    <a:pt x="1679" y="990"/>
                  </a:cubicBezTo>
                  <a:lnTo>
                    <a:pt x="815" y="93"/>
                  </a:lnTo>
                  <a:cubicBezTo>
                    <a:pt x="756" y="32"/>
                    <a:pt x="676" y="0"/>
                    <a:pt x="596"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6" name="Google Shape;10516;p45"/>
          <p:cNvGrpSpPr/>
          <p:nvPr/>
        </p:nvGrpSpPr>
        <p:grpSpPr>
          <a:xfrm>
            <a:off x="4719321" y="3403813"/>
            <a:ext cx="398883" cy="413403"/>
            <a:chOff x="4719321" y="3403813"/>
            <a:chExt cx="398883" cy="413403"/>
          </a:xfrm>
        </p:grpSpPr>
        <p:sp>
          <p:nvSpPr>
            <p:cNvPr id="10517" name="Google Shape;10517;p45"/>
            <p:cNvSpPr/>
            <p:nvPr/>
          </p:nvSpPr>
          <p:spPr>
            <a:xfrm>
              <a:off x="4750643" y="3421563"/>
              <a:ext cx="367562" cy="267878"/>
            </a:xfrm>
            <a:custGeom>
              <a:rect b="b" l="l" r="r" t="t"/>
              <a:pathLst>
                <a:path extrusionOk="0" h="9040" w="12404">
                  <a:moveTo>
                    <a:pt x="5618" y="0"/>
                  </a:moveTo>
                  <a:cubicBezTo>
                    <a:pt x="3262" y="0"/>
                    <a:pt x="1188" y="1224"/>
                    <a:pt x="1" y="3069"/>
                  </a:cubicBezTo>
                  <a:lnTo>
                    <a:pt x="38" y="9039"/>
                  </a:lnTo>
                  <a:lnTo>
                    <a:pt x="11076" y="9039"/>
                  </a:lnTo>
                  <a:cubicBezTo>
                    <a:pt x="12403" y="5324"/>
                    <a:pt x="10117" y="1757"/>
                    <a:pt x="10117" y="1757"/>
                  </a:cubicBezTo>
                  <a:lnTo>
                    <a:pt x="10132" y="1757"/>
                  </a:lnTo>
                  <a:cubicBezTo>
                    <a:pt x="8943" y="667"/>
                    <a:pt x="7359" y="0"/>
                    <a:pt x="5618"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45"/>
            <p:cNvSpPr/>
            <p:nvPr/>
          </p:nvSpPr>
          <p:spPr>
            <a:xfrm>
              <a:off x="4751739" y="3689411"/>
              <a:ext cx="327084" cy="107862"/>
            </a:xfrm>
            <a:custGeom>
              <a:rect b="b" l="l" r="r" t="t"/>
              <a:pathLst>
                <a:path extrusionOk="0" h="3640" w="11038">
                  <a:moveTo>
                    <a:pt x="1" y="0"/>
                  </a:moveTo>
                  <a:lnTo>
                    <a:pt x="9" y="1314"/>
                  </a:lnTo>
                  <a:cubicBezTo>
                    <a:pt x="537" y="2114"/>
                    <a:pt x="1235" y="2795"/>
                    <a:pt x="2050" y="3303"/>
                  </a:cubicBezTo>
                  <a:cubicBezTo>
                    <a:pt x="2050" y="3303"/>
                    <a:pt x="3360" y="3639"/>
                    <a:pt x="4994" y="3639"/>
                  </a:cubicBezTo>
                  <a:cubicBezTo>
                    <a:pt x="6985" y="3639"/>
                    <a:pt x="9456" y="3141"/>
                    <a:pt x="10627" y="931"/>
                  </a:cubicBezTo>
                  <a:cubicBezTo>
                    <a:pt x="10790" y="622"/>
                    <a:pt x="10927" y="311"/>
                    <a:pt x="11037" y="3"/>
                  </a:cubicBezTo>
                  <a:lnTo>
                    <a:pt x="1" y="0"/>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45"/>
            <p:cNvSpPr/>
            <p:nvPr/>
          </p:nvSpPr>
          <p:spPr>
            <a:xfrm>
              <a:off x="4843600" y="3473360"/>
              <a:ext cx="223251" cy="188611"/>
            </a:xfrm>
            <a:custGeom>
              <a:rect b="b" l="l" r="r" t="t"/>
              <a:pathLst>
                <a:path extrusionOk="0" h="6365" w="7534">
                  <a:moveTo>
                    <a:pt x="2210" y="1"/>
                  </a:moveTo>
                  <a:cubicBezTo>
                    <a:pt x="2094" y="1"/>
                    <a:pt x="1976" y="8"/>
                    <a:pt x="1858" y="23"/>
                  </a:cubicBezTo>
                  <a:cubicBezTo>
                    <a:pt x="1039" y="125"/>
                    <a:pt x="375" y="607"/>
                    <a:pt x="0" y="1259"/>
                  </a:cubicBezTo>
                  <a:cubicBezTo>
                    <a:pt x="1580" y="1818"/>
                    <a:pt x="2711" y="3264"/>
                    <a:pt x="2711" y="4955"/>
                  </a:cubicBezTo>
                  <a:cubicBezTo>
                    <a:pt x="2711" y="5414"/>
                    <a:pt x="2629" y="5861"/>
                    <a:pt x="2466" y="6289"/>
                  </a:cubicBezTo>
                  <a:lnTo>
                    <a:pt x="2452" y="6326"/>
                  </a:lnTo>
                  <a:lnTo>
                    <a:pt x="2486" y="6348"/>
                  </a:lnTo>
                  <a:cubicBezTo>
                    <a:pt x="2492" y="6354"/>
                    <a:pt x="2502" y="6359"/>
                    <a:pt x="2511" y="6365"/>
                  </a:cubicBezTo>
                  <a:cubicBezTo>
                    <a:pt x="4347" y="5815"/>
                    <a:pt x="5798" y="4967"/>
                    <a:pt x="6832" y="3839"/>
                  </a:cubicBezTo>
                  <a:lnTo>
                    <a:pt x="6840" y="3831"/>
                  </a:lnTo>
                  <a:lnTo>
                    <a:pt x="6843" y="3822"/>
                  </a:lnTo>
                  <a:cubicBezTo>
                    <a:pt x="7022" y="3287"/>
                    <a:pt x="7132" y="2729"/>
                    <a:pt x="7171" y="2166"/>
                  </a:cubicBezTo>
                  <a:cubicBezTo>
                    <a:pt x="7183" y="1994"/>
                    <a:pt x="7308" y="1848"/>
                    <a:pt x="7477" y="1803"/>
                  </a:cubicBezTo>
                  <a:lnTo>
                    <a:pt x="7533" y="1789"/>
                  </a:lnTo>
                  <a:lnTo>
                    <a:pt x="6883" y="287"/>
                  </a:lnTo>
                  <a:cubicBezTo>
                    <a:pt x="6865" y="242"/>
                    <a:pt x="6866" y="192"/>
                    <a:pt x="6888" y="147"/>
                  </a:cubicBezTo>
                  <a:cubicBezTo>
                    <a:pt x="6890" y="144"/>
                    <a:pt x="6891" y="139"/>
                    <a:pt x="6894" y="138"/>
                  </a:cubicBezTo>
                  <a:cubicBezTo>
                    <a:pt x="6734" y="83"/>
                    <a:pt x="6569" y="45"/>
                    <a:pt x="6394" y="23"/>
                  </a:cubicBezTo>
                  <a:cubicBezTo>
                    <a:pt x="6276" y="8"/>
                    <a:pt x="6158" y="1"/>
                    <a:pt x="6042" y="1"/>
                  </a:cubicBezTo>
                  <a:cubicBezTo>
                    <a:pt x="5736" y="1"/>
                    <a:pt x="5439" y="51"/>
                    <a:pt x="5161" y="146"/>
                  </a:cubicBezTo>
                  <a:cubicBezTo>
                    <a:pt x="4825" y="258"/>
                    <a:pt x="4476" y="315"/>
                    <a:pt x="4126" y="315"/>
                  </a:cubicBezTo>
                  <a:cubicBezTo>
                    <a:pt x="3776" y="315"/>
                    <a:pt x="3426" y="258"/>
                    <a:pt x="3091" y="146"/>
                  </a:cubicBezTo>
                  <a:cubicBezTo>
                    <a:pt x="2813" y="51"/>
                    <a:pt x="2516" y="1"/>
                    <a:pt x="2210"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45"/>
            <p:cNvSpPr/>
            <p:nvPr/>
          </p:nvSpPr>
          <p:spPr>
            <a:xfrm>
              <a:off x="4719321" y="3501837"/>
              <a:ext cx="206064" cy="198064"/>
            </a:xfrm>
            <a:custGeom>
              <a:rect b="b" l="l" r="r" t="t"/>
              <a:pathLst>
                <a:path extrusionOk="0" h="6684" w="6954">
                  <a:moveTo>
                    <a:pt x="2740" y="1"/>
                  </a:moveTo>
                  <a:cubicBezTo>
                    <a:pt x="2152" y="1"/>
                    <a:pt x="1592" y="116"/>
                    <a:pt x="1086" y="321"/>
                  </a:cubicBezTo>
                  <a:cubicBezTo>
                    <a:pt x="400" y="1370"/>
                    <a:pt x="1" y="2623"/>
                    <a:pt x="1" y="3971"/>
                  </a:cubicBezTo>
                  <a:cubicBezTo>
                    <a:pt x="1" y="4936"/>
                    <a:pt x="207" y="5855"/>
                    <a:pt x="576" y="6683"/>
                  </a:cubicBezTo>
                  <a:cubicBezTo>
                    <a:pt x="579" y="6649"/>
                    <a:pt x="584" y="6616"/>
                    <a:pt x="591" y="6585"/>
                  </a:cubicBezTo>
                  <a:cubicBezTo>
                    <a:pt x="630" y="6424"/>
                    <a:pt x="731" y="6288"/>
                    <a:pt x="874" y="6203"/>
                  </a:cubicBezTo>
                  <a:cubicBezTo>
                    <a:pt x="974" y="6143"/>
                    <a:pt x="1087" y="6111"/>
                    <a:pt x="1201" y="6111"/>
                  </a:cubicBezTo>
                  <a:cubicBezTo>
                    <a:pt x="1249" y="6111"/>
                    <a:pt x="1297" y="6117"/>
                    <a:pt x="1344" y="6128"/>
                  </a:cubicBezTo>
                  <a:lnTo>
                    <a:pt x="1794" y="6240"/>
                  </a:lnTo>
                  <a:lnTo>
                    <a:pt x="1815" y="6214"/>
                  </a:lnTo>
                  <a:cubicBezTo>
                    <a:pt x="1877" y="6131"/>
                    <a:pt x="1973" y="6082"/>
                    <a:pt x="2076" y="6082"/>
                  </a:cubicBezTo>
                  <a:cubicBezTo>
                    <a:pt x="2674" y="6080"/>
                    <a:pt x="4258" y="6027"/>
                    <a:pt x="6015" y="5595"/>
                  </a:cubicBezTo>
                  <a:cubicBezTo>
                    <a:pt x="6242" y="5538"/>
                    <a:pt x="6464" y="5478"/>
                    <a:pt x="6680" y="5413"/>
                  </a:cubicBezTo>
                  <a:cubicBezTo>
                    <a:pt x="6856" y="4973"/>
                    <a:pt x="6954" y="4496"/>
                    <a:pt x="6954" y="3997"/>
                  </a:cubicBezTo>
                  <a:cubicBezTo>
                    <a:pt x="6954" y="1788"/>
                    <a:pt x="5066" y="1"/>
                    <a:pt x="2740"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45"/>
            <p:cNvSpPr/>
            <p:nvPr/>
          </p:nvSpPr>
          <p:spPr>
            <a:xfrm>
              <a:off x="4745042" y="3716999"/>
              <a:ext cx="41041" cy="20802"/>
            </a:xfrm>
            <a:custGeom>
              <a:rect b="b" l="l" r="r" t="t"/>
              <a:pathLst>
                <a:path extrusionOk="0" h="702" w="1385">
                  <a:moveTo>
                    <a:pt x="0" y="0"/>
                  </a:moveTo>
                  <a:cubicBezTo>
                    <a:pt x="81" y="146"/>
                    <a:pt x="171" y="288"/>
                    <a:pt x="261" y="426"/>
                  </a:cubicBezTo>
                  <a:cubicBezTo>
                    <a:pt x="616" y="565"/>
                    <a:pt x="993" y="659"/>
                    <a:pt x="1385" y="701"/>
                  </a:cubicBezTo>
                  <a:cubicBezTo>
                    <a:pt x="1135" y="572"/>
                    <a:pt x="942" y="456"/>
                    <a:pt x="818" y="378"/>
                  </a:cubicBezTo>
                  <a:cubicBezTo>
                    <a:pt x="760" y="341"/>
                    <a:pt x="715" y="286"/>
                    <a:pt x="689" y="223"/>
                  </a:cubicBezTo>
                  <a:lnTo>
                    <a:pt x="679" y="199"/>
                  </a:lnTo>
                  <a:lnTo>
                    <a:pt x="179" y="77"/>
                  </a:lnTo>
                  <a:cubicBezTo>
                    <a:pt x="113" y="61"/>
                    <a:pt x="54" y="35"/>
                    <a:pt x="0" y="0"/>
                  </a:cubicBezTo>
                  <a:close/>
                </a:path>
              </a:pathLst>
            </a:custGeom>
            <a:solidFill>
              <a:srgbClr val="5DB3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45"/>
            <p:cNvSpPr/>
            <p:nvPr/>
          </p:nvSpPr>
          <p:spPr>
            <a:xfrm>
              <a:off x="4800485" y="3537722"/>
              <a:ext cx="30" cy="30"/>
            </a:xfrm>
            <a:custGeom>
              <a:rect b="b" l="l" r="r" t="t"/>
              <a:pathLst>
                <a:path extrusionOk="0" h="1" w="1">
                  <a:moveTo>
                    <a:pt x="1" y="1"/>
                  </a:moveTo>
                  <a:close/>
                </a:path>
              </a:pathLst>
            </a:custGeom>
            <a:solidFill>
              <a:srgbClr val="5DB3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45"/>
            <p:cNvSpPr/>
            <p:nvPr/>
          </p:nvSpPr>
          <p:spPr>
            <a:xfrm>
              <a:off x="4793165" y="3424022"/>
              <a:ext cx="59087" cy="93520"/>
            </a:xfrm>
            <a:custGeom>
              <a:rect b="b" l="l" r="r" t="t"/>
              <a:pathLst>
                <a:path extrusionOk="0" h="3156" w="1994">
                  <a:moveTo>
                    <a:pt x="1732" y="0"/>
                  </a:moveTo>
                  <a:cubicBezTo>
                    <a:pt x="1691" y="0"/>
                    <a:pt x="1650" y="11"/>
                    <a:pt x="1612" y="34"/>
                  </a:cubicBezTo>
                  <a:cubicBezTo>
                    <a:pt x="1547" y="76"/>
                    <a:pt x="0" y="1057"/>
                    <a:pt x="0" y="2925"/>
                  </a:cubicBezTo>
                  <a:cubicBezTo>
                    <a:pt x="0" y="3053"/>
                    <a:pt x="103" y="3155"/>
                    <a:pt x="229" y="3155"/>
                  </a:cubicBezTo>
                  <a:cubicBezTo>
                    <a:pt x="356" y="3155"/>
                    <a:pt x="459" y="3054"/>
                    <a:pt x="457" y="2927"/>
                  </a:cubicBezTo>
                  <a:cubicBezTo>
                    <a:pt x="457" y="1316"/>
                    <a:pt x="1841" y="432"/>
                    <a:pt x="1853" y="423"/>
                  </a:cubicBezTo>
                  <a:cubicBezTo>
                    <a:pt x="1960" y="357"/>
                    <a:pt x="1993" y="216"/>
                    <a:pt x="1928" y="109"/>
                  </a:cubicBezTo>
                  <a:cubicBezTo>
                    <a:pt x="1884" y="39"/>
                    <a:pt x="1809" y="0"/>
                    <a:pt x="1732"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45"/>
            <p:cNvSpPr/>
            <p:nvPr/>
          </p:nvSpPr>
          <p:spPr>
            <a:xfrm>
              <a:off x="4936142" y="3492592"/>
              <a:ext cx="59947" cy="24980"/>
            </a:xfrm>
            <a:custGeom>
              <a:rect b="b" l="l" r="r" t="t"/>
              <a:pathLst>
                <a:path extrusionOk="0" h="843" w="2023">
                  <a:moveTo>
                    <a:pt x="1764" y="1"/>
                  </a:moveTo>
                  <a:cubicBezTo>
                    <a:pt x="1692" y="1"/>
                    <a:pt x="1622" y="34"/>
                    <a:pt x="1576" y="97"/>
                  </a:cubicBezTo>
                  <a:cubicBezTo>
                    <a:pt x="1447" y="280"/>
                    <a:pt x="1231" y="389"/>
                    <a:pt x="997" y="389"/>
                  </a:cubicBezTo>
                  <a:cubicBezTo>
                    <a:pt x="773" y="389"/>
                    <a:pt x="569" y="291"/>
                    <a:pt x="436" y="125"/>
                  </a:cubicBezTo>
                  <a:cubicBezTo>
                    <a:pt x="391" y="67"/>
                    <a:pt x="324" y="38"/>
                    <a:pt x="257" y="38"/>
                  </a:cubicBezTo>
                  <a:cubicBezTo>
                    <a:pt x="207" y="38"/>
                    <a:pt x="156" y="54"/>
                    <a:pt x="114" y="87"/>
                  </a:cubicBezTo>
                  <a:cubicBezTo>
                    <a:pt x="16" y="165"/>
                    <a:pt x="0" y="308"/>
                    <a:pt x="78" y="408"/>
                  </a:cubicBezTo>
                  <a:cubicBezTo>
                    <a:pt x="299" y="684"/>
                    <a:pt x="633" y="843"/>
                    <a:pt x="997" y="843"/>
                  </a:cubicBezTo>
                  <a:cubicBezTo>
                    <a:pt x="1379" y="843"/>
                    <a:pt x="1735" y="662"/>
                    <a:pt x="1950" y="361"/>
                  </a:cubicBezTo>
                  <a:cubicBezTo>
                    <a:pt x="2023" y="258"/>
                    <a:pt x="1999" y="117"/>
                    <a:pt x="1895" y="42"/>
                  </a:cubicBezTo>
                  <a:cubicBezTo>
                    <a:pt x="1855" y="14"/>
                    <a:pt x="1809" y="1"/>
                    <a:pt x="1764"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45"/>
            <p:cNvSpPr/>
            <p:nvPr/>
          </p:nvSpPr>
          <p:spPr>
            <a:xfrm>
              <a:off x="4958337" y="3403813"/>
              <a:ext cx="59117" cy="93550"/>
            </a:xfrm>
            <a:custGeom>
              <a:rect b="b" l="l" r="r" t="t"/>
              <a:pathLst>
                <a:path extrusionOk="0" h="3157" w="1995">
                  <a:moveTo>
                    <a:pt x="1734" y="0"/>
                  </a:moveTo>
                  <a:cubicBezTo>
                    <a:pt x="1693" y="0"/>
                    <a:pt x="1651" y="12"/>
                    <a:pt x="1614" y="35"/>
                  </a:cubicBezTo>
                  <a:cubicBezTo>
                    <a:pt x="1547" y="76"/>
                    <a:pt x="1" y="1058"/>
                    <a:pt x="1" y="2928"/>
                  </a:cubicBezTo>
                  <a:cubicBezTo>
                    <a:pt x="1" y="3054"/>
                    <a:pt x="103" y="3156"/>
                    <a:pt x="231" y="3156"/>
                  </a:cubicBezTo>
                  <a:cubicBezTo>
                    <a:pt x="356" y="3156"/>
                    <a:pt x="459" y="3054"/>
                    <a:pt x="458" y="2928"/>
                  </a:cubicBezTo>
                  <a:cubicBezTo>
                    <a:pt x="458" y="1317"/>
                    <a:pt x="1841" y="433"/>
                    <a:pt x="1855" y="424"/>
                  </a:cubicBezTo>
                  <a:cubicBezTo>
                    <a:pt x="1961" y="357"/>
                    <a:pt x="1995" y="215"/>
                    <a:pt x="1928" y="108"/>
                  </a:cubicBezTo>
                  <a:cubicBezTo>
                    <a:pt x="1886" y="39"/>
                    <a:pt x="1811" y="0"/>
                    <a:pt x="1734"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45"/>
            <p:cNvSpPr/>
            <p:nvPr/>
          </p:nvSpPr>
          <p:spPr>
            <a:xfrm>
              <a:off x="4732834" y="3681380"/>
              <a:ext cx="41011" cy="43204"/>
            </a:xfrm>
            <a:custGeom>
              <a:rect b="b" l="l" r="r" t="t"/>
              <a:pathLst>
                <a:path extrusionOk="0" h="1458" w="1384">
                  <a:moveTo>
                    <a:pt x="741" y="0"/>
                  </a:moveTo>
                  <a:cubicBezTo>
                    <a:pt x="438" y="0"/>
                    <a:pt x="161" y="206"/>
                    <a:pt x="87" y="512"/>
                  </a:cubicBezTo>
                  <a:cubicBezTo>
                    <a:pt x="0" y="871"/>
                    <a:pt x="221" y="1237"/>
                    <a:pt x="578" y="1325"/>
                  </a:cubicBezTo>
                  <a:lnTo>
                    <a:pt x="1119" y="1457"/>
                  </a:lnTo>
                  <a:cubicBezTo>
                    <a:pt x="1091" y="1389"/>
                    <a:pt x="1087" y="1311"/>
                    <a:pt x="1104" y="1233"/>
                  </a:cubicBezTo>
                  <a:lnTo>
                    <a:pt x="1320" y="279"/>
                  </a:lnTo>
                  <a:cubicBezTo>
                    <a:pt x="1331" y="228"/>
                    <a:pt x="1354" y="178"/>
                    <a:pt x="1384" y="138"/>
                  </a:cubicBezTo>
                  <a:lnTo>
                    <a:pt x="900" y="19"/>
                  </a:lnTo>
                  <a:cubicBezTo>
                    <a:pt x="847" y="7"/>
                    <a:pt x="794" y="0"/>
                    <a:pt x="741"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45"/>
            <p:cNvSpPr/>
            <p:nvPr/>
          </p:nvSpPr>
          <p:spPr>
            <a:xfrm>
              <a:off x="5044597" y="3473597"/>
              <a:ext cx="44627" cy="53664"/>
            </a:xfrm>
            <a:custGeom>
              <a:rect b="b" l="l" r="r" t="t"/>
              <a:pathLst>
                <a:path extrusionOk="0" h="1811" w="1506">
                  <a:moveTo>
                    <a:pt x="211" y="1"/>
                  </a:moveTo>
                  <a:lnTo>
                    <a:pt x="198" y="6"/>
                  </a:lnTo>
                  <a:cubicBezTo>
                    <a:pt x="71" y="38"/>
                    <a:pt x="1" y="178"/>
                    <a:pt x="52" y="301"/>
                  </a:cubicBezTo>
                  <a:lnTo>
                    <a:pt x="705" y="1810"/>
                  </a:lnTo>
                  <a:cubicBezTo>
                    <a:pt x="705" y="1807"/>
                    <a:pt x="708" y="1807"/>
                    <a:pt x="710" y="1807"/>
                  </a:cubicBezTo>
                  <a:lnTo>
                    <a:pt x="1506" y="1625"/>
                  </a:lnTo>
                  <a:cubicBezTo>
                    <a:pt x="1161" y="1017"/>
                    <a:pt x="721" y="469"/>
                    <a:pt x="211"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45"/>
            <p:cNvSpPr/>
            <p:nvPr/>
          </p:nvSpPr>
          <p:spPr>
            <a:xfrm>
              <a:off x="4762525" y="3582734"/>
              <a:ext cx="285391" cy="180847"/>
            </a:xfrm>
            <a:custGeom>
              <a:rect b="b" l="l" r="r" t="t"/>
              <a:pathLst>
                <a:path extrusionOk="0" h="6103" w="9631">
                  <a:moveTo>
                    <a:pt x="9630" y="0"/>
                  </a:moveTo>
                  <a:lnTo>
                    <a:pt x="9630" y="0"/>
                  </a:lnTo>
                  <a:cubicBezTo>
                    <a:pt x="6949" y="3064"/>
                    <a:pt x="1930" y="3294"/>
                    <a:pt x="618" y="3300"/>
                  </a:cubicBezTo>
                  <a:cubicBezTo>
                    <a:pt x="442" y="3300"/>
                    <a:pt x="290" y="3422"/>
                    <a:pt x="251" y="3592"/>
                  </a:cubicBezTo>
                  <a:lnTo>
                    <a:pt x="35" y="4547"/>
                  </a:lnTo>
                  <a:cubicBezTo>
                    <a:pt x="1" y="4702"/>
                    <a:pt x="66" y="4862"/>
                    <a:pt x="201" y="4948"/>
                  </a:cubicBezTo>
                  <a:cubicBezTo>
                    <a:pt x="640" y="5228"/>
                    <a:pt x="1711" y="5826"/>
                    <a:pt x="3193" y="6103"/>
                  </a:cubicBezTo>
                  <a:cubicBezTo>
                    <a:pt x="5192" y="5223"/>
                    <a:pt x="8598" y="3285"/>
                    <a:pt x="963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45"/>
            <p:cNvSpPr/>
            <p:nvPr/>
          </p:nvSpPr>
          <p:spPr>
            <a:xfrm>
              <a:off x="4794025" y="3691159"/>
              <a:ext cx="185588" cy="33040"/>
            </a:xfrm>
            <a:custGeom>
              <a:rect b="b" l="l" r="r" t="t"/>
              <a:pathLst>
                <a:path extrusionOk="0" h="1115" w="6263">
                  <a:moveTo>
                    <a:pt x="6004" y="1"/>
                  </a:moveTo>
                  <a:cubicBezTo>
                    <a:pt x="5975" y="1"/>
                    <a:pt x="5946" y="6"/>
                    <a:pt x="5919" y="17"/>
                  </a:cubicBezTo>
                  <a:cubicBezTo>
                    <a:pt x="4866" y="444"/>
                    <a:pt x="3700" y="658"/>
                    <a:pt x="2435" y="658"/>
                  </a:cubicBezTo>
                  <a:cubicBezTo>
                    <a:pt x="1747" y="658"/>
                    <a:pt x="1030" y="595"/>
                    <a:pt x="285" y="468"/>
                  </a:cubicBezTo>
                  <a:cubicBezTo>
                    <a:pt x="272" y="466"/>
                    <a:pt x="259" y="465"/>
                    <a:pt x="246" y="465"/>
                  </a:cubicBezTo>
                  <a:cubicBezTo>
                    <a:pt x="136" y="465"/>
                    <a:pt x="41" y="544"/>
                    <a:pt x="21" y="655"/>
                  </a:cubicBezTo>
                  <a:cubicBezTo>
                    <a:pt x="1" y="779"/>
                    <a:pt x="83" y="897"/>
                    <a:pt x="208" y="919"/>
                  </a:cubicBezTo>
                  <a:cubicBezTo>
                    <a:pt x="977" y="1050"/>
                    <a:pt x="1720" y="1115"/>
                    <a:pt x="2434" y="1115"/>
                  </a:cubicBezTo>
                  <a:cubicBezTo>
                    <a:pt x="3758" y="1115"/>
                    <a:pt x="4980" y="889"/>
                    <a:pt x="6090" y="440"/>
                  </a:cubicBezTo>
                  <a:cubicBezTo>
                    <a:pt x="6206" y="394"/>
                    <a:pt x="6262" y="260"/>
                    <a:pt x="6215" y="143"/>
                  </a:cubicBezTo>
                  <a:cubicBezTo>
                    <a:pt x="6180" y="55"/>
                    <a:pt x="6094" y="1"/>
                    <a:pt x="6004"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45"/>
            <p:cNvSpPr/>
            <p:nvPr/>
          </p:nvSpPr>
          <p:spPr>
            <a:xfrm>
              <a:off x="4812545" y="3520002"/>
              <a:ext cx="302489" cy="297214"/>
            </a:xfrm>
            <a:custGeom>
              <a:rect b="b" l="l" r="r" t="t"/>
              <a:pathLst>
                <a:path extrusionOk="0" h="10030" w="10208">
                  <a:moveTo>
                    <a:pt x="9302" y="0"/>
                  </a:moveTo>
                  <a:lnTo>
                    <a:pt x="8535" y="174"/>
                  </a:lnTo>
                  <a:cubicBezTo>
                    <a:pt x="8334" y="213"/>
                    <a:pt x="8182" y="383"/>
                    <a:pt x="8168" y="586"/>
                  </a:cubicBezTo>
                  <a:cubicBezTo>
                    <a:pt x="7809" y="5748"/>
                    <a:pt x="1697" y="8189"/>
                    <a:pt x="251" y="8694"/>
                  </a:cubicBezTo>
                  <a:cubicBezTo>
                    <a:pt x="110" y="8745"/>
                    <a:pt x="13" y="8873"/>
                    <a:pt x="1" y="9019"/>
                  </a:cubicBezTo>
                  <a:cubicBezTo>
                    <a:pt x="1025" y="9658"/>
                    <a:pt x="2236" y="10029"/>
                    <a:pt x="3531" y="10029"/>
                  </a:cubicBezTo>
                  <a:cubicBezTo>
                    <a:pt x="7218" y="10029"/>
                    <a:pt x="10207" y="7042"/>
                    <a:pt x="10207" y="3353"/>
                  </a:cubicBezTo>
                  <a:cubicBezTo>
                    <a:pt x="10206" y="2133"/>
                    <a:pt x="9878" y="987"/>
                    <a:pt x="9302"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45"/>
            <p:cNvSpPr/>
            <p:nvPr/>
          </p:nvSpPr>
          <p:spPr>
            <a:xfrm>
              <a:off x="4844281" y="3553931"/>
              <a:ext cx="248824" cy="251787"/>
            </a:xfrm>
            <a:custGeom>
              <a:rect b="b" l="l" r="r" t="t"/>
              <a:pathLst>
                <a:path extrusionOk="0" h="8497" w="8397">
                  <a:moveTo>
                    <a:pt x="8168" y="1"/>
                  </a:moveTo>
                  <a:cubicBezTo>
                    <a:pt x="8040" y="1"/>
                    <a:pt x="7939" y="100"/>
                    <a:pt x="7938" y="226"/>
                  </a:cubicBezTo>
                  <a:cubicBezTo>
                    <a:pt x="7938" y="243"/>
                    <a:pt x="7913" y="1872"/>
                    <a:pt x="6952" y="3646"/>
                  </a:cubicBezTo>
                  <a:cubicBezTo>
                    <a:pt x="5567" y="6211"/>
                    <a:pt x="3097" y="7560"/>
                    <a:pt x="211" y="8043"/>
                  </a:cubicBezTo>
                  <a:cubicBezTo>
                    <a:pt x="85" y="8062"/>
                    <a:pt x="1" y="8182"/>
                    <a:pt x="23" y="8306"/>
                  </a:cubicBezTo>
                  <a:cubicBezTo>
                    <a:pt x="39" y="8419"/>
                    <a:pt x="138" y="8497"/>
                    <a:pt x="251" y="8497"/>
                  </a:cubicBezTo>
                  <a:cubicBezTo>
                    <a:pt x="263" y="8497"/>
                    <a:pt x="275" y="8496"/>
                    <a:pt x="287" y="8494"/>
                  </a:cubicBezTo>
                  <a:cubicBezTo>
                    <a:pt x="3315" y="7986"/>
                    <a:pt x="5903" y="6554"/>
                    <a:pt x="7356" y="3863"/>
                  </a:cubicBezTo>
                  <a:cubicBezTo>
                    <a:pt x="8370" y="1990"/>
                    <a:pt x="8396" y="304"/>
                    <a:pt x="8396" y="232"/>
                  </a:cubicBezTo>
                  <a:cubicBezTo>
                    <a:pt x="8396" y="105"/>
                    <a:pt x="8295" y="2"/>
                    <a:pt x="8169"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45"/>
            <p:cNvSpPr/>
            <p:nvPr/>
          </p:nvSpPr>
          <p:spPr>
            <a:xfrm>
              <a:off x="4844281" y="3748350"/>
              <a:ext cx="135954" cy="57369"/>
            </a:xfrm>
            <a:custGeom>
              <a:rect b="b" l="l" r="r" t="t"/>
              <a:pathLst>
                <a:path extrusionOk="0" h="1936" w="4588">
                  <a:moveTo>
                    <a:pt x="4240" y="1"/>
                  </a:moveTo>
                  <a:cubicBezTo>
                    <a:pt x="3066" y="755"/>
                    <a:pt x="1694" y="1234"/>
                    <a:pt x="209" y="1482"/>
                  </a:cubicBezTo>
                  <a:cubicBezTo>
                    <a:pt x="85" y="1502"/>
                    <a:pt x="1" y="1619"/>
                    <a:pt x="19" y="1743"/>
                  </a:cubicBezTo>
                  <a:cubicBezTo>
                    <a:pt x="39" y="1856"/>
                    <a:pt x="137" y="1936"/>
                    <a:pt x="247" y="1936"/>
                  </a:cubicBezTo>
                  <a:cubicBezTo>
                    <a:pt x="259" y="1936"/>
                    <a:pt x="270" y="1935"/>
                    <a:pt x="282" y="1933"/>
                  </a:cubicBezTo>
                  <a:cubicBezTo>
                    <a:pt x="1874" y="1666"/>
                    <a:pt x="3343" y="1143"/>
                    <a:pt x="4588" y="320"/>
                  </a:cubicBezTo>
                  <a:cubicBezTo>
                    <a:pt x="4571" y="299"/>
                    <a:pt x="4546" y="287"/>
                    <a:pt x="4516" y="281"/>
                  </a:cubicBezTo>
                  <a:cubicBezTo>
                    <a:pt x="4356" y="253"/>
                    <a:pt x="4305" y="161"/>
                    <a:pt x="4289" y="85"/>
                  </a:cubicBezTo>
                  <a:cubicBezTo>
                    <a:pt x="4283" y="52"/>
                    <a:pt x="4266" y="23"/>
                    <a:pt x="424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45"/>
            <p:cNvSpPr/>
            <p:nvPr/>
          </p:nvSpPr>
          <p:spPr>
            <a:xfrm>
              <a:off x="4819005" y="3448913"/>
              <a:ext cx="23113" cy="37218"/>
            </a:xfrm>
            <a:custGeom>
              <a:rect b="b" l="l" r="r" t="t"/>
              <a:pathLst>
                <a:path extrusionOk="0" h="1256" w="780">
                  <a:moveTo>
                    <a:pt x="227" y="1"/>
                  </a:moveTo>
                  <a:cubicBezTo>
                    <a:pt x="101" y="2"/>
                    <a:pt x="0" y="106"/>
                    <a:pt x="2" y="232"/>
                  </a:cubicBezTo>
                  <a:cubicBezTo>
                    <a:pt x="2" y="252"/>
                    <a:pt x="14" y="753"/>
                    <a:pt x="341" y="1168"/>
                  </a:cubicBezTo>
                  <a:cubicBezTo>
                    <a:pt x="386" y="1226"/>
                    <a:pt x="453" y="1256"/>
                    <a:pt x="520" y="1256"/>
                  </a:cubicBezTo>
                  <a:cubicBezTo>
                    <a:pt x="570" y="1256"/>
                    <a:pt x="620" y="1240"/>
                    <a:pt x="663" y="1207"/>
                  </a:cubicBezTo>
                  <a:cubicBezTo>
                    <a:pt x="762" y="1129"/>
                    <a:pt x="779" y="986"/>
                    <a:pt x="701" y="887"/>
                  </a:cubicBezTo>
                  <a:cubicBezTo>
                    <a:pt x="475" y="596"/>
                    <a:pt x="461" y="232"/>
                    <a:pt x="461" y="225"/>
                  </a:cubicBezTo>
                  <a:cubicBezTo>
                    <a:pt x="457" y="100"/>
                    <a:pt x="356" y="1"/>
                    <a:pt x="23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45"/>
            <p:cNvSpPr/>
            <p:nvPr/>
          </p:nvSpPr>
          <p:spPr>
            <a:xfrm>
              <a:off x="4984176" y="3428704"/>
              <a:ext cx="23143" cy="37248"/>
            </a:xfrm>
            <a:custGeom>
              <a:rect b="b" l="l" r="r" t="t"/>
              <a:pathLst>
                <a:path extrusionOk="0" h="1257" w="781">
                  <a:moveTo>
                    <a:pt x="229" y="0"/>
                  </a:moveTo>
                  <a:cubicBezTo>
                    <a:pt x="102" y="2"/>
                    <a:pt x="1" y="106"/>
                    <a:pt x="4" y="232"/>
                  </a:cubicBezTo>
                  <a:cubicBezTo>
                    <a:pt x="4" y="254"/>
                    <a:pt x="15" y="753"/>
                    <a:pt x="341" y="1168"/>
                  </a:cubicBezTo>
                  <a:cubicBezTo>
                    <a:pt x="386" y="1226"/>
                    <a:pt x="455" y="1257"/>
                    <a:pt x="524" y="1257"/>
                  </a:cubicBezTo>
                  <a:cubicBezTo>
                    <a:pt x="573" y="1257"/>
                    <a:pt x="622" y="1241"/>
                    <a:pt x="664" y="1208"/>
                  </a:cubicBezTo>
                  <a:cubicBezTo>
                    <a:pt x="762" y="1130"/>
                    <a:pt x="781" y="986"/>
                    <a:pt x="703" y="886"/>
                  </a:cubicBezTo>
                  <a:cubicBezTo>
                    <a:pt x="475" y="596"/>
                    <a:pt x="462" y="232"/>
                    <a:pt x="462" y="224"/>
                  </a:cubicBezTo>
                  <a:cubicBezTo>
                    <a:pt x="458" y="100"/>
                    <a:pt x="357" y="0"/>
                    <a:pt x="23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5" name="Google Shape;10535;p45"/>
          <p:cNvGrpSpPr/>
          <p:nvPr/>
        </p:nvGrpSpPr>
        <p:grpSpPr>
          <a:xfrm>
            <a:off x="4059880" y="3403813"/>
            <a:ext cx="395683" cy="413433"/>
            <a:chOff x="4059880" y="3403813"/>
            <a:chExt cx="395683" cy="413433"/>
          </a:xfrm>
        </p:grpSpPr>
        <p:sp>
          <p:nvSpPr>
            <p:cNvPr id="10536" name="Google Shape;10536;p45"/>
            <p:cNvSpPr/>
            <p:nvPr/>
          </p:nvSpPr>
          <p:spPr>
            <a:xfrm>
              <a:off x="4059880" y="3421563"/>
              <a:ext cx="395683" cy="392927"/>
            </a:xfrm>
            <a:custGeom>
              <a:rect b="b" l="l" r="r" t="t"/>
              <a:pathLst>
                <a:path extrusionOk="0" h="13260" w="13353">
                  <a:moveTo>
                    <a:pt x="6676" y="0"/>
                  </a:moveTo>
                  <a:cubicBezTo>
                    <a:pt x="2988" y="0"/>
                    <a:pt x="0" y="2989"/>
                    <a:pt x="0" y="6677"/>
                  </a:cubicBezTo>
                  <a:cubicBezTo>
                    <a:pt x="0" y="6760"/>
                    <a:pt x="2" y="6844"/>
                    <a:pt x="6" y="6928"/>
                  </a:cubicBezTo>
                  <a:cubicBezTo>
                    <a:pt x="8" y="6930"/>
                    <a:pt x="1175" y="12512"/>
                    <a:pt x="5568" y="13259"/>
                  </a:cubicBezTo>
                  <a:lnTo>
                    <a:pt x="7786" y="13259"/>
                  </a:lnTo>
                  <a:cubicBezTo>
                    <a:pt x="7848" y="13250"/>
                    <a:pt x="7910" y="13239"/>
                    <a:pt x="7973" y="13227"/>
                  </a:cubicBezTo>
                  <a:cubicBezTo>
                    <a:pt x="8770" y="13053"/>
                    <a:pt x="11922" y="12047"/>
                    <a:pt x="13346" y="6928"/>
                  </a:cubicBezTo>
                  <a:cubicBezTo>
                    <a:pt x="13351" y="6844"/>
                    <a:pt x="13352" y="6760"/>
                    <a:pt x="13352" y="6677"/>
                  </a:cubicBezTo>
                  <a:cubicBezTo>
                    <a:pt x="13352" y="2991"/>
                    <a:pt x="10363" y="0"/>
                    <a:pt x="6676"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45"/>
            <p:cNvSpPr/>
            <p:nvPr/>
          </p:nvSpPr>
          <p:spPr>
            <a:xfrm>
              <a:off x="4158022" y="3602024"/>
              <a:ext cx="93668" cy="215043"/>
            </a:xfrm>
            <a:custGeom>
              <a:rect b="b" l="l" r="r" t="t"/>
              <a:pathLst>
                <a:path extrusionOk="0" h="7257" w="3161">
                  <a:moveTo>
                    <a:pt x="583" y="1"/>
                  </a:moveTo>
                  <a:lnTo>
                    <a:pt x="546" y="39"/>
                  </a:lnTo>
                  <a:cubicBezTo>
                    <a:pt x="196" y="384"/>
                    <a:pt x="1" y="857"/>
                    <a:pt x="1" y="1348"/>
                  </a:cubicBezTo>
                  <a:lnTo>
                    <a:pt x="1" y="6148"/>
                  </a:lnTo>
                  <a:cubicBezTo>
                    <a:pt x="515" y="6554"/>
                    <a:pt x="1089" y="6855"/>
                    <a:pt x="1690" y="7050"/>
                  </a:cubicBezTo>
                  <a:cubicBezTo>
                    <a:pt x="2163" y="7173"/>
                    <a:pt x="2655" y="7241"/>
                    <a:pt x="3161" y="7257"/>
                  </a:cubicBezTo>
                  <a:lnTo>
                    <a:pt x="3161" y="2576"/>
                  </a:lnTo>
                  <a:lnTo>
                    <a:pt x="583" y="1"/>
                  </a:ln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45"/>
            <p:cNvSpPr/>
            <p:nvPr/>
          </p:nvSpPr>
          <p:spPr>
            <a:xfrm>
              <a:off x="4198382" y="3447728"/>
              <a:ext cx="74763" cy="186151"/>
            </a:xfrm>
            <a:custGeom>
              <a:rect b="b" l="l" r="r" t="t"/>
              <a:pathLst>
                <a:path extrusionOk="0" h="6282" w="2523">
                  <a:moveTo>
                    <a:pt x="107" y="0"/>
                  </a:moveTo>
                  <a:lnTo>
                    <a:pt x="107" y="3560"/>
                  </a:lnTo>
                  <a:cubicBezTo>
                    <a:pt x="107" y="3771"/>
                    <a:pt x="70" y="3980"/>
                    <a:pt x="0" y="4175"/>
                  </a:cubicBezTo>
                  <a:lnTo>
                    <a:pt x="2111" y="6282"/>
                  </a:lnTo>
                  <a:lnTo>
                    <a:pt x="2523" y="5473"/>
                  </a:lnTo>
                  <a:cubicBezTo>
                    <a:pt x="2414" y="5417"/>
                    <a:pt x="2338" y="5304"/>
                    <a:pt x="2338" y="5175"/>
                  </a:cubicBezTo>
                  <a:cubicBezTo>
                    <a:pt x="2338" y="5139"/>
                    <a:pt x="2344" y="5105"/>
                    <a:pt x="2354" y="5071"/>
                  </a:cubicBezTo>
                  <a:lnTo>
                    <a:pt x="2150" y="4869"/>
                  </a:lnTo>
                  <a:cubicBezTo>
                    <a:pt x="1800" y="4524"/>
                    <a:pt x="1604" y="4051"/>
                    <a:pt x="1604" y="3560"/>
                  </a:cubicBezTo>
                  <a:lnTo>
                    <a:pt x="1604" y="0"/>
                  </a:lnTo>
                  <a:cubicBezTo>
                    <a:pt x="1570" y="10"/>
                    <a:pt x="1538" y="16"/>
                    <a:pt x="1500" y="16"/>
                  </a:cubicBezTo>
                  <a:lnTo>
                    <a:pt x="210" y="16"/>
                  </a:lnTo>
                  <a:cubicBezTo>
                    <a:pt x="176" y="16"/>
                    <a:pt x="140" y="10"/>
                    <a:pt x="107"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45"/>
            <p:cNvSpPr/>
            <p:nvPr/>
          </p:nvSpPr>
          <p:spPr>
            <a:xfrm>
              <a:off x="4259188" y="3609107"/>
              <a:ext cx="118471" cy="28744"/>
            </a:xfrm>
            <a:custGeom>
              <a:rect b="b" l="l" r="r" t="t"/>
              <a:pathLst>
                <a:path extrusionOk="0" h="970" w="3998">
                  <a:moveTo>
                    <a:pt x="396" y="1"/>
                  </a:moveTo>
                  <a:lnTo>
                    <a:pt x="0" y="778"/>
                  </a:lnTo>
                  <a:lnTo>
                    <a:pt x="129" y="906"/>
                  </a:lnTo>
                  <a:lnTo>
                    <a:pt x="3754" y="906"/>
                  </a:lnTo>
                  <a:cubicBezTo>
                    <a:pt x="3843" y="906"/>
                    <a:pt x="3925" y="929"/>
                    <a:pt x="3998" y="969"/>
                  </a:cubicBezTo>
                  <a:lnTo>
                    <a:pt x="3504" y="1"/>
                  </a:lnTo>
                  <a:cubicBezTo>
                    <a:pt x="3462" y="20"/>
                    <a:pt x="3415" y="32"/>
                    <a:pt x="3364" y="32"/>
                  </a:cubicBezTo>
                  <a:lnTo>
                    <a:pt x="536" y="32"/>
                  </a:lnTo>
                  <a:cubicBezTo>
                    <a:pt x="487" y="32"/>
                    <a:pt x="440" y="20"/>
                    <a:pt x="39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45"/>
            <p:cNvSpPr/>
            <p:nvPr/>
          </p:nvSpPr>
          <p:spPr>
            <a:xfrm>
              <a:off x="4259188" y="3609107"/>
              <a:ext cx="118471" cy="28744"/>
            </a:xfrm>
            <a:custGeom>
              <a:rect b="b" l="l" r="r" t="t"/>
              <a:pathLst>
                <a:path extrusionOk="0" h="970" w="3998">
                  <a:moveTo>
                    <a:pt x="396" y="1"/>
                  </a:moveTo>
                  <a:lnTo>
                    <a:pt x="0" y="778"/>
                  </a:lnTo>
                  <a:lnTo>
                    <a:pt x="129" y="906"/>
                  </a:lnTo>
                  <a:lnTo>
                    <a:pt x="3754" y="906"/>
                  </a:lnTo>
                  <a:cubicBezTo>
                    <a:pt x="3843" y="906"/>
                    <a:pt x="3925" y="929"/>
                    <a:pt x="3998" y="969"/>
                  </a:cubicBezTo>
                  <a:lnTo>
                    <a:pt x="3504" y="1"/>
                  </a:lnTo>
                  <a:cubicBezTo>
                    <a:pt x="3462" y="20"/>
                    <a:pt x="3415" y="32"/>
                    <a:pt x="3364" y="32"/>
                  </a:cubicBezTo>
                  <a:lnTo>
                    <a:pt x="536" y="32"/>
                  </a:lnTo>
                  <a:cubicBezTo>
                    <a:pt x="487" y="32"/>
                    <a:pt x="440" y="20"/>
                    <a:pt x="39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45"/>
            <p:cNvSpPr/>
            <p:nvPr/>
          </p:nvSpPr>
          <p:spPr>
            <a:xfrm>
              <a:off x="4265114" y="3591060"/>
              <a:ext cx="103714" cy="19972"/>
            </a:xfrm>
            <a:custGeom>
              <a:rect b="b" l="l" r="r" t="t"/>
              <a:pathLst>
                <a:path extrusionOk="0" h="674" w="3500">
                  <a:moveTo>
                    <a:pt x="336" y="1"/>
                  </a:moveTo>
                  <a:cubicBezTo>
                    <a:pt x="150" y="1"/>
                    <a:pt x="1" y="153"/>
                    <a:pt x="1" y="338"/>
                  </a:cubicBezTo>
                  <a:cubicBezTo>
                    <a:pt x="1" y="521"/>
                    <a:pt x="153" y="674"/>
                    <a:pt x="336" y="674"/>
                  </a:cubicBezTo>
                  <a:lnTo>
                    <a:pt x="3164" y="674"/>
                  </a:lnTo>
                  <a:cubicBezTo>
                    <a:pt x="3350" y="674"/>
                    <a:pt x="3500" y="521"/>
                    <a:pt x="3500" y="338"/>
                  </a:cubicBezTo>
                  <a:cubicBezTo>
                    <a:pt x="3500" y="151"/>
                    <a:pt x="3350" y="1"/>
                    <a:pt x="31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45"/>
            <p:cNvSpPr/>
            <p:nvPr/>
          </p:nvSpPr>
          <p:spPr>
            <a:xfrm>
              <a:off x="4249053" y="3675780"/>
              <a:ext cx="103980" cy="141466"/>
            </a:xfrm>
            <a:custGeom>
              <a:rect b="b" l="l" r="r" t="t"/>
              <a:pathLst>
                <a:path extrusionOk="0" h="4774" w="3509">
                  <a:moveTo>
                    <a:pt x="0" y="0"/>
                  </a:moveTo>
                  <a:lnTo>
                    <a:pt x="0" y="4766"/>
                  </a:lnTo>
                  <a:cubicBezTo>
                    <a:pt x="98" y="4771"/>
                    <a:pt x="194" y="4774"/>
                    <a:pt x="294" y="4774"/>
                  </a:cubicBezTo>
                  <a:cubicBezTo>
                    <a:pt x="883" y="4774"/>
                    <a:pt x="1457" y="4696"/>
                    <a:pt x="2001" y="4555"/>
                  </a:cubicBezTo>
                  <a:cubicBezTo>
                    <a:pt x="2478" y="4398"/>
                    <a:pt x="2938" y="4169"/>
                    <a:pt x="3370" y="3874"/>
                  </a:cubicBezTo>
                  <a:cubicBezTo>
                    <a:pt x="3443" y="3824"/>
                    <a:pt x="3490" y="3742"/>
                    <a:pt x="3501" y="3653"/>
                  </a:cubicBezTo>
                  <a:cubicBezTo>
                    <a:pt x="3508" y="3563"/>
                    <a:pt x="3477" y="3479"/>
                    <a:pt x="3415" y="3414"/>
                  </a:cubicBezTo>
                  <a:lnTo>
                    <a:pt x="0" y="0"/>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45"/>
            <p:cNvSpPr/>
            <p:nvPr/>
          </p:nvSpPr>
          <p:spPr>
            <a:xfrm>
              <a:off x="4262181" y="3635005"/>
              <a:ext cx="122738" cy="117611"/>
            </a:xfrm>
            <a:custGeom>
              <a:rect b="b" l="l" r="r" t="t"/>
              <a:pathLst>
                <a:path extrusionOk="0" h="3969" w="4142">
                  <a:moveTo>
                    <a:pt x="44" y="0"/>
                  </a:moveTo>
                  <a:cubicBezTo>
                    <a:pt x="28" y="0"/>
                    <a:pt x="14" y="2"/>
                    <a:pt x="0" y="2"/>
                  </a:cubicBezTo>
                  <a:lnTo>
                    <a:pt x="3877" y="3879"/>
                  </a:lnTo>
                  <a:cubicBezTo>
                    <a:pt x="3933" y="3938"/>
                    <a:pt x="4009" y="3969"/>
                    <a:pt x="4088" y="3969"/>
                  </a:cubicBezTo>
                  <a:cubicBezTo>
                    <a:pt x="4099" y="3969"/>
                    <a:pt x="4108" y="3969"/>
                    <a:pt x="4116" y="3966"/>
                  </a:cubicBezTo>
                  <a:cubicBezTo>
                    <a:pt x="4124" y="3966"/>
                    <a:pt x="4132" y="3964"/>
                    <a:pt x="4141" y="3963"/>
                  </a:cubicBezTo>
                  <a:lnTo>
                    <a:pt x="4141" y="489"/>
                  </a:lnTo>
                  <a:cubicBezTo>
                    <a:pt x="4141" y="218"/>
                    <a:pt x="3923" y="0"/>
                    <a:pt x="3653"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45"/>
            <p:cNvSpPr/>
            <p:nvPr/>
          </p:nvSpPr>
          <p:spPr>
            <a:xfrm>
              <a:off x="4060146" y="3457566"/>
              <a:ext cx="395268" cy="357012"/>
            </a:xfrm>
            <a:custGeom>
              <a:rect b="b" l="l" r="r" t="t"/>
              <a:pathLst>
                <a:path extrusionOk="0" h="12048" w="13339">
                  <a:moveTo>
                    <a:pt x="6669" y="1340"/>
                  </a:moveTo>
                  <a:cubicBezTo>
                    <a:pt x="8054" y="1340"/>
                    <a:pt x="9438" y="1868"/>
                    <a:pt x="10494" y="2925"/>
                  </a:cubicBezTo>
                  <a:cubicBezTo>
                    <a:pt x="12367" y="4798"/>
                    <a:pt x="12580" y="7701"/>
                    <a:pt x="11132" y="9811"/>
                  </a:cubicBezTo>
                  <a:cubicBezTo>
                    <a:pt x="11079" y="9888"/>
                    <a:pt x="10994" y="9929"/>
                    <a:pt x="10908" y="9929"/>
                  </a:cubicBezTo>
                  <a:cubicBezTo>
                    <a:pt x="10839" y="9929"/>
                    <a:pt x="10771" y="9903"/>
                    <a:pt x="10718" y="9850"/>
                  </a:cubicBezTo>
                  <a:lnTo>
                    <a:pt x="3569" y="2701"/>
                  </a:lnTo>
                  <a:cubicBezTo>
                    <a:pt x="3450" y="2581"/>
                    <a:pt x="3468" y="2382"/>
                    <a:pt x="3608" y="2287"/>
                  </a:cubicBezTo>
                  <a:cubicBezTo>
                    <a:pt x="4528" y="1656"/>
                    <a:pt x="5599" y="1340"/>
                    <a:pt x="6669" y="1340"/>
                  </a:cubicBezTo>
                  <a:close/>
                  <a:moveTo>
                    <a:pt x="6670" y="1"/>
                  </a:moveTo>
                  <a:cubicBezTo>
                    <a:pt x="4942" y="1"/>
                    <a:pt x="3215" y="660"/>
                    <a:pt x="1897" y="1978"/>
                  </a:cubicBezTo>
                  <a:cubicBezTo>
                    <a:pt x="844" y="3030"/>
                    <a:pt x="210" y="4347"/>
                    <a:pt x="0" y="5715"/>
                  </a:cubicBezTo>
                  <a:cubicBezTo>
                    <a:pt x="119" y="8911"/>
                    <a:pt x="2484" y="11532"/>
                    <a:pt x="5564" y="12048"/>
                  </a:cubicBezTo>
                  <a:cubicBezTo>
                    <a:pt x="4569" y="11839"/>
                    <a:pt x="3618" y="11350"/>
                    <a:pt x="2845" y="10576"/>
                  </a:cubicBezTo>
                  <a:cubicBezTo>
                    <a:pt x="972" y="8703"/>
                    <a:pt x="760" y="5799"/>
                    <a:pt x="2208" y="3690"/>
                  </a:cubicBezTo>
                  <a:cubicBezTo>
                    <a:pt x="2260" y="3612"/>
                    <a:pt x="2346" y="3572"/>
                    <a:pt x="2431" y="3572"/>
                  </a:cubicBezTo>
                  <a:cubicBezTo>
                    <a:pt x="2500" y="3572"/>
                    <a:pt x="2569" y="3597"/>
                    <a:pt x="2621" y="3651"/>
                  </a:cubicBezTo>
                  <a:lnTo>
                    <a:pt x="9768" y="10798"/>
                  </a:lnTo>
                  <a:cubicBezTo>
                    <a:pt x="9886" y="10918"/>
                    <a:pt x="9868" y="11117"/>
                    <a:pt x="9728" y="11213"/>
                  </a:cubicBezTo>
                  <a:cubicBezTo>
                    <a:pt x="9126" y="11625"/>
                    <a:pt x="8463" y="11903"/>
                    <a:pt x="7777" y="12048"/>
                  </a:cubicBezTo>
                  <a:cubicBezTo>
                    <a:pt x="10856" y="11532"/>
                    <a:pt x="13221" y="8911"/>
                    <a:pt x="13339" y="5715"/>
                  </a:cubicBezTo>
                  <a:cubicBezTo>
                    <a:pt x="13127" y="4347"/>
                    <a:pt x="12496" y="3030"/>
                    <a:pt x="11442" y="1978"/>
                  </a:cubicBezTo>
                  <a:cubicBezTo>
                    <a:pt x="10124" y="660"/>
                    <a:pt x="8397" y="1"/>
                    <a:pt x="6670"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45"/>
            <p:cNvSpPr/>
            <p:nvPr/>
          </p:nvSpPr>
          <p:spPr>
            <a:xfrm>
              <a:off x="4201582" y="3447669"/>
              <a:ext cx="44360" cy="70140"/>
            </a:xfrm>
            <a:custGeom>
              <a:rect b="b" l="l" r="r" t="t"/>
              <a:pathLst>
                <a:path extrusionOk="0" h="2367" w="1497">
                  <a:moveTo>
                    <a:pt x="1" y="1"/>
                  </a:moveTo>
                  <a:lnTo>
                    <a:pt x="1" y="2367"/>
                  </a:lnTo>
                  <a:lnTo>
                    <a:pt x="1496" y="2367"/>
                  </a:lnTo>
                  <a:lnTo>
                    <a:pt x="1496" y="1"/>
                  </a:lnTo>
                  <a:cubicBezTo>
                    <a:pt x="1462" y="10"/>
                    <a:pt x="1430" y="16"/>
                    <a:pt x="1392" y="16"/>
                  </a:cubicBezTo>
                  <a:lnTo>
                    <a:pt x="105" y="16"/>
                  </a:lnTo>
                  <a:cubicBezTo>
                    <a:pt x="69" y="16"/>
                    <a:pt x="35" y="10"/>
                    <a:pt x="1"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45"/>
            <p:cNvSpPr/>
            <p:nvPr/>
          </p:nvSpPr>
          <p:spPr>
            <a:xfrm>
              <a:off x="4201582" y="3447669"/>
              <a:ext cx="44360" cy="34581"/>
            </a:xfrm>
            <a:custGeom>
              <a:rect b="b" l="l" r="r" t="t"/>
              <a:pathLst>
                <a:path extrusionOk="0" h="1167" w="1497">
                  <a:moveTo>
                    <a:pt x="1" y="1"/>
                  </a:moveTo>
                  <a:lnTo>
                    <a:pt x="1" y="1167"/>
                  </a:lnTo>
                  <a:lnTo>
                    <a:pt x="1496" y="1167"/>
                  </a:lnTo>
                  <a:lnTo>
                    <a:pt x="1496" y="1"/>
                  </a:lnTo>
                  <a:cubicBezTo>
                    <a:pt x="1462" y="10"/>
                    <a:pt x="1430" y="16"/>
                    <a:pt x="1392" y="16"/>
                  </a:cubicBezTo>
                  <a:lnTo>
                    <a:pt x="105" y="16"/>
                  </a:lnTo>
                  <a:cubicBezTo>
                    <a:pt x="69" y="16"/>
                    <a:pt x="35" y="10"/>
                    <a:pt x="1"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45"/>
            <p:cNvSpPr/>
            <p:nvPr/>
          </p:nvSpPr>
          <p:spPr>
            <a:xfrm>
              <a:off x="4194233" y="3403813"/>
              <a:ext cx="59117" cy="45190"/>
            </a:xfrm>
            <a:custGeom>
              <a:rect b="b" l="l" r="r" t="t"/>
              <a:pathLst>
                <a:path extrusionOk="0" h="1525" w="1995">
                  <a:moveTo>
                    <a:pt x="353" y="1"/>
                  </a:moveTo>
                  <a:cubicBezTo>
                    <a:pt x="159" y="1"/>
                    <a:pt x="0" y="159"/>
                    <a:pt x="0" y="354"/>
                  </a:cubicBezTo>
                  <a:lnTo>
                    <a:pt x="0" y="1173"/>
                  </a:lnTo>
                  <a:cubicBezTo>
                    <a:pt x="0" y="1367"/>
                    <a:pt x="159" y="1524"/>
                    <a:pt x="353" y="1524"/>
                  </a:cubicBezTo>
                  <a:lnTo>
                    <a:pt x="1643" y="1524"/>
                  </a:lnTo>
                  <a:cubicBezTo>
                    <a:pt x="1838" y="1524"/>
                    <a:pt x="1995" y="1367"/>
                    <a:pt x="1995" y="1173"/>
                  </a:cubicBezTo>
                  <a:lnTo>
                    <a:pt x="1995" y="354"/>
                  </a:lnTo>
                  <a:cubicBezTo>
                    <a:pt x="1995" y="159"/>
                    <a:pt x="1838" y="1"/>
                    <a:pt x="1643"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8" name="Google Shape;10548;p45"/>
          <p:cNvGrpSpPr/>
          <p:nvPr/>
        </p:nvGrpSpPr>
        <p:grpSpPr>
          <a:xfrm>
            <a:off x="3392793" y="3403813"/>
            <a:ext cx="395742" cy="413433"/>
            <a:chOff x="3392793" y="3403813"/>
            <a:chExt cx="395742" cy="413433"/>
          </a:xfrm>
        </p:grpSpPr>
        <p:sp>
          <p:nvSpPr>
            <p:cNvPr id="10549" name="Google Shape;10549;p45"/>
            <p:cNvSpPr/>
            <p:nvPr/>
          </p:nvSpPr>
          <p:spPr>
            <a:xfrm>
              <a:off x="3392793" y="3421563"/>
              <a:ext cx="395742" cy="340063"/>
            </a:xfrm>
            <a:custGeom>
              <a:rect b="b" l="l" r="r" t="t"/>
              <a:pathLst>
                <a:path extrusionOk="0" h="11476" w="13355">
                  <a:moveTo>
                    <a:pt x="6679" y="0"/>
                  </a:moveTo>
                  <a:cubicBezTo>
                    <a:pt x="2992" y="0"/>
                    <a:pt x="1" y="2989"/>
                    <a:pt x="1" y="6677"/>
                  </a:cubicBezTo>
                  <a:cubicBezTo>
                    <a:pt x="3" y="8561"/>
                    <a:pt x="781" y="10259"/>
                    <a:pt x="2036" y="11475"/>
                  </a:cubicBezTo>
                  <a:lnTo>
                    <a:pt x="11906" y="10830"/>
                  </a:lnTo>
                  <a:cubicBezTo>
                    <a:pt x="12812" y="9689"/>
                    <a:pt x="13355" y="8247"/>
                    <a:pt x="13355" y="6677"/>
                  </a:cubicBezTo>
                  <a:cubicBezTo>
                    <a:pt x="13355" y="2991"/>
                    <a:pt x="10366" y="0"/>
                    <a:pt x="6679"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45"/>
            <p:cNvSpPr/>
            <p:nvPr/>
          </p:nvSpPr>
          <p:spPr>
            <a:xfrm>
              <a:off x="3509485" y="3451402"/>
              <a:ext cx="70081" cy="29336"/>
            </a:xfrm>
            <a:custGeom>
              <a:rect b="b" l="l" r="r" t="t"/>
              <a:pathLst>
                <a:path extrusionOk="0" h="990" w="2365">
                  <a:moveTo>
                    <a:pt x="0" y="1"/>
                  </a:moveTo>
                  <a:lnTo>
                    <a:pt x="0" y="989"/>
                  </a:lnTo>
                  <a:cubicBezTo>
                    <a:pt x="171" y="949"/>
                    <a:pt x="349" y="927"/>
                    <a:pt x="529" y="927"/>
                  </a:cubicBezTo>
                  <a:lnTo>
                    <a:pt x="1836" y="927"/>
                  </a:lnTo>
                  <a:cubicBezTo>
                    <a:pt x="2018" y="927"/>
                    <a:pt x="2194" y="949"/>
                    <a:pt x="2365" y="989"/>
                  </a:cubicBezTo>
                  <a:lnTo>
                    <a:pt x="2365"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45"/>
            <p:cNvSpPr/>
            <p:nvPr/>
          </p:nvSpPr>
          <p:spPr>
            <a:xfrm>
              <a:off x="3455851" y="3609521"/>
              <a:ext cx="146296" cy="44627"/>
            </a:xfrm>
            <a:custGeom>
              <a:rect b="b" l="l" r="r" t="t"/>
              <a:pathLst>
                <a:path extrusionOk="0" h="1506" w="4937">
                  <a:moveTo>
                    <a:pt x="1016" y="1"/>
                  </a:moveTo>
                  <a:cubicBezTo>
                    <a:pt x="458" y="1"/>
                    <a:pt x="1" y="458"/>
                    <a:pt x="1" y="1016"/>
                  </a:cubicBezTo>
                  <a:lnTo>
                    <a:pt x="1" y="1506"/>
                  </a:lnTo>
                  <a:cubicBezTo>
                    <a:pt x="31" y="1485"/>
                    <a:pt x="68" y="1474"/>
                    <a:pt x="105" y="1474"/>
                  </a:cubicBezTo>
                  <a:lnTo>
                    <a:pt x="4747" y="1474"/>
                  </a:lnTo>
                  <a:lnTo>
                    <a:pt x="4678" y="273"/>
                  </a:lnTo>
                  <a:cubicBezTo>
                    <a:pt x="4670" y="125"/>
                    <a:pt x="4787" y="1"/>
                    <a:pt x="4936"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45"/>
            <p:cNvSpPr/>
            <p:nvPr/>
          </p:nvSpPr>
          <p:spPr>
            <a:xfrm>
              <a:off x="3457421" y="3476798"/>
              <a:ext cx="174328" cy="72748"/>
            </a:xfrm>
            <a:custGeom>
              <a:rect b="b" l="l" r="r" t="t"/>
              <a:pathLst>
                <a:path extrusionOk="0" h="2455" w="5883">
                  <a:moveTo>
                    <a:pt x="2286" y="0"/>
                  </a:moveTo>
                  <a:cubicBezTo>
                    <a:pt x="1168" y="0"/>
                    <a:pt x="228" y="794"/>
                    <a:pt x="1" y="1847"/>
                  </a:cubicBezTo>
                  <a:cubicBezTo>
                    <a:pt x="551" y="1960"/>
                    <a:pt x="713" y="2455"/>
                    <a:pt x="1404" y="2455"/>
                  </a:cubicBezTo>
                  <a:cubicBezTo>
                    <a:pt x="2193" y="2455"/>
                    <a:pt x="2193" y="1875"/>
                    <a:pt x="2982" y="1875"/>
                  </a:cubicBezTo>
                  <a:cubicBezTo>
                    <a:pt x="3770" y="1875"/>
                    <a:pt x="3770" y="2455"/>
                    <a:pt x="4560" y="2455"/>
                  </a:cubicBezTo>
                  <a:cubicBezTo>
                    <a:pt x="5227" y="2455"/>
                    <a:pt x="5382" y="1988"/>
                    <a:pt x="5883" y="1858"/>
                  </a:cubicBezTo>
                  <a:cubicBezTo>
                    <a:pt x="5659" y="801"/>
                    <a:pt x="4717" y="0"/>
                    <a:pt x="3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45"/>
            <p:cNvSpPr/>
            <p:nvPr/>
          </p:nvSpPr>
          <p:spPr>
            <a:xfrm>
              <a:off x="3502166" y="3403813"/>
              <a:ext cx="84779" cy="49634"/>
            </a:xfrm>
            <a:custGeom>
              <a:rect b="b" l="l" r="r" t="t"/>
              <a:pathLst>
                <a:path extrusionOk="0" h="1675" w="2861">
                  <a:moveTo>
                    <a:pt x="379" y="1"/>
                  </a:moveTo>
                  <a:cubicBezTo>
                    <a:pt x="170" y="1"/>
                    <a:pt x="0" y="172"/>
                    <a:pt x="0" y="380"/>
                  </a:cubicBezTo>
                  <a:lnTo>
                    <a:pt x="0" y="1296"/>
                  </a:lnTo>
                  <a:cubicBezTo>
                    <a:pt x="0" y="1506"/>
                    <a:pt x="171" y="1675"/>
                    <a:pt x="379" y="1675"/>
                  </a:cubicBezTo>
                  <a:lnTo>
                    <a:pt x="2483" y="1675"/>
                  </a:lnTo>
                  <a:cubicBezTo>
                    <a:pt x="2692" y="1675"/>
                    <a:pt x="2860" y="1506"/>
                    <a:pt x="2860" y="1296"/>
                  </a:cubicBezTo>
                  <a:lnTo>
                    <a:pt x="2860" y="380"/>
                  </a:lnTo>
                  <a:cubicBezTo>
                    <a:pt x="2860" y="170"/>
                    <a:pt x="2692" y="1"/>
                    <a:pt x="248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45"/>
            <p:cNvSpPr/>
            <p:nvPr/>
          </p:nvSpPr>
          <p:spPr>
            <a:xfrm>
              <a:off x="3452354" y="3652192"/>
              <a:ext cx="153378" cy="165053"/>
            </a:xfrm>
            <a:custGeom>
              <a:rect b="b" l="l" r="r" t="t"/>
              <a:pathLst>
                <a:path extrusionOk="0" h="5570" w="5176">
                  <a:moveTo>
                    <a:pt x="225" y="0"/>
                  </a:moveTo>
                  <a:cubicBezTo>
                    <a:pt x="100" y="0"/>
                    <a:pt x="1" y="101"/>
                    <a:pt x="1" y="223"/>
                  </a:cubicBezTo>
                  <a:lnTo>
                    <a:pt x="1" y="3664"/>
                  </a:lnTo>
                  <a:cubicBezTo>
                    <a:pt x="1204" y="4844"/>
                    <a:pt x="2852" y="5570"/>
                    <a:pt x="4669" y="5570"/>
                  </a:cubicBezTo>
                  <a:cubicBezTo>
                    <a:pt x="4840" y="5570"/>
                    <a:pt x="5008" y="5565"/>
                    <a:pt x="5176" y="5551"/>
                  </a:cubicBezTo>
                  <a:lnTo>
                    <a:pt x="4865" y="0"/>
                  </a:ln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45"/>
            <p:cNvSpPr/>
            <p:nvPr/>
          </p:nvSpPr>
          <p:spPr>
            <a:xfrm>
              <a:off x="3455969" y="3529929"/>
              <a:ext cx="177262" cy="79623"/>
            </a:xfrm>
            <a:custGeom>
              <a:rect b="b" l="l" r="r" t="t"/>
              <a:pathLst>
                <a:path extrusionOk="0" h="2687" w="5982">
                  <a:moveTo>
                    <a:pt x="3033" y="1"/>
                  </a:moveTo>
                  <a:cubicBezTo>
                    <a:pt x="2243" y="1"/>
                    <a:pt x="2243" y="579"/>
                    <a:pt x="1455" y="579"/>
                  </a:cubicBezTo>
                  <a:cubicBezTo>
                    <a:pt x="732" y="579"/>
                    <a:pt x="672" y="96"/>
                    <a:pt x="62" y="12"/>
                  </a:cubicBezTo>
                  <a:cubicBezTo>
                    <a:pt x="20" y="183"/>
                    <a:pt x="0" y="362"/>
                    <a:pt x="0" y="545"/>
                  </a:cubicBezTo>
                  <a:lnTo>
                    <a:pt x="0" y="1672"/>
                  </a:lnTo>
                  <a:cubicBezTo>
                    <a:pt x="0" y="2228"/>
                    <a:pt x="456" y="2685"/>
                    <a:pt x="1014" y="2685"/>
                  </a:cubicBezTo>
                  <a:lnTo>
                    <a:pt x="4968" y="2687"/>
                  </a:lnTo>
                  <a:cubicBezTo>
                    <a:pt x="5526" y="2687"/>
                    <a:pt x="5981" y="2231"/>
                    <a:pt x="5981" y="1673"/>
                  </a:cubicBezTo>
                  <a:lnTo>
                    <a:pt x="5981" y="546"/>
                  </a:lnTo>
                  <a:cubicBezTo>
                    <a:pt x="5981" y="368"/>
                    <a:pt x="5961" y="195"/>
                    <a:pt x="5924" y="27"/>
                  </a:cubicBezTo>
                  <a:cubicBezTo>
                    <a:pt x="5388" y="141"/>
                    <a:pt x="5298" y="579"/>
                    <a:pt x="4610" y="579"/>
                  </a:cubicBezTo>
                  <a:cubicBezTo>
                    <a:pt x="3821" y="579"/>
                    <a:pt x="3821" y="1"/>
                    <a:pt x="303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45"/>
            <p:cNvSpPr/>
            <p:nvPr/>
          </p:nvSpPr>
          <p:spPr>
            <a:xfrm>
              <a:off x="3498936" y="3692315"/>
              <a:ext cx="91238" cy="91209"/>
            </a:xfrm>
            <a:custGeom>
              <a:rect b="b" l="l" r="r" t="t"/>
              <a:pathLst>
                <a:path extrusionOk="0" h="3078" w="3079">
                  <a:moveTo>
                    <a:pt x="1539" y="0"/>
                  </a:moveTo>
                  <a:cubicBezTo>
                    <a:pt x="689" y="0"/>
                    <a:pt x="0" y="690"/>
                    <a:pt x="0" y="1539"/>
                  </a:cubicBezTo>
                  <a:cubicBezTo>
                    <a:pt x="0" y="2389"/>
                    <a:pt x="691" y="3078"/>
                    <a:pt x="1539" y="3078"/>
                  </a:cubicBezTo>
                  <a:cubicBezTo>
                    <a:pt x="2391" y="3078"/>
                    <a:pt x="3078" y="2388"/>
                    <a:pt x="3078" y="1539"/>
                  </a:cubicBezTo>
                  <a:cubicBezTo>
                    <a:pt x="3078" y="690"/>
                    <a:pt x="2390" y="0"/>
                    <a:pt x="15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45"/>
            <p:cNvSpPr/>
            <p:nvPr/>
          </p:nvSpPr>
          <p:spPr>
            <a:xfrm>
              <a:off x="3571625" y="3572896"/>
              <a:ext cx="14757" cy="14727"/>
            </a:xfrm>
            <a:custGeom>
              <a:rect b="b" l="l" r="r" t="t"/>
              <a:pathLst>
                <a:path extrusionOk="0" h="497" w="498">
                  <a:moveTo>
                    <a:pt x="247" y="1"/>
                  </a:moveTo>
                  <a:cubicBezTo>
                    <a:pt x="114" y="1"/>
                    <a:pt x="0" y="109"/>
                    <a:pt x="0" y="248"/>
                  </a:cubicBezTo>
                  <a:cubicBezTo>
                    <a:pt x="0" y="388"/>
                    <a:pt x="115" y="497"/>
                    <a:pt x="249" y="497"/>
                  </a:cubicBezTo>
                  <a:cubicBezTo>
                    <a:pt x="387" y="497"/>
                    <a:pt x="498" y="385"/>
                    <a:pt x="498" y="248"/>
                  </a:cubicBezTo>
                  <a:cubicBezTo>
                    <a:pt x="498" y="135"/>
                    <a:pt x="415" y="31"/>
                    <a:pt x="297" y="6"/>
                  </a:cubicBezTo>
                  <a:cubicBezTo>
                    <a:pt x="280" y="2"/>
                    <a:pt x="264" y="1"/>
                    <a:pt x="247"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45"/>
            <p:cNvSpPr/>
            <p:nvPr/>
          </p:nvSpPr>
          <p:spPr>
            <a:xfrm>
              <a:off x="3533340" y="3557279"/>
              <a:ext cx="24536" cy="24565"/>
            </a:xfrm>
            <a:custGeom>
              <a:rect b="b" l="l" r="r" t="t"/>
              <a:pathLst>
                <a:path extrusionOk="0" h="829" w="828">
                  <a:moveTo>
                    <a:pt x="414" y="1"/>
                  </a:moveTo>
                  <a:cubicBezTo>
                    <a:pt x="401" y="1"/>
                    <a:pt x="387" y="1"/>
                    <a:pt x="374" y="3"/>
                  </a:cubicBezTo>
                  <a:cubicBezTo>
                    <a:pt x="156" y="23"/>
                    <a:pt x="1" y="206"/>
                    <a:pt x="1" y="415"/>
                  </a:cubicBezTo>
                  <a:cubicBezTo>
                    <a:pt x="1" y="646"/>
                    <a:pt x="189" y="828"/>
                    <a:pt x="414" y="828"/>
                  </a:cubicBezTo>
                  <a:cubicBezTo>
                    <a:pt x="641" y="828"/>
                    <a:pt x="827" y="643"/>
                    <a:pt x="827" y="415"/>
                  </a:cubicBezTo>
                  <a:cubicBezTo>
                    <a:pt x="827" y="181"/>
                    <a:pt x="639" y="1"/>
                    <a:pt x="414"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45"/>
            <p:cNvSpPr/>
            <p:nvPr/>
          </p:nvSpPr>
          <p:spPr>
            <a:xfrm>
              <a:off x="3592101" y="3609521"/>
              <a:ext cx="161349" cy="96543"/>
            </a:xfrm>
            <a:custGeom>
              <a:rect b="b" l="l" r="r" t="t"/>
              <a:pathLst>
                <a:path extrusionOk="0" h="3258" w="5445">
                  <a:moveTo>
                    <a:pt x="267" y="1"/>
                  </a:moveTo>
                  <a:cubicBezTo>
                    <a:pt x="119" y="1"/>
                    <a:pt x="1" y="125"/>
                    <a:pt x="9" y="273"/>
                  </a:cubicBezTo>
                  <a:lnTo>
                    <a:pt x="149" y="2768"/>
                  </a:lnTo>
                  <a:cubicBezTo>
                    <a:pt x="749" y="2802"/>
                    <a:pt x="772" y="3257"/>
                    <a:pt x="1417" y="3257"/>
                  </a:cubicBezTo>
                  <a:cubicBezTo>
                    <a:pt x="2087" y="3257"/>
                    <a:pt x="2087" y="2766"/>
                    <a:pt x="2755" y="2766"/>
                  </a:cubicBezTo>
                  <a:cubicBezTo>
                    <a:pt x="3425" y="2766"/>
                    <a:pt x="3425" y="3257"/>
                    <a:pt x="4094" y="3257"/>
                  </a:cubicBezTo>
                  <a:cubicBezTo>
                    <a:pt x="4714" y="3257"/>
                    <a:pt x="4761" y="2838"/>
                    <a:pt x="5294" y="2776"/>
                  </a:cubicBezTo>
                  <a:lnTo>
                    <a:pt x="5437" y="273"/>
                  </a:lnTo>
                  <a:cubicBezTo>
                    <a:pt x="5445" y="125"/>
                    <a:pt x="5328" y="1"/>
                    <a:pt x="51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45"/>
            <p:cNvSpPr/>
            <p:nvPr/>
          </p:nvSpPr>
          <p:spPr>
            <a:xfrm>
              <a:off x="3596487" y="3689440"/>
              <a:ext cx="152726" cy="127449"/>
            </a:xfrm>
            <a:custGeom>
              <a:rect b="b" l="l" r="r" t="t"/>
              <a:pathLst>
                <a:path extrusionOk="0" h="4301" w="5154">
                  <a:moveTo>
                    <a:pt x="2612" y="1"/>
                  </a:moveTo>
                  <a:cubicBezTo>
                    <a:pt x="1942" y="1"/>
                    <a:pt x="1942" y="494"/>
                    <a:pt x="1274" y="494"/>
                  </a:cubicBezTo>
                  <a:cubicBezTo>
                    <a:pt x="625" y="494"/>
                    <a:pt x="605" y="35"/>
                    <a:pt x="1" y="4"/>
                  </a:cubicBezTo>
                  <a:lnTo>
                    <a:pt x="1" y="4"/>
                  </a:lnTo>
                  <a:lnTo>
                    <a:pt x="242" y="4300"/>
                  </a:lnTo>
                  <a:cubicBezTo>
                    <a:pt x="2192" y="4171"/>
                    <a:pt x="3916" y="3208"/>
                    <a:pt x="5054" y="1760"/>
                  </a:cubicBezTo>
                  <a:lnTo>
                    <a:pt x="5154" y="10"/>
                  </a:lnTo>
                  <a:lnTo>
                    <a:pt x="5154" y="10"/>
                  </a:lnTo>
                  <a:cubicBezTo>
                    <a:pt x="4617" y="71"/>
                    <a:pt x="4571" y="494"/>
                    <a:pt x="3950" y="494"/>
                  </a:cubicBezTo>
                  <a:cubicBezTo>
                    <a:pt x="3280" y="494"/>
                    <a:pt x="3280" y="1"/>
                    <a:pt x="2612"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45"/>
            <p:cNvSpPr/>
            <p:nvPr/>
          </p:nvSpPr>
          <p:spPr>
            <a:xfrm>
              <a:off x="3680287" y="3728911"/>
              <a:ext cx="14757" cy="14787"/>
            </a:xfrm>
            <a:custGeom>
              <a:rect b="b" l="l" r="r" t="t"/>
              <a:pathLst>
                <a:path extrusionOk="0" h="499" w="498">
                  <a:moveTo>
                    <a:pt x="249" y="1"/>
                  </a:moveTo>
                  <a:cubicBezTo>
                    <a:pt x="110" y="1"/>
                    <a:pt x="0" y="111"/>
                    <a:pt x="0" y="250"/>
                  </a:cubicBezTo>
                  <a:cubicBezTo>
                    <a:pt x="0" y="388"/>
                    <a:pt x="110" y="498"/>
                    <a:pt x="249" y="498"/>
                  </a:cubicBezTo>
                  <a:cubicBezTo>
                    <a:pt x="386" y="498"/>
                    <a:pt x="498" y="388"/>
                    <a:pt x="498" y="250"/>
                  </a:cubicBezTo>
                  <a:cubicBezTo>
                    <a:pt x="498" y="113"/>
                    <a:pt x="384" y="1"/>
                    <a:pt x="249"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45"/>
            <p:cNvSpPr/>
            <p:nvPr/>
          </p:nvSpPr>
          <p:spPr>
            <a:xfrm>
              <a:off x="3641676" y="3743905"/>
              <a:ext cx="27173" cy="26551"/>
            </a:xfrm>
            <a:custGeom>
              <a:rect b="b" l="l" r="r" t="t"/>
              <a:pathLst>
                <a:path extrusionOk="0" h="896" w="917">
                  <a:moveTo>
                    <a:pt x="470" y="1"/>
                  </a:moveTo>
                  <a:cubicBezTo>
                    <a:pt x="455" y="1"/>
                    <a:pt x="440" y="2"/>
                    <a:pt x="425" y="3"/>
                  </a:cubicBezTo>
                  <a:cubicBezTo>
                    <a:pt x="224" y="22"/>
                    <a:pt x="49" y="179"/>
                    <a:pt x="24" y="404"/>
                  </a:cubicBezTo>
                  <a:cubicBezTo>
                    <a:pt x="1" y="648"/>
                    <a:pt x="173" y="864"/>
                    <a:pt x="425" y="894"/>
                  </a:cubicBezTo>
                  <a:cubicBezTo>
                    <a:pt x="439" y="895"/>
                    <a:pt x="453" y="896"/>
                    <a:pt x="468" y="896"/>
                  </a:cubicBezTo>
                  <a:cubicBezTo>
                    <a:pt x="717" y="896"/>
                    <a:pt x="916" y="692"/>
                    <a:pt x="916" y="448"/>
                  </a:cubicBezTo>
                  <a:cubicBezTo>
                    <a:pt x="916" y="197"/>
                    <a:pt x="709" y="1"/>
                    <a:pt x="470"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45"/>
            <p:cNvSpPr/>
            <p:nvPr/>
          </p:nvSpPr>
          <p:spPr>
            <a:xfrm>
              <a:off x="3515708" y="3730778"/>
              <a:ext cx="57813" cy="52598"/>
            </a:xfrm>
            <a:custGeom>
              <a:rect b="b" l="l" r="r" t="t"/>
              <a:pathLst>
                <a:path extrusionOk="0" h="1775" w="1951">
                  <a:moveTo>
                    <a:pt x="979" y="0"/>
                  </a:moveTo>
                  <a:cubicBezTo>
                    <a:pt x="911" y="0"/>
                    <a:pt x="841" y="8"/>
                    <a:pt x="771" y="25"/>
                  </a:cubicBezTo>
                  <a:cubicBezTo>
                    <a:pt x="296" y="138"/>
                    <a:pt x="0" y="616"/>
                    <a:pt x="114" y="1091"/>
                  </a:cubicBezTo>
                  <a:cubicBezTo>
                    <a:pt x="209" y="1500"/>
                    <a:pt x="574" y="1775"/>
                    <a:pt x="975" y="1775"/>
                  </a:cubicBezTo>
                  <a:cubicBezTo>
                    <a:pt x="1042" y="1775"/>
                    <a:pt x="1111" y="1767"/>
                    <a:pt x="1180" y="1750"/>
                  </a:cubicBezTo>
                  <a:cubicBezTo>
                    <a:pt x="1656" y="1638"/>
                    <a:pt x="1951" y="1160"/>
                    <a:pt x="1839" y="684"/>
                  </a:cubicBezTo>
                  <a:cubicBezTo>
                    <a:pt x="1742" y="275"/>
                    <a:pt x="1380" y="0"/>
                    <a:pt x="97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4" name="Google Shape;10564;p45"/>
          <p:cNvGrpSpPr/>
          <p:nvPr/>
        </p:nvGrpSpPr>
        <p:grpSpPr>
          <a:xfrm>
            <a:off x="2731455" y="3403872"/>
            <a:ext cx="395712" cy="413344"/>
            <a:chOff x="2731455" y="3403872"/>
            <a:chExt cx="395712" cy="413344"/>
          </a:xfrm>
        </p:grpSpPr>
        <p:sp>
          <p:nvSpPr>
            <p:cNvPr id="10565" name="Google Shape;10565;p45"/>
            <p:cNvSpPr/>
            <p:nvPr/>
          </p:nvSpPr>
          <p:spPr>
            <a:xfrm>
              <a:off x="2731455" y="3421563"/>
              <a:ext cx="395712" cy="305837"/>
            </a:xfrm>
            <a:custGeom>
              <a:rect b="b" l="l" r="r" t="t"/>
              <a:pathLst>
                <a:path extrusionOk="0" h="10321" w="13354">
                  <a:moveTo>
                    <a:pt x="6677" y="0"/>
                  </a:moveTo>
                  <a:cubicBezTo>
                    <a:pt x="2988" y="0"/>
                    <a:pt x="1" y="2989"/>
                    <a:pt x="1" y="6677"/>
                  </a:cubicBezTo>
                  <a:cubicBezTo>
                    <a:pt x="1" y="7895"/>
                    <a:pt x="327" y="9038"/>
                    <a:pt x="896" y="10022"/>
                  </a:cubicBezTo>
                  <a:cubicBezTo>
                    <a:pt x="1100" y="10037"/>
                    <a:pt x="1292" y="10118"/>
                    <a:pt x="1443" y="10247"/>
                  </a:cubicBezTo>
                  <a:cubicBezTo>
                    <a:pt x="1503" y="10296"/>
                    <a:pt x="1576" y="10320"/>
                    <a:pt x="1648" y="10320"/>
                  </a:cubicBezTo>
                  <a:cubicBezTo>
                    <a:pt x="1721" y="10320"/>
                    <a:pt x="1793" y="10296"/>
                    <a:pt x="1852" y="10247"/>
                  </a:cubicBezTo>
                  <a:cubicBezTo>
                    <a:pt x="2023" y="10102"/>
                    <a:pt x="2244" y="10017"/>
                    <a:pt x="2486" y="10017"/>
                  </a:cubicBezTo>
                  <a:cubicBezTo>
                    <a:pt x="2727" y="10017"/>
                    <a:pt x="2946" y="10102"/>
                    <a:pt x="3119" y="10247"/>
                  </a:cubicBezTo>
                  <a:cubicBezTo>
                    <a:pt x="3178" y="10296"/>
                    <a:pt x="3250" y="10320"/>
                    <a:pt x="3323" y="10320"/>
                  </a:cubicBezTo>
                  <a:cubicBezTo>
                    <a:pt x="3395" y="10320"/>
                    <a:pt x="3468" y="10296"/>
                    <a:pt x="3528" y="10247"/>
                  </a:cubicBezTo>
                  <a:cubicBezTo>
                    <a:pt x="3699" y="10102"/>
                    <a:pt x="3919" y="10017"/>
                    <a:pt x="4160" y="10017"/>
                  </a:cubicBezTo>
                  <a:cubicBezTo>
                    <a:pt x="4401" y="10017"/>
                    <a:pt x="4620" y="10102"/>
                    <a:pt x="4794" y="10247"/>
                  </a:cubicBezTo>
                  <a:cubicBezTo>
                    <a:pt x="4854" y="10296"/>
                    <a:pt x="4926" y="10320"/>
                    <a:pt x="4998" y="10320"/>
                  </a:cubicBezTo>
                  <a:cubicBezTo>
                    <a:pt x="5070" y="10320"/>
                    <a:pt x="5143" y="10296"/>
                    <a:pt x="5202" y="10247"/>
                  </a:cubicBezTo>
                  <a:cubicBezTo>
                    <a:pt x="5373" y="10102"/>
                    <a:pt x="5595" y="10017"/>
                    <a:pt x="5836" y="10017"/>
                  </a:cubicBezTo>
                  <a:cubicBezTo>
                    <a:pt x="6077" y="10017"/>
                    <a:pt x="6296" y="10102"/>
                    <a:pt x="6469" y="10247"/>
                  </a:cubicBezTo>
                  <a:cubicBezTo>
                    <a:pt x="6528" y="10296"/>
                    <a:pt x="6600" y="10320"/>
                    <a:pt x="6672" y="10320"/>
                  </a:cubicBezTo>
                  <a:cubicBezTo>
                    <a:pt x="6745" y="10320"/>
                    <a:pt x="6818" y="10296"/>
                    <a:pt x="6877" y="10247"/>
                  </a:cubicBezTo>
                  <a:cubicBezTo>
                    <a:pt x="7048" y="10102"/>
                    <a:pt x="7269" y="10017"/>
                    <a:pt x="7510" y="10017"/>
                  </a:cubicBezTo>
                  <a:cubicBezTo>
                    <a:pt x="7751" y="10017"/>
                    <a:pt x="7970" y="10102"/>
                    <a:pt x="8144" y="10247"/>
                  </a:cubicBezTo>
                  <a:cubicBezTo>
                    <a:pt x="8203" y="10296"/>
                    <a:pt x="8276" y="10320"/>
                    <a:pt x="8348" y="10320"/>
                  </a:cubicBezTo>
                  <a:cubicBezTo>
                    <a:pt x="8420" y="10320"/>
                    <a:pt x="8492" y="10296"/>
                    <a:pt x="8552" y="10247"/>
                  </a:cubicBezTo>
                  <a:cubicBezTo>
                    <a:pt x="8723" y="10102"/>
                    <a:pt x="8945" y="10017"/>
                    <a:pt x="9186" y="10017"/>
                  </a:cubicBezTo>
                  <a:cubicBezTo>
                    <a:pt x="9427" y="10017"/>
                    <a:pt x="9646" y="10102"/>
                    <a:pt x="9818" y="10247"/>
                  </a:cubicBezTo>
                  <a:cubicBezTo>
                    <a:pt x="9877" y="10296"/>
                    <a:pt x="9950" y="10320"/>
                    <a:pt x="10022" y="10320"/>
                  </a:cubicBezTo>
                  <a:cubicBezTo>
                    <a:pt x="10095" y="10320"/>
                    <a:pt x="10167" y="10296"/>
                    <a:pt x="10227" y="10247"/>
                  </a:cubicBezTo>
                  <a:cubicBezTo>
                    <a:pt x="10398" y="10102"/>
                    <a:pt x="10619" y="10017"/>
                    <a:pt x="10860" y="10017"/>
                  </a:cubicBezTo>
                  <a:cubicBezTo>
                    <a:pt x="11101" y="10017"/>
                    <a:pt x="11320" y="10102"/>
                    <a:pt x="11494" y="10247"/>
                  </a:cubicBezTo>
                  <a:cubicBezTo>
                    <a:pt x="11553" y="10296"/>
                    <a:pt x="11625" y="10320"/>
                    <a:pt x="11698" y="10320"/>
                  </a:cubicBezTo>
                  <a:cubicBezTo>
                    <a:pt x="11770" y="10320"/>
                    <a:pt x="11842" y="10296"/>
                    <a:pt x="11901" y="10247"/>
                  </a:cubicBezTo>
                  <a:cubicBezTo>
                    <a:pt x="12055" y="10118"/>
                    <a:pt x="12248" y="10037"/>
                    <a:pt x="12458" y="10022"/>
                  </a:cubicBezTo>
                  <a:cubicBezTo>
                    <a:pt x="13027" y="9038"/>
                    <a:pt x="13353" y="7895"/>
                    <a:pt x="13353" y="6677"/>
                  </a:cubicBezTo>
                  <a:cubicBezTo>
                    <a:pt x="13353" y="2991"/>
                    <a:pt x="10364" y="0"/>
                    <a:pt x="6677"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45"/>
            <p:cNvSpPr/>
            <p:nvPr/>
          </p:nvSpPr>
          <p:spPr>
            <a:xfrm>
              <a:off x="2756435" y="3716732"/>
              <a:ext cx="344774" cy="67088"/>
            </a:xfrm>
            <a:custGeom>
              <a:rect b="b" l="l" r="r" t="t"/>
              <a:pathLst>
                <a:path extrusionOk="0" h="2264" w="11635">
                  <a:moveTo>
                    <a:pt x="1631" y="0"/>
                  </a:moveTo>
                  <a:cubicBezTo>
                    <a:pt x="1390" y="0"/>
                    <a:pt x="1171" y="86"/>
                    <a:pt x="997" y="229"/>
                  </a:cubicBezTo>
                  <a:cubicBezTo>
                    <a:pt x="937" y="278"/>
                    <a:pt x="865" y="303"/>
                    <a:pt x="793" y="303"/>
                  </a:cubicBezTo>
                  <a:cubicBezTo>
                    <a:pt x="721" y="303"/>
                    <a:pt x="648" y="278"/>
                    <a:pt x="589" y="229"/>
                  </a:cubicBezTo>
                  <a:cubicBezTo>
                    <a:pt x="428" y="95"/>
                    <a:pt x="224" y="11"/>
                    <a:pt x="0" y="2"/>
                  </a:cubicBezTo>
                  <a:lnTo>
                    <a:pt x="0" y="2"/>
                  </a:lnTo>
                  <a:cubicBezTo>
                    <a:pt x="515" y="909"/>
                    <a:pt x="1234" y="1685"/>
                    <a:pt x="2097" y="2263"/>
                  </a:cubicBezTo>
                  <a:lnTo>
                    <a:pt x="9526" y="2263"/>
                  </a:lnTo>
                  <a:cubicBezTo>
                    <a:pt x="10402" y="1685"/>
                    <a:pt x="11122" y="909"/>
                    <a:pt x="11635" y="2"/>
                  </a:cubicBezTo>
                  <a:lnTo>
                    <a:pt x="11635" y="2"/>
                  </a:lnTo>
                  <a:cubicBezTo>
                    <a:pt x="11413" y="11"/>
                    <a:pt x="11208" y="95"/>
                    <a:pt x="11047" y="229"/>
                  </a:cubicBezTo>
                  <a:cubicBezTo>
                    <a:pt x="10988" y="278"/>
                    <a:pt x="10915" y="303"/>
                    <a:pt x="10842" y="303"/>
                  </a:cubicBezTo>
                  <a:cubicBezTo>
                    <a:pt x="10770" y="303"/>
                    <a:pt x="10698" y="278"/>
                    <a:pt x="10639" y="229"/>
                  </a:cubicBezTo>
                  <a:cubicBezTo>
                    <a:pt x="10468" y="86"/>
                    <a:pt x="10247" y="0"/>
                    <a:pt x="10004" y="0"/>
                  </a:cubicBezTo>
                  <a:cubicBezTo>
                    <a:pt x="9765" y="0"/>
                    <a:pt x="9544" y="86"/>
                    <a:pt x="9372" y="229"/>
                  </a:cubicBezTo>
                  <a:cubicBezTo>
                    <a:pt x="9313" y="278"/>
                    <a:pt x="9240" y="303"/>
                    <a:pt x="9168" y="303"/>
                  </a:cubicBezTo>
                  <a:cubicBezTo>
                    <a:pt x="9095" y="303"/>
                    <a:pt x="9023" y="278"/>
                    <a:pt x="8963" y="229"/>
                  </a:cubicBezTo>
                  <a:cubicBezTo>
                    <a:pt x="8792" y="86"/>
                    <a:pt x="8571" y="0"/>
                    <a:pt x="8330" y="0"/>
                  </a:cubicBezTo>
                  <a:cubicBezTo>
                    <a:pt x="8089" y="0"/>
                    <a:pt x="7870" y="86"/>
                    <a:pt x="7696" y="229"/>
                  </a:cubicBezTo>
                  <a:cubicBezTo>
                    <a:pt x="7637" y="278"/>
                    <a:pt x="7565" y="303"/>
                    <a:pt x="7492" y="303"/>
                  </a:cubicBezTo>
                  <a:cubicBezTo>
                    <a:pt x="7420" y="303"/>
                    <a:pt x="7348" y="278"/>
                    <a:pt x="7289" y="229"/>
                  </a:cubicBezTo>
                  <a:cubicBezTo>
                    <a:pt x="7118" y="86"/>
                    <a:pt x="6896" y="0"/>
                    <a:pt x="6655" y="0"/>
                  </a:cubicBezTo>
                  <a:cubicBezTo>
                    <a:pt x="6414" y="0"/>
                    <a:pt x="6195" y="86"/>
                    <a:pt x="6022" y="229"/>
                  </a:cubicBezTo>
                  <a:cubicBezTo>
                    <a:pt x="5963" y="278"/>
                    <a:pt x="5891" y="303"/>
                    <a:pt x="5818" y="303"/>
                  </a:cubicBezTo>
                  <a:cubicBezTo>
                    <a:pt x="5746" y="303"/>
                    <a:pt x="5673" y="278"/>
                    <a:pt x="5613" y="229"/>
                  </a:cubicBezTo>
                  <a:cubicBezTo>
                    <a:pt x="5442" y="86"/>
                    <a:pt x="5221" y="0"/>
                    <a:pt x="4981" y="0"/>
                  </a:cubicBezTo>
                  <a:cubicBezTo>
                    <a:pt x="4740" y="0"/>
                    <a:pt x="4520" y="86"/>
                    <a:pt x="4346" y="229"/>
                  </a:cubicBezTo>
                  <a:cubicBezTo>
                    <a:pt x="4287" y="278"/>
                    <a:pt x="4215" y="303"/>
                    <a:pt x="4143" y="303"/>
                  </a:cubicBezTo>
                  <a:cubicBezTo>
                    <a:pt x="4070" y="303"/>
                    <a:pt x="3998" y="278"/>
                    <a:pt x="3939" y="229"/>
                  </a:cubicBezTo>
                  <a:cubicBezTo>
                    <a:pt x="3768" y="86"/>
                    <a:pt x="3546" y="0"/>
                    <a:pt x="3305" y="0"/>
                  </a:cubicBezTo>
                  <a:cubicBezTo>
                    <a:pt x="3064" y="0"/>
                    <a:pt x="2845" y="86"/>
                    <a:pt x="2672" y="229"/>
                  </a:cubicBezTo>
                  <a:cubicBezTo>
                    <a:pt x="2613" y="278"/>
                    <a:pt x="2541" y="303"/>
                    <a:pt x="2468" y="303"/>
                  </a:cubicBezTo>
                  <a:cubicBezTo>
                    <a:pt x="2396" y="303"/>
                    <a:pt x="2323" y="278"/>
                    <a:pt x="2263" y="229"/>
                  </a:cubicBezTo>
                  <a:cubicBezTo>
                    <a:pt x="2092" y="86"/>
                    <a:pt x="1872" y="0"/>
                    <a:pt x="1631"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45"/>
            <p:cNvSpPr/>
            <p:nvPr/>
          </p:nvSpPr>
          <p:spPr>
            <a:xfrm>
              <a:off x="2902612" y="3725562"/>
              <a:ext cx="52746" cy="54020"/>
            </a:xfrm>
            <a:custGeom>
              <a:rect b="b" l="l" r="r" t="t"/>
              <a:pathLst>
                <a:path extrusionOk="0" h="1823" w="1780">
                  <a:moveTo>
                    <a:pt x="1" y="0"/>
                  </a:moveTo>
                  <a:cubicBezTo>
                    <a:pt x="1" y="0"/>
                    <a:pt x="431" y="310"/>
                    <a:pt x="494" y="1623"/>
                  </a:cubicBezTo>
                  <a:cubicBezTo>
                    <a:pt x="564" y="1656"/>
                    <a:pt x="629" y="1699"/>
                    <a:pt x="686" y="1748"/>
                  </a:cubicBezTo>
                  <a:cubicBezTo>
                    <a:pt x="746" y="1797"/>
                    <a:pt x="819" y="1822"/>
                    <a:pt x="891" y="1822"/>
                  </a:cubicBezTo>
                  <a:cubicBezTo>
                    <a:pt x="963" y="1822"/>
                    <a:pt x="1035" y="1797"/>
                    <a:pt x="1095" y="1748"/>
                  </a:cubicBezTo>
                  <a:cubicBezTo>
                    <a:pt x="1153" y="1699"/>
                    <a:pt x="1218" y="1656"/>
                    <a:pt x="1285" y="1623"/>
                  </a:cubicBezTo>
                  <a:cubicBezTo>
                    <a:pt x="1350" y="310"/>
                    <a:pt x="1779" y="0"/>
                    <a:pt x="1779"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45"/>
            <p:cNvSpPr/>
            <p:nvPr/>
          </p:nvSpPr>
          <p:spPr>
            <a:xfrm>
              <a:off x="2775222" y="3403872"/>
              <a:ext cx="307496" cy="280146"/>
            </a:xfrm>
            <a:custGeom>
              <a:rect b="b" l="l" r="r" t="t"/>
              <a:pathLst>
                <a:path extrusionOk="0" h="9454" w="10377">
                  <a:moveTo>
                    <a:pt x="5189" y="0"/>
                  </a:moveTo>
                  <a:cubicBezTo>
                    <a:pt x="3980" y="0"/>
                    <a:pt x="2770" y="461"/>
                    <a:pt x="1845" y="1384"/>
                  </a:cubicBezTo>
                  <a:cubicBezTo>
                    <a:pt x="0" y="3231"/>
                    <a:pt x="0" y="6223"/>
                    <a:pt x="1845" y="8069"/>
                  </a:cubicBezTo>
                  <a:cubicBezTo>
                    <a:pt x="2769" y="8992"/>
                    <a:pt x="3979" y="9453"/>
                    <a:pt x="5188" y="9453"/>
                  </a:cubicBezTo>
                  <a:cubicBezTo>
                    <a:pt x="6398" y="9453"/>
                    <a:pt x="7607" y="8992"/>
                    <a:pt x="8529" y="8069"/>
                  </a:cubicBezTo>
                  <a:cubicBezTo>
                    <a:pt x="10376" y="6223"/>
                    <a:pt x="10376" y="3231"/>
                    <a:pt x="8529" y="1384"/>
                  </a:cubicBezTo>
                  <a:cubicBezTo>
                    <a:pt x="7608" y="461"/>
                    <a:pt x="6399" y="0"/>
                    <a:pt x="51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45"/>
            <p:cNvSpPr/>
            <p:nvPr/>
          </p:nvSpPr>
          <p:spPr>
            <a:xfrm>
              <a:off x="2799639" y="3768826"/>
              <a:ext cx="258188" cy="48390"/>
            </a:xfrm>
            <a:custGeom>
              <a:rect b="b" l="l" r="r" t="t"/>
              <a:pathLst>
                <a:path extrusionOk="0" h="1633" w="8713">
                  <a:moveTo>
                    <a:pt x="174" y="0"/>
                  </a:moveTo>
                  <a:cubicBezTo>
                    <a:pt x="114" y="0"/>
                    <a:pt x="56" y="6"/>
                    <a:pt x="0" y="16"/>
                  </a:cubicBezTo>
                  <a:cubicBezTo>
                    <a:pt x="1169" y="1024"/>
                    <a:pt x="2691" y="1632"/>
                    <a:pt x="4356" y="1632"/>
                  </a:cubicBezTo>
                  <a:cubicBezTo>
                    <a:pt x="6020" y="1632"/>
                    <a:pt x="7542" y="1023"/>
                    <a:pt x="8713" y="16"/>
                  </a:cubicBezTo>
                  <a:cubicBezTo>
                    <a:pt x="8666" y="6"/>
                    <a:pt x="8607" y="0"/>
                    <a:pt x="8550" y="0"/>
                  </a:cubicBezTo>
                  <a:cubicBezTo>
                    <a:pt x="8309" y="0"/>
                    <a:pt x="8089" y="86"/>
                    <a:pt x="7915" y="230"/>
                  </a:cubicBezTo>
                  <a:cubicBezTo>
                    <a:pt x="7856" y="279"/>
                    <a:pt x="7784" y="304"/>
                    <a:pt x="7712" y="304"/>
                  </a:cubicBezTo>
                  <a:cubicBezTo>
                    <a:pt x="7639" y="304"/>
                    <a:pt x="7567" y="279"/>
                    <a:pt x="7508" y="230"/>
                  </a:cubicBezTo>
                  <a:cubicBezTo>
                    <a:pt x="7337" y="86"/>
                    <a:pt x="7115" y="0"/>
                    <a:pt x="6874" y="0"/>
                  </a:cubicBezTo>
                  <a:cubicBezTo>
                    <a:pt x="6633" y="0"/>
                    <a:pt x="6414" y="86"/>
                    <a:pt x="6241" y="230"/>
                  </a:cubicBezTo>
                  <a:cubicBezTo>
                    <a:pt x="6181" y="279"/>
                    <a:pt x="6109" y="304"/>
                    <a:pt x="6036" y="304"/>
                  </a:cubicBezTo>
                  <a:cubicBezTo>
                    <a:pt x="5964" y="304"/>
                    <a:pt x="5891" y="279"/>
                    <a:pt x="5832" y="230"/>
                  </a:cubicBezTo>
                  <a:cubicBezTo>
                    <a:pt x="5661" y="86"/>
                    <a:pt x="5441" y="0"/>
                    <a:pt x="5200" y="0"/>
                  </a:cubicBezTo>
                  <a:cubicBezTo>
                    <a:pt x="4959" y="0"/>
                    <a:pt x="4738" y="86"/>
                    <a:pt x="4566" y="230"/>
                  </a:cubicBezTo>
                  <a:cubicBezTo>
                    <a:pt x="4506" y="279"/>
                    <a:pt x="4434" y="304"/>
                    <a:pt x="4362" y="304"/>
                  </a:cubicBezTo>
                  <a:cubicBezTo>
                    <a:pt x="4290" y="304"/>
                    <a:pt x="4217" y="279"/>
                    <a:pt x="4158" y="230"/>
                  </a:cubicBezTo>
                  <a:cubicBezTo>
                    <a:pt x="3987" y="86"/>
                    <a:pt x="3765" y="0"/>
                    <a:pt x="3524" y="0"/>
                  </a:cubicBezTo>
                  <a:cubicBezTo>
                    <a:pt x="3283" y="0"/>
                    <a:pt x="3064" y="86"/>
                    <a:pt x="2891" y="230"/>
                  </a:cubicBezTo>
                  <a:cubicBezTo>
                    <a:pt x="2832" y="279"/>
                    <a:pt x="2759" y="304"/>
                    <a:pt x="2686" y="304"/>
                  </a:cubicBezTo>
                  <a:cubicBezTo>
                    <a:pt x="2614" y="304"/>
                    <a:pt x="2542" y="279"/>
                    <a:pt x="2483" y="230"/>
                  </a:cubicBezTo>
                  <a:cubicBezTo>
                    <a:pt x="2312" y="86"/>
                    <a:pt x="2091" y="0"/>
                    <a:pt x="1850" y="0"/>
                  </a:cubicBezTo>
                  <a:cubicBezTo>
                    <a:pt x="1609" y="0"/>
                    <a:pt x="1388" y="86"/>
                    <a:pt x="1216" y="230"/>
                  </a:cubicBezTo>
                  <a:cubicBezTo>
                    <a:pt x="1157" y="279"/>
                    <a:pt x="1084" y="304"/>
                    <a:pt x="1012" y="304"/>
                  </a:cubicBezTo>
                  <a:cubicBezTo>
                    <a:pt x="940" y="304"/>
                    <a:pt x="868" y="279"/>
                    <a:pt x="809" y="230"/>
                  </a:cubicBezTo>
                  <a:cubicBezTo>
                    <a:pt x="638" y="86"/>
                    <a:pt x="415" y="0"/>
                    <a:pt x="174"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45"/>
            <p:cNvSpPr/>
            <p:nvPr/>
          </p:nvSpPr>
          <p:spPr>
            <a:xfrm>
              <a:off x="2882817" y="3700227"/>
              <a:ext cx="92394" cy="27025"/>
            </a:xfrm>
            <a:custGeom>
              <a:rect b="b" l="l" r="r" t="t"/>
              <a:pathLst>
                <a:path extrusionOk="0" h="912" w="3118">
                  <a:moveTo>
                    <a:pt x="0" y="1"/>
                  </a:moveTo>
                  <a:lnTo>
                    <a:pt x="215" y="720"/>
                  </a:lnTo>
                  <a:cubicBezTo>
                    <a:pt x="249" y="834"/>
                    <a:pt x="352" y="911"/>
                    <a:pt x="473" y="911"/>
                  </a:cubicBezTo>
                  <a:lnTo>
                    <a:pt x="2645" y="911"/>
                  </a:lnTo>
                  <a:cubicBezTo>
                    <a:pt x="2764" y="911"/>
                    <a:pt x="2868" y="834"/>
                    <a:pt x="2904" y="720"/>
                  </a:cubicBezTo>
                  <a:lnTo>
                    <a:pt x="3117"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45"/>
            <p:cNvSpPr/>
            <p:nvPr/>
          </p:nvSpPr>
          <p:spPr>
            <a:xfrm>
              <a:off x="2871350" y="3678121"/>
              <a:ext cx="115359" cy="22965"/>
            </a:xfrm>
            <a:custGeom>
              <a:rect b="b" l="l" r="r" t="t"/>
              <a:pathLst>
                <a:path extrusionOk="0" h="775" w="3893">
                  <a:moveTo>
                    <a:pt x="387" y="0"/>
                  </a:moveTo>
                  <a:cubicBezTo>
                    <a:pt x="175" y="0"/>
                    <a:pt x="0" y="175"/>
                    <a:pt x="0" y="387"/>
                  </a:cubicBezTo>
                  <a:cubicBezTo>
                    <a:pt x="0" y="602"/>
                    <a:pt x="175" y="775"/>
                    <a:pt x="387" y="775"/>
                  </a:cubicBezTo>
                  <a:lnTo>
                    <a:pt x="3504" y="775"/>
                  </a:lnTo>
                  <a:cubicBezTo>
                    <a:pt x="3717" y="775"/>
                    <a:pt x="3893" y="602"/>
                    <a:pt x="3891" y="387"/>
                  </a:cubicBezTo>
                  <a:cubicBezTo>
                    <a:pt x="3891" y="175"/>
                    <a:pt x="3717" y="0"/>
                    <a:pt x="3504"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45"/>
            <p:cNvSpPr/>
            <p:nvPr/>
          </p:nvSpPr>
          <p:spPr>
            <a:xfrm>
              <a:off x="2852148" y="3429978"/>
              <a:ext cx="27884" cy="27914"/>
            </a:xfrm>
            <a:custGeom>
              <a:rect b="b" l="l" r="r" t="t"/>
              <a:pathLst>
                <a:path extrusionOk="0" h="942" w="941">
                  <a:moveTo>
                    <a:pt x="470" y="1"/>
                  </a:moveTo>
                  <a:cubicBezTo>
                    <a:pt x="210" y="1"/>
                    <a:pt x="0" y="211"/>
                    <a:pt x="0" y="470"/>
                  </a:cubicBezTo>
                  <a:cubicBezTo>
                    <a:pt x="0" y="731"/>
                    <a:pt x="210" y="941"/>
                    <a:pt x="470" y="941"/>
                  </a:cubicBezTo>
                  <a:cubicBezTo>
                    <a:pt x="731" y="941"/>
                    <a:pt x="941" y="731"/>
                    <a:pt x="941" y="470"/>
                  </a:cubicBezTo>
                  <a:cubicBezTo>
                    <a:pt x="941" y="211"/>
                    <a:pt x="731" y="1"/>
                    <a:pt x="470"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45"/>
            <p:cNvSpPr/>
            <p:nvPr/>
          </p:nvSpPr>
          <p:spPr>
            <a:xfrm>
              <a:off x="2852148" y="3469004"/>
              <a:ext cx="27884" cy="27884"/>
            </a:xfrm>
            <a:custGeom>
              <a:rect b="b" l="l" r="r" t="t"/>
              <a:pathLst>
                <a:path extrusionOk="0" h="941" w="941">
                  <a:moveTo>
                    <a:pt x="470" y="0"/>
                  </a:moveTo>
                  <a:cubicBezTo>
                    <a:pt x="210" y="0"/>
                    <a:pt x="0" y="210"/>
                    <a:pt x="0" y="471"/>
                  </a:cubicBezTo>
                  <a:cubicBezTo>
                    <a:pt x="0" y="731"/>
                    <a:pt x="210" y="941"/>
                    <a:pt x="470" y="941"/>
                  </a:cubicBezTo>
                  <a:cubicBezTo>
                    <a:pt x="731" y="941"/>
                    <a:pt x="941" y="731"/>
                    <a:pt x="941" y="471"/>
                  </a:cubicBezTo>
                  <a:cubicBezTo>
                    <a:pt x="941" y="210"/>
                    <a:pt x="731" y="0"/>
                    <a:pt x="47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45"/>
            <p:cNvSpPr/>
            <p:nvPr/>
          </p:nvSpPr>
          <p:spPr>
            <a:xfrm>
              <a:off x="2852148" y="3508060"/>
              <a:ext cx="27884" cy="27884"/>
            </a:xfrm>
            <a:custGeom>
              <a:rect b="b" l="l" r="r" t="t"/>
              <a:pathLst>
                <a:path extrusionOk="0" h="941" w="941">
                  <a:moveTo>
                    <a:pt x="470" y="1"/>
                  </a:moveTo>
                  <a:cubicBezTo>
                    <a:pt x="210" y="1"/>
                    <a:pt x="0" y="210"/>
                    <a:pt x="0" y="470"/>
                  </a:cubicBezTo>
                  <a:cubicBezTo>
                    <a:pt x="0" y="731"/>
                    <a:pt x="210" y="941"/>
                    <a:pt x="470" y="941"/>
                  </a:cubicBezTo>
                  <a:cubicBezTo>
                    <a:pt x="731" y="941"/>
                    <a:pt x="941" y="731"/>
                    <a:pt x="941" y="470"/>
                  </a:cubicBezTo>
                  <a:cubicBezTo>
                    <a:pt x="941" y="212"/>
                    <a:pt x="731" y="1"/>
                    <a:pt x="470"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45"/>
            <p:cNvSpPr/>
            <p:nvPr/>
          </p:nvSpPr>
          <p:spPr>
            <a:xfrm>
              <a:off x="2852148" y="3547086"/>
              <a:ext cx="27884" cy="27884"/>
            </a:xfrm>
            <a:custGeom>
              <a:rect b="b" l="l" r="r" t="t"/>
              <a:pathLst>
                <a:path extrusionOk="0" h="941" w="941">
                  <a:moveTo>
                    <a:pt x="470" y="0"/>
                  </a:moveTo>
                  <a:cubicBezTo>
                    <a:pt x="210" y="0"/>
                    <a:pt x="0" y="210"/>
                    <a:pt x="0" y="471"/>
                  </a:cubicBezTo>
                  <a:cubicBezTo>
                    <a:pt x="0" y="731"/>
                    <a:pt x="210" y="941"/>
                    <a:pt x="470" y="941"/>
                  </a:cubicBezTo>
                  <a:cubicBezTo>
                    <a:pt x="731" y="941"/>
                    <a:pt x="941" y="731"/>
                    <a:pt x="941" y="471"/>
                  </a:cubicBezTo>
                  <a:cubicBezTo>
                    <a:pt x="941" y="213"/>
                    <a:pt x="731" y="0"/>
                    <a:pt x="47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45"/>
            <p:cNvSpPr/>
            <p:nvPr/>
          </p:nvSpPr>
          <p:spPr>
            <a:xfrm>
              <a:off x="2852148" y="3585845"/>
              <a:ext cx="27884" cy="27855"/>
            </a:xfrm>
            <a:custGeom>
              <a:rect b="b" l="l" r="r" t="t"/>
              <a:pathLst>
                <a:path extrusionOk="0" h="940" w="941">
                  <a:moveTo>
                    <a:pt x="470" y="1"/>
                  </a:moveTo>
                  <a:cubicBezTo>
                    <a:pt x="210" y="1"/>
                    <a:pt x="0" y="211"/>
                    <a:pt x="0" y="470"/>
                  </a:cubicBezTo>
                  <a:cubicBezTo>
                    <a:pt x="0" y="730"/>
                    <a:pt x="210" y="940"/>
                    <a:pt x="470" y="940"/>
                  </a:cubicBezTo>
                  <a:cubicBezTo>
                    <a:pt x="731" y="940"/>
                    <a:pt x="941" y="730"/>
                    <a:pt x="941" y="470"/>
                  </a:cubicBezTo>
                  <a:cubicBezTo>
                    <a:pt x="941" y="212"/>
                    <a:pt x="731" y="1"/>
                    <a:pt x="470"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45"/>
            <p:cNvSpPr/>
            <p:nvPr/>
          </p:nvSpPr>
          <p:spPr>
            <a:xfrm>
              <a:off x="2887410" y="3448380"/>
              <a:ext cx="27914" cy="27884"/>
            </a:xfrm>
            <a:custGeom>
              <a:rect b="b" l="l" r="r" t="t"/>
              <a:pathLst>
                <a:path extrusionOk="0" h="941" w="942">
                  <a:moveTo>
                    <a:pt x="475" y="0"/>
                  </a:moveTo>
                  <a:cubicBezTo>
                    <a:pt x="474" y="0"/>
                    <a:pt x="473" y="0"/>
                    <a:pt x="472" y="0"/>
                  </a:cubicBezTo>
                  <a:cubicBezTo>
                    <a:pt x="211" y="0"/>
                    <a:pt x="1" y="210"/>
                    <a:pt x="1" y="469"/>
                  </a:cubicBezTo>
                  <a:cubicBezTo>
                    <a:pt x="1" y="731"/>
                    <a:pt x="211" y="940"/>
                    <a:pt x="472" y="940"/>
                  </a:cubicBezTo>
                  <a:cubicBezTo>
                    <a:pt x="732" y="940"/>
                    <a:pt x="941" y="731"/>
                    <a:pt x="941" y="469"/>
                  </a:cubicBezTo>
                  <a:cubicBezTo>
                    <a:pt x="941" y="212"/>
                    <a:pt x="733" y="0"/>
                    <a:pt x="475"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45"/>
            <p:cNvSpPr/>
            <p:nvPr/>
          </p:nvSpPr>
          <p:spPr>
            <a:xfrm>
              <a:off x="2887410" y="3487376"/>
              <a:ext cx="27914" cy="27914"/>
            </a:xfrm>
            <a:custGeom>
              <a:rect b="b" l="l" r="r" t="t"/>
              <a:pathLst>
                <a:path extrusionOk="0" h="942" w="942">
                  <a:moveTo>
                    <a:pt x="472" y="1"/>
                  </a:moveTo>
                  <a:cubicBezTo>
                    <a:pt x="211" y="1"/>
                    <a:pt x="1" y="210"/>
                    <a:pt x="1" y="470"/>
                  </a:cubicBezTo>
                  <a:cubicBezTo>
                    <a:pt x="1" y="731"/>
                    <a:pt x="211" y="941"/>
                    <a:pt x="472" y="941"/>
                  </a:cubicBezTo>
                  <a:cubicBezTo>
                    <a:pt x="732" y="941"/>
                    <a:pt x="941" y="731"/>
                    <a:pt x="941" y="470"/>
                  </a:cubicBezTo>
                  <a:cubicBezTo>
                    <a:pt x="941" y="212"/>
                    <a:pt x="732" y="1"/>
                    <a:pt x="472"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45"/>
            <p:cNvSpPr/>
            <p:nvPr/>
          </p:nvSpPr>
          <p:spPr>
            <a:xfrm>
              <a:off x="2887410" y="3526432"/>
              <a:ext cx="27914" cy="27855"/>
            </a:xfrm>
            <a:custGeom>
              <a:rect b="b" l="l" r="r" t="t"/>
              <a:pathLst>
                <a:path extrusionOk="0" h="940" w="942">
                  <a:moveTo>
                    <a:pt x="472" y="1"/>
                  </a:moveTo>
                  <a:cubicBezTo>
                    <a:pt x="211" y="1"/>
                    <a:pt x="1" y="211"/>
                    <a:pt x="1" y="470"/>
                  </a:cubicBezTo>
                  <a:cubicBezTo>
                    <a:pt x="1" y="730"/>
                    <a:pt x="211" y="940"/>
                    <a:pt x="472" y="940"/>
                  </a:cubicBezTo>
                  <a:cubicBezTo>
                    <a:pt x="732" y="940"/>
                    <a:pt x="941" y="730"/>
                    <a:pt x="941" y="470"/>
                  </a:cubicBezTo>
                  <a:cubicBezTo>
                    <a:pt x="941" y="212"/>
                    <a:pt x="732" y="2"/>
                    <a:pt x="472"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45"/>
            <p:cNvSpPr/>
            <p:nvPr/>
          </p:nvSpPr>
          <p:spPr>
            <a:xfrm>
              <a:off x="2959003" y="3526432"/>
              <a:ext cx="27884" cy="27855"/>
            </a:xfrm>
            <a:custGeom>
              <a:rect b="b" l="l" r="r" t="t"/>
              <a:pathLst>
                <a:path extrusionOk="0" h="940" w="941">
                  <a:moveTo>
                    <a:pt x="470" y="1"/>
                  </a:moveTo>
                  <a:cubicBezTo>
                    <a:pt x="210" y="1"/>
                    <a:pt x="0" y="211"/>
                    <a:pt x="0" y="470"/>
                  </a:cubicBezTo>
                  <a:cubicBezTo>
                    <a:pt x="0" y="730"/>
                    <a:pt x="210" y="940"/>
                    <a:pt x="470" y="940"/>
                  </a:cubicBezTo>
                  <a:cubicBezTo>
                    <a:pt x="731" y="940"/>
                    <a:pt x="941" y="730"/>
                    <a:pt x="941" y="470"/>
                  </a:cubicBezTo>
                  <a:cubicBezTo>
                    <a:pt x="941" y="212"/>
                    <a:pt x="731" y="2"/>
                    <a:pt x="470"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45"/>
            <p:cNvSpPr/>
            <p:nvPr/>
          </p:nvSpPr>
          <p:spPr>
            <a:xfrm>
              <a:off x="2959003" y="3604188"/>
              <a:ext cx="27884" cy="27914"/>
            </a:xfrm>
            <a:custGeom>
              <a:rect b="b" l="l" r="r" t="t"/>
              <a:pathLst>
                <a:path extrusionOk="0" h="942" w="941">
                  <a:moveTo>
                    <a:pt x="470" y="1"/>
                  </a:moveTo>
                  <a:cubicBezTo>
                    <a:pt x="210" y="1"/>
                    <a:pt x="0" y="210"/>
                    <a:pt x="0" y="472"/>
                  </a:cubicBezTo>
                  <a:cubicBezTo>
                    <a:pt x="0" y="731"/>
                    <a:pt x="210" y="941"/>
                    <a:pt x="470" y="941"/>
                  </a:cubicBezTo>
                  <a:cubicBezTo>
                    <a:pt x="731" y="941"/>
                    <a:pt x="941" y="731"/>
                    <a:pt x="941" y="472"/>
                  </a:cubicBezTo>
                  <a:cubicBezTo>
                    <a:pt x="941" y="214"/>
                    <a:pt x="731" y="4"/>
                    <a:pt x="470"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45"/>
            <p:cNvSpPr/>
            <p:nvPr/>
          </p:nvSpPr>
          <p:spPr>
            <a:xfrm>
              <a:off x="2887410" y="3565488"/>
              <a:ext cx="27914" cy="27914"/>
            </a:xfrm>
            <a:custGeom>
              <a:rect b="b" l="l" r="r" t="t"/>
              <a:pathLst>
                <a:path extrusionOk="0" h="942" w="942">
                  <a:moveTo>
                    <a:pt x="472" y="1"/>
                  </a:moveTo>
                  <a:cubicBezTo>
                    <a:pt x="211" y="1"/>
                    <a:pt x="1" y="211"/>
                    <a:pt x="1" y="472"/>
                  </a:cubicBezTo>
                  <a:cubicBezTo>
                    <a:pt x="1" y="731"/>
                    <a:pt x="211" y="941"/>
                    <a:pt x="472" y="941"/>
                  </a:cubicBezTo>
                  <a:cubicBezTo>
                    <a:pt x="732" y="941"/>
                    <a:pt x="941" y="731"/>
                    <a:pt x="941" y="472"/>
                  </a:cubicBezTo>
                  <a:cubicBezTo>
                    <a:pt x="941" y="211"/>
                    <a:pt x="732" y="1"/>
                    <a:pt x="472"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45"/>
            <p:cNvSpPr/>
            <p:nvPr/>
          </p:nvSpPr>
          <p:spPr>
            <a:xfrm>
              <a:off x="2924184" y="3473479"/>
              <a:ext cx="27884" cy="27855"/>
            </a:xfrm>
            <a:custGeom>
              <a:rect b="b" l="l" r="r" t="t"/>
              <a:pathLst>
                <a:path extrusionOk="0" h="940" w="941">
                  <a:moveTo>
                    <a:pt x="470" y="0"/>
                  </a:moveTo>
                  <a:cubicBezTo>
                    <a:pt x="210" y="0"/>
                    <a:pt x="0" y="210"/>
                    <a:pt x="0" y="470"/>
                  </a:cubicBezTo>
                  <a:cubicBezTo>
                    <a:pt x="0" y="729"/>
                    <a:pt x="210" y="939"/>
                    <a:pt x="470" y="939"/>
                  </a:cubicBezTo>
                  <a:cubicBezTo>
                    <a:pt x="729" y="939"/>
                    <a:pt x="941" y="729"/>
                    <a:pt x="941" y="470"/>
                  </a:cubicBezTo>
                  <a:cubicBezTo>
                    <a:pt x="941" y="212"/>
                    <a:pt x="729" y="0"/>
                    <a:pt x="47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45"/>
            <p:cNvSpPr/>
            <p:nvPr/>
          </p:nvSpPr>
          <p:spPr>
            <a:xfrm>
              <a:off x="2924184" y="3512534"/>
              <a:ext cx="27884" cy="27884"/>
            </a:xfrm>
            <a:custGeom>
              <a:rect b="b" l="l" r="r" t="t"/>
              <a:pathLst>
                <a:path extrusionOk="0" h="941" w="941">
                  <a:moveTo>
                    <a:pt x="470" y="0"/>
                  </a:moveTo>
                  <a:cubicBezTo>
                    <a:pt x="210" y="0"/>
                    <a:pt x="0" y="210"/>
                    <a:pt x="0" y="471"/>
                  </a:cubicBezTo>
                  <a:cubicBezTo>
                    <a:pt x="0" y="731"/>
                    <a:pt x="210" y="941"/>
                    <a:pt x="470" y="941"/>
                  </a:cubicBezTo>
                  <a:cubicBezTo>
                    <a:pt x="729" y="941"/>
                    <a:pt x="941" y="731"/>
                    <a:pt x="941" y="471"/>
                  </a:cubicBezTo>
                  <a:cubicBezTo>
                    <a:pt x="941" y="210"/>
                    <a:pt x="729" y="0"/>
                    <a:pt x="47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45"/>
            <p:cNvSpPr/>
            <p:nvPr/>
          </p:nvSpPr>
          <p:spPr>
            <a:xfrm>
              <a:off x="2924184" y="3551590"/>
              <a:ext cx="27884" cy="27884"/>
            </a:xfrm>
            <a:custGeom>
              <a:rect b="b" l="l" r="r" t="t"/>
              <a:pathLst>
                <a:path extrusionOk="0" h="941" w="941">
                  <a:moveTo>
                    <a:pt x="470" y="0"/>
                  </a:moveTo>
                  <a:cubicBezTo>
                    <a:pt x="210" y="0"/>
                    <a:pt x="0" y="210"/>
                    <a:pt x="0" y="470"/>
                  </a:cubicBezTo>
                  <a:cubicBezTo>
                    <a:pt x="0" y="731"/>
                    <a:pt x="210" y="941"/>
                    <a:pt x="470" y="941"/>
                  </a:cubicBezTo>
                  <a:cubicBezTo>
                    <a:pt x="729" y="941"/>
                    <a:pt x="941" y="731"/>
                    <a:pt x="941" y="470"/>
                  </a:cubicBezTo>
                  <a:cubicBezTo>
                    <a:pt x="941" y="210"/>
                    <a:pt x="729" y="0"/>
                    <a:pt x="47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45"/>
            <p:cNvSpPr/>
            <p:nvPr/>
          </p:nvSpPr>
          <p:spPr>
            <a:xfrm>
              <a:off x="2887410" y="3604188"/>
              <a:ext cx="27914" cy="27914"/>
            </a:xfrm>
            <a:custGeom>
              <a:rect b="b" l="l" r="r" t="t"/>
              <a:pathLst>
                <a:path extrusionOk="0" h="942" w="942">
                  <a:moveTo>
                    <a:pt x="472" y="1"/>
                  </a:moveTo>
                  <a:cubicBezTo>
                    <a:pt x="211" y="1"/>
                    <a:pt x="1" y="210"/>
                    <a:pt x="1" y="472"/>
                  </a:cubicBezTo>
                  <a:cubicBezTo>
                    <a:pt x="1" y="731"/>
                    <a:pt x="211" y="941"/>
                    <a:pt x="472" y="941"/>
                  </a:cubicBezTo>
                  <a:cubicBezTo>
                    <a:pt x="732" y="941"/>
                    <a:pt x="941" y="731"/>
                    <a:pt x="941" y="472"/>
                  </a:cubicBezTo>
                  <a:cubicBezTo>
                    <a:pt x="941" y="214"/>
                    <a:pt x="732" y="4"/>
                    <a:pt x="472"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7" name="Google Shape;10587;p45"/>
          <p:cNvGrpSpPr/>
          <p:nvPr/>
        </p:nvGrpSpPr>
        <p:grpSpPr>
          <a:xfrm>
            <a:off x="2069287" y="3403813"/>
            <a:ext cx="395594" cy="413433"/>
            <a:chOff x="2069287" y="3403813"/>
            <a:chExt cx="395594" cy="413433"/>
          </a:xfrm>
        </p:grpSpPr>
        <p:sp>
          <p:nvSpPr>
            <p:cNvPr id="10588" name="Google Shape;10588;p45"/>
            <p:cNvSpPr/>
            <p:nvPr/>
          </p:nvSpPr>
          <p:spPr>
            <a:xfrm>
              <a:off x="2069287" y="3421563"/>
              <a:ext cx="395594" cy="357546"/>
            </a:xfrm>
            <a:custGeom>
              <a:rect b="b" l="l" r="r" t="t"/>
              <a:pathLst>
                <a:path extrusionOk="0" h="12066" w="13350">
                  <a:moveTo>
                    <a:pt x="6673" y="0"/>
                  </a:moveTo>
                  <a:cubicBezTo>
                    <a:pt x="2986" y="0"/>
                    <a:pt x="0" y="2991"/>
                    <a:pt x="0" y="6677"/>
                  </a:cubicBezTo>
                  <a:cubicBezTo>
                    <a:pt x="0" y="8890"/>
                    <a:pt x="1078" y="10850"/>
                    <a:pt x="2736" y="12066"/>
                  </a:cubicBezTo>
                  <a:lnTo>
                    <a:pt x="10668" y="12027"/>
                  </a:lnTo>
                  <a:cubicBezTo>
                    <a:pt x="12297" y="10810"/>
                    <a:pt x="13350" y="8867"/>
                    <a:pt x="13350" y="6677"/>
                  </a:cubicBezTo>
                  <a:cubicBezTo>
                    <a:pt x="13350" y="2991"/>
                    <a:pt x="10362" y="0"/>
                    <a:pt x="6673"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45"/>
            <p:cNvSpPr/>
            <p:nvPr/>
          </p:nvSpPr>
          <p:spPr>
            <a:xfrm>
              <a:off x="2149235" y="3713087"/>
              <a:ext cx="237297" cy="104158"/>
            </a:xfrm>
            <a:custGeom>
              <a:rect b="b" l="l" r="r" t="t"/>
              <a:pathLst>
                <a:path extrusionOk="0" h="3515" w="8008">
                  <a:moveTo>
                    <a:pt x="1860" y="0"/>
                  </a:moveTo>
                  <a:cubicBezTo>
                    <a:pt x="1841" y="546"/>
                    <a:pt x="1740" y="1320"/>
                    <a:pt x="1347" y="1754"/>
                  </a:cubicBezTo>
                  <a:lnTo>
                    <a:pt x="1347" y="1750"/>
                  </a:lnTo>
                  <a:cubicBezTo>
                    <a:pt x="1322" y="1778"/>
                    <a:pt x="1291" y="1797"/>
                    <a:pt x="1254" y="1808"/>
                  </a:cubicBezTo>
                  <a:cubicBezTo>
                    <a:pt x="820" y="1911"/>
                    <a:pt x="405" y="2043"/>
                    <a:pt x="1" y="2201"/>
                  </a:cubicBezTo>
                  <a:cubicBezTo>
                    <a:pt x="1112" y="3025"/>
                    <a:pt x="2488" y="3515"/>
                    <a:pt x="3979" y="3515"/>
                  </a:cubicBezTo>
                  <a:cubicBezTo>
                    <a:pt x="5491" y="3515"/>
                    <a:pt x="6888" y="3010"/>
                    <a:pt x="8008" y="2161"/>
                  </a:cubicBezTo>
                  <a:cubicBezTo>
                    <a:pt x="7636" y="2019"/>
                    <a:pt x="7254" y="1901"/>
                    <a:pt x="6857" y="1808"/>
                  </a:cubicBezTo>
                  <a:cubicBezTo>
                    <a:pt x="6823" y="1800"/>
                    <a:pt x="6789" y="1780"/>
                    <a:pt x="6764" y="1750"/>
                  </a:cubicBezTo>
                  <a:lnTo>
                    <a:pt x="6764" y="1754"/>
                  </a:lnTo>
                  <a:cubicBezTo>
                    <a:pt x="6372" y="1320"/>
                    <a:pt x="6271" y="546"/>
                    <a:pt x="6251" y="0"/>
                  </a:cubicBezTo>
                  <a:cubicBezTo>
                    <a:pt x="5657" y="693"/>
                    <a:pt x="4977" y="1166"/>
                    <a:pt x="4056" y="1166"/>
                  </a:cubicBezTo>
                  <a:cubicBezTo>
                    <a:pt x="3135" y="1166"/>
                    <a:pt x="2457" y="693"/>
                    <a:pt x="1860" y="0"/>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45"/>
            <p:cNvSpPr/>
            <p:nvPr/>
          </p:nvSpPr>
          <p:spPr>
            <a:xfrm>
              <a:off x="2164318" y="3469715"/>
              <a:ext cx="210183" cy="282220"/>
            </a:xfrm>
            <a:custGeom>
              <a:rect b="b" l="l" r="r" t="t"/>
              <a:pathLst>
                <a:path extrusionOk="0" h="9524" w="7093">
                  <a:moveTo>
                    <a:pt x="1949" y="1"/>
                  </a:moveTo>
                  <a:cubicBezTo>
                    <a:pt x="1683" y="1"/>
                    <a:pt x="1413" y="43"/>
                    <a:pt x="1166" y="154"/>
                  </a:cubicBezTo>
                  <a:cubicBezTo>
                    <a:pt x="426" y="486"/>
                    <a:pt x="407" y="1591"/>
                    <a:pt x="448" y="2153"/>
                  </a:cubicBezTo>
                  <a:cubicBezTo>
                    <a:pt x="462" y="2347"/>
                    <a:pt x="415" y="2541"/>
                    <a:pt x="309" y="2708"/>
                  </a:cubicBezTo>
                  <a:cubicBezTo>
                    <a:pt x="249" y="2802"/>
                    <a:pt x="201" y="2902"/>
                    <a:pt x="162" y="3003"/>
                  </a:cubicBezTo>
                  <a:cubicBezTo>
                    <a:pt x="36" y="3325"/>
                    <a:pt x="0" y="3674"/>
                    <a:pt x="47" y="4016"/>
                  </a:cubicBezTo>
                  <a:lnTo>
                    <a:pt x="222" y="5289"/>
                  </a:lnTo>
                  <a:cubicBezTo>
                    <a:pt x="222" y="7117"/>
                    <a:pt x="1197" y="8359"/>
                    <a:pt x="2029" y="9004"/>
                  </a:cubicBezTo>
                  <a:cubicBezTo>
                    <a:pt x="2462" y="9340"/>
                    <a:pt x="2997" y="9524"/>
                    <a:pt x="3549" y="9524"/>
                  </a:cubicBezTo>
                  <a:cubicBezTo>
                    <a:pt x="4099" y="9524"/>
                    <a:pt x="4635" y="9340"/>
                    <a:pt x="5068" y="9004"/>
                  </a:cubicBezTo>
                  <a:cubicBezTo>
                    <a:pt x="5898" y="8359"/>
                    <a:pt x="6875" y="7117"/>
                    <a:pt x="6875" y="5289"/>
                  </a:cubicBezTo>
                  <a:lnTo>
                    <a:pt x="7049" y="4018"/>
                  </a:lnTo>
                  <a:cubicBezTo>
                    <a:pt x="7093" y="3679"/>
                    <a:pt x="7057" y="3332"/>
                    <a:pt x="6936" y="3012"/>
                  </a:cubicBezTo>
                  <a:cubicBezTo>
                    <a:pt x="6897" y="2910"/>
                    <a:pt x="6846" y="2805"/>
                    <a:pt x="6784" y="2708"/>
                  </a:cubicBezTo>
                  <a:cubicBezTo>
                    <a:pt x="6679" y="2541"/>
                    <a:pt x="6631" y="2345"/>
                    <a:pt x="6645" y="2149"/>
                  </a:cubicBezTo>
                  <a:cubicBezTo>
                    <a:pt x="6687" y="1585"/>
                    <a:pt x="6665" y="486"/>
                    <a:pt x="5927" y="154"/>
                  </a:cubicBezTo>
                  <a:cubicBezTo>
                    <a:pt x="5680" y="43"/>
                    <a:pt x="5410" y="1"/>
                    <a:pt x="5144" y="1"/>
                  </a:cubicBezTo>
                  <a:cubicBezTo>
                    <a:pt x="4736" y="1"/>
                    <a:pt x="4336" y="100"/>
                    <a:pt x="4039" y="199"/>
                  </a:cubicBezTo>
                  <a:cubicBezTo>
                    <a:pt x="3879" y="252"/>
                    <a:pt x="3713" y="279"/>
                    <a:pt x="3547" y="279"/>
                  </a:cubicBezTo>
                  <a:cubicBezTo>
                    <a:pt x="3380" y="279"/>
                    <a:pt x="3214" y="252"/>
                    <a:pt x="3055" y="199"/>
                  </a:cubicBezTo>
                  <a:cubicBezTo>
                    <a:pt x="2757" y="100"/>
                    <a:pt x="2357" y="1"/>
                    <a:pt x="1949"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45"/>
            <p:cNvSpPr/>
            <p:nvPr/>
          </p:nvSpPr>
          <p:spPr>
            <a:xfrm>
              <a:off x="2137975" y="3403842"/>
              <a:ext cx="266930" cy="166742"/>
            </a:xfrm>
            <a:custGeom>
              <a:rect b="b" l="l" r="r" t="t"/>
              <a:pathLst>
                <a:path extrusionOk="0" h="5627" w="9008">
                  <a:moveTo>
                    <a:pt x="4386" y="1"/>
                  </a:moveTo>
                  <a:cubicBezTo>
                    <a:pt x="4154" y="1"/>
                    <a:pt x="3925" y="16"/>
                    <a:pt x="3701" y="47"/>
                  </a:cubicBezTo>
                  <a:cubicBezTo>
                    <a:pt x="1495" y="348"/>
                    <a:pt x="1286" y="1598"/>
                    <a:pt x="1286" y="2056"/>
                  </a:cubicBezTo>
                  <a:cubicBezTo>
                    <a:pt x="1286" y="2153"/>
                    <a:pt x="1231" y="2240"/>
                    <a:pt x="1146" y="2283"/>
                  </a:cubicBezTo>
                  <a:cubicBezTo>
                    <a:pt x="0" y="2841"/>
                    <a:pt x="617" y="5531"/>
                    <a:pt x="617" y="5531"/>
                  </a:cubicBezTo>
                  <a:cubicBezTo>
                    <a:pt x="732" y="5538"/>
                    <a:pt x="853" y="5585"/>
                    <a:pt x="944" y="5627"/>
                  </a:cubicBezTo>
                  <a:cubicBezTo>
                    <a:pt x="965" y="5492"/>
                    <a:pt x="1003" y="5355"/>
                    <a:pt x="1052" y="5226"/>
                  </a:cubicBezTo>
                  <a:cubicBezTo>
                    <a:pt x="1091" y="5126"/>
                    <a:pt x="1141" y="5025"/>
                    <a:pt x="1200" y="4931"/>
                  </a:cubicBezTo>
                  <a:cubicBezTo>
                    <a:pt x="1306" y="4764"/>
                    <a:pt x="1354" y="4570"/>
                    <a:pt x="1338" y="4376"/>
                  </a:cubicBezTo>
                  <a:cubicBezTo>
                    <a:pt x="1298" y="3814"/>
                    <a:pt x="1317" y="2709"/>
                    <a:pt x="2058" y="2377"/>
                  </a:cubicBezTo>
                  <a:cubicBezTo>
                    <a:pt x="2305" y="2266"/>
                    <a:pt x="2574" y="2224"/>
                    <a:pt x="2840" y="2224"/>
                  </a:cubicBezTo>
                  <a:cubicBezTo>
                    <a:pt x="3248" y="2224"/>
                    <a:pt x="3648" y="2323"/>
                    <a:pt x="3947" y="2422"/>
                  </a:cubicBezTo>
                  <a:cubicBezTo>
                    <a:pt x="4106" y="2475"/>
                    <a:pt x="4272" y="2502"/>
                    <a:pt x="4438" y="2502"/>
                  </a:cubicBezTo>
                  <a:cubicBezTo>
                    <a:pt x="4604" y="2502"/>
                    <a:pt x="4770" y="2475"/>
                    <a:pt x="4929" y="2422"/>
                  </a:cubicBezTo>
                  <a:cubicBezTo>
                    <a:pt x="5227" y="2323"/>
                    <a:pt x="5626" y="2224"/>
                    <a:pt x="6035" y="2224"/>
                  </a:cubicBezTo>
                  <a:cubicBezTo>
                    <a:pt x="6301" y="2224"/>
                    <a:pt x="6570" y="2266"/>
                    <a:pt x="6818" y="2377"/>
                  </a:cubicBezTo>
                  <a:cubicBezTo>
                    <a:pt x="7556" y="2709"/>
                    <a:pt x="7578" y="3808"/>
                    <a:pt x="7537" y="4372"/>
                  </a:cubicBezTo>
                  <a:cubicBezTo>
                    <a:pt x="7523" y="4568"/>
                    <a:pt x="7570" y="4764"/>
                    <a:pt x="7674" y="4931"/>
                  </a:cubicBezTo>
                  <a:cubicBezTo>
                    <a:pt x="7736" y="5027"/>
                    <a:pt x="7788" y="5133"/>
                    <a:pt x="7827" y="5235"/>
                  </a:cubicBezTo>
                  <a:cubicBezTo>
                    <a:pt x="7875" y="5363"/>
                    <a:pt x="7910" y="5493"/>
                    <a:pt x="7931" y="5627"/>
                  </a:cubicBezTo>
                  <a:cubicBezTo>
                    <a:pt x="8030" y="5579"/>
                    <a:pt x="8166" y="5529"/>
                    <a:pt x="8291" y="5529"/>
                  </a:cubicBezTo>
                  <a:cubicBezTo>
                    <a:pt x="8310" y="5529"/>
                    <a:pt x="8328" y="5530"/>
                    <a:pt x="8346" y="5532"/>
                  </a:cubicBezTo>
                  <a:cubicBezTo>
                    <a:pt x="8363" y="4943"/>
                    <a:pt x="8417" y="4310"/>
                    <a:pt x="8417" y="4310"/>
                  </a:cubicBezTo>
                  <a:cubicBezTo>
                    <a:pt x="9007" y="1411"/>
                    <a:pt x="6608" y="1"/>
                    <a:pt x="438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45"/>
            <p:cNvSpPr/>
            <p:nvPr/>
          </p:nvSpPr>
          <p:spPr>
            <a:xfrm>
              <a:off x="2302228" y="3458099"/>
              <a:ext cx="121790" cy="243668"/>
            </a:xfrm>
            <a:custGeom>
              <a:rect b="b" l="l" r="r" t="t"/>
              <a:pathLst>
                <a:path extrusionOk="0" h="8223" w="4110">
                  <a:moveTo>
                    <a:pt x="4110" y="0"/>
                  </a:moveTo>
                  <a:cubicBezTo>
                    <a:pt x="4085" y="19"/>
                    <a:pt x="4051" y="31"/>
                    <a:pt x="4017" y="31"/>
                  </a:cubicBezTo>
                  <a:lnTo>
                    <a:pt x="3333" y="31"/>
                  </a:lnTo>
                  <a:cubicBezTo>
                    <a:pt x="3297" y="31"/>
                    <a:pt x="3264" y="19"/>
                    <a:pt x="3239" y="2"/>
                  </a:cubicBezTo>
                  <a:lnTo>
                    <a:pt x="3239" y="5866"/>
                  </a:lnTo>
                  <a:cubicBezTo>
                    <a:pt x="3239" y="6252"/>
                    <a:pt x="3092" y="6620"/>
                    <a:pt x="2821" y="6900"/>
                  </a:cubicBezTo>
                  <a:cubicBezTo>
                    <a:pt x="2543" y="7188"/>
                    <a:pt x="2153" y="7352"/>
                    <a:pt x="1753" y="7352"/>
                  </a:cubicBezTo>
                  <a:lnTo>
                    <a:pt x="20" y="7352"/>
                  </a:lnTo>
                  <a:cubicBezTo>
                    <a:pt x="62" y="7415"/>
                    <a:pt x="87" y="7488"/>
                    <a:pt x="87" y="7570"/>
                  </a:cubicBezTo>
                  <a:lnTo>
                    <a:pt x="87" y="7980"/>
                  </a:lnTo>
                  <a:cubicBezTo>
                    <a:pt x="87" y="8074"/>
                    <a:pt x="54" y="8156"/>
                    <a:pt x="0" y="8223"/>
                  </a:cubicBezTo>
                  <a:lnTo>
                    <a:pt x="1753" y="8223"/>
                  </a:lnTo>
                  <a:cubicBezTo>
                    <a:pt x="2388" y="8223"/>
                    <a:pt x="3006" y="7960"/>
                    <a:pt x="3448" y="7503"/>
                  </a:cubicBezTo>
                  <a:cubicBezTo>
                    <a:pt x="3875" y="7060"/>
                    <a:pt x="4110" y="6480"/>
                    <a:pt x="4110" y="5863"/>
                  </a:cubicBezTo>
                  <a:lnTo>
                    <a:pt x="4110" y="0"/>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45"/>
            <p:cNvSpPr/>
            <p:nvPr/>
          </p:nvSpPr>
          <p:spPr>
            <a:xfrm>
              <a:off x="2407986" y="3563473"/>
              <a:ext cx="24091" cy="29870"/>
            </a:xfrm>
            <a:custGeom>
              <a:rect b="b" l="l" r="r" t="t"/>
              <a:pathLst>
                <a:path extrusionOk="0" h="1008" w="813">
                  <a:moveTo>
                    <a:pt x="0" y="0"/>
                  </a:moveTo>
                  <a:lnTo>
                    <a:pt x="0" y="1008"/>
                  </a:lnTo>
                  <a:lnTo>
                    <a:pt x="487" y="1008"/>
                  </a:lnTo>
                  <a:cubicBezTo>
                    <a:pt x="667" y="1008"/>
                    <a:pt x="813" y="862"/>
                    <a:pt x="813" y="681"/>
                  </a:cubicBezTo>
                  <a:lnTo>
                    <a:pt x="813" y="330"/>
                  </a:lnTo>
                  <a:cubicBezTo>
                    <a:pt x="813" y="147"/>
                    <a:pt x="667" y="0"/>
                    <a:pt x="487"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45"/>
            <p:cNvSpPr/>
            <p:nvPr/>
          </p:nvSpPr>
          <p:spPr>
            <a:xfrm>
              <a:off x="2396192" y="3432052"/>
              <a:ext cx="29870" cy="29603"/>
            </a:xfrm>
            <a:custGeom>
              <a:rect b="b" l="l" r="r" t="t"/>
              <a:pathLst>
                <a:path extrusionOk="0" h="999" w="1008">
                  <a:moveTo>
                    <a:pt x="0" y="1"/>
                  </a:moveTo>
                  <a:lnTo>
                    <a:pt x="0" y="839"/>
                  </a:lnTo>
                  <a:cubicBezTo>
                    <a:pt x="0" y="927"/>
                    <a:pt x="72" y="999"/>
                    <a:pt x="162" y="999"/>
                  </a:cubicBezTo>
                  <a:lnTo>
                    <a:pt x="846" y="999"/>
                  </a:lnTo>
                  <a:cubicBezTo>
                    <a:pt x="934" y="999"/>
                    <a:pt x="1007" y="927"/>
                    <a:pt x="1007" y="839"/>
                  </a:cubicBezTo>
                  <a:lnTo>
                    <a:pt x="1007"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45"/>
            <p:cNvSpPr/>
            <p:nvPr/>
          </p:nvSpPr>
          <p:spPr>
            <a:xfrm>
              <a:off x="2385851" y="3403813"/>
              <a:ext cx="50464" cy="29840"/>
            </a:xfrm>
            <a:custGeom>
              <a:rect b="b" l="l" r="r" t="t"/>
              <a:pathLst>
                <a:path extrusionOk="0" h="1007" w="1703">
                  <a:moveTo>
                    <a:pt x="327" y="1"/>
                  </a:moveTo>
                  <a:cubicBezTo>
                    <a:pt x="147" y="1"/>
                    <a:pt x="1" y="147"/>
                    <a:pt x="1" y="327"/>
                  </a:cubicBezTo>
                  <a:lnTo>
                    <a:pt x="1" y="680"/>
                  </a:lnTo>
                  <a:cubicBezTo>
                    <a:pt x="1" y="860"/>
                    <a:pt x="147" y="1007"/>
                    <a:pt x="327" y="1007"/>
                  </a:cubicBezTo>
                  <a:lnTo>
                    <a:pt x="1377" y="1007"/>
                  </a:lnTo>
                  <a:cubicBezTo>
                    <a:pt x="1558" y="1007"/>
                    <a:pt x="1703" y="860"/>
                    <a:pt x="1703" y="680"/>
                  </a:cubicBezTo>
                  <a:lnTo>
                    <a:pt x="1703" y="327"/>
                  </a:lnTo>
                  <a:cubicBezTo>
                    <a:pt x="1703" y="147"/>
                    <a:pt x="1558" y="1"/>
                    <a:pt x="13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45"/>
            <p:cNvSpPr/>
            <p:nvPr/>
          </p:nvSpPr>
          <p:spPr>
            <a:xfrm>
              <a:off x="2140997" y="3518520"/>
              <a:ext cx="257566" cy="124634"/>
            </a:xfrm>
            <a:custGeom>
              <a:rect b="b" l="l" r="r" t="t"/>
              <a:pathLst>
                <a:path extrusionOk="0" h="4206" w="8692">
                  <a:moveTo>
                    <a:pt x="1145" y="0"/>
                  </a:moveTo>
                  <a:cubicBezTo>
                    <a:pt x="514" y="0"/>
                    <a:pt x="1" y="513"/>
                    <a:pt x="1" y="1146"/>
                  </a:cubicBezTo>
                  <a:lnTo>
                    <a:pt x="1" y="2871"/>
                  </a:lnTo>
                  <a:cubicBezTo>
                    <a:pt x="1" y="3607"/>
                    <a:pt x="599" y="4205"/>
                    <a:pt x="1336" y="4205"/>
                  </a:cubicBezTo>
                  <a:lnTo>
                    <a:pt x="3377" y="4205"/>
                  </a:lnTo>
                  <a:cubicBezTo>
                    <a:pt x="3759" y="4205"/>
                    <a:pt x="4103" y="4047"/>
                    <a:pt x="4345" y="3790"/>
                  </a:cubicBezTo>
                  <a:cubicBezTo>
                    <a:pt x="4588" y="4047"/>
                    <a:pt x="4933" y="4205"/>
                    <a:pt x="5314" y="4205"/>
                  </a:cubicBezTo>
                  <a:lnTo>
                    <a:pt x="7355" y="4205"/>
                  </a:lnTo>
                  <a:cubicBezTo>
                    <a:pt x="8091" y="4205"/>
                    <a:pt x="8691" y="3605"/>
                    <a:pt x="8691" y="2871"/>
                  </a:cubicBezTo>
                  <a:lnTo>
                    <a:pt x="8691" y="1146"/>
                  </a:lnTo>
                  <a:cubicBezTo>
                    <a:pt x="8691" y="513"/>
                    <a:pt x="8178" y="0"/>
                    <a:pt x="7547"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45"/>
            <p:cNvSpPr/>
            <p:nvPr/>
          </p:nvSpPr>
          <p:spPr>
            <a:xfrm>
              <a:off x="2129944" y="3551590"/>
              <a:ext cx="22135" cy="53605"/>
            </a:xfrm>
            <a:custGeom>
              <a:rect b="b" l="l" r="r" t="t"/>
              <a:pathLst>
                <a:path extrusionOk="0" h="1809" w="747">
                  <a:moveTo>
                    <a:pt x="374" y="0"/>
                  </a:moveTo>
                  <a:cubicBezTo>
                    <a:pt x="168" y="0"/>
                    <a:pt x="1" y="167"/>
                    <a:pt x="1" y="374"/>
                  </a:cubicBezTo>
                  <a:lnTo>
                    <a:pt x="1" y="1435"/>
                  </a:lnTo>
                  <a:cubicBezTo>
                    <a:pt x="1" y="1642"/>
                    <a:pt x="168" y="1808"/>
                    <a:pt x="374" y="1808"/>
                  </a:cubicBezTo>
                  <a:cubicBezTo>
                    <a:pt x="580" y="1808"/>
                    <a:pt x="747" y="1642"/>
                    <a:pt x="747" y="1435"/>
                  </a:cubicBezTo>
                  <a:lnTo>
                    <a:pt x="747" y="374"/>
                  </a:lnTo>
                  <a:cubicBezTo>
                    <a:pt x="747" y="167"/>
                    <a:pt x="580" y="0"/>
                    <a:pt x="3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45"/>
            <p:cNvSpPr/>
            <p:nvPr/>
          </p:nvSpPr>
          <p:spPr>
            <a:xfrm>
              <a:off x="2387481" y="3551590"/>
              <a:ext cx="22135" cy="53605"/>
            </a:xfrm>
            <a:custGeom>
              <a:rect b="b" l="l" r="r" t="t"/>
              <a:pathLst>
                <a:path extrusionOk="0" h="1809" w="747">
                  <a:moveTo>
                    <a:pt x="373" y="0"/>
                  </a:moveTo>
                  <a:cubicBezTo>
                    <a:pt x="168" y="0"/>
                    <a:pt x="0" y="167"/>
                    <a:pt x="0" y="374"/>
                  </a:cubicBezTo>
                  <a:lnTo>
                    <a:pt x="0" y="1435"/>
                  </a:lnTo>
                  <a:cubicBezTo>
                    <a:pt x="0" y="1642"/>
                    <a:pt x="168" y="1808"/>
                    <a:pt x="373" y="1808"/>
                  </a:cubicBezTo>
                  <a:cubicBezTo>
                    <a:pt x="580" y="1808"/>
                    <a:pt x="746" y="1642"/>
                    <a:pt x="746" y="1435"/>
                  </a:cubicBezTo>
                  <a:lnTo>
                    <a:pt x="746" y="374"/>
                  </a:lnTo>
                  <a:cubicBezTo>
                    <a:pt x="746" y="167"/>
                    <a:pt x="579" y="0"/>
                    <a:pt x="3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45"/>
            <p:cNvSpPr/>
            <p:nvPr/>
          </p:nvSpPr>
          <p:spPr>
            <a:xfrm>
              <a:off x="2248148" y="3658089"/>
              <a:ext cx="43263" cy="14609"/>
            </a:xfrm>
            <a:custGeom>
              <a:rect b="b" l="l" r="r" t="t"/>
              <a:pathLst>
                <a:path extrusionOk="0" h="493" w="1460">
                  <a:moveTo>
                    <a:pt x="474" y="0"/>
                  </a:moveTo>
                  <a:cubicBezTo>
                    <a:pt x="213" y="0"/>
                    <a:pt x="0" y="213"/>
                    <a:pt x="0" y="474"/>
                  </a:cubicBezTo>
                  <a:lnTo>
                    <a:pt x="0" y="493"/>
                  </a:lnTo>
                  <a:lnTo>
                    <a:pt x="1460" y="493"/>
                  </a:lnTo>
                  <a:lnTo>
                    <a:pt x="1460" y="474"/>
                  </a:lnTo>
                  <a:cubicBezTo>
                    <a:pt x="1460" y="213"/>
                    <a:pt x="1248" y="0"/>
                    <a:pt x="986"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45"/>
            <p:cNvSpPr/>
            <p:nvPr/>
          </p:nvSpPr>
          <p:spPr>
            <a:xfrm>
              <a:off x="2234725" y="3671068"/>
              <a:ext cx="70199" cy="34729"/>
            </a:xfrm>
            <a:custGeom>
              <a:rect b="b" l="l" r="r" t="t"/>
              <a:pathLst>
                <a:path extrusionOk="0" h="1172" w="2369">
                  <a:moveTo>
                    <a:pt x="382" y="1"/>
                  </a:moveTo>
                  <a:cubicBezTo>
                    <a:pt x="172" y="1"/>
                    <a:pt x="1" y="172"/>
                    <a:pt x="1" y="381"/>
                  </a:cubicBezTo>
                  <a:lnTo>
                    <a:pt x="1" y="790"/>
                  </a:lnTo>
                  <a:cubicBezTo>
                    <a:pt x="1" y="1000"/>
                    <a:pt x="172" y="1171"/>
                    <a:pt x="382" y="1171"/>
                  </a:cubicBezTo>
                  <a:lnTo>
                    <a:pt x="1987" y="1171"/>
                  </a:lnTo>
                  <a:cubicBezTo>
                    <a:pt x="2197" y="1171"/>
                    <a:pt x="2368" y="1000"/>
                    <a:pt x="2368" y="790"/>
                  </a:cubicBezTo>
                  <a:lnTo>
                    <a:pt x="2368" y="381"/>
                  </a:lnTo>
                  <a:cubicBezTo>
                    <a:pt x="2365" y="168"/>
                    <a:pt x="2197" y="1"/>
                    <a:pt x="198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45"/>
            <p:cNvSpPr/>
            <p:nvPr/>
          </p:nvSpPr>
          <p:spPr>
            <a:xfrm>
              <a:off x="2162866" y="3540300"/>
              <a:ext cx="213917" cy="81015"/>
            </a:xfrm>
            <a:custGeom>
              <a:rect b="b" l="l" r="r" t="t"/>
              <a:pathLst>
                <a:path extrusionOk="0" h="2734" w="7219">
                  <a:moveTo>
                    <a:pt x="410" y="1"/>
                  </a:moveTo>
                  <a:cubicBezTo>
                    <a:pt x="184" y="1"/>
                    <a:pt x="1" y="182"/>
                    <a:pt x="1" y="408"/>
                  </a:cubicBezTo>
                  <a:lnTo>
                    <a:pt x="1" y="2133"/>
                  </a:lnTo>
                  <a:cubicBezTo>
                    <a:pt x="1" y="2464"/>
                    <a:pt x="270" y="2733"/>
                    <a:pt x="601" y="2733"/>
                  </a:cubicBezTo>
                  <a:lnTo>
                    <a:pt x="2643" y="2733"/>
                  </a:lnTo>
                  <a:cubicBezTo>
                    <a:pt x="2975" y="2733"/>
                    <a:pt x="3243" y="2466"/>
                    <a:pt x="3243" y="2133"/>
                  </a:cubicBezTo>
                  <a:cubicBezTo>
                    <a:pt x="3240" y="1931"/>
                    <a:pt x="3405" y="1766"/>
                    <a:pt x="3607" y="1766"/>
                  </a:cubicBezTo>
                  <a:cubicBezTo>
                    <a:pt x="3811" y="1766"/>
                    <a:pt x="3974" y="1931"/>
                    <a:pt x="3974" y="2133"/>
                  </a:cubicBezTo>
                  <a:cubicBezTo>
                    <a:pt x="3974" y="2464"/>
                    <a:pt x="4243" y="2733"/>
                    <a:pt x="4576" y="2733"/>
                  </a:cubicBezTo>
                  <a:lnTo>
                    <a:pt x="6617" y="2733"/>
                  </a:lnTo>
                  <a:cubicBezTo>
                    <a:pt x="6948" y="2733"/>
                    <a:pt x="7218" y="2466"/>
                    <a:pt x="7218" y="2133"/>
                  </a:cubicBezTo>
                  <a:lnTo>
                    <a:pt x="7218" y="408"/>
                  </a:lnTo>
                  <a:cubicBezTo>
                    <a:pt x="7218" y="182"/>
                    <a:pt x="7035" y="1"/>
                    <a:pt x="6809"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45"/>
            <p:cNvSpPr/>
            <p:nvPr/>
          </p:nvSpPr>
          <p:spPr>
            <a:xfrm>
              <a:off x="2345047" y="3555264"/>
              <a:ext cx="16328" cy="15350"/>
            </a:xfrm>
            <a:custGeom>
              <a:rect b="b" l="l" r="r" t="t"/>
              <a:pathLst>
                <a:path extrusionOk="0" h="518" w="551">
                  <a:moveTo>
                    <a:pt x="275" y="0"/>
                  </a:moveTo>
                  <a:cubicBezTo>
                    <a:pt x="264" y="0"/>
                    <a:pt x="254" y="1"/>
                    <a:pt x="243" y="2"/>
                  </a:cubicBezTo>
                  <a:cubicBezTo>
                    <a:pt x="102" y="18"/>
                    <a:pt x="1" y="148"/>
                    <a:pt x="18" y="290"/>
                  </a:cubicBezTo>
                  <a:cubicBezTo>
                    <a:pt x="32" y="421"/>
                    <a:pt x="145" y="517"/>
                    <a:pt x="274" y="517"/>
                  </a:cubicBezTo>
                  <a:cubicBezTo>
                    <a:pt x="284" y="517"/>
                    <a:pt x="295" y="517"/>
                    <a:pt x="305" y="515"/>
                  </a:cubicBezTo>
                  <a:cubicBezTo>
                    <a:pt x="450" y="500"/>
                    <a:pt x="551" y="369"/>
                    <a:pt x="534" y="228"/>
                  </a:cubicBezTo>
                  <a:cubicBezTo>
                    <a:pt x="517" y="97"/>
                    <a:pt x="405" y="0"/>
                    <a:pt x="275" y="0"/>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45"/>
            <p:cNvSpPr/>
            <p:nvPr/>
          </p:nvSpPr>
          <p:spPr>
            <a:xfrm>
              <a:off x="2315562" y="3566169"/>
              <a:ext cx="27736" cy="27114"/>
            </a:xfrm>
            <a:custGeom>
              <a:rect b="b" l="l" r="r" t="t"/>
              <a:pathLst>
                <a:path extrusionOk="0" h="915" w="936">
                  <a:moveTo>
                    <a:pt x="469" y="1"/>
                  </a:moveTo>
                  <a:cubicBezTo>
                    <a:pt x="462" y="1"/>
                    <a:pt x="455" y="1"/>
                    <a:pt x="449" y="1"/>
                  </a:cubicBezTo>
                  <a:cubicBezTo>
                    <a:pt x="197" y="14"/>
                    <a:pt x="1" y="225"/>
                    <a:pt x="13" y="478"/>
                  </a:cubicBezTo>
                  <a:cubicBezTo>
                    <a:pt x="24" y="723"/>
                    <a:pt x="224" y="914"/>
                    <a:pt x="469" y="914"/>
                  </a:cubicBezTo>
                  <a:cubicBezTo>
                    <a:pt x="475" y="914"/>
                    <a:pt x="482" y="914"/>
                    <a:pt x="489" y="914"/>
                  </a:cubicBezTo>
                  <a:cubicBezTo>
                    <a:pt x="739" y="901"/>
                    <a:pt x="935" y="690"/>
                    <a:pt x="924" y="436"/>
                  </a:cubicBezTo>
                  <a:cubicBezTo>
                    <a:pt x="912" y="191"/>
                    <a:pt x="710" y="1"/>
                    <a:pt x="469"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4" name="Google Shape;10604;p45"/>
          <p:cNvGrpSpPr/>
          <p:nvPr/>
        </p:nvGrpSpPr>
        <p:grpSpPr>
          <a:xfrm>
            <a:off x="1405222" y="2011648"/>
            <a:ext cx="415003" cy="413403"/>
            <a:chOff x="1405222" y="2011648"/>
            <a:chExt cx="415003" cy="413403"/>
          </a:xfrm>
        </p:grpSpPr>
        <p:sp>
          <p:nvSpPr>
            <p:cNvPr id="10605" name="Google Shape;10605;p45"/>
            <p:cNvSpPr/>
            <p:nvPr/>
          </p:nvSpPr>
          <p:spPr>
            <a:xfrm>
              <a:off x="1405311" y="2029457"/>
              <a:ext cx="395594" cy="395594"/>
            </a:xfrm>
            <a:custGeom>
              <a:rect b="b" l="l" r="r" t="t"/>
              <a:pathLst>
                <a:path extrusionOk="0" h="13350" w="13350">
                  <a:moveTo>
                    <a:pt x="6674" y="0"/>
                  </a:moveTo>
                  <a:cubicBezTo>
                    <a:pt x="5520" y="0"/>
                    <a:pt x="4435" y="293"/>
                    <a:pt x="3489" y="809"/>
                  </a:cubicBezTo>
                  <a:lnTo>
                    <a:pt x="785" y="3530"/>
                  </a:lnTo>
                  <a:cubicBezTo>
                    <a:pt x="283" y="4466"/>
                    <a:pt x="0" y="5537"/>
                    <a:pt x="0" y="6673"/>
                  </a:cubicBezTo>
                  <a:cubicBezTo>
                    <a:pt x="0" y="10361"/>
                    <a:pt x="2988" y="13350"/>
                    <a:pt x="6677" y="13350"/>
                  </a:cubicBezTo>
                  <a:cubicBezTo>
                    <a:pt x="7650" y="13350"/>
                    <a:pt x="8575" y="13143"/>
                    <a:pt x="9408" y="12767"/>
                  </a:cubicBezTo>
                  <a:lnTo>
                    <a:pt x="12131" y="10521"/>
                  </a:lnTo>
                  <a:cubicBezTo>
                    <a:pt x="12899" y="9436"/>
                    <a:pt x="13350" y="8108"/>
                    <a:pt x="13350" y="6677"/>
                  </a:cubicBezTo>
                  <a:cubicBezTo>
                    <a:pt x="13350" y="2990"/>
                    <a:pt x="10362" y="0"/>
                    <a:pt x="6674"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45"/>
            <p:cNvSpPr/>
            <p:nvPr/>
          </p:nvSpPr>
          <p:spPr>
            <a:xfrm>
              <a:off x="1426084" y="2315618"/>
              <a:ext cx="264233" cy="12564"/>
            </a:xfrm>
            <a:custGeom>
              <a:rect b="b" l="l" r="r" t="t"/>
              <a:pathLst>
                <a:path extrusionOk="0" h="424" w="8917">
                  <a:moveTo>
                    <a:pt x="0" y="1"/>
                  </a:moveTo>
                  <a:cubicBezTo>
                    <a:pt x="72" y="145"/>
                    <a:pt x="150" y="287"/>
                    <a:pt x="232" y="424"/>
                  </a:cubicBezTo>
                  <a:lnTo>
                    <a:pt x="8917" y="424"/>
                  </a:lnTo>
                  <a:lnTo>
                    <a:pt x="8917" y="1"/>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45"/>
            <p:cNvSpPr/>
            <p:nvPr/>
          </p:nvSpPr>
          <p:spPr>
            <a:xfrm>
              <a:off x="1409460" y="2267821"/>
              <a:ext cx="280857" cy="12505"/>
            </a:xfrm>
            <a:custGeom>
              <a:rect b="b" l="l" r="r" t="t"/>
              <a:pathLst>
                <a:path extrusionOk="0" h="422" w="9478">
                  <a:moveTo>
                    <a:pt x="0" y="0"/>
                  </a:moveTo>
                  <a:cubicBezTo>
                    <a:pt x="28" y="142"/>
                    <a:pt x="64" y="283"/>
                    <a:pt x="103" y="422"/>
                  </a:cubicBezTo>
                  <a:lnTo>
                    <a:pt x="9478" y="422"/>
                  </a:lnTo>
                  <a:lnTo>
                    <a:pt x="9478" y="0"/>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45"/>
            <p:cNvSpPr/>
            <p:nvPr/>
          </p:nvSpPr>
          <p:spPr>
            <a:xfrm>
              <a:off x="1405222" y="2219965"/>
              <a:ext cx="285065" cy="12505"/>
            </a:xfrm>
            <a:custGeom>
              <a:rect b="b" l="l" r="r" t="t"/>
              <a:pathLst>
                <a:path extrusionOk="0" h="422" w="9620">
                  <a:moveTo>
                    <a:pt x="7" y="0"/>
                  </a:moveTo>
                  <a:cubicBezTo>
                    <a:pt x="3" y="81"/>
                    <a:pt x="0" y="164"/>
                    <a:pt x="0" y="244"/>
                  </a:cubicBezTo>
                  <a:cubicBezTo>
                    <a:pt x="0" y="305"/>
                    <a:pt x="0" y="364"/>
                    <a:pt x="3" y="422"/>
                  </a:cubicBezTo>
                  <a:lnTo>
                    <a:pt x="9619" y="422"/>
                  </a:lnTo>
                  <a:lnTo>
                    <a:pt x="9619" y="0"/>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45"/>
            <p:cNvSpPr/>
            <p:nvPr/>
          </p:nvSpPr>
          <p:spPr>
            <a:xfrm>
              <a:off x="1409904" y="2172108"/>
              <a:ext cx="280412" cy="12505"/>
            </a:xfrm>
            <a:custGeom>
              <a:rect b="b" l="l" r="r" t="t"/>
              <a:pathLst>
                <a:path extrusionOk="0" h="422" w="9463">
                  <a:moveTo>
                    <a:pt x="107" y="0"/>
                  </a:moveTo>
                  <a:cubicBezTo>
                    <a:pt x="66" y="139"/>
                    <a:pt x="32" y="280"/>
                    <a:pt x="1" y="422"/>
                  </a:cubicBezTo>
                  <a:lnTo>
                    <a:pt x="9463" y="422"/>
                  </a:lnTo>
                  <a:lnTo>
                    <a:pt x="9463" y="0"/>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45"/>
            <p:cNvSpPr/>
            <p:nvPr/>
          </p:nvSpPr>
          <p:spPr>
            <a:xfrm>
              <a:off x="1459746" y="2363534"/>
              <a:ext cx="230570" cy="12564"/>
            </a:xfrm>
            <a:custGeom>
              <a:rect b="b" l="l" r="r" t="t"/>
              <a:pathLst>
                <a:path extrusionOk="0" h="424" w="7781">
                  <a:moveTo>
                    <a:pt x="1" y="1"/>
                  </a:moveTo>
                  <a:cubicBezTo>
                    <a:pt x="141" y="148"/>
                    <a:pt x="288" y="288"/>
                    <a:pt x="442" y="423"/>
                  </a:cubicBezTo>
                  <a:lnTo>
                    <a:pt x="7781" y="423"/>
                  </a:lnTo>
                  <a:lnTo>
                    <a:pt x="7781" y="1"/>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45"/>
            <p:cNvSpPr/>
            <p:nvPr/>
          </p:nvSpPr>
          <p:spPr>
            <a:xfrm>
              <a:off x="1533679" y="2412487"/>
              <a:ext cx="138828" cy="12535"/>
            </a:xfrm>
            <a:custGeom>
              <a:rect b="b" l="l" r="r" t="t"/>
              <a:pathLst>
                <a:path extrusionOk="0" h="423" w="4685">
                  <a:moveTo>
                    <a:pt x="1" y="1"/>
                  </a:moveTo>
                  <a:cubicBezTo>
                    <a:pt x="730" y="273"/>
                    <a:pt x="1518" y="422"/>
                    <a:pt x="2342" y="422"/>
                  </a:cubicBezTo>
                  <a:cubicBezTo>
                    <a:pt x="3165" y="422"/>
                    <a:pt x="3955" y="273"/>
                    <a:pt x="468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45"/>
            <p:cNvSpPr/>
            <p:nvPr/>
          </p:nvSpPr>
          <p:spPr>
            <a:xfrm>
              <a:off x="1631200" y="2126415"/>
              <a:ext cx="12594" cy="296651"/>
            </a:xfrm>
            <a:custGeom>
              <a:rect b="b" l="l" r="r" t="t"/>
              <a:pathLst>
                <a:path extrusionOk="0" h="10011" w="425">
                  <a:moveTo>
                    <a:pt x="213" y="0"/>
                  </a:moveTo>
                  <a:cubicBezTo>
                    <a:pt x="97" y="0"/>
                    <a:pt x="0" y="95"/>
                    <a:pt x="0" y="212"/>
                  </a:cubicBezTo>
                  <a:lnTo>
                    <a:pt x="0" y="10011"/>
                  </a:lnTo>
                  <a:cubicBezTo>
                    <a:pt x="143" y="9991"/>
                    <a:pt x="285" y="9966"/>
                    <a:pt x="423" y="9936"/>
                  </a:cubicBezTo>
                  <a:lnTo>
                    <a:pt x="423" y="212"/>
                  </a:lnTo>
                  <a:cubicBezTo>
                    <a:pt x="425" y="94"/>
                    <a:pt x="330" y="0"/>
                    <a:pt x="213"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45"/>
            <p:cNvSpPr/>
            <p:nvPr/>
          </p:nvSpPr>
          <p:spPr>
            <a:xfrm>
              <a:off x="1526212" y="2126415"/>
              <a:ext cx="12535" cy="287969"/>
            </a:xfrm>
            <a:custGeom>
              <a:rect b="b" l="l" r="r" t="t"/>
              <a:pathLst>
                <a:path extrusionOk="0" h="9718" w="423">
                  <a:moveTo>
                    <a:pt x="212" y="0"/>
                  </a:moveTo>
                  <a:cubicBezTo>
                    <a:pt x="96" y="0"/>
                    <a:pt x="1" y="95"/>
                    <a:pt x="1" y="212"/>
                  </a:cubicBezTo>
                  <a:lnTo>
                    <a:pt x="1" y="9555"/>
                  </a:lnTo>
                  <a:cubicBezTo>
                    <a:pt x="138" y="9614"/>
                    <a:pt x="279" y="9669"/>
                    <a:pt x="422" y="9717"/>
                  </a:cubicBezTo>
                  <a:lnTo>
                    <a:pt x="422" y="212"/>
                  </a:lnTo>
                  <a:cubicBezTo>
                    <a:pt x="422" y="94"/>
                    <a:pt x="329" y="0"/>
                    <a:pt x="21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45"/>
            <p:cNvSpPr/>
            <p:nvPr/>
          </p:nvSpPr>
          <p:spPr>
            <a:xfrm>
              <a:off x="1578721" y="2126415"/>
              <a:ext cx="12564" cy="298310"/>
            </a:xfrm>
            <a:custGeom>
              <a:rect b="b" l="l" r="r" t="t"/>
              <a:pathLst>
                <a:path extrusionOk="0" h="10067" w="424">
                  <a:moveTo>
                    <a:pt x="212" y="0"/>
                  </a:moveTo>
                  <a:cubicBezTo>
                    <a:pt x="96" y="0"/>
                    <a:pt x="1" y="95"/>
                    <a:pt x="1" y="212"/>
                  </a:cubicBezTo>
                  <a:lnTo>
                    <a:pt x="1" y="10028"/>
                  </a:lnTo>
                  <a:cubicBezTo>
                    <a:pt x="139" y="10045"/>
                    <a:pt x="281" y="10057"/>
                    <a:pt x="422" y="10067"/>
                  </a:cubicBezTo>
                  <a:lnTo>
                    <a:pt x="422" y="212"/>
                  </a:lnTo>
                  <a:cubicBezTo>
                    <a:pt x="424" y="94"/>
                    <a:pt x="329" y="0"/>
                    <a:pt x="21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45"/>
            <p:cNvSpPr/>
            <p:nvPr/>
          </p:nvSpPr>
          <p:spPr>
            <a:xfrm>
              <a:off x="1421105" y="2128252"/>
              <a:ext cx="12564" cy="201145"/>
            </a:xfrm>
            <a:custGeom>
              <a:rect b="b" l="l" r="r" t="t"/>
              <a:pathLst>
                <a:path extrusionOk="0" h="6788" w="424">
                  <a:moveTo>
                    <a:pt x="361" y="1"/>
                  </a:moveTo>
                  <a:cubicBezTo>
                    <a:pt x="226" y="231"/>
                    <a:pt x="106" y="470"/>
                    <a:pt x="1" y="719"/>
                  </a:cubicBezTo>
                  <a:lnTo>
                    <a:pt x="1" y="5963"/>
                  </a:lnTo>
                  <a:cubicBezTo>
                    <a:pt x="123" y="6249"/>
                    <a:pt x="265" y="6523"/>
                    <a:pt x="423" y="6787"/>
                  </a:cubicBezTo>
                  <a:lnTo>
                    <a:pt x="423" y="150"/>
                  </a:lnTo>
                  <a:cubicBezTo>
                    <a:pt x="423" y="91"/>
                    <a:pt x="400" y="39"/>
                    <a:pt x="36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45"/>
            <p:cNvSpPr/>
            <p:nvPr/>
          </p:nvSpPr>
          <p:spPr>
            <a:xfrm>
              <a:off x="1473614" y="2126326"/>
              <a:ext cx="12623" cy="260440"/>
            </a:xfrm>
            <a:custGeom>
              <a:rect b="b" l="l" r="r" t="t"/>
              <a:pathLst>
                <a:path extrusionOk="0" h="8789" w="426">
                  <a:moveTo>
                    <a:pt x="214" y="0"/>
                  </a:moveTo>
                  <a:cubicBezTo>
                    <a:pt x="97" y="0"/>
                    <a:pt x="1" y="97"/>
                    <a:pt x="1" y="213"/>
                  </a:cubicBezTo>
                  <a:lnTo>
                    <a:pt x="1" y="8453"/>
                  </a:lnTo>
                  <a:cubicBezTo>
                    <a:pt x="137" y="8571"/>
                    <a:pt x="279" y="8682"/>
                    <a:pt x="425" y="8789"/>
                  </a:cubicBezTo>
                  <a:lnTo>
                    <a:pt x="425" y="213"/>
                  </a:lnTo>
                  <a:cubicBezTo>
                    <a:pt x="425" y="97"/>
                    <a:pt x="330" y="0"/>
                    <a:pt x="214"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45"/>
            <p:cNvSpPr/>
            <p:nvPr/>
          </p:nvSpPr>
          <p:spPr>
            <a:xfrm>
              <a:off x="1428573" y="2053311"/>
              <a:ext cx="175336" cy="80778"/>
            </a:xfrm>
            <a:custGeom>
              <a:rect b="b" l="l" r="r" t="t"/>
              <a:pathLst>
                <a:path extrusionOk="0" h="2726" w="5917">
                  <a:moveTo>
                    <a:pt x="2705" y="1"/>
                  </a:moveTo>
                  <a:cubicBezTo>
                    <a:pt x="1558" y="625"/>
                    <a:pt x="616" y="1575"/>
                    <a:pt x="0" y="2725"/>
                  </a:cubicBezTo>
                  <a:lnTo>
                    <a:pt x="5048" y="2725"/>
                  </a:lnTo>
                  <a:cubicBezTo>
                    <a:pt x="4968" y="1717"/>
                    <a:pt x="5295" y="750"/>
                    <a:pt x="59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45"/>
            <p:cNvSpPr/>
            <p:nvPr/>
          </p:nvSpPr>
          <p:spPr>
            <a:xfrm>
              <a:off x="1684064" y="2209682"/>
              <a:ext cx="80749" cy="198064"/>
            </a:xfrm>
            <a:custGeom>
              <a:rect b="b" l="l" r="r" t="t"/>
              <a:pathLst>
                <a:path extrusionOk="0" h="6684" w="2725">
                  <a:moveTo>
                    <a:pt x="2724" y="1"/>
                  </a:moveTo>
                  <a:cubicBezTo>
                    <a:pt x="2031" y="612"/>
                    <a:pt x="1136" y="952"/>
                    <a:pt x="212" y="952"/>
                  </a:cubicBezTo>
                  <a:cubicBezTo>
                    <a:pt x="142" y="952"/>
                    <a:pt x="71" y="950"/>
                    <a:pt x="1" y="946"/>
                  </a:cubicBezTo>
                  <a:lnTo>
                    <a:pt x="1" y="6683"/>
                  </a:lnTo>
                  <a:cubicBezTo>
                    <a:pt x="1097" y="6192"/>
                    <a:pt x="2037" y="5410"/>
                    <a:pt x="2724" y="4437"/>
                  </a:cubicBezTo>
                  <a:lnTo>
                    <a:pt x="272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45"/>
            <p:cNvSpPr/>
            <p:nvPr/>
          </p:nvSpPr>
          <p:spPr>
            <a:xfrm>
              <a:off x="1576943" y="2011648"/>
              <a:ext cx="243283" cy="227103"/>
            </a:xfrm>
            <a:custGeom>
              <a:rect b="b" l="l" r="r" t="t"/>
              <a:pathLst>
                <a:path extrusionOk="0" h="7664" w="8210">
                  <a:moveTo>
                    <a:pt x="3829" y="1"/>
                  </a:moveTo>
                  <a:cubicBezTo>
                    <a:pt x="2503" y="1"/>
                    <a:pt x="1214" y="689"/>
                    <a:pt x="502" y="1920"/>
                  </a:cubicBezTo>
                  <a:cubicBezTo>
                    <a:pt x="209" y="2432"/>
                    <a:pt x="42" y="2984"/>
                    <a:pt x="0" y="3539"/>
                  </a:cubicBezTo>
                  <a:lnTo>
                    <a:pt x="655" y="6000"/>
                  </a:lnTo>
                  <a:cubicBezTo>
                    <a:pt x="969" y="6463"/>
                    <a:pt x="1391" y="6863"/>
                    <a:pt x="1906" y="7161"/>
                  </a:cubicBezTo>
                  <a:cubicBezTo>
                    <a:pt x="2422" y="7459"/>
                    <a:pt x="2980" y="7623"/>
                    <a:pt x="3537" y="7663"/>
                  </a:cubicBezTo>
                  <a:lnTo>
                    <a:pt x="5996" y="7001"/>
                  </a:lnTo>
                  <a:cubicBezTo>
                    <a:pt x="6454" y="6687"/>
                    <a:pt x="6851" y="6269"/>
                    <a:pt x="7146" y="5756"/>
                  </a:cubicBezTo>
                  <a:cubicBezTo>
                    <a:pt x="8209" y="3922"/>
                    <a:pt x="7580" y="1574"/>
                    <a:pt x="5745" y="516"/>
                  </a:cubicBezTo>
                  <a:cubicBezTo>
                    <a:pt x="5141" y="167"/>
                    <a:pt x="4480" y="1"/>
                    <a:pt x="3829"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45"/>
            <p:cNvSpPr/>
            <p:nvPr/>
          </p:nvSpPr>
          <p:spPr>
            <a:xfrm>
              <a:off x="1635200" y="2096753"/>
              <a:ext cx="86438" cy="98321"/>
            </a:xfrm>
            <a:custGeom>
              <a:rect b="b" l="l" r="r" t="t"/>
              <a:pathLst>
                <a:path extrusionOk="0" h="3318" w="2917">
                  <a:moveTo>
                    <a:pt x="1417" y="0"/>
                  </a:moveTo>
                  <a:lnTo>
                    <a:pt x="4" y="816"/>
                  </a:lnTo>
                  <a:lnTo>
                    <a:pt x="1" y="2447"/>
                  </a:lnTo>
                  <a:lnTo>
                    <a:pt x="1508" y="3317"/>
                  </a:lnTo>
                  <a:lnTo>
                    <a:pt x="2917" y="2498"/>
                  </a:lnTo>
                  <a:lnTo>
                    <a:pt x="2917" y="866"/>
                  </a:lnTo>
                  <a:lnTo>
                    <a:pt x="1417" y="0"/>
                  </a:ln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45"/>
            <p:cNvSpPr/>
            <p:nvPr/>
          </p:nvSpPr>
          <p:spPr>
            <a:xfrm>
              <a:off x="1721609" y="2096990"/>
              <a:ext cx="83001" cy="97106"/>
            </a:xfrm>
            <a:custGeom>
              <a:rect b="b" l="l" r="r" t="t"/>
              <a:pathLst>
                <a:path extrusionOk="0" h="3277" w="2801">
                  <a:moveTo>
                    <a:pt x="1339" y="0"/>
                  </a:moveTo>
                  <a:lnTo>
                    <a:pt x="1" y="858"/>
                  </a:lnTo>
                  <a:lnTo>
                    <a:pt x="1" y="2490"/>
                  </a:lnTo>
                  <a:lnTo>
                    <a:pt x="1362" y="3277"/>
                  </a:lnTo>
                  <a:lnTo>
                    <a:pt x="2363" y="2699"/>
                  </a:lnTo>
                  <a:cubicBezTo>
                    <a:pt x="2666" y="2102"/>
                    <a:pt x="2800" y="1461"/>
                    <a:pt x="2780" y="832"/>
                  </a:cubicBezTo>
                  <a:lnTo>
                    <a:pt x="1339" y="0"/>
                  </a:lnTo>
                  <a:close/>
                </a:path>
              </a:pathLst>
            </a:custGeom>
            <a:solidFill>
              <a:srgbClr val="F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45"/>
            <p:cNvSpPr/>
            <p:nvPr/>
          </p:nvSpPr>
          <p:spPr>
            <a:xfrm>
              <a:off x="1594930" y="2025072"/>
              <a:ext cx="84482" cy="95891"/>
            </a:xfrm>
            <a:custGeom>
              <a:rect b="b" l="l" r="r" t="t"/>
              <a:pathLst>
                <a:path extrusionOk="0" h="3236" w="2851">
                  <a:moveTo>
                    <a:pt x="1412" y="1"/>
                  </a:moveTo>
                  <a:cubicBezTo>
                    <a:pt x="856" y="298"/>
                    <a:pt x="366" y="733"/>
                    <a:pt x="1" y="1294"/>
                  </a:cubicBezTo>
                  <a:lnTo>
                    <a:pt x="1" y="2449"/>
                  </a:lnTo>
                  <a:lnTo>
                    <a:pt x="1363" y="3235"/>
                  </a:lnTo>
                  <a:lnTo>
                    <a:pt x="2776" y="2419"/>
                  </a:lnTo>
                  <a:lnTo>
                    <a:pt x="2850" y="832"/>
                  </a:lnTo>
                  <a:lnTo>
                    <a:pt x="1412" y="1"/>
                  </a:lnTo>
                  <a:close/>
                </a:path>
              </a:pathLst>
            </a:custGeom>
            <a:solidFill>
              <a:srgbClr val="F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45"/>
            <p:cNvSpPr/>
            <p:nvPr/>
          </p:nvSpPr>
          <p:spPr>
            <a:xfrm>
              <a:off x="1679886" y="2170715"/>
              <a:ext cx="82112" cy="68421"/>
            </a:xfrm>
            <a:custGeom>
              <a:rect b="b" l="l" r="r" t="t"/>
              <a:pathLst>
                <a:path extrusionOk="0" h="2309" w="2771">
                  <a:moveTo>
                    <a:pt x="1409" y="1"/>
                  </a:moveTo>
                  <a:lnTo>
                    <a:pt x="0" y="818"/>
                  </a:lnTo>
                  <a:lnTo>
                    <a:pt x="64" y="2298"/>
                  </a:lnTo>
                  <a:cubicBezTo>
                    <a:pt x="158" y="2305"/>
                    <a:pt x="251" y="2308"/>
                    <a:pt x="345" y="2308"/>
                  </a:cubicBezTo>
                  <a:cubicBezTo>
                    <a:pt x="1120" y="2308"/>
                    <a:pt x="1882" y="2074"/>
                    <a:pt x="2525" y="1633"/>
                  </a:cubicBezTo>
                  <a:lnTo>
                    <a:pt x="2770" y="787"/>
                  </a:lnTo>
                  <a:lnTo>
                    <a:pt x="1409" y="1"/>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45"/>
            <p:cNvSpPr/>
            <p:nvPr/>
          </p:nvSpPr>
          <p:spPr>
            <a:xfrm>
              <a:off x="1574898" y="2097612"/>
              <a:ext cx="60421" cy="91831"/>
            </a:xfrm>
            <a:custGeom>
              <a:rect b="b" l="l" r="r" t="t"/>
              <a:pathLst>
                <a:path extrusionOk="0" h="3099" w="2039">
                  <a:moveTo>
                    <a:pt x="677" y="1"/>
                  </a:moveTo>
                  <a:lnTo>
                    <a:pt x="69" y="638"/>
                  </a:lnTo>
                  <a:cubicBezTo>
                    <a:pt x="1" y="1509"/>
                    <a:pt x="234" y="2379"/>
                    <a:pt x="724" y="3099"/>
                  </a:cubicBezTo>
                  <a:lnTo>
                    <a:pt x="2036" y="2415"/>
                  </a:lnTo>
                  <a:lnTo>
                    <a:pt x="2039" y="786"/>
                  </a:lnTo>
                  <a:lnTo>
                    <a:pt x="677" y="1"/>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45"/>
            <p:cNvSpPr/>
            <p:nvPr/>
          </p:nvSpPr>
          <p:spPr>
            <a:xfrm>
              <a:off x="1677219" y="2034110"/>
              <a:ext cx="84127" cy="88334"/>
            </a:xfrm>
            <a:custGeom>
              <a:rect b="b" l="l" r="r" t="t"/>
              <a:pathLst>
                <a:path extrusionOk="0" h="2981" w="2839">
                  <a:moveTo>
                    <a:pt x="1314" y="0"/>
                  </a:moveTo>
                  <a:lnTo>
                    <a:pt x="75" y="526"/>
                  </a:lnTo>
                  <a:lnTo>
                    <a:pt x="0" y="2114"/>
                  </a:lnTo>
                  <a:lnTo>
                    <a:pt x="1500" y="2980"/>
                  </a:lnTo>
                  <a:lnTo>
                    <a:pt x="2839" y="2122"/>
                  </a:lnTo>
                  <a:lnTo>
                    <a:pt x="2674" y="785"/>
                  </a:lnTo>
                  <a:lnTo>
                    <a:pt x="1314" y="0"/>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45"/>
            <p:cNvSpPr/>
            <p:nvPr/>
          </p:nvSpPr>
          <p:spPr>
            <a:xfrm>
              <a:off x="1715119" y="2014285"/>
              <a:ext cx="58998" cy="43056"/>
            </a:xfrm>
            <a:custGeom>
              <a:rect b="b" l="l" r="r" t="t"/>
              <a:pathLst>
                <a:path extrusionOk="0" h="1453" w="1991">
                  <a:moveTo>
                    <a:pt x="0" y="1"/>
                  </a:moveTo>
                  <a:lnTo>
                    <a:pt x="35" y="668"/>
                  </a:lnTo>
                  <a:cubicBezTo>
                    <a:pt x="468" y="917"/>
                    <a:pt x="964" y="1204"/>
                    <a:pt x="1395" y="1453"/>
                  </a:cubicBezTo>
                  <a:lnTo>
                    <a:pt x="1990" y="1151"/>
                  </a:lnTo>
                  <a:cubicBezTo>
                    <a:pt x="1734" y="871"/>
                    <a:pt x="1427" y="624"/>
                    <a:pt x="1082" y="424"/>
                  </a:cubicBezTo>
                  <a:cubicBezTo>
                    <a:pt x="734" y="223"/>
                    <a:pt x="372" y="85"/>
                    <a:pt x="0" y="1"/>
                  </a:cubicBezTo>
                  <a:close/>
                </a:path>
              </a:pathLst>
            </a:custGeom>
            <a:solidFill>
              <a:srgbClr val="F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45"/>
            <p:cNvSpPr/>
            <p:nvPr/>
          </p:nvSpPr>
          <p:spPr>
            <a:xfrm>
              <a:off x="1596322" y="2169145"/>
              <a:ext cx="85430" cy="69607"/>
            </a:xfrm>
            <a:custGeom>
              <a:rect b="b" l="l" r="r" t="t"/>
              <a:pathLst>
                <a:path extrusionOk="0" h="2349" w="2883">
                  <a:moveTo>
                    <a:pt x="1313" y="1"/>
                  </a:moveTo>
                  <a:lnTo>
                    <a:pt x="1" y="685"/>
                  </a:lnTo>
                  <a:cubicBezTo>
                    <a:pt x="315" y="1148"/>
                    <a:pt x="737" y="1548"/>
                    <a:pt x="1252" y="1844"/>
                  </a:cubicBezTo>
                  <a:cubicBezTo>
                    <a:pt x="1770" y="2144"/>
                    <a:pt x="2324" y="2308"/>
                    <a:pt x="2883" y="2348"/>
                  </a:cubicBezTo>
                  <a:lnTo>
                    <a:pt x="2819" y="870"/>
                  </a:lnTo>
                  <a:lnTo>
                    <a:pt x="1313" y="1"/>
                  </a:lnTo>
                  <a:close/>
                </a:path>
              </a:pathLst>
            </a:custGeom>
            <a:solidFill>
              <a:srgbClr val="F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8" name="Google Shape;10628;p45"/>
          <p:cNvGrpSpPr/>
          <p:nvPr/>
        </p:nvGrpSpPr>
        <p:grpSpPr>
          <a:xfrm>
            <a:off x="1406793" y="3403813"/>
            <a:ext cx="395683" cy="413433"/>
            <a:chOff x="1406793" y="3403813"/>
            <a:chExt cx="395683" cy="413433"/>
          </a:xfrm>
        </p:grpSpPr>
        <p:sp>
          <p:nvSpPr>
            <p:cNvPr id="10629" name="Google Shape;10629;p45"/>
            <p:cNvSpPr/>
            <p:nvPr/>
          </p:nvSpPr>
          <p:spPr>
            <a:xfrm>
              <a:off x="1406793" y="3421563"/>
              <a:ext cx="395683" cy="377370"/>
            </a:xfrm>
            <a:custGeom>
              <a:rect b="b" l="l" r="r" t="t"/>
              <a:pathLst>
                <a:path extrusionOk="0" h="12735" w="13353">
                  <a:moveTo>
                    <a:pt x="6676" y="0"/>
                  </a:moveTo>
                  <a:cubicBezTo>
                    <a:pt x="2991" y="0"/>
                    <a:pt x="0" y="2989"/>
                    <a:pt x="0" y="6677"/>
                  </a:cubicBezTo>
                  <a:cubicBezTo>
                    <a:pt x="0" y="9361"/>
                    <a:pt x="1584" y="11672"/>
                    <a:pt x="3868" y="12734"/>
                  </a:cubicBezTo>
                  <a:lnTo>
                    <a:pt x="10370" y="12237"/>
                  </a:lnTo>
                  <a:cubicBezTo>
                    <a:pt x="12168" y="11038"/>
                    <a:pt x="13351" y="8997"/>
                    <a:pt x="13351" y="6675"/>
                  </a:cubicBezTo>
                  <a:cubicBezTo>
                    <a:pt x="13353" y="2991"/>
                    <a:pt x="10365" y="0"/>
                    <a:pt x="6676"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45"/>
            <p:cNvSpPr/>
            <p:nvPr/>
          </p:nvSpPr>
          <p:spPr>
            <a:xfrm>
              <a:off x="1519900" y="3751728"/>
              <a:ext cx="168727" cy="65517"/>
            </a:xfrm>
            <a:custGeom>
              <a:rect b="b" l="l" r="r" t="t"/>
              <a:pathLst>
                <a:path extrusionOk="0" h="2211" w="5694">
                  <a:moveTo>
                    <a:pt x="1179" y="0"/>
                  </a:moveTo>
                  <a:lnTo>
                    <a:pt x="1179" y="311"/>
                  </a:lnTo>
                  <a:cubicBezTo>
                    <a:pt x="1179" y="820"/>
                    <a:pt x="661" y="1239"/>
                    <a:pt x="1" y="1570"/>
                  </a:cubicBezTo>
                  <a:cubicBezTo>
                    <a:pt x="868" y="1981"/>
                    <a:pt x="1838" y="2211"/>
                    <a:pt x="2859" y="2211"/>
                  </a:cubicBezTo>
                  <a:cubicBezTo>
                    <a:pt x="3871" y="2211"/>
                    <a:pt x="4832" y="1985"/>
                    <a:pt x="5693" y="1581"/>
                  </a:cubicBezTo>
                  <a:cubicBezTo>
                    <a:pt x="5019" y="1250"/>
                    <a:pt x="4490" y="826"/>
                    <a:pt x="4490" y="311"/>
                  </a:cubicBezTo>
                  <a:lnTo>
                    <a:pt x="4490" y="0"/>
                  </a:lnTo>
                  <a:cubicBezTo>
                    <a:pt x="4089" y="358"/>
                    <a:pt x="3402" y="816"/>
                    <a:pt x="2835" y="830"/>
                  </a:cubicBezTo>
                  <a:cubicBezTo>
                    <a:pt x="2269" y="816"/>
                    <a:pt x="1582" y="359"/>
                    <a:pt x="1179" y="0"/>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45"/>
            <p:cNvSpPr/>
            <p:nvPr/>
          </p:nvSpPr>
          <p:spPr>
            <a:xfrm>
              <a:off x="1648505" y="3671542"/>
              <a:ext cx="66969" cy="140399"/>
            </a:xfrm>
            <a:custGeom>
              <a:rect b="b" l="l" r="r" t="t"/>
              <a:pathLst>
                <a:path extrusionOk="0" h="4738" w="2260">
                  <a:moveTo>
                    <a:pt x="1628" y="0"/>
                  </a:moveTo>
                  <a:cubicBezTo>
                    <a:pt x="1425" y="738"/>
                    <a:pt x="1156" y="1393"/>
                    <a:pt x="829" y="1948"/>
                  </a:cubicBezTo>
                  <a:cubicBezTo>
                    <a:pt x="641" y="2271"/>
                    <a:pt x="408" y="2559"/>
                    <a:pt x="138" y="2807"/>
                  </a:cubicBezTo>
                  <a:cubicBezTo>
                    <a:pt x="19" y="3502"/>
                    <a:pt x="1" y="4150"/>
                    <a:pt x="49" y="4738"/>
                  </a:cubicBezTo>
                  <a:cubicBezTo>
                    <a:pt x="851" y="4550"/>
                    <a:pt x="1597" y="4217"/>
                    <a:pt x="2259" y="3770"/>
                  </a:cubicBezTo>
                  <a:cubicBezTo>
                    <a:pt x="2259" y="3319"/>
                    <a:pt x="2196" y="2821"/>
                    <a:pt x="2032" y="2248"/>
                  </a:cubicBezTo>
                  <a:cubicBezTo>
                    <a:pt x="1765" y="1306"/>
                    <a:pt x="1653" y="569"/>
                    <a:pt x="1628"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45"/>
            <p:cNvSpPr/>
            <p:nvPr/>
          </p:nvSpPr>
          <p:spPr>
            <a:xfrm>
              <a:off x="1556348" y="3403813"/>
              <a:ext cx="96572" cy="55739"/>
            </a:xfrm>
            <a:custGeom>
              <a:rect b="b" l="l" r="r" t="t"/>
              <a:pathLst>
                <a:path extrusionOk="0" h="1881" w="3259">
                  <a:moveTo>
                    <a:pt x="1629" y="1"/>
                  </a:moveTo>
                  <a:cubicBezTo>
                    <a:pt x="729" y="1"/>
                    <a:pt x="0" y="730"/>
                    <a:pt x="0" y="1630"/>
                  </a:cubicBezTo>
                  <a:cubicBezTo>
                    <a:pt x="0" y="1715"/>
                    <a:pt x="7" y="1799"/>
                    <a:pt x="21" y="1880"/>
                  </a:cubicBezTo>
                  <a:cubicBezTo>
                    <a:pt x="470" y="1694"/>
                    <a:pt x="1001" y="1574"/>
                    <a:pt x="1629" y="1574"/>
                  </a:cubicBezTo>
                  <a:cubicBezTo>
                    <a:pt x="2257" y="1574"/>
                    <a:pt x="2789" y="1694"/>
                    <a:pt x="3238" y="1880"/>
                  </a:cubicBezTo>
                  <a:cubicBezTo>
                    <a:pt x="3252" y="1799"/>
                    <a:pt x="3258" y="1715"/>
                    <a:pt x="3258" y="1630"/>
                  </a:cubicBezTo>
                  <a:cubicBezTo>
                    <a:pt x="3258" y="730"/>
                    <a:pt x="2529" y="1"/>
                    <a:pt x="162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45"/>
            <p:cNvSpPr/>
            <p:nvPr/>
          </p:nvSpPr>
          <p:spPr>
            <a:xfrm>
              <a:off x="1540761" y="3440201"/>
              <a:ext cx="127627" cy="30818"/>
            </a:xfrm>
            <a:custGeom>
              <a:rect b="b" l="l" r="r" t="t"/>
              <a:pathLst>
                <a:path extrusionOk="0" h="1040" w="4307">
                  <a:moveTo>
                    <a:pt x="2154" y="1"/>
                  </a:moveTo>
                  <a:cubicBezTo>
                    <a:pt x="1282" y="1"/>
                    <a:pt x="506" y="408"/>
                    <a:pt x="1" y="1039"/>
                  </a:cubicBezTo>
                  <a:cubicBezTo>
                    <a:pt x="88" y="985"/>
                    <a:pt x="174" y="935"/>
                    <a:pt x="264" y="890"/>
                  </a:cubicBezTo>
                  <a:cubicBezTo>
                    <a:pt x="766" y="630"/>
                    <a:pt x="1391" y="450"/>
                    <a:pt x="2155" y="450"/>
                  </a:cubicBezTo>
                  <a:cubicBezTo>
                    <a:pt x="2922" y="450"/>
                    <a:pt x="3547" y="630"/>
                    <a:pt x="4049" y="890"/>
                  </a:cubicBezTo>
                  <a:cubicBezTo>
                    <a:pt x="4137" y="935"/>
                    <a:pt x="4223" y="985"/>
                    <a:pt x="4307" y="1039"/>
                  </a:cubicBezTo>
                  <a:cubicBezTo>
                    <a:pt x="3802" y="408"/>
                    <a:pt x="3026" y="1"/>
                    <a:pt x="21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45"/>
            <p:cNvSpPr/>
            <p:nvPr/>
          </p:nvSpPr>
          <p:spPr>
            <a:xfrm>
              <a:off x="1495868" y="3450425"/>
              <a:ext cx="217532" cy="147718"/>
            </a:xfrm>
            <a:custGeom>
              <a:rect b="b" l="l" r="r" t="t"/>
              <a:pathLst>
                <a:path extrusionOk="0" h="4985" w="7341">
                  <a:moveTo>
                    <a:pt x="3670" y="1"/>
                  </a:moveTo>
                  <a:cubicBezTo>
                    <a:pt x="2906" y="1"/>
                    <a:pt x="2279" y="181"/>
                    <a:pt x="1779" y="439"/>
                  </a:cubicBezTo>
                  <a:cubicBezTo>
                    <a:pt x="678" y="1007"/>
                    <a:pt x="0" y="2134"/>
                    <a:pt x="0" y="3348"/>
                  </a:cubicBezTo>
                  <a:lnTo>
                    <a:pt x="0" y="4848"/>
                  </a:lnTo>
                  <a:cubicBezTo>
                    <a:pt x="5" y="4848"/>
                    <a:pt x="9" y="4848"/>
                    <a:pt x="14" y="4848"/>
                  </a:cubicBezTo>
                  <a:cubicBezTo>
                    <a:pt x="184" y="4848"/>
                    <a:pt x="369" y="4904"/>
                    <a:pt x="490" y="4984"/>
                  </a:cubicBezTo>
                  <a:cubicBezTo>
                    <a:pt x="535" y="4835"/>
                    <a:pt x="599" y="4706"/>
                    <a:pt x="683" y="4611"/>
                  </a:cubicBezTo>
                  <a:cubicBezTo>
                    <a:pt x="757" y="4526"/>
                    <a:pt x="807" y="4420"/>
                    <a:pt x="809" y="4307"/>
                  </a:cubicBezTo>
                  <a:cubicBezTo>
                    <a:pt x="824" y="3766"/>
                    <a:pt x="998" y="2303"/>
                    <a:pt x="2398" y="2303"/>
                  </a:cubicBezTo>
                  <a:cubicBezTo>
                    <a:pt x="2709" y="2303"/>
                    <a:pt x="3079" y="2375"/>
                    <a:pt x="3521" y="2544"/>
                  </a:cubicBezTo>
                  <a:cubicBezTo>
                    <a:pt x="3569" y="2563"/>
                    <a:pt x="3619" y="2572"/>
                    <a:pt x="3670" y="2572"/>
                  </a:cubicBezTo>
                  <a:cubicBezTo>
                    <a:pt x="3721" y="2572"/>
                    <a:pt x="3771" y="2563"/>
                    <a:pt x="3820" y="2544"/>
                  </a:cubicBezTo>
                  <a:cubicBezTo>
                    <a:pt x="4262" y="2375"/>
                    <a:pt x="4633" y="2303"/>
                    <a:pt x="4943" y="2303"/>
                  </a:cubicBezTo>
                  <a:cubicBezTo>
                    <a:pt x="6344" y="2303"/>
                    <a:pt x="6517" y="3766"/>
                    <a:pt x="6532" y="4307"/>
                  </a:cubicBezTo>
                  <a:cubicBezTo>
                    <a:pt x="6537" y="4419"/>
                    <a:pt x="6583" y="4526"/>
                    <a:pt x="6660" y="4611"/>
                  </a:cubicBezTo>
                  <a:cubicBezTo>
                    <a:pt x="6742" y="4706"/>
                    <a:pt x="6804" y="4835"/>
                    <a:pt x="6851" y="4984"/>
                  </a:cubicBezTo>
                  <a:cubicBezTo>
                    <a:pt x="6972" y="4904"/>
                    <a:pt x="7156" y="4848"/>
                    <a:pt x="7327" y="4848"/>
                  </a:cubicBezTo>
                  <a:cubicBezTo>
                    <a:pt x="7331" y="4848"/>
                    <a:pt x="7336" y="4848"/>
                    <a:pt x="7340" y="4848"/>
                  </a:cubicBezTo>
                  <a:lnTo>
                    <a:pt x="7340" y="3348"/>
                  </a:lnTo>
                  <a:cubicBezTo>
                    <a:pt x="7340" y="2132"/>
                    <a:pt x="6663" y="1007"/>
                    <a:pt x="5564" y="439"/>
                  </a:cubicBezTo>
                  <a:cubicBezTo>
                    <a:pt x="5060" y="181"/>
                    <a:pt x="4437" y="1"/>
                    <a:pt x="367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45"/>
            <p:cNvSpPr/>
            <p:nvPr/>
          </p:nvSpPr>
          <p:spPr>
            <a:xfrm>
              <a:off x="1503099" y="3517898"/>
              <a:ext cx="203249" cy="262514"/>
            </a:xfrm>
            <a:custGeom>
              <a:rect b="b" l="l" r="r" t="t"/>
              <a:pathLst>
                <a:path extrusionOk="0" h="8859" w="6859">
                  <a:moveTo>
                    <a:pt x="2152" y="1"/>
                  </a:moveTo>
                  <a:cubicBezTo>
                    <a:pt x="1828" y="1"/>
                    <a:pt x="1548" y="78"/>
                    <a:pt x="1314" y="234"/>
                  </a:cubicBezTo>
                  <a:cubicBezTo>
                    <a:pt x="649" y="677"/>
                    <a:pt x="549" y="1636"/>
                    <a:pt x="537" y="2028"/>
                  </a:cubicBezTo>
                  <a:cubicBezTo>
                    <a:pt x="534" y="2132"/>
                    <a:pt x="493" y="2230"/>
                    <a:pt x="417" y="2316"/>
                  </a:cubicBezTo>
                  <a:cubicBezTo>
                    <a:pt x="0" y="2787"/>
                    <a:pt x="92" y="4159"/>
                    <a:pt x="190" y="4723"/>
                  </a:cubicBezTo>
                  <a:cubicBezTo>
                    <a:pt x="405" y="5673"/>
                    <a:pt x="716" y="6503"/>
                    <a:pt x="1117" y="7187"/>
                  </a:cubicBezTo>
                  <a:cubicBezTo>
                    <a:pt x="1522" y="7880"/>
                    <a:pt x="2136" y="8421"/>
                    <a:pt x="2895" y="8749"/>
                  </a:cubicBezTo>
                  <a:cubicBezTo>
                    <a:pt x="3063" y="8822"/>
                    <a:pt x="3245" y="8859"/>
                    <a:pt x="3427" y="8859"/>
                  </a:cubicBezTo>
                  <a:cubicBezTo>
                    <a:pt x="3609" y="8859"/>
                    <a:pt x="3792" y="8822"/>
                    <a:pt x="3961" y="8749"/>
                  </a:cubicBezTo>
                  <a:cubicBezTo>
                    <a:pt x="4717" y="8421"/>
                    <a:pt x="5332" y="7880"/>
                    <a:pt x="5739" y="7187"/>
                  </a:cubicBezTo>
                  <a:cubicBezTo>
                    <a:pt x="6139" y="6503"/>
                    <a:pt x="6450" y="5676"/>
                    <a:pt x="6666" y="4722"/>
                  </a:cubicBezTo>
                  <a:cubicBezTo>
                    <a:pt x="6759" y="4128"/>
                    <a:pt x="6859" y="2791"/>
                    <a:pt x="6436" y="2316"/>
                  </a:cubicBezTo>
                  <a:cubicBezTo>
                    <a:pt x="6361" y="2232"/>
                    <a:pt x="6319" y="2132"/>
                    <a:pt x="6316" y="2028"/>
                  </a:cubicBezTo>
                  <a:cubicBezTo>
                    <a:pt x="6304" y="1636"/>
                    <a:pt x="6206" y="676"/>
                    <a:pt x="5539" y="234"/>
                  </a:cubicBezTo>
                  <a:cubicBezTo>
                    <a:pt x="5305" y="78"/>
                    <a:pt x="5025" y="1"/>
                    <a:pt x="4700" y="1"/>
                  </a:cubicBezTo>
                  <a:cubicBezTo>
                    <a:pt x="4368" y="1"/>
                    <a:pt x="3990" y="82"/>
                    <a:pt x="3566" y="244"/>
                  </a:cubicBezTo>
                  <a:cubicBezTo>
                    <a:pt x="3522" y="261"/>
                    <a:pt x="3475" y="269"/>
                    <a:pt x="3427" y="269"/>
                  </a:cubicBezTo>
                  <a:cubicBezTo>
                    <a:pt x="3379" y="269"/>
                    <a:pt x="3332" y="261"/>
                    <a:pt x="3287" y="244"/>
                  </a:cubicBezTo>
                  <a:cubicBezTo>
                    <a:pt x="2863" y="82"/>
                    <a:pt x="2484" y="1"/>
                    <a:pt x="2152"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45"/>
            <p:cNvSpPr/>
            <p:nvPr/>
          </p:nvSpPr>
          <p:spPr>
            <a:xfrm>
              <a:off x="1635467" y="3508326"/>
              <a:ext cx="114826" cy="229652"/>
            </a:xfrm>
            <a:custGeom>
              <a:rect b="b" l="l" r="r" t="t"/>
              <a:pathLst>
                <a:path extrusionOk="0" h="7750" w="3875">
                  <a:moveTo>
                    <a:pt x="3054" y="1"/>
                  </a:moveTo>
                  <a:lnTo>
                    <a:pt x="3054" y="5527"/>
                  </a:lnTo>
                  <a:cubicBezTo>
                    <a:pt x="3054" y="5892"/>
                    <a:pt x="2914" y="6239"/>
                    <a:pt x="2659" y="6500"/>
                  </a:cubicBezTo>
                  <a:cubicBezTo>
                    <a:pt x="2396" y="6772"/>
                    <a:pt x="2029" y="6927"/>
                    <a:pt x="1653" y="6927"/>
                  </a:cubicBezTo>
                  <a:lnTo>
                    <a:pt x="21" y="6927"/>
                  </a:lnTo>
                  <a:cubicBezTo>
                    <a:pt x="62" y="6986"/>
                    <a:pt x="85" y="7056"/>
                    <a:pt x="85" y="7134"/>
                  </a:cubicBezTo>
                  <a:lnTo>
                    <a:pt x="85" y="7521"/>
                  </a:lnTo>
                  <a:cubicBezTo>
                    <a:pt x="85" y="7608"/>
                    <a:pt x="54" y="7687"/>
                    <a:pt x="1" y="7750"/>
                  </a:cubicBezTo>
                  <a:lnTo>
                    <a:pt x="1653" y="7750"/>
                  </a:lnTo>
                  <a:cubicBezTo>
                    <a:pt x="2252" y="7750"/>
                    <a:pt x="2835" y="7502"/>
                    <a:pt x="3250" y="7073"/>
                  </a:cubicBezTo>
                  <a:cubicBezTo>
                    <a:pt x="3652" y="6658"/>
                    <a:pt x="3874" y="6108"/>
                    <a:pt x="3874" y="5528"/>
                  </a:cubicBezTo>
                  <a:lnTo>
                    <a:pt x="3874" y="2"/>
                  </a:lnTo>
                  <a:cubicBezTo>
                    <a:pt x="3850" y="21"/>
                    <a:pt x="3819" y="30"/>
                    <a:pt x="3786" y="30"/>
                  </a:cubicBezTo>
                  <a:lnTo>
                    <a:pt x="3141" y="30"/>
                  </a:lnTo>
                  <a:cubicBezTo>
                    <a:pt x="3108" y="30"/>
                    <a:pt x="3077" y="21"/>
                    <a:pt x="3054"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45"/>
            <p:cNvSpPr/>
            <p:nvPr/>
          </p:nvSpPr>
          <p:spPr>
            <a:xfrm>
              <a:off x="1735121" y="3607744"/>
              <a:ext cx="22728" cy="28121"/>
            </a:xfrm>
            <a:custGeom>
              <a:rect b="b" l="l" r="r" t="t"/>
              <a:pathLst>
                <a:path extrusionOk="0" h="949" w="767">
                  <a:moveTo>
                    <a:pt x="0" y="0"/>
                  </a:moveTo>
                  <a:lnTo>
                    <a:pt x="0" y="948"/>
                  </a:lnTo>
                  <a:lnTo>
                    <a:pt x="457" y="948"/>
                  </a:lnTo>
                  <a:cubicBezTo>
                    <a:pt x="630" y="948"/>
                    <a:pt x="766" y="810"/>
                    <a:pt x="766" y="639"/>
                  </a:cubicBezTo>
                  <a:lnTo>
                    <a:pt x="766" y="307"/>
                  </a:lnTo>
                  <a:cubicBezTo>
                    <a:pt x="766" y="137"/>
                    <a:pt x="630" y="0"/>
                    <a:pt x="457"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45"/>
            <p:cNvSpPr/>
            <p:nvPr/>
          </p:nvSpPr>
          <p:spPr>
            <a:xfrm>
              <a:off x="1724068" y="3483880"/>
              <a:ext cx="28121" cy="27884"/>
            </a:xfrm>
            <a:custGeom>
              <a:rect b="b" l="l" r="r" t="t"/>
              <a:pathLst>
                <a:path extrusionOk="0" h="941" w="949">
                  <a:moveTo>
                    <a:pt x="0" y="0"/>
                  </a:moveTo>
                  <a:lnTo>
                    <a:pt x="0" y="789"/>
                  </a:lnTo>
                  <a:cubicBezTo>
                    <a:pt x="0" y="873"/>
                    <a:pt x="67" y="941"/>
                    <a:pt x="151" y="941"/>
                  </a:cubicBezTo>
                  <a:lnTo>
                    <a:pt x="796" y="941"/>
                  </a:lnTo>
                  <a:cubicBezTo>
                    <a:pt x="880" y="941"/>
                    <a:pt x="948" y="873"/>
                    <a:pt x="948" y="789"/>
                  </a:cubicBezTo>
                  <a:lnTo>
                    <a:pt x="948" y="0"/>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45"/>
            <p:cNvSpPr/>
            <p:nvPr/>
          </p:nvSpPr>
          <p:spPr>
            <a:xfrm>
              <a:off x="1714289" y="3457270"/>
              <a:ext cx="47649" cy="28151"/>
            </a:xfrm>
            <a:custGeom>
              <a:rect b="b" l="l" r="r" t="t"/>
              <a:pathLst>
                <a:path extrusionOk="0" h="950" w="1608">
                  <a:moveTo>
                    <a:pt x="310" y="0"/>
                  </a:moveTo>
                  <a:cubicBezTo>
                    <a:pt x="139" y="0"/>
                    <a:pt x="0" y="138"/>
                    <a:pt x="0" y="309"/>
                  </a:cubicBezTo>
                  <a:lnTo>
                    <a:pt x="0" y="642"/>
                  </a:lnTo>
                  <a:cubicBezTo>
                    <a:pt x="0" y="813"/>
                    <a:pt x="139" y="950"/>
                    <a:pt x="310" y="950"/>
                  </a:cubicBezTo>
                  <a:lnTo>
                    <a:pt x="1298" y="950"/>
                  </a:lnTo>
                  <a:cubicBezTo>
                    <a:pt x="1469" y="950"/>
                    <a:pt x="1608" y="813"/>
                    <a:pt x="1608" y="642"/>
                  </a:cubicBezTo>
                  <a:lnTo>
                    <a:pt x="1608" y="309"/>
                  </a:lnTo>
                  <a:cubicBezTo>
                    <a:pt x="1606" y="138"/>
                    <a:pt x="1468" y="0"/>
                    <a:pt x="1298"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45"/>
            <p:cNvSpPr/>
            <p:nvPr/>
          </p:nvSpPr>
          <p:spPr>
            <a:xfrm>
              <a:off x="1483511" y="3565280"/>
              <a:ext cx="242749" cy="117463"/>
            </a:xfrm>
            <a:custGeom>
              <a:rect b="b" l="l" r="r" t="t"/>
              <a:pathLst>
                <a:path extrusionOk="0" h="3964" w="8192">
                  <a:moveTo>
                    <a:pt x="1080" y="0"/>
                  </a:moveTo>
                  <a:cubicBezTo>
                    <a:pt x="486" y="0"/>
                    <a:pt x="1" y="484"/>
                    <a:pt x="1" y="1079"/>
                  </a:cubicBezTo>
                  <a:lnTo>
                    <a:pt x="1" y="2705"/>
                  </a:lnTo>
                  <a:cubicBezTo>
                    <a:pt x="1" y="3400"/>
                    <a:pt x="567" y="3964"/>
                    <a:pt x="1260" y="3964"/>
                  </a:cubicBezTo>
                  <a:lnTo>
                    <a:pt x="3186" y="3964"/>
                  </a:lnTo>
                  <a:cubicBezTo>
                    <a:pt x="3543" y="3964"/>
                    <a:pt x="3868" y="3813"/>
                    <a:pt x="4097" y="3572"/>
                  </a:cubicBezTo>
                  <a:cubicBezTo>
                    <a:pt x="4327" y="3813"/>
                    <a:pt x="4652" y="3964"/>
                    <a:pt x="5009" y="3964"/>
                  </a:cubicBezTo>
                  <a:lnTo>
                    <a:pt x="6934" y="3964"/>
                  </a:lnTo>
                  <a:cubicBezTo>
                    <a:pt x="7627" y="3964"/>
                    <a:pt x="8191" y="3401"/>
                    <a:pt x="8191" y="2705"/>
                  </a:cubicBezTo>
                  <a:lnTo>
                    <a:pt x="8191" y="1079"/>
                  </a:lnTo>
                  <a:cubicBezTo>
                    <a:pt x="8191" y="484"/>
                    <a:pt x="7708" y="0"/>
                    <a:pt x="711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45"/>
            <p:cNvSpPr/>
            <p:nvPr/>
          </p:nvSpPr>
          <p:spPr>
            <a:xfrm>
              <a:off x="1473110" y="3596513"/>
              <a:ext cx="20891" cy="50553"/>
            </a:xfrm>
            <a:custGeom>
              <a:rect b="b" l="l" r="r" t="t"/>
              <a:pathLst>
                <a:path extrusionOk="0" h="1706" w="705">
                  <a:moveTo>
                    <a:pt x="352" y="0"/>
                  </a:moveTo>
                  <a:cubicBezTo>
                    <a:pt x="158" y="0"/>
                    <a:pt x="1" y="157"/>
                    <a:pt x="1" y="351"/>
                  </a:cubicBezTo>
                  <a:lnTo>
                    <a:pt x="1" y="1354"/>
                  </a:lnTo>
                  <a:cubicBezTo>
                    <a:pt x="1" y="1548"/>
                    <a:pt x="158" y="1705"/>
                    <a:pt x="352" y="1705"/>
                  </a:cubicBezTo>
                  <a:cubicBezTo>
                    <a:pt x="546" y="1705"/>
                    <a:pt x="705" y="1548"/>
                    <a:pt x="705" y="1354"/>
                  </a:cubicBezTo>
                  <a:lnTo>
                    <a:pt x="705" y="351"/>
                  </a:lnTo>
                  <a:cubicBezTo>
                    <a:pt x="705" y="159"/>
                    <a:pt x="546" y="0"/>
                    <a:pt x="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45"/>
            <p:cNvSpPr/>
            <p:nvPr/>
          </p:nvSpPr>
          <p:spPr>
            <a:xfrm>
              <a:off x="1715801" y="3596513"/>
              <a:ext cx="20861" cy="50553"/>
            </a:xfrm>
            <a:custGeom>
              <a:rect b="b" l="l" r="r" t="t"/>
              <a:pathLst>
                <a:path extrusionOk="0" h="1706" w="704">
                  <a:moveTo>
                    <a:pt x="352" y="0"/>
                  </a:moveTo>
                  <a:cubicBezTo>
                    <a:pt x="158" y="0"/>
                    <a:pt x="1" y="157"/>
                    <a:pt x="1" y="351"/>
                  </a:cubicBezTo>
                  <a:lnTo>
                    <a:pt x="1" y="1354"/>
                  </a:lnTo>
                  <a:cubicBezTo>
                    <a:pt x="1" y="1548"/>
                    <a:pt x="158" y="1705"/>
                    <a:pt x="352" y="1705"/>
                  </a:cubicBezTo>
                  <a:cubicBezTo>
                    <a:pt x="546" y="1705"/>
                    <a:pt x="703" y="1548"/>
                    <a:pt x="703" y="1354"/>
                  </a:cubicBezTo>
                  <a:lnTo>
                    <a:pt x="703" y="351"/>
                  </a:lnTo>
                  <a:cubicBezTo>
                    <a:pt x="703" y="159"/>
                    <a:pt x="546" y="0"/>
                    <a:pt x="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45"/>
            <p:cNvSpPr/>
            <p:nvPr/>
          </p:nvSpPr>
          <p:spPr>
            <a:xfrm>
              <a:off x="1584529" y="3696908"/>
              <a:ext cx="40804" cy="13720"/>
            </a:xfrm>
            <a:custGeom>
              <a:rect b="b" l="l" r="r" t="t"/>
              <a:pathLst>
                <a:path extrusionOk="0" h="463" w="1377">
                  <a:moveTo>
                    <a:pt x="447" y="1"/>
                  </a:moveTo>
                  <a:cubicBezTo>
                    <a:pt x="201" y="1"/>
                    <a:pt x="1" y="201"/>
                    <a:pt x="1" y="447"/>
                  </a:cubicBezTo>
                  <a:lnTo>
                    <a:pt x="1" y="462"/>
                  </a:lnTo>
                  <a:lnTo>
                    <a:pt x="1376" y="462"/>
                  </a:lnTo>
                  <a:lnTo>
                    <a:pt x="1376" y="447"/>
                  </a:lnTo>
                  <a:cubicBezTo>
                    <a:pt x="1376" y="201"/>
                    <a:pt x="1176" y="1"/>
                    <a:pt x="929"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45"/>
            <p:cNvSpPr/>
            <p:nvPr/>
          </p:nvSpPr>
          <p:spPr>
            <a:xfrm>
              <a:off x="1571876" y="3709116"/>
              <a:ext cx="66110" cy="32774"/>
            </a:xfrm>
            <a:custGeom>
              <a:rect b="b" l="l" r="r" t="t"/>
              <a:pathLst>
                <a:path extrusionOk="0" h="1106" w="2231">
                  <a:moveTo>
                    <a:pt x="359" y="1"/>
                  </a:moveTo>
                  <a:cubicBezTo>
                    <a:pt x="162" y="1"/>
                    <a:pt x="0" y="162"/>
                    <a:pt x="0" y="360"/>
                  </a:cubicBezTo>
                  <a:lnTo>
                    <a:pt x="0" y="747"/>
                  </a:lnTo>
                  <a:cubicBezTo>
                    <a:pt x="0" y="944"/>
                    <a:pt x="162" y="1106"/>
                    <a:pt x="359" y="1106"/>
                  </a:cubicBezTo>
                  <a:lnTo>
                    <a:pt x="1872" y="1106"/>
                  </a:lnTo>
                  <a:cubicBezTo>
                    <a:pt x="2069" y="1106"/>
                    <a:pt x="2231" y="944"/>
                    <a:pt x="2231" y="747"/>
                  </a:cubicBezTo>
                  <a:lnTo>
                    <a:pt x="2231" y="360"/>
                  </a:lnTo>
                  <a:cubicBezTo>
                    <a:pt x="2231" y="159"/>
                    <a:pt x="2069" y="1"/>
                    <a:pt x="187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45"/>
            <p:cNvSpPr/>
            <p:nvPr/>
          </p:nvSpPr>
          <p:spPr>
            <a:xfrm>
              <a:off x="1504165" y="3585845"/>
              <a:ext cx="201590" cy="76363"/>
            </a:xfrm>
            <a:custGeom>
              <a:rect b="b" l="l" r="r" t="t"/>
              <a:pathLst>
                <a:path extrusionOk="0" h="2577" w="6803">
                  <a:moveTo>
                    <a:pt x="384" y="1"/>
                  </a:moveTo>
                  <a:cubicBezTo>
                    <a:pt x="173" y="1"/>
                    <a:pt x="0" y="173"/>
                    <a:pt x="0" y="385"/>
                  </a:cubicBezTo>
                  <a:lnTo>
                    <a:pt x="0" y="2011"/>
                  </a:lnTo>
                  <a:cubicBezTo>
                    <a:pt x="0" y="2322"/>
                    <a:pt x="252" y="2577"/>
                    <a:pt x="564" y="2577"/>
                  </a:cubicBezTo>
                  <a:lnTo>
                    <a:pt x="2490" y="2577"/>
                  </a:lnTo>
                  <a:cubicBezTo>
                    <a:pt x="2801" y="2577"/>
                    <a:pt x="3056" y="2325"/>
                    <a:pt x="3056" y="2011"/>
                  </a:cubicBezTo>
                  <a:cubicBezTo>
                    <a:pt x="3053" y="1821"/>
                    <a:pt x="3209" y="1666"/>
                    <a:pt x="3400" y="1666"/>
                  </a:cubicBezTo>
                  <a:cubicBezTo>
                    <a:pt x="3592" y="1666"/>
                    <a:pt x="3746" y="1821"/>
                    <a:pt x="3746" y="2011"/>
                  </a:cubicBezTo>
                  <a:cubicBezTo>
                    <a:pt x="3746" y="2322"/>
                    <a:pt x="4001" y="2577"/>
                    <a:pt x="4312" y="2577"/>
                  </a:cubicBezTo>
                  <a:lnTo>
                    <a:pt x="6237" y="2577"/>
                  </a:lnTo>
                  <a:cubicBezTo>
                    <a:pt x="6547" y="2577"/>
                    <a:pt x="6802" y="2325"/>
                    <a:pt x="6802" y="2011"/>
                  </a:cubicBezTo>
                  <a:lnTo>
                    <a:pt x="6802" y="385"/>
                  </a:lnTo>
                  <a:cubicBezTo>
                    <a:pt x="6802" y="173"/>
                    <a:pt x="6630" y="1"/>
                    <a:pt x="641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45"/>
            <p:cNvSpPr/>
            <p:nvPr/>
          </p:nvSpPr>
          <p:spPr>
            <a:xfrm>
              <a:off x="1675826" y="3599950"/>
              <a:ext cx="15379" cy="14550"/>
            </a:xfrm>
            <a:custGeom>
              <a:rect b="b" l="l" r="r" t="t"/>
              <a:pathLst>
                <a:path extrusionOk="0" h="491" w="519">
                  <a:moveTo>
                    <a:pt x="259" y="0"/>
                  </a:moveTo>
                  <a:cubicBezTo>
                    <a:pt x="250" y="0"/>
                    <a:pt x="240" y="1"/>
                    <a:pt x="231" y="2"/>
                  </a:cubicBezTo>
                  <a:cubicBezTo>
                    <a:pt x="97" y="18"/>
                    <a:pt x="1" y="140"/>
                    <a:pt x="16" y="274"/>
                  </a:cubicBezTo>
                  <a:cubicBezTo>
                    <a:pt x="31" y="398"/>
                    <a:pt x="138" y="490"/>
                    <a:pt x="260" y="490"/>
                  </a:cubicBezTo>
                  <a:cubicBezTo>
                    <a:pt x="269" y="490"/>
                    <a:pt x="279" y="490"/>
                    <a:pt x="288" y="489"/>
                  </a:cubicBezTo>
                  <a:cubicBezTo>
                    <a:pt x="423" y="473"/>
                    <a:pt x="518" y="350"/>
                    <a:pt x="503" y="217"/>
                  </a:cubicBezTo>
                  <a:cubicBezTo>
                    <a:pt x="488" y="91"/>
                    <a:pt x="381" y="0"/>
                    <a:pt x="259" y="0"/>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45"/>
            <p:cNvSpPr/>
            <p:nvPr/>
          </p:nvSpPr>
          <p:spPr>
            <a:xfrm>
              <a:off x="1647083" y="3610144"/>
              <a:ext cx="28181" cy="25543"/>
            </a:xfrm>
            <a:custGeom>
              <a:rect b="b" l="l" r="r" t="t"/>
              <a:pathLst>
                <a:path extrusionOk="0" h="862" w="951">
                  <a:moveTo>
                    <a:pt x="473" y="1"/>
                  </a:moveTo>
                  <a:cubicBezTo>
                    <a:pt x="281" y="1"/>
                    <a:pt x="107" y="131"/>
                    <a:pt x="60" y="327"/>
                  </a:cubicBezTo>
                  <a:cubicBezTo>
                    <a:pt x="1" y="558"/>
                    <a:pt x="139" y="791"/>
                    <a:pt x="371" y="849"/>
                  </a:cubicBezTo>
                  <a:cubicBezTo>
                    <a:pt x="406" y="858"/>
                    <a:pt x="441" y="862"/>
                    <a:pt x="476" y="862"/>
                  </a:cubicBezTo>
                  <a:cubicBezTo>
                    <a:pt x="669" y="862"/>
                    <a:pt x="844" y="733"/>
                    <a:pt x="893" y="536"/>
                  </a:cubicBezTo>
                  <a:cubicBezTo>
                    <a:pt x="950" y="305"/>
                    <a:pt x="812" y="72"/>
                    <a:pt x="580" y="14"/>
                  </a:cubicBezTo>
                  <a:cubicBezTo>
                    <a:pt x="545" y="5"/>
                    <a:pt x="509" y="1"/>
                    <a:pt x="473"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8" name="Google Shape;10648;p45"/>
          <p:cNvGrpSpPr/>
          <p:nvPr/>
        </p:nvGrpSpPr>
        <p:grpSpPr>
          <a:xfrm>
            <a:off x="743558" y="3403783"/>
            <a:ext cx="395683" cy="411862"/>
            <a:chOff x="743558" y="3403783"/>
            <a:chExt cx="395683" cy="411862"/>
          </a:xfrm>
        </p:grpSpPr>
        <p:sp>
          <p:nvSpPr>
            <p:cNvPr id="10649" name="Google Shape;10649;p45"/>
            <p:cNvSpPr/>
            <p:nvPr/>
          </p:nvSpPr>
          <p:spPr>
            <a:xfrm>
              <a:off x="746759" y="3421651"/>
              <a:ext cx="392157" cy="210391"/>
            </a:xfrm>
            <a:custGeom>
              <a:rect b="b" l="l" r="r" t="t"/>
              <a:pathLst>
                <a:path extrusionOk="0" h="7100" w="13234">
                  <a:moveTo>
                    <a:pt x="6568" y="0"/>
                  </a:moveTo>
                  <a:cubicBezTo>
                    <a:pt x="3293" y="0"/>
                    <a:pt x="568" y="2359"/>
                    <a:pt x="1" y="5472"/>
                  </a:cubicBezTo>
                  <a:lnTo>
                    <a:pt x="1056" y="7099"/>
                  </a:lnTo>
                  <a:lnTo>
                    <a:pt x="13108" y="7099"/>
                  </a:lnTo>
                  <a:lnTo>
                    <a:pt x="13234" y="6290"/>
                  </a:lnTo>
                  <a:cubicBezTo>
                    <a:pt x="13033" y="2783"/>
                    <a:pt x="10126" y="0"/>
                    <a:pt x="6568"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45"/>
            <p:cNvSpPr/>
            <p:nvPr/>
          </p:nvSpPr>
          <p:spPr>
            <a:xfrm>
              <a:off x="894625" y="3686033"/>
              <a:ext cx="231904" cy="129613"/>
            </a:xfrm>
            <a:custGeom>
              <a:rect b="b" l="l" r="r" t="t"/>
              <a:pathLst>
                <a:path extrusionOk="0" h="4374" w="7826">
                  <a:moveTo>
                    <a:pt x="7826" y="1"/>
                  </a:moveTo>
                  <a:lnTo>
                    <a:pt x="7826" y="1"/>
                  </a:lnTo>
                  <a:cubicBezTo>
                    <a:pt x="7819" y="13"/>
                    <a:pt x="7816" y="26"/>
                    <a:pt x="7812" y="40"/>
                  </a:cubicBezTo>
                  <a:cubicBezTo>
                    <a:pt x="6935" y="212"/>
                    <a:pt x="6096" y="267"/>
                    <a:pt x="5390" y="267"/>
                  </a:cubicBezTo>
                  <a:cubicBezTo>
                    <a:pt x="4888" y="267"/>
                    <a:pt x="4453" y="239"/>
                    <a:pt x="4118" y="208"/>
                  </a:cubicBezTo>
                  <a:cubicBezTo>
                    <a:pt x="3711" y="2250"/>
                    <a:pt x="2066" y="3848"/>
                    <a:pt x="1" y="4185"/>
                  </a:cubicBezTo>
                  <a:cubicBezTo>
                    <a:pt x="506" y="4308"/>
                    <a:pt x="1034" y="4373"/>
                    <a:pt x="1578" y="4373"/>
                  </a:cubicBezTo>
                  <a:cubicBezTo>
                    <a:pt x="4421" y="4373"/>
                    <a:pt x="6851" y="2595"/>
                    <a:pt x="7812" y="91"/>
                  </a:cubicBezTo>
                  <a:lnTo>
                    <a:pt x="7826" y="1"/>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45"/>
            <p:cNvSpPr/>
            <p:nvPr/>
          </p:nvSpPr>
          <p:spPr>
            <a:xfrm>
              <a:off x="823773" y="3403783"/>
              <a:ext cx="96306" cy="86942"/>
            </a:xfrm>
            <a:custGeom>
              <a:rect b="b" l="l" r="r" t="t"/>
              <a:pathLst>
                <a:path extrusionOk="0" h="2934" w="3250">
                  <a:moveTo>
                    <a:pt x="1625" y="0"/>
                  </a:moveTo>
                  <a:cubicBezTo>
                    <a:pt x="728" y="0"/>
                    <a:pt x="1" y="729"/>
                    <a:pt x="1" y="1625"/>
                  </a:cubicBezTo>
                  <a:cubicBezTo>
                    <a:pt x="1" y="2113"/>
                    <a:pt x="219" y="2570"/>
                    <a:pt x="595" y="2881"/>
                  </a:cubicBezTo>
                  <a:cubicBezTo>
                    <a:pt x="637" y="2915"/>
                    <a:pt x="689" y="2932"/>
                    <a:pt x="740" y="2932"/>
                  </a:cubicBezTo>
                  <a:cubicBezTo>
                    <a:pt x="805" y="2932"/>
                    <a:pt x="870" y="2904"/>
                    <a:pt x="915" y="2850"/>
                  </a:cubicBezTo>
                  <a:cubicBezTo>
                    <a:pt x="996" y="2752"/>
                    <a:pt x="982" y="2609"/>
                    <a:pt x="884" y="2528"/>
                  </a:cubicBezTo>
                  <a:cubicBezTo>
                    <a:pt x="612" y="2306"/>
                    <a:pt x="456" y="1976"/>
                    <a:pt x="456" y="1625"/>
                  </a:cubicBezTo>
                  <a:cubicBezTo>
                    <a:pt x="456" y="981"/>
                    <a:pt x="982" y="457"/>
                    <a:pt x="1625" y="457"/>
                  </a:cubicBezTo>
                  <a:cubicBezTo>
                    <a:pt x="2267" y="457"/>
                    <a:pt x="2793" y="981"/>
                    <a:pt x="2793" y="1625"/>
                  </a:cubicBezTo>
                  <a:cubicBezTo>
                    <a:pt x="2793" y="1976"/>
                    <a:pt x="2637" y="2306"/>
                    <a:pt x="2365" y="2528"/>
                  </a:cubicBezTo>
                  <a:cubicBezTo>
                    <a:pt x="2267" y="2609"/>
                    <a:pt x="2255" y="2752"/>
                    <a:pt x="2334" y="2850"/>
                  </a:cubicBezTo>
                  <a:cubicBezTo>
                    <a:pt x="2380" y="2905"/>
                    <a:pt x="2445" y="2933"/>
                    <a:pt x="2511" y="2933"/>
                  </a:cubicBezTo>
                  <a:cubicBezTo>
                    <a:pt x="2562" y="2933"/>
                    <a:pt x="2613" y="2916"/>
                    <a:pt x="2654" y="2881"/>
                  </a:cubicBezTo>
                  <a:cubicBezTo>
                    <a:pt x="3034" y="2570"/>
                    <a:pt x="3250" y="2113"/>
                    <a:pt x="3250" y="1625"/>
                  </a:cubicBezTo>
                  <a:cubicBezTo>
                    <a:pt x="3250" y="729"/>
                    <a:pt x="2521" y="0"/>
                    <a:pt x="1625"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45"/>
            <p:cNvSpPr/>
            <p:nvPr/>
          </p:nvSpPr>
          <p:spPr>
            <a:xfrm>
              <a:off x="859807" y="3458099"/>
              <a:ext cx="24358" cy="18906"/>
            </a:xfrm>
            <a:custGeom>
              <a:rect b="b" l="l" r="r" t="t"/>
              <a:pathLst>
                <a:path extrusionOk="0" h="638" w="822">
                  <a:moveTo>
                    <a:pt x="411" y="0"/>
                  </a:moveTo>
                  <a:cubicBezTo>
                    <a:pt x="184" y="0"/>
                    <a:pt x="0" y="185"/>
                    <a:pt x="0" y="410"/>
                  </a:cubicBezTo>
                  <a:lnTo>
                    <a:pt x="0" y="637"/>
                  </a:lnTo>
                  <a:lnTo>
                    <a:pt x="821" y="637"/>
                  </a:lnTo>
                  <a:lnTo>
                    <a:pt x="821" y="410"/>
                  </a:lnTo>
                  <a:cubicBezTo>
                    <a:pt x="821" y="182"/>
                    <a:pt x="636" y="0"/>
                    <a:pt x="411"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45"/>
            <p:cNvSpPr/>
            <p:nvPr/>
          </p:nvSpPr>
          <p:spPr>
            <a:xfrm>
              <a:off x="859747" y="3497748"/>
              <a:ext cx="24328" cy="19320"/>
            </a:xfrm>
            <a:custGeom>
              <a:rect b="b" l="l" r="r" t="t"/>
              <a:pathLst>
                <a:path extrusionOk="0" h="652" w="821">
                  <a:moveTo>
                    <a:pt x="1" y="0"/>
                  </a:moveTo>
                  <a:lnTo>
                    <a:pt x="1" y="652"/>
                  </a:lnTo>
                  <a:cubicBezTo>
                    <a:pt x="136" y="639"/>
                    <a:pt x="273" y="635"/>
                    <a:pt x="411" y="635"/>
                  </a:cubicBezTo>
                  <a:cubicBezTo>
                    <a:pt x="548" y="635"/>
                    <a:pt x="686" y="639"/>
                    <a:pt x="820" y="652"/>
                  </a:cubicBezTo>
                  <a:lnTo>
                    <a:pt x="820" y="0"/>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45"/>
            <p:cNvSpPr/>
            <p:nvPr/>
          </p:nvSpPr>
          <p:spPr>
            <a:xfrm>
              <a:off x="840279" y="3475227"/>
              <a:ext cx="63325" cy="24328"/>
            </a:xfrm>
            <a:custGeom>
              <a:rect b="b" l="l" r="r" t="t"/>
              <a:pathLst>
                <a:path extrusionOk="0" h="821" w="2137">
                  <a:moveTo>
                    <a:pt x="411" y="0"/>
                  </a:moveTo>
                  <a:cubicBezTo>
                    <a:pt x="185" y="0"/>
                    <a:pt x="0" y="184"/>
                    <a:pt x="0" y="411"/>
                  </a:cubicBezTo>
                  <a:cubicBezTo>
                    <a:pt x="0" y="636"/>
                    <a:pt x="184" y="821"/>
                    <a:pt x="411" y="821"/>
                  </a:cubicBezTo>
                  <a:lnTo>
                    <a:pt x="1726" y="821"/>
                  </a:lnTo>
                  <a:cubicBezTo>
                    <a:pt x="1951" y="821"/>
                    <a:pt x="2136" y="636"/>
                    <a:pt x="2136" y="411"/>
                  </a:cubicBezTo>
                  <a:cubicBezTo>
                    <a:pt x="2136" y="185"/>
                    <a:pt x="1954" y="0"/>
                    <a:pt x="17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45"/>
            <p:cNvSpPr/>
            <p:nvPr/>
          </p:nvSpPr>
          <p:spPr>
            <a:xfrm>
              <a:off x="935814" y="3514046"/>
              <a:ext cx="30936" cy="29336"/>
            </a:xfrm>
            <a:custGeom>
              <a:rect b="b" l="l" r="r" t="t"/>
              <a:pathLst>
                <a:path extrusionOk="0" h="990" w="1044">
                  <a:moveTo>
                    <a:pt x="333" y="1"/>
                  </a:moveTo>
                  <a:lnTo>
                    <a:pt x="0" y="573"/>
                  </a:lnTo>
                  <a:cubicBezTo>
                    <a:pt x="249" y="692"/>
                    <a:pt x="487" y="832"/>
                    <a:pt x="709" y="989"/>
                  </a:cubicBezTo>
                  <a:lnTo>
                    <a:pt x="1043" y="409"/>
                  </a:lnTo>
                  <a:lnTo>
                    <a:pt x="333" y="1"/>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45"/>
            <p:cNvSpPr/>
            <p:nvPr/>
          </p:nvSpPr>
          <p:spPr>
            <a:xfrm>
              <a:off x="967076" y="3552123"/>
              <a:ext cx="172165" cy="110263"/>
            </a:xfrm>
            <a:custGeom>
              <a:rect b="b" l="l" r="r" t="t"/>
              <a:pathLst>
                <a:path extrusionOk="0" h="3721" w="5810">
                  <a:moveTo>
                    <a:pt x="897" y="0"/>
                  </a:moveTo>
                  <a:cubicBezTo>
                    <a:pt x="537" y="0"/>
                    <a:pt x="270" y="222"/>
                    <a:pt x="1" y="474"/>
                  </a:cubicBezTo>
                  <a:cubicBezTo>
                    <a:pt x="562" y="1150"/>
                    <a:pt x="898" y="2019"/>
                    <a:pt x="898" y="2965"/>
                  </a:cubicBezTo>
                  <a:cubicBezTo>
                    <a:pt x="898" y="3098"/>
                    <a:pt x="893" y="3227"/>
                    <a:pt x="879" y="3356"/>
                  </a:cubicBezTo>
                  <a:cubicBezTo>
                    <a:pt x="1131" y="3357"/>
                    <a:pt x="1384" y="3387"/>
                    <a:pt x="1634" y="3441"/>
                  </a:cubicBezTo>
                  <a:cubicBezTo>
                    <a:pt x="2567" y="3644"/>
                    <a:pt x="3445" y="3721"/>
                    <a:pt x="4239" y="3721"/>
                  </a:cubicBezTo>
                  <a:cubicBezTo>
                    <a:pt x="4754" y="3721"/>
                    <a:pt x="5234" y="3688"/>
                    <a:pt x="5670" y="3637"/>
                  </a:cubicBezTo>
                  <a:cubicBezTo>
                    <a:pt x="5761" y="3195"/>
                    <a:pt x="5810" y="2740"/>
                    <a:pt x="5810" y="2274"/>
                  </a:cubicBezTo>
                  <a:cubicBezTo>
                    <a:pt x="5810" y="2143"/>
                    <a:pt x="5806" y="2014"/>
                    <a:pt x="5799" y="1888"/>
                  </a:cubicBezTo>
                  <a:cubicBezTo>
                    <a:pt x="3937" y="1389"/>
                    <a:pt x="2157" y="433"/>
                    <a:pt x="1314" y="90"/>
                  </a:cubicBezTo>
                  <a:cubicBezTo>
                    <a:pt x="1161" y="27"/>
                    <a:pt x="1023" y="0"/>
                    <a:pt x="89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45"/>
            <p:cNvSpPr/>
            <p:nvPr/>
          </p:nvSpPr>
          <p:spPr>
            <a:xfrm>
              <a:off x="1090614" y="3600276"/>
              <a:ext cx="48597" cy="61991"/>
            </a:xfrm>
            <a:custGeom>
              <a:rect b="b" l="l" r="r" t="t"/>
              <a:pathLst>
                <a:path extrusionOk="0" h="2092" w="1640">
                  <a:moveTo>
                    <a:pt x="770" y="0"/>
                  </a:moveTo>
                  <a:lnTo>
                    <a:pt x="543" y="136"/>
                  </a:lnTo>
                  <a:cubicBezTo>
                    <a:pt x="377" y="234"/>
                    <a:pt x="190" y="294"/>
                    <a:pt x="1" y="311"/>
                  </a:cubicBezTo>
                  <a:cubicBezTo>
                    <a:pt x="231" y="590"/>
                    <a:pt x="750" y="1351"/>
                    <a:pt x="316" y="2091"/>
                  </a:cubicBezTo>
                  <a:cubicBezTo>
                    <a:pt x="737" y="2083"/>
                    <a:pt x="1134" y="2052"/>
                    <a:pt x="1499" y="2010"/>
                  </a:cubicBezTo>
                  <a:cubicBezTo>
                    <a:pt x="1591" y="1569"/>
                    <a:pt x="1639" y="1112"/>
                    <a:pt x="1639" y="646"/>
                  </a:cubicBezTo>
                  <a:cubicBezTo>
                    <a:pt x="1639" y="517"/>
                    <a:pt x="1636" y="388"/>
                    <a:pt x="1628" y="262"/>
                  </a:cubicBezTo>
                  <a:cubicBezTo>
                    <a:pt x="1337" y="184"/>
                    <a:pt x="1053" y="97"/>
                    <a:pt x="770"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45"/>
            <p:cNvSpPr/>
            <p:nvPr/>
          </p:nvSpPr>
          <p:spPr>
            <a:xfrm>
              <a:off x="992234" y="3595298"/>
              <a:ext cx="76067" cy="59828"/>
            </a:xfrm>
            <a:custGeom>
              <a:rect b="b" l="l" r="r" t="t"/>
              <a:pathLst>
                <a:path extrusionOk="0" h="2019" w="2567">
                  <a:moveTo>
                    <a:pt x="1818" y="1"/>
                  </a:moveTo>
                  <a:lnTo>
                    <a:pt x="0" y="1899"/>
                  </a:lnTo>
                  <a:cubicBezTo>
                    <a:pt x="263" y="1899"/>
                    <a:pt x="526" y="1928"/>
                    <a:pt x="784" y="1984"/>
                  </a:cubicBezTo>
                  <a:cubicBezTo>
                    <a:pt x="840" y="1995"/>
                    <a:pt x="899" y="2009"/>
                    <a:pt x="955" y="2018"/>
                  </a:cubicBezTo>
                  <a:lnTo>
                    <a:pt x="2567" y="332"/>
                  </a:lnTo>
                  <a:cubicBezTo>
                    <a:pt x="2303" y="221"/>
                    <a:pt x="2052" y="109"/>
                    <a:pt x="1818"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45"/>
            <p:cNvSpPr/>
            <p:nvPr/>
          </p:nvSpPr>
          <p:spPr>
            <a:xfrm>
              <a:off x="978188" y="3530669"/>
              <a:ext cx="130827" cy="69488"/>
            </a:xfrm>
            <a:custGeom>
              <a:rect b="b" l="l" r="r" t="t"/>
              <a:pathLst>
                <a:path extrusionOk="0" h="2345" w="4415">
                  <a:moveTo>
                    <a:pt x="799" y="0"/>
                  </a:moveTo>
                  <a:cubicBezTo>
                    <a:pt x="668" y="0"/>
                    <a:pt x="541" y="73"/>
                    <a:pt x="478" y="201"/>
                  </a:cubicBezTo>
                  <a:cubicBezTo>
                    <a:pt x="327" y="514"/>
                    <a:pt x="139" y="770"/>
                    <a:pt x="0" y="937"/>
                  </a:cubicBezTo>
                  <a:cubicBezTo>
                    <a:pt x="156" y="836"/>
                    <a:pt x="325" y="771"/>
                    <a:pt x="521" y="771"/>
                  </a:cubicBezTo>
                  <a:cubicBezTo>
                    <a:pt x="647" y="771"/>
                    <a:pt x="785" y="798"/>
                    <a:pt x="939" y="860"/>
                  </a:cubicBezTo>
                  <a:cubicBezTo>
                    <a:pt x="1629" y="1140"/>
                    <a:pt x="2941" y="1829"/>
                    <a:pt x="4415" y="2345"/>
                  </a:cubicBezTo>
                  <a:lnTo>
                    <a:pt x="992" y="58"/>
                  </a:lnTo>
                  <a:cubicBezTo>
                    <a:pt x="932" y="19"/>
                    <a:pt x="865" y="0"/>
                    <a:pt x="799"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45"/>
            <p:cNvSpPr/>
            <p:nvPr/>
          </p:nvSpPr>
          <p:spPr>
            <a:xfrm>
              <a:off x="1005095" y="3562169"/>
              <a:ext cx="109877" cy="49012"/>
            </a:xfrm>
            <a:custGeom>
              <a:rect b="b" l="l" r="r" t="t"/>
              <a:pathLst>
                <a:path extrusionOk="0" h="1654" w="3708">
                  <a:moveTo>
                    <a:pt x="600" y="1"/>
                  </a:moveTo>
                  <a:lnTo>
                    <a:pt x="0" y="540"/>
                  </a:lnTo>
                  <a:cubicBezTo>
                    <a:pt x="2" y="540"/>
                    <a:pt x="3" y="543"/>
                    <a:pt x="5" y="543"/>
                  </a:cubicBezTo>
                  <a:cubicBezTo>
                    <a:pt x="494" y="741"/>
                    <a:pt x="1301" y="1147"/>
                    <a:pt x="2254" y="1551"/>
                  </a:cubicBezTo>
                  <a:cubicBezTo>
                    <a:pt x="2417" y="1619"/>
                    <a:pt x="2589" y="1653"/>
                    <a:pt x="2760" y="1653"/>
                  </a:cubicBezTo>
                  <a:cubicBezTo>
                    <a:pt x="2992" y="1653"/>
                    <a:pt x="3224" y="1591"/>
                    <a:pt x="3429" y="1470"/>
                  </a:cubicBezTo>
                  <a:lnTo>
                    <a:pt x="3707" y="1302"/>
                  </a:lnTo>
                  <a:cubicBezTo>
                    <a:pt x="2497" y="896"/>
                    <a:pt x="1377" y="355"/>
                    <a:pt x="600"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45"/>
            <p:cNvSpPr/>
            <p:nvPr/>
          </p:nvSpPr>
          <p:spPr>
            <a:xfrm>
              <a:off x="1027141" y="3554701"/>
              <a:ext cx="27677" cy="27321"/>
            </a:xfrm>
            <a:custGeom>
              <a:rect b="b" l="l" r="r" t="t"/>
              <a:pathLst>
                <a:path extrusionOk="0" h="922" w="934">
                  <a:moveTo>
                    <a:pt x="735" y="1"/>
                  </a:moveTo>
                  <a:cubicBezTo>
                    <a:pt x="688" y="1"/>
                    <a:pt x="641" y="20"/>
                    <a:pt x="607" y="57"/>
                  </a:cubicBezTo>
                  <a:lnTo>
                    <a:pt x="68" y="618"/>
                  </a:lnTo>
                  <a:cubicBezTo>
                    <a:pt x="1" y="690"/>
                    <a:pt x="2" y="805"/>
                    <a:pt x="74" y="873"/>
                  </a:cubicBezTo>
                  <a:cubicBezTo>
                    <a:pt x="108" y="905"/>
                    <a:pt x="152" y="922"/>
                    <a:pt x="196" y="922"/>
                  </a:cubicBezTo>
                  <a:cubicBezTo>
                    <a:pt x="244" y="922"/>
                    <a:pt x="292" y="903"/>
                    <a:pt x="327" y="864"/>
                  </a:cubicBezTo>
                  <a:lnTo>
                    <a:pt x="865" y="303"/>
                  </a:lnTo>
                  <a:cubicBezTo>
                    <a:pt x="933" y="233"/>
                    <a:pt x="930" y="119"/>
                    <a:pt x="859" y="51"/>
                  </a:cubicBezTo>
                  <a:cubicBezTo>
                    <a:pt x="825" y="18"/>
                    <a:pt x="780" y="1"/>
                    <a:pt x="7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45"/>
            <p:cNvSpPr/>
            <p:nvPr/>
          </p:nvSpPr>
          <p:spPr>
            <a:xfrm>
              <a:off x="1049751" y="3567710"/>
              <a:ext cx="24447" cy="23943"/>
            </a:xfrm>
            <a:custGeom>
              <a:rect b="b" l="l" r="r" t="t"/>
              <a:pathLst>
                <a:path extrusionOk="0" h="808" w="825">
                  <a:moveTo>
                    <a:pt x="628" y="1"/>
                  </a:moveTo>
                  <a:cubicBezTo>
                    <a:pt x="580" y="1"/>
                    <a:pt x="533" y="20"/>
                    <a:pt x="498" y="56"/>
                  </a:cubicBezTo>
                  <a:lnTo>
                    <a:pt x="69" y="506"/>
                  </a:lnTo>
                  <a:cubicBezTo>
                    <a:pt x="1" y="576"/>
                    <a:pt x="2" y="691"/>
                    <a:pt x="74" y="758"/>
                  </a:cubicBezTo>
                  <a:cubicBezTo>
                    <a:pt x="110" y="791"/>
                    <a:pt x="155" y="808"/>
                    <a:pt x="200" y="808"/>
                  </a:cubicBezTo>
                  <a:cubicBezTo>
                    <a:pt x="247" y="808"/>
                    <a:pt x="293" y="790"/>
                    <a:pt x="327" y="754"/>
                  </a:cubicBezTo>
                  <a:lnTo>
                    <a:pt x="756" y="305"/>
                  </a:lnTo>
                  <a:cubicBezTo>
                    <a:pt x="825" y="234"/>
                    <a:pt x="822" y="119"/>
                    <a:pt x="750" y="50"/>
                  </a:cubicBezTo>
                  <a:cubicBezTo>
                    <a:pt x="716" y="17"/>
                    <a:pt x="672" y="1"/>
                    <a:pt x="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45"/>
            <p:cNvSpPr/>
            <p:nvPr/>
          </p:nvSpPr>
          <p:spPr>
            <a:xfrm>
              <a:off x="1072390" y="3580630"/>
              <a:ext cx="21247" cy="20654"/>
            </a:xfrm>
            <a:custGeom>
              <a:rect b="b" l="l" r="r" t="t"/>
              <a:pathLst>
                <a:path extrusionOk="0" h="697" w="717">
                  <a:moveTo>
                    <a:pt x="520" y="0"/>
                  </a:moveTo>
                  <a:cubicBezTo>
                    <a:pt x="472" y="0"/>
                    <a:pt x="424" y="19"/>
                    <a:pt x="389" y="56"/>
                  </a:cubicBezTo>
                  <a:lnTo>
                    <a:pt x="69" y="391"/>
                  </a:lnTo>
                  <a:cubicBezTo>
                    <a:pt x="0" y="465"/>
                    <a:pt x="2" y="578"/>
                    <a:pt x="75" y="646"/>
                  </a:cubicBezTo>
                  <a:cubicBezTo>
                    <a:pt x="110" y="680"/>
                    <a:pt x="154" y="696"/>
                    <a:pt x="198" y="696"/>
                  </a:cubicBezTo>
                  <a:cubicBezTo>
                    <a:pt x="245" y="696"/>
                    <a:pt x="292" y="678"/>
                    <a:pt x="328" y="640"/>
                  </a:cubicBezTo>
                  <a:lnTo>
                    <a:pt x="650" y="304"/>
                  </a:lnTo>
                  <a:cubicBezTo>
                    <a:pt x="717" y="233"/>
                    <a:pt x="715" y="118"/>
                    <a:pt x="644" y="49"/>
                  </a:cubicBezTo>
                  <a:cubicBezTo>
                    <a:pt x="609" y="16"/>
                    <a:pt x="564" y="0"/>
                    <a:pt x="5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45"/>
            <p:cNvSpPr/>
            <p:nvPr/>
          </p:nvSpPr>
          <p:spPr>
            <a:xfrm>
              <a:off x="980085" y="3650118"/>
              <a:ext cx="155334" cy="46997"/>
            </a:xfrm>
            <a:custGeom>
              <a:rect b="b" l="l" r="r" t="t"/>
              <a:pathLst>
                <a:path extrusionOk="0" h="1586" w="5242">
                  <a:moveTo>
                    <a:pt x="443" y="0"/>
                  </a:moveTo>
                  <a:cubicBezTo>
                    <a:pt x="396" y="537"/>
                    <a:pt x="241" y="1042"/>
                    <a:pt x="0" y="1494"/>
                  </a:cubicBezTo>
                  <a:cubicBezTo>
                    <a:pt x="16" y="1493"/>
                    <a:pt x="30" y="1489"/>
                    <a:pt x="44" y="1489"/>
                  </a:cubicBezTo>
                  <a:cubicBezTo>
                    <a:pt x="183" y="1474"/>
                    <a:pt x="323" y="1467"/>
                    <a:pt x="464" y="1467"/>
                  </a:cubicBezTo>
                  <a:cubicBezTo>
                    <a:pt x="614" y="1467"/>
                    <a:pt x="764" y="1476"/>
                    <a:pt x="914" y="1494"/>
                  </a:cubicBezTo>
                  <a:cubicBezTo>
                    <a:pt x="1265" y="1536"/>
                    <a:pt x="1821" y="1585"/>
                    <a:pt x="2499" y="1585"/>
                  </a:cubicBezTo>
                  <a:cubicBezTo>
                    <a:pt x="3206" y="1585"/>
                    <a:pt x="4046" y="1532"/>
                    <a:pt x="4926" y="1360"/>
                  </a:cubicBezTo>
                  <a:cubicBezTo>
                    <a:pt x="5060" y="1012"/>
                    <a:pt x="5165" y="653"/>
                    <a:pt x="5242" y="280"/>
                  </a:cubicBezTo>
                  <a:lnTo>
                    <a:pt x="5242" y="280"/>
                  </a:lnTo>
                  <a:cubicBezTo>
                    <a:pt x="4801" y="332"/>
                    <a:pt x="4317" y="366"/>
                    <a:pt x="3797" y="366"/>
                  </a:cubicBezTo>
                  <a:cubicBezTo>
                    <a:pt x="3004" y="366"/>
                    <a:pt x="2128" y="289"/>
                    <a:pt x="1195" y="86"/>
                  </a:cubicBezTo>
                  <a:cubicBezTo>
                    <a:pt x="947" y="31"/>
                    <a:pt x="696" y="3"/>
                    <a:pt x="443"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45"/>
            <p:cNvSpPr/>
            <p:nvPr/>
          </p:nvSpPr>
          <p:spPr>
            <a:xfrm>
              <a:off x="967076" y="3552064"/>
              <a:ext cx="56924" cy="34907"/>
            </a:xfrm>
            <a:custGeom>
              <a:rect b="b" l="l" r="r" t="t"/>
              <a:pathLst>
                <a:path extrusionOk="0" h="1178" w="1921">
                  <a:moveTo>
                    <a:pt x="901" y="1"/>
                  </a:moveTo>
                  <a:cubicBezTo>
                    <a:pt x="539" y="1"/>
                    <a:pt x="270" y="223"/>
                    <a:pt x="1" y="476"/>
                  </a:cubicBezTo>
                  <a:cubicBezTo>
                    <a:pt x="144" y="648"/>
                    <a:pt x="273" y="835"/>
                    <a:pt x="385" y="1032"/>
                  </a:cubicBezTo>
                  <a:lnTo>
                    <a:pt x="579" y="1125"/>
                  </a:lnTo>
                  <a:cubicBezTo>
                    <a:pt x="652" y="1160"/>
                    <a:pt x="730" y="1177"/>
                    <a:pt x="808" y="1177"/>
                  </a:cubicBezTo>
                  <a:cubicBezTo>
                    <a:pt x="937" y="1177"/>
                    <a:pt x="1064" y="1130"/>
                    <a:pt x="1163" y="1040"/>
                  </a:cubicBezTo>
                  <a:lnTo>
                    <a:pt x="1920" y="358"/>
                  </a:lnTo>
                  <a:cubicBezTo>
                    <a:pt x="1686" y="250"/>
                    <a:pt x="1481" y="157"/>
                    <a:pt x="1314" y="89"/>
                  </a:cubicBezTo>
                  <a:cubicBezTo>
                    <a:pt x="1163" y="27"/>
                    <a:pt x="1026" y="1"/>
                    <a:pt x="901"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45"/>
            <p:cNvSpPr/>
            <p:nvPr/>
          </p:nvSpPr>
          <p:spPr>
            <a:xfrm>
              <a:off x="985745" y="3535085"/>
              <a:ext cx="39648" cy="39767"/>
            </a:xfrm>
            <a:custGeom>
              <a:rect b="b" l="l" r="r" t="t"/>
              <a:pathLst>
                <a:path extrusionOk="0" h="1342" w="1338">
                  <a:moveTo>
                    <a:pt x="1138" y="0"/>
                  </a:moveTo>
                  <a:cubicBezTo>
                    <a:pt x="1091" y="0"/>
                    <a:pt x="1043" y="19"/>
                    <a:pt x="1009" y="55"/>
                  </a:cubicBezTo>
                  <a:lnTo>
                    <a:pt x="69" y="1039"/>
                  </a:lnTo>
                  <a:cubicBezTo>
                    <a:pt x="0" y="1109"/>
                    <a:pt x="2" y="1224"/>
                    <a:pt x="73" y="1291"/>
                  </a:cubicBezTo>
                  <a:cubicBezTo>
                    <a:pt x="108" y="1325"/>
                    <a:pt x="153" y="1341"/>
                    <a:pt x="198" y="1341"/>
                  </a:cubicBezTo>
                  <a:cubicBezTo>
                    <a:pt x="245" y="1341"/>
                    <a:pt x="293" y="1323"/>
                    <a:pt x="328" y="1286"/>
                  </a:cubicBezTo>
                  <a:lnTo>
                    <a:pt x="1269" y="304"/>
                  </a:lnTo>
                  <a:cubicBezTo>
                    <a:pt x="1337" y="233"/>
                    <a:pt x="1336" y="118"/>
                    <a:pt x="1262" y="49"/>
                  </a:cubicBezTo>
                  <a:cubicBezTo>
                    <a:pt x="1228" y="17"/>
                    <a:pt x="1183" y="0"/>
                    <a:pt x="11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45"/>
            <p:cNvSpPr/>
            <p:nvPr/>
          </p:nvSpPr>
          <p:spPr>
            <a:xfrm>
              <a:off x="743558" y="3515112"/>
              <a:ext cx="277597" cy="296740"/>
            </a:xfrm>
            <a:custGeom>
              <a:rect b="b" l="l" r="r" t="t"/>
              <a:pathLst>
                <a:path extrusionOk="0" h="10014" w="9368">
                  <a:moveTo>
                    <a:pt x="4332" y="0"/>
                  </a:moveTo>
                  <a:cubicBezTo>
                    <a:pt x="2568" y="0"/>
                    <a:pt x="1015" y="908"/>
                    <a:pt x="115" y="2282"/>
                  </a:cubicBezTo>
                  <a:cubicBezTo>
                    <a:pt x="39" y="2682"/>
                    <a:pt x="0" y="3097"/>
                    <a:pt x="0" y="3520"/>
                  </a:cubicBezTo>
                  <a:cubicBezTo>
                    <a:pt x="0" y="6672"/>
                    <a:pt x="2184" y="9313"/>
                    <a:pt x="5120" y="10014"/>
                  </a:cubicBezTo>
                  <a:cubicBezTo>
                    <a:pt x="7528" y="9635"/>
                    <a:pt x="9367" y="7552"/>
                    <a:pt x="9367" y="5040"/>
                  </a:cubicBezTo>
                  <a:cubicBezTo>
                    <a:pt x="9367" y="2257"/>
                    <a:pt x="7113" y="0"/>
                    <a:pt x="4332"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45"/>
            <p:cNvSpPr/>
            <p:nvPr/>
          </p:nvSpPr>
          <p:spPr>
            <a:xfrm>
              <a:off x="748833" y="3541307"/>
              <a:ext cx="246187" cy="246187"/>
            </a:xfrm>
            <a:custGeom>
              <a:rect b="b" l="l" r="r" t="t"/>
              <a:pathLst>
                <a:path extrusionOk="0" h="8308" w="8308">
                  <a:moveTo>
                    <a:pt x="4154" y="1"/>
                  </a:moveTo>
                  <a:cubicBezTo>
                    <a:pt x="1862" y="1"/>
                    <a:pt x="1" y="1860"/>
                    <a:pt x="1" y="4154"/>
                  </a:cubicBezTo>
                  <a:lnTo>
                    <a:pt x="1" y="4174"/>
                  </a:lnTo>
                  <a:cubicBezTo>
                    <a:pt x="362" y="5698"/>
                    <a:pt x="1241" y="7019"/>
                    <a:pt x="2446" y="7941"/>
                  </a:cubicBezTo>
                  <a:cubicBezTo>
                    <a:pt x="2967" y="8175"/>
                    <a:pt x="3545" y="8308"/>
                    <a:pt x="4154" y="8308"/>
                  </a:cubicBezTo>
                  <a:cubicBezTo>
                    <a:pt x="6447" y="8308"/>
                    <a:pt x="8306" y="6449"/>
                    <a:pt x="8306" y="4156"/>
                  </a:cubicBezTo>
                  <a:cubicBezTo>
                    <a:pt x="8308" y="1861"/>
                    <a:pt x="6449" y="1"/>
                    <a:pt x="41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45"/>
            <p:cNvSpPr/>
            <p:nvPr/>
          </p:nvSpPr>
          <p:spPr>
            <a:xfrm>
              <a:off x="865140" y="3534581"/>
              <a:ext cx="13572" cy="25751"/>
            </a:xfrm>
            <a:custGeom>
              <a:rect b="b" l="l" r="r" t="t"/>
              <a:pathLst>
                <a:path extrusionOk="0" h="869" w="458">
                  <a:moveTo>
                    <a:pt x="229" y="1"/>
                  </a:moveTo>
                  <a:cubicBezTo>
                    <a:pt x="103" y="1"/>
                    <a:pt x="1" y="102"/>
                    <a:pt x="1" y="228"/>
                  </a:cubicBezTo>
                  <a:lnTo>
                    <a:pt x="1" y="640"/>
                  </a:lnTo>
                  <a:cubicBezTo>
                    <a:pt x="1" y="764"/>
                    <a:pt x="102" y="868"/>
                    <a:pt x="229" y="868"/>
                  </a:cubicBezTo>
                  <a:cubicBezTo>
                    <a:pt x="355" y="868"/>
                    <a:pt x="458" y="764"/>
                    <a:pt x="456" y="640"/>
                  </a:cubicBezTo>
                  <a:lnTo>
                    <a:pt x="456" y="228"/>
                  </a:lnTo>
                  <a:cubicBezTo>
                    <a:pt x="456" y="102"/>
                    <a:pt x="355" y="1"/>
                    <a:pt x="229"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45"/>
            <p:cNvSpPr/>
            <p:nvPr/>
          </p:nvSpPr>
          <p:spPr>
            <a:xfrm>
              <a:off x="865140" y="3768529"/>
              <a:ext cx="13572" cy="25691"/>
            </a:xfrm>
            <a:custGeom>
              <a:rect b="b" l="l" r="r" t="t"/>
              <a:pathLst>
                <a:path extrusionOk="0" h="867" w="458">
                  <a:moveTo>
                    <a:pt x="229" y="1"/>
                  </a:moveTo>
                  <a:cubicBezTo>
                    <a:pt x="103" y="1"/>
                    <a:pt x="1" y="102"/>
                    <a:pt x="1" y="228"/>
                  </a:cubicBezTo>
                  <a:lnTo>
                    <a:pt x="1" y="640"/>
                  </a:lnTo>
                  <a:cubicBezTo>
                    <a:pt x="1" y="764"/>
                    <a:pt x="102" y="867"/>
                    <a:pt x="229" y="867"/>
                  </a:cubicBezTo>
                  <a:cubicBezTo>
                    <a:pt x="355" y="867"/>
                    <a:pt x="458" y="764"/>
                    <a:pt x="456" y="640"/>
                  </a:cubicBezTo>
                  <a:lnTo>
                    <a:pt x="456" y="228"/>
                  </a:lnTo>
                  <a:cubicBezTo>
                    <a:pt x="456" y="102"/>
                    <a:pt x="355" y="1"/>
                    <a:pt x="229"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45"/>
            <p:cNvSpPr/>
            <p:nvPr/>
          </p:nvSpPr>
          <p:spPr>
            <a:xfrm>
              <a:off x="802705" y="3551086"/>
              <a:ext cx="21484" cy="24062"/>
            </a:xfrm>
            <a:custGeom>
              <a:rect b="b" l="l" r="r" t="t"/>
              <a:pathLst>
                <a:path extrusionOk="0" h="812" w="725">
                  <a:moveTo>
                    <a:pt x="259" y="1"/>
                  </a:moveTo>
                  <a:cubicBezTo>
                    <a:pt x="221" y="1"/>
                    <a:pt x="182" y="10"/>
                    <a:pt x="146" y="30"/>
                  </a:cubicBezTo>
                  <a:cubicBezTo>
                    <a:pt x="37" y="92"/>
                    <a:pt x="0" y="232"/>
                    <a:pt x="62" y="341"/>
                  </a:cubicBezTo>
                  <a:lnTo>
                    <a:pt x="269" y="697"/>
                  </a:lnTo>
                  <a:cubicBezTo>
                    <a:pt x="311" y="771"/>
                    <a:pt x="387" y="811"/>
                    <a:pt x="466" y="811"/>
                  </a:cubicBezTo>
                  <a:cubicBezTo>
                    <a:pt x="505" y="811"/>
                    <a:pt x="544" y="801"/>
                    <a:pt x="580" y="781"/>
                  </a:cubicBezTo>
                  <a:cubicBezTo>
                    <a:pt x="687" y="719"/>
                    <a:pt x="724" y="579"/>
                    <a:pt x="662" y="470"/>
                  </a:cubicBezTo>
                  <a:lnTo>
                    <a:pt x="457" y="114"/>
                  </a:lnTo>
                  <a:cubicBezTo>
                    <a:pt x="415" y="41"/>
                    <a:pt x="338" y="1"/>
                    <a:pt x="259"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45"/>
            <p:cNvSpPr/>
            <p:nvPr/>
          </p:nvSpPr>
          <p:spPr>
            <a:xfrm>
              <a:off x="919635" y="3753684"/>
              <a:ext cx="21513" cy="24062"/>
            </a:xfrm>
            <a:custGeom>
              <a:rect b="b" l="l" r="r" t="t"/>
              <a:pathLst>
                <a:path extrusionOk="0" h="812" w="726">
                  <a:moveTo>
                    <a:pt x="260" y="1"/>
                  </a:moveTo>
                  <a:cubicBezTo>
                    <a:pt x="221" y="1"/>
                    <a:pt x="182" y="10"/>
                    <a:pt x="147" y="31"/>
                  </a:cubicBezTo>
                  <a:cubicBezTo>
                    <a:pt x="38" y="93"/>
                    <a:pt x="1" y="233"/>
                    <a:pt x="63" y="342"/>
                  </a:cubicBezTo>
                  <a:lnTo>
                    <a:pt x="268" y="698"/>
                  </a:lnTo>
                  <a:cubicBezTo>
                    <a:pt x="312" y="771"/>
                    <a:pt x="390" y="812"/>
                    <a:pt x="468" y="812"/>
                  </a:cubicBezTo>
                  <a:cubicBezTo>
                    <a:pt x="506" y="812"/>
                    <a:pt x="544" y="802"/>
                    <a:pt x="579" y="782"/>
                  </a:cubicBezTo>
                  <a:cubicBezTo>
                    <a:pt x="688" y="719"/>
                    <a:pt x="725" y="579"/>
                    <a:pt x="663" y="471"/>
                  </a:cubicBezTo>
                  <a:lnTo>
                    <a:pt x="458" y="115"/>
                  </a:lnTo>
                  <a:cubicBezTo>
                    <a:pt x="415" y="42"/>
                    <a:pt x="338" y="1"/>
                    <a:pt x="260"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45"/>
            <p:cNvSpPr/>
            <p:nvPr/>
          </p:nvSpPr>
          <p:spPr>
            <a:xfrm>
              <a:off x="757693" y="3596128"/>
              <a:ext cx="25899" cy="19587"/>
            </a:xfrm>
            <a:custGeom>
              <a:rect b="b" l="l" r="r" t="t"/>
              <a:pathLst>
                <a:path extrusionOk="0" h="661" w="874">
                  <a:moveTo>
                    <a:pt x="260" y="0"/>
                  </a:moveTo>
                  <a:cubicBezTo>
                    <a:pt x="181" y="0"/>
                    <a:pt x="104" y="41"/>
                    <a:pt x="63" y="114"/>
                  </a:cubicBezTo>
                  <a:cubicBezTo>
                    <a:pt x="0" y="223"/>
                    <a:pt x="36" y="363"/>
                    <a:pt x="145" y="425"/>
                  </a:cubicBezTo>
                  <a:lnTo>
                    <a:pt x="501" y="630"/>
                  </a:lnTo>
                  <a:cubicBezTo>
                    <a:pt x="537" y="651"/>
                    <a:pt x="576" y="661"/>
                    <a:pt x="615" y="661"/>
                  </a:cubicBezTo>
                  <a:cubicBezTo>
                    <a:pt x="694" y="661"/>
                    <a:pt x="770" y="620"/>
                    <a:pt x="812" y="548"/>
                  </a:cubicBezTo>
                  <a:cubicBezTo>
                    <a:pt x="874" y="437"/>
                    <a:pt x="837" y="297"/>
                    <a:pt x="728" y="237"/>
                  </a:cubicBezTo>
                  <a:lnTo>
                    <a:pt x="373" y="30"/>
                  </a:lnTo>
                  <a:cubicBezTo>
                    <a:pt x="338" y="10"/>
                    <a:pt x="299" y="0"/>
                    <a:pt x="260"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45"/>
            <p:cNvSpPr/>
            <p:nvPr/>
          </p:nvSpPr>
          <p:spPr>
            <a:xfrm>
              <a:off x="960261" y="3713117"/>
              <a:ext cx="25958" cy="19587"/>
            </a:xfrm>
            <a:custGeom>
              <a:rect b="b" l="l" r="r" t="t"/>
              <a:pathLst>
                <a:path extrusionOk="0" h="661" w="876">
                  <a:moveTo>
                    <a:pt x="261" y="0"/>
                  </a:moveTo>
                  <a:cubicBezTo>
                    <a:pt x="182" y="0"/>
                    <a:pt x="105" y="41"/>
                    <a:pt x="63" y="114"/>
                  </a:cubicBezTo>
                  <a:cubicBezTo>
                    <a:pt x="1" y="223"/>
                    <a:pt x="38" y="363"/>
                    <a:pt x="147" y="425"/>
                  </a:cubicBezTo>
                  <a:lnTo>
                    <a:pt x="503" y="630"/>
                  </a:lnTo>
                  <a:cubicBezTo>
                    <a:pt x="539" y="651"/>
                    <a:pt x="578" y="661"/>
                    <a:pt x="617" y="661"/>
                  </a:cubicBezTo>
                  <a:cubicBezTo>
                    <a:pt x="696" y="661"/>
                    <a:pt x="772" y="621"/>
                    <a:pt x="814" y="548"/>
                  </a:cubicBezTo>
                  <a:cubicBezTo>
                    <a:pt x="876" y="438"/>
                    <a:pt x="839" y="299"/>
                    <a:pt x="730" y="237"/>
                  </a:cubicBezTo>
                  <a:lnTo>
                    <a:pt x="374" y="30"/>
                  </a:lnTo>
                  <a:cubicBezTo>
                    <a:pt x="338" y="10"/>
                    <a:pt x="299" y="0"/>
                    <a:pt x="261"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45"/>
            <p:cNvSpPr/>
            <p:nvPr/>
          </p:nvSpPr>
          <p:spPr>
            <a:xfrm>
              <a:off x="806557" y="3753654"/>
              <a:ext cx="17631" cy="19528"/>
            </a:xfrm>
            <a:custGeom>
              <a:rect b="b" l="l" r="r" t="t"/>
              <a:pathLst>
                <a:path extrusionOk="0" h="659" w="595">
                  <a:moveTo>
                    <a:pt x="337" y="0"/>
                  </a:moveTo>
                  <a:cubicBezTo>
                    <a:pt x="258" y="0"/>
                    <a:pt x="181" y="41"/>
                    <a:pt x="139" y="114"/>
                  </a:cubicBezTo>
                  <a:lnTo>
                    <a:pt x="1" y="354"/>
                  </a:lnTo>
                  <a:cubicBezTo>
                    <a:pt x="113" y="458"/>
                    <a:pt x="229" y="560"/>
                    <a:pt x="350" y="658"/>
                  </a:cubicBezTo>
                  <a:lnTo>
                    <a:pt x="532" y="341"/>
                  </a:lnTo>
                  <a:cubicBezTo>
                    <a:pt x="594" y="234"/>
                    <a:pt x="559" y="94"/>
                    <a:pt x="450" y="30"/>
                  </a:cubicBezTo>
                  <a:cubicBezTo>
                    <a:pt x="414" y="10"/>
                    <a:pt x="375" y="0"/>
                    <a:pt x="337"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45"/>
            <p:cNvSpPr/>
            <p:nvPr/>
          </p:nvSpPr>
          <p:spPr>
            <a:xfrm>
              <a:off x="919694" y="3551086"/>
              <a:ext cx="21484" cy="24032"/>
            </a:xfrm>
            <a:custGeom>
              <a:rect b="b" l="l" r="r" t="t"/>
              <a:pathLst>
                <a:path extrusionOk="0" h="811" w="725">
                  <a:moveTo>
                    <a:pt x="467" y="1"/>
                  </a:moveTo>
                  <a:cubicBezTo>
                    <a:pt x="388" y="1"/>
                    <a:pt x="311" y="41"/>
                    <a:pt x="269" y="114"/>
                  </a:cubicBezTo>
                  <a:lnTo>
                    <a:pt x="62" y="470"/>
                  </a:lnTo>
                  <a:cubicBezTo>
                    <a:pt x="0" y="579"/>
                    <a:pt x="38" y="719"/>
                    <a:pt x="146" y="781"/>
                  </a:cubicBezTo>
                  <a:cubicBezTo>
                    <a:pt x="182" y="801"/>
                    <a:pt x="221" y="811"/>
                    <a:pt x="259" y="811"/>
                  </a:cubicBezTo>
                  <a:cubicBezTo>
                    <a:pt x="338" y="811"/>
                    <a:pt x="414" y="770"/>
                    <a:pt x="457" y="697"/>
                  </a:cubicBezTo>
                  <a:lnTo>
                    <a:pt x="662" y="341"/>
                  </a:lnTo>
                  <a:cubicBezTo>
                    <a:pt x="725" y="232"/>
                    <a:pt x="689" y="92"/>
                    <a:pt x="580" y="30"/>
                  </a:cubicBezTo>
                  <a:cubicBezTo>
                    <a:pt x="544" y="10"/>
                    <a:pt x="505" y="1"/>
                    <a:pt x="467"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45"/>
            <p:cNvSpPr/>
            <p:nvPr/>
          </p:nvSpPr>
          <p:spPr>
            <a:xfrm>
              <a:off x="768835" y="3713087"/>
              <a:ext cx="14816" cy="14668"/>
            </a:xfrm>
            <a:custGeom>
              <a:rect b="b" l="l" r="r" t="t"/>
              <a:pathLst>
                <a:path extrusionOk="0" h="495" w="500">
                  <a:moveTo>
                    <a:pt x="239" y="0"/>
                  </a:moveTo>
                  <a:cubicBezTo>
                    <a:pt x="200" y="0"/>
                    <a:pt x="161" y="10"/>
                    <a:pt x="125" y="31"/>
                  </a:cubicBezTo>
                  <a:lnTo>
                    <a:pt x="1" y="103"/>
                  </a:lnTo>
                  <a:cubicBezTo>
                    <a:pt x="75" y="235"/>
                    <a:pt x="154" y="366"/>
                    <a:pt x="238" y="495"/>
                  </a:cubicBezTo>
                  <a:lnTo>
                    <a:pt x="355" y="426"/>
                  </a:lnTo>
                  <a:cubicBezTo>
                    <a:pt x="464" y="364"/>
                    <a:pt x="499" y="224"/>
                    <a:pt x="437" y="115"/>
                  </a:cubicBezTo>
                  <a:cubicBezTo>
                    <a:pt x="395" y="41"/>
                    <a:pt x="318" y="0"/>
                    <a:pt x="239"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45"/>
            <p:cNvSpPr/>
            <p:nvPr/>
          </p:nvSpPr>
          <p:spPr>
            <a:xfrm>
              <a:off x="960231" y="3596128"/>
              <a:ext cx="25958" cy="19587"/>
            </a:xfrm>
            <a:custGeom>
              <a:rect b="b" l="l" r="r" t="t"/>
              <a:pathLst>
                <a:path extrusionOk="0" h="661" w="876">
                  <a:moveTo>
                    <a:pt x="614" y="0"/>
                  </a:moveTo>
                  <a:cubicBezTo>
                    <a:pt x="575" y="0"/>
                    <a:pt x="536" y="10"/>
                    <a:pt x="501" y="30"/>
                  </a:cubicBezTo>
                  <a:lnTo>
                    <a:pt x="146" y="237"/>
                  </a:lnTo>
                  <a:cubicBezTo>
                    <a:pt x="37" y="297"/>
                    <a:pt x="0" y="437"/>
                    <a:pt x="62" y="548"/>
                  </a:cubicBezTo>
                  <a:cubicBezTo>
                    <a:pt x="105" y="620"/>
                    <a:pt x="182" y="661"/>
                    <a:pt x="260" y="661"/>
                  </a:cubicBezTo>
                  <a:cubicBezTo>
                    <a:pt x="299" y="661"/>
                    <a:pt x="338" y="651"/>
                    <a:pt x="373" y="630"/>
                  </a:cubicBezTo>
                  <a:lnTo>
                    <a:pt x="729" y="425"/>
                  </a:lnTo>
                  <a:cubicBezTo>
                    <a:pt x="838" y="363"/>
                    <a:pt x="875" y="223"/>
                    <a:pt x="812" y="114"/>
                  </a:cubicBezTo>
                  <a:cubicBezTo>
                    <a:pt x="770" y="41"/>
                    <a:pt x="693" y="0"/>
                    <a:pt x="614"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45"/>
            <p:cNvSpPr/>
            <p:nvPr/>
          </p:nvSpPr>
          <p:spPr>
            <a:xfrm>
              <a:off x="747292" y="3657615"/>
              <a:ext cx="20565" cy="13572"/>
            </a:xfrm>
            <a:custGeom>
              <a:rect b="b" l="l" r="r" t="t"/>
              <a:pathLst>
                <a:path extrusionOk="0" h="458" w="694">
                  <a:moveTo>
                    <a:pt x="53" y="1"/>
                  </a:moveTo>
                  <a:cubicBezTo>
                    <a:pt x="36" y="1"/>
                    <a:pt x="19" y="4"/>
                    <a:pt x="0" y="7"/>
                  </a:cubicBezTo>
                  <a:cubicBezTo>
                    <a:pt x="30" y="159"/>
                    <a:pt x="65" y="308"/>
                    <a:pt x="106" y="458"/>
                  </a:cubicBezTo>
                  <a:lnTo>
                    <a:pt x="463" y="458"/>
                  </a:lnTo>
                  <a:cubicBezTo>
                    <a:pt x="589" y="458"/>
                    <a:pt x="690" y="355"/>
                    <a:pt x="690" y="231"/>
                  </a:cubicBezTo>
                  <a:cubicBezTo>
                    <a:pt x="693" y="102"/>
                    <a:pt x="589" y="1"/>
                    <a:pt x="465"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45"/>
            <p:cNvSpPr/>
            <p:nvPr/>
          </p:nvSpPr>
          <p:spPr>
            <a:xfrm>
              <a:off x="976055" y="3657704"/>
              <a:ext cx="25691" cy="13483"/>
            </a:xfrm>
            <a:custGeom>
              <a:rect b="b" l="l" r="r" t="t"/>
              <a:pathLst>
                <a:path extrusionOk="0" h="455" w="867">
                  <a:moveTo>
                    <a:pt x="228" y="1"/>
                  </a:moveTo>
                  <a:cubicBezTo>
                    <a:pt x="103" y="1"/>
                    <a:pt x="1" y="102"/>
                    <a:pt x="1" y="228"/>
                  </a:cubicBezTo>
                  <a:cubicBezTo>
                    <a:pt x="1" y="352"/>
                    <a:pt x="102" y="455"/>
                    <a:pt x="228" y="455"/>
                  </a:cubicBezTo>
                  <a:lnTo>
                    <a:pt x="640" y="455"/>
                  </a:lnTo>
                  <a:cubicBezTo>
                    <a:pt x="766" y="455"/>
                    <a:pt x="867" y="352"/>
                    <a:pt x="867" y="228"/>
                  </a:cubicBezTo>
                  <a:cubicBezTo>
                    <a:pt x="867" y="103"/>
                    <a:pt x="766" y="1"/>
                    <a:pt x="640"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45"/>
            <p:cNvSpPr/>
            <p:nvPr/>
          </p:nvSpPr>
          <p:spPr>
            <a:xfrm>
              <a:off x="871511" y="3582289"/>
              <a:ext cx="82941" cy="82645"/>
            </a:xfrm>
            <a:custGeom>
              <a:rect b="b" l="l" r="r" t="t"/>
              <a:pathLst>
                <a:path extrusionOk="0" h="2789" w="2799">
                  <a:moveTo>
                    <a:pt x="238" y="1"/>
                  </a:moveTo>
                  <a:cubicBezTo>
                    <a:pt x="108" y="1"/>
                    <a:pt x="0" y="106"/>
                    <a:pt x="0" y="238"/>
                  </a:cubicBezTo>
                  <a:lnTo>
                    <a:pt x="0" y="2196"/>
                  </a:lnTo>
                  <a:lnTo>
                    <a:pt x="16" y="2196"/>
                  </a:lnTo>
                  <a:cubicBezTo>
                    <a:pt x="335" y="2196"/>
                    <a:pt x="593" y="2454"/>
                    <a:pt x="593" y="2773"/>
                  </a:cubicBezTo>
                  <a:lnTo>
                    <a:pt x="593" y="2788"/>
                  </a:lnTo>
                  <a:lnTo>
                    <a:pt x="2551" y="2788"/>
                  </a:lnTo>
                  <a:cubicBezTo>
                    <a:pt x="2688" y="2787"/>
                    <a:pt x="2798" y="2667"/>
                    <a:pt x="2784" y="2530"/>
                  </a:cubicBezTo>
                  <a:cubicBezTo>
                    <a:pt x="2661" y="1189"/>
                    <a:pt x="1595" y="122"/>
                    <a:pt x="257" y="1"/>
                  </a:cubicBezTo>
                  <a:cubicBezTo>
                    <a:pt x="250" y="1"/>
                    <a:pt x="244" y="1"/>
                    <a:pt x="238"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45"/>
            <p:cNvSpPr/>
            <p:nvPr/>
          </p:nvSpPr>
          <p:spPr>
            <a:xfrm>
              <a:off x="819329" y="3579948"/>
              <a:ext cx="51294" cy="75622"/>
            </a:xfrm>
            <a:custGeom>
              <a:rect b="b" l="l" r="r" t="t"/>
              <a:pathLst>
                <a:path extrusionOk="0" h="2552" w="1731">
                  <a:moveTo>
                    <a:pt x="259" y="0"/>
                  </a:moveTo>
                  <a:cubicBezTo>
                    <a:pt x="221" y="0"/>
                    <a:pt x="182" y="10"/>
                    <a:pt x="146" y="31"/>
                  </a:cubicBezTo>
                  <a:cubicBezTo>
                    <a:pt x="37" y="93"/>
                    <a:pt x="0" y="233"/>
                    <a:pt x="62" y="341"/>
                  </a:cubicBezTo>
                  <a:lnTo>
                    <a:pt x="1273" y="2438"/>
                  </a:lnTo>
                  <a:cubicBezTo>
                    <a:pt x="1316" y="2512"/>
                    <a:pt x="1392" y="2551"/>
                    <a:pt x="1470" y="2551"/>
                  </a:cubicBezTo>
                  <a:cubicBezTo>
                    <a:pt x="1509" y="2551"/>
                    <a:pt x="1548" y="2541"/>
                    <a:pt x="1584" y="2521"/>
                  </a:cubicBezTo>
                  <a:cubicBezTo>
                    <a:pt x="1693" y="2459"/>
                    <a:pt x="1730" y="2319"/>
                    <a:pt x="1668" y="2210"/>
                  </a:cubicBezTo>
                  <a:lnTo>
                    <a:pt x="457" y="114"/>
                  </a:lnTo>
                  <a:cubicBezTo>
                    <a:pt x="415" y="41"/>
                    <a:pt x="338" y="0"/>
                    <a:pt x="259"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45"/>
            <p:cNvSpPr/>
            <p:nvPr/>
          </p:nvSpPr>
          <p:spPr>
            <a:xfrm>
              <a:off x="862948" y="3578852"/>
              <a:ext cx="18017" cy="76600"/>
            </a:xfrm>
            <a:custGeom>
              <a:rect b="b" l="l" r="r" t="t"/>
              <a:pathLst>
                <a:path extrusionOk="0" h="2585" w="608">
                  <a:moveTo>
                    <a:pt x="303" y="1"/>
                  </a:moveTo>
                  <a:cubicBezTo>
                    <a:pt x="135" y="1"/>
                    <a:pt x="0" y="137"/>
                    <a:pt x="0" y="304"/>
                  </a:cubicBezTo>
                  <a:lnTo>
                    <a:pt x="0" y="2278"/>
                  </a:lnTo>
                  <a:cubicBezTo>
                    <a:pt x="0" y="2447"/>
                    <a:pt x="135" y="2584"/>
                    <a:pt x="303" y="2584"/>
                  </a:cubicBezTo>
                  <a:cubicBezTo>
                    <a:pt x="471" y="2584"/>
                    <a:pt x="608" y="2447"/>
                    <a:pt x="608" y="2278"/>
                  </a:cubicBezTo>
                  <a:lnTo>
                    <a:pt x="608" y="304"/>
                  </a:lnTo>
                  <a:cubicBezTo>
                    <a:pt x="608" y="137"/>
                    <a:pt x="470" y="1"/>
                    <a:pt x="303"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45"/>
            <p:cNvSpPr/>
            <p:nvPr/>
          </p:nvSpPr>
          <p:spPr>
            <a:xfrm>
              <a:off x="880905" y="3655422"/>
              <a:ext cx="76570" cy="18017"/>
            </a:xfrm>
            <a:custGeom>
              <a:rect b="b" l="l" r="r" t="t"/>
              <a:pathLst>
                <a:path extrusionOk="0" h="608" w="2584">
                  <a:moveTo>
                    <a:pt x="305" y="0"/>
                  </a:moveTo>
                  <a:cubicBezTo>
                    <a:pt x="136" y="0"/>
                    <a:pt x="0" y="134"/>
                    <a:pt x="0" y="303"/>
                  </a:cubicBezTo>
                  <a:cubicBezTo>
                    <a:pt x="0" y="471"/>
                    <a:pt x="137" y="608"/>
                    <a:pt x="305" y="608"/>
                  </a:cubicBezTo>
                  <a:lnTo>
                    <a:pt x="2279" y="608"/>
                  </a:lnTo>
                  <a:cubicBezTo>
                    <a:pt x="2446" y="608"/>
                    <a:pt x="2584" y="470"/>
                    <a:pt x="2584" y="303"/>
                  </a:cubicBezTo>
                  <a:cubicBezTo>
                    <a:pt x="2584" y="135"/>
                    <a:pt x="2446" y="0"/>
                    <a:pt x="2279"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45"/>
            <p:cNvSpPr/>
            <p:nvPr/>
          </p:nvSpPr>
          <p:spPr>
            <a:xfrm>
              <a:off x="880905" y="3655422"/>
              <a:ext cx="43915" cy="18017"/>
            </a:xfrm>
            <a:custGeom>
              <a:rect b="b" l="l" r="r" t="t"/>
              <a:pathLst>
                <a:path extrusionOk="0" h="608" w="1482">
                  <a:moveTo>
                    <a:pt x="305" y="0"/>
                  </a:moveTo>
                  <a:cubicBezTo>
                    <a:pt x="137" y="0"/>
                    <a:pt x="0" y="135"/>
                    <a:pt x="0" y="303"/>
                  </a:cubicBezTo>
                  <a:cubicBezTo>
                    <a:pt x="0" y="470"/>
                    <a:pt x="136" y="608"/>
                    <a:pt x="305" y="608"/>
                  </a:cubicBezTo>
                  <a:lnTo>
                    <a:pt x="1482" y="608"/>
                  </a:lnTo>
                  <a:cubicBezTo>
                    <a:pt x="1314" y="608"/>
                    <a:pt x="1177" y="471"/>
                    <a:pt x="1177" y="303"/>
                  </a:cubicBezTo>
                  <a:cubicBezTo>
                    <a:pt x="1177" y="135"/>
                    <a:pt x="1314" y="0"/>
                    <a:pt x="148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45"/>
            <p:cNvSpPr/>
            <p:nvPr/>
          </p:nvSpPr>
          <p:spPr>
            <a:xfrm>
              <a:off x="744566" y="3534551"/>
              <a:ext cx="257180" cy="259610"/>
            </a:xfrm>
            <a:custGeom>
              <a:rect b="b" l="l" r="r" t="t"/>
              <a:pathLst>
                <a:path extrusionOk="0" h="8761" w="8679">
                  <a:moveTo>
                    <a:pt x="4298" y="0"/>
                  </a:moveTo>
                  <a:cubicBezTo>
                    <a:pt x="2172" y="0"/>
                    <a:pt x="395" y="1522"/>
                    <a:pt x="0" y="3530"/>
                  </a:cubicBezTo>
                  <a:cubicBezTo>
                    <a:pt x="78" y="4309"/>
                    <a:pt x="289" y="5048"/>
                    <a:pt x="610" y="5724"/>
                  </a:cubicBezTo>
                  <a:cubicBezTo>
                    <a:pt x="456" y="5304"/>
                    <a:pt x="373" y="4852"/>
                    <a:pt x="373" y="4379"/>
                  </a:cubicBezTo>
                  <a:cubicBezTo>
                    <a:pt x="373" y="2215"/>
                    <a:pt x="2133" y="454"/>
                    <a:pt x="4298" y="454"/>
                  </a:cubicBezTo>
                  <a:cubicBezTo>
                    <a:pt x="6462" y="454"/>
                    <a:pt x="8223" y="2215"/>
                    <a:pt x="8223" y="4379"/>
                  </a:cubicBezTo>
                  <a:cubicBezTo>
                    <a:pt x="8223" y="6544"/>
                    <a:pt x="6462" y="8304"/>
                    <a:pt x="4298" y="8304"/>
                  </a:cubicBezTo>
                  <a:cubicBezTo>
                    <a:pt x="3234" y="8304"/>
                    <a:pt x="2265" y="7877"/>
                    <a:pt x="1558" y="7188"/>
                  </a:cubicBezTo>
                  <a:lnTo>
                    <a:pt x="1558" y="7188"/>
                  </a:lnTo>
                  <a:cubicBezTo>
                    <a:pt x="2054" y="7771"/>
                    <a:pt x="2646" y="8265"/>
                    <a:pt x="3313" y="8651"/>
                  </a:cubicBezTo>
                  <a:cubicBezTo>
                    <a:pt x="3630" y="8724"/>
                    <a:pt x="3959" y="8761"/>
                    <a:pt x="4298" y="8761"/>
                  </a:cubicBezTo>
                  <a:cubicBezTo>
                    <a:pt x="6712" y="8761"/>
                    <a:pt x="8679" y="6796"/>
                    <a:pt x="8679" y="4379"/>
                  </a:cubicBezTo>
                  <a:cubicBezTo>
                    <a:pt x="8679" y="1962"/>
                    <a:pt x="6715" y="0"/>
                    <a:pt x="4298"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45"/>
            <p:cNvSpPr/>
            <p:nvPr/>
          </p:nvSpPr>
          <p:spPr>
            <a:xfrm>
              <a:off x="851658" y="3644132"/>
              <a:ext cx="40567" cy="40567"/>
            </a:xfrm>
            <a:custGeom>
              <a:rect b="b" l="l" r="r" t="t"/>
              <a:pathLst>
                <a:path extrusionOk="0" h="1369" w="1369">
                  <a:moveTo>
                    <a:pt x="684" y="0"/>
                  </a:moveTo>
                  <a:cubicBezTo>
                    <a:pt x="307" y="0"/>
                    <a:pt x="0" y="306"/>
                    <a:pt x="0" y="684"/>
                  </a:cubicBezTo>
                  <a:cubicBezTo>
                    <a:pt x="0" y="1060"/>
                    <a:pt x="307" y="1368"/>
                    <a:pt x="684" y="1368"/>
                  </a:cubicBezTo>
                  <a:cubicBezTo>
                    <a:pt x="1060" y="1368"/>
                    <a:pt x="1368" y="1060"/>
                    <a:pt x="1368" y="684"/>
                  </a:cubicBezTo>
                  <a:cubicBezTo>
                    <a:pt x="1368" y="306"/>
                    <a:pt x="1062" y="0"/>
                    <a:pt x="684"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45"/>
            <p:cNvSpPr/>
            <p:nvPr/>
          </p:nvSpPr>
          <p:spPr>
            <a:xfrm>
              <a:off x="936881" y="3493036"/>
              <a:ext cx="49131" cy="36655"/>
            </a:xfrm>
            <a:custGeom>
              <a:rect b="b" l="l" r="r" t="t"/>
              <a:pathLst>
                <a:path extrusionOk="0" h="1237" w="1658">
                  <a:moveTo>
                    <a:pt x="469" y="1"/>
                  </a:moveTo>
                  <a:cubicBezTo>
                    <a:pt x="327" y="1"/>
                    <a:pt x="190" y="75"/>
                    <a:pt x="114" y="206"/>
                  </a:cubicBezTo>
                  <a:cubicBezTo>
                    <a:pt x="0" y="402"/>
                    <a:pt x="67" y="655"/>
                    <a:pt x="264" y="767"/>
                  </a:cubicBezTo>
                  <a:lnTo>
                    <a:pt x="981" y="1182"/>
                  </a:lnTo>
                  <a:cubicBezTo>
                    <a:pt x="1045" y="1219"/>
                    <a:pt x="1116" y="1237"/>
                    <a:pt x="1185" y="1237"/>
                  </a:cubicBezTo>
                  <a:cubicBezTo>
                    <a:pt x="1327" y="1237"/>
                    <a:pt x="1465" y="1164"/>
                    <a:pt x="1542" y="1031"/>
                  </a:cubicBezTo>
                  <a:cubicBezTo>
                    <a:pt x="1657" y="836"/>
                    <a:pt x="1589" y="584"/>
                    <a:pt x="1393" y="470"/>
                  </a:cubicBezTo>
                  <a:lnTo>
                    <a:pt x="676" y="57"/>
                  </a:lnTo>
                  <a:cubicBezTo>
                    <a:pt x="611" y="19"/>
                    <a:pt x="539" y="1"/>
                    <a:pt x="4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45"/>
            <p:cNvSpPr/>
            <p:nvPr/>
          </p:nvSpPr>
          <p:spPr>
            <a:xfrm>
              <a:off x="865140" y="3657674"/>
              <a:ext cx="13572" cy="13512"/>
            </a:xfrm>
            <a:custGeom>
              <a:rect b="b" l="l" r="r" t="t"/>
              <a:pathLst>
                <a:path extrusionOk="0" h="456" w="458">
                  <a:moveTo>
                    <a:pt x="227" y="1"/>
                  </a:moveTo>
                  <a:cubicBezTo>
                    <a:pt x="213" y="1"/>
                    <a:pt x="199" y="2"/>
                    <a:pt x="184" y="5"/>
                  </a:cubicBezTo>
                  <a:cubicBezTo>
                    <a:pt x="75" y="28"/>
                    <a:pt x="1" y="122"/>
                    <a:pt x="1" y="229"/>
                  </a:cubicBezTo>
                  <a:cubicBezTo>
                    <a:pt x="1" y="355"/>
                    <a:pt x="105" y="456"/>
                    <a:pt x="229" y="456"/>
                  </a:cubicBezTo>
                  <a:cubicBezTo>
                    <a:pt x="357" y="456"/>
                    <a:pt x="458" y="352"/>
                    <a:pt x="456" y="229"/>
                  </a:cubicBezTo>
                  <a:cubicBezTo>
                    <a:pt x="456" y="97"/>
                    <a:pt x="347" y="1"/>
                    <a:pt x="227"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0" name="Google Shape;10690;p45"/>
          <p:cNvGrpSpPr/>
          <p:nvPr/>
        </p:nvGrpSpPr>
        <p:grpSpPr>
          <a:xfrm>
            <a:off x="8020085" y="2751246"/>
            <a:ext cx="395683" cy="413462"/>
            <a:chOff x="8020085" y="2751246"/>
            <a:chExt cx="395683" cy="413462"/>
          </a:xfrm>
        </p:grpSpPr>
        <p:sp>
          <p:nvSpPr>
            <p:cNvPr id="10691" name="Google Shape;10691;p45"/>
            <p:cNvSpPr/>
            <p:nvPr/>
          </p:nvSpPr>
          <p:spPr>
            <a:xfrm>
              <a:off x="8020085" y="2769025"/>
              <a:ext cx="395683" cy="395624"/>
            </a:xfrm>
            <a:custGeom>
              <a:rect b="b" l="l" r="r" t="t"/>
              <a:pathLst>
                <a:path extrusionOk="0" h="13351" w="13353">
                  <a:moveTo>
                    <a:pt x="6675" y="0"/>
                  </a:moveTo>
                  <a:cubicBezTo>
                    <a:pt x="3945" y="0"/>
                    <a:pt x="1598" y="1638"/>
                    <a:pt x="564" y="3986"/>
                  </a:cubicBezTo>
                  <a:lnTo>
                    <a:pt x="51" y="5845"/>
                  </a:lnTo>
                  <a:cubicBezTo>
                    <a:pt x="19" y="6117"/>
                    <a:pt x="0" y="6392"/>
                    <a:pt x="0" y="6675"/>
                  </a:cubicBezTo>
                  <a:cubicBezTo>
                    <a:pt x="0" y="10360"/>
                    <a:pt x="2989" y="13351"/>
                    <a:pt x="6676" y="13351"/>
                  </a:cubicBezTo>
                  <a:cubicBezTo>
                    <a:pt x="10363" y="13351"/>
                    <a:pt x="13353" y="10362"/>
                    <a:pt x="13353" y="6675"/>
                  </a:cubicBezTo>
                  <a:cubicBezTo>
                    <a:pt x="13353" y="6392"/>
                    <a:pt x="13336" y="6117"/>
                    <a:pt x="13303" y="5845"/>
                  </a:cubicBezTo>
                  <a:lnTo>
                    <a:pt x="12785" y="3986"/>
                  </a:lnTo>
                  <a:cubicBezTo>
                    <a:pt x="11752" y="1638"/>
                    <a:pt x="9404" y="0"/>
                    <a:pt x="6675"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45"/>
            <p:cNvSpPr/>
            <p:nvPr/>
          </p:nvSpPr>
          <p:spPr>
            <a:xfrm>
              <a:off x="8030220" y="3029525"/>
              <a:ext cx="375325" cy="12505"/>
            </a:xfrm>
            <a:custGeom>
              <a:rect b="b" l="l" r="r" t="t"/>
              <a:pathLst>
                <a:path extrusionOk="0" h="422" w="12666">
                  <a:moveTo>
                    <a:pt x="0" y="1"/>
                  </a:moveTo>
                  <a:cubicBezTo>
                    <a:pt x="50" y="144"/>
                    <a:pt x="101" y="285"/>
                    <a:pt x="159" y="422"/>
                  </a:cubicBezTo>
                  <a:lnTo>
                    <a:pt x="12509" y="422"/>
                  </a:lnTo>
                  <a:cubicBezTo>
                    <a:pt x="12564" y="284"/>
                    <a:pt x="12617" y="142"/>
                    <a:pt x="1266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45"/>
            <p:cNvSpPr/>
            <p:nvPr/>
          </p:nvSpPr>
          <p:spPr>
            <a:xfrm>
              <a:off x="8053896" y="3077440"/>
              <a:ext cx="328121" cy="12505"/>
            </a:xfrm>
            <a:custGeom>
              <a:rect b="b" l="l" r="r" t="t"/>
              <a:pathLst>
                <a:path extrusionOk="0" h="422" w="11073">
                  <a:moveTo>
                    <a:pt x="0" y="0"/>
                  </a:moveTo>
                  <a:cubicBezTo>
                    <a:pt x="95" y="145"/>
                    <a:pt x="201" y="285"/>
                    <a:pt x="309" y="422"/>
                  </a:cubicBezTo>
                  <a:lnTo>
                    <a:pt x="10761" y="422"/>
                  </a:lnTo>
                  <a:cubicBezTo>
                    <a:pt x="10870" y="286"/>
                    <a:pt x="10973" y="143"/>
                    <a:pt x="1107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45"/>
            <p:cNvSpPr/>
            <p:nvPr/>
          </p:nvSpPr>
          <p:spPr>
            <a:xfrm>
              <a:off x="8020530" y="2981668"/>
              <a:ext cx="394557" cy="12564"/>
            </a:xfrm>
            <a:custGeom>
              <a:rect b="b" l="l" r="r" t="t"/>
              <a:pathLst>
                <a:path extrusionOk="0" h="424" w="13315">
                  <a:moveTo>
                    <a:pt x="1" y="1"/>
                  </a:moveTo>
                  <a:cubicBezTo>
                    <a:pt x="15" y="144"/>
                    <a:pt x="30" y="285"/>
                    <a:pt x="47" y="424"/>
                  </a:cubicBezTo>
                  <a:lnTo>
                    <a:pt x="13271" y="424"/>
                  </a:lnTo>
                  <a:cubicBezTo>
                    <a:pt x="13289" y="284"/>
                    <a:pt x="13305" y="144"/>
                    <a:pt x="1331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45"/>
            <p:cNvSpPr/>
            <p:nvPr/>
          </p:nvSpPr>
          <p:spPr>
            <a:xfrm>
              <a:off x="8099441" y="3125238"/>
              <a:ext cx="236971" cy="12535"/>
            </a:xfrm>
            <a:custGeom>
              <a:rect b="b" l="l" r="r" t="t"/>
              <a:pathLst>
                <a:path extrusionOk="0" h="423" w="7997">
                  <a:moveTo>
                    <a:pt x="0" y="1"/>
                  </a:moveTo>
                  <a:cubicBezTo>
                    <a:pt x="204" y="153"/>
                    <a:pt x="415" y="293"/>
                    <a:pt x="638" y="422"/>
                  </a:cubicBezTo>
                  <a:lnTo>
                    <a:pt x="7357" y="422"/>
                  </a:lnTo>
                  <a:cubicBezTo>
                    <a:pt x="7578" y="293"/>
                    <a:pt x="7791" y="153"/>
                    <a:pt x="799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45"/>
            <p:cNvSpPr/>
            <p:nvPr/>
          </p:nvSpPr>
          <p:spPr>
            <a:xfrm>
              <a:off x="8316677" y="2935975"/>
              <a:ext cx="12594" cy="202301"/>
            </a:xfrm>
            <a:custGeom>
              <a:rect b="b" l="l" r="r" t="t"/>
              <a:pathLst>
                <a:path extrusionOk="0" h="6827" w="425">
                  <a:moveTo>
                    <a:pt x="211" y="1"/>
                  </a:moveTo>
                  <a:cubicBezTo>
                    <a:pt x="95" y="1"/>
                    <a:pt x="0" y="96"/>
                    <a:pt x="0" y="212"/>
                  </a:cubicBezTo>
                  <a:lnTo>
                    <a:pt x="0" y="6826"/>
                  </a:lnTo>
                  <a:cubicBezTo>
                    <a:pt x="145" y="6742"/>
                    <a:pt x="286" y="6654"/>
                    <a:pt x="421" y="6560"/>
                  </a:cubicBezTo>
                  <a:lnTo>
                    <a:pt x="421" y="212"/>
                  </a:lnTo>
                  <a:cubicBezTo>
                    <a:pt x="424" y="94"/>
                    <a:pt x="328" y="1"/>
                    <a:pt x="21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45"/>
            <p:cNvSpPr/>
            <p:nvPr/>
          </p:nvSpPr>
          <p:spPr>
            <a:xfrm>
              <a:off x="8264168" y="2935975"/>
              <a:ext cx="12505" cy="223251"/>
            </a:xfrm>
            <a:custGeom>
              <a:rect b="b" l="l" r="r" t="t"/>
              <a:pathLst>
                <a:path extrusionOk="0" h="7534" w="422">
                  <a:moveTo>
                    <a:pt x="211" y="1"/>
                  </a:moveTo>
                  <a:cubicBezTo>
                    <a:pt x="95" y="1"/>
                    <a:pt x="0" y="96"/>
                    <a:pt x="0" y="212"/>
                  </a:cubicBezTo>
                  <a:lnTo>
                    <a:pt x="0" y="7533"/>
                  </a:lnTo>
                  <a:cubicBezTo>
                    <a:pt x="141" y="7498"/>
                    <a:pt x="284" y="7462"/>
                    <a:pt x="421" y="7417"/>
                  </a:cubicBezTo>
                  <a:lnTo>
                    <a:pt x="421" y="212"/>
                  </a:lnTo>
                  <a:cubicBezTo>
                    <a:pt x="421" y="94"/>
                    <a:pt x="328" y="1"/>
                    <a:pt x="21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45"/>
            <p:cNvSpPr/>
            <p:nvPr/>
          </p:nvSpPr>
          <p:spPr>
            <a:xfrm>
              <a:off x="8211600" y="2935975"/>
              <a:ext cx="12564" cy="228733"/>
            </a:xfrm>
            <a:custGeom>
              <a:rect b="b" l="l" r="r" t="t"/>
              <a:pathLst>
                <a:path extrusionOk="0" h="7719" w="424">
                  <a:moveTo>
                    <a:pt x="212" y="1"/>
                  </a:moveTo>
                  <a:cubicBezTo>
                    <a:pt x="95" y="1"/>
                    <a:pt x="0" y="94"/>
                    <a:pt x="0" y="212"/>
                  </a:cubicBezTo>
                  <a:lnTo>
                    <a:pt x="0" y="7714"/>
                  </a:lnTo>
                  <a:cubicBezTo>
                    <a:pt x="70" y="7717"/>
                    <a:pt x="140" y="7718"/>
                    <a:pt x="212" y="7718"/>
                  </a:cubicBezTo>
                  <a:cubicBezTo>
                    <a:pt x="282" y="7718"/>
                    <a:pt x="353" y="7715"/>
                    <a:pt x="423" y="7714"/>
                  </a:cubicBezTo>
                  <a:lnTo>
                    <a:pt x="423" y="212"/>
                  </a:lnTo>
                  <a:cubicBezTo>
                    <a:pt x="423" y="96"/>
                    <a:pt x="328" y="1"/>
                    <a:pt x="21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45"/>
            <p:cNvSpPr/>
            <p:nvPr/>
          </p:nvSpPr>
          <p:spPr>
            <a:xfrm>
              <a:off x="8369186" y="2935975"/>
              <a:ext cx="12594" cy="158267"/>
            </a:xfrm>
            <a:custGeom>
              <a:rect b="b" l="l" r="r" t="t"/>
              <a:pathLst>
                <a:path extrusionOk="0" h="5341" w="425">
                  <a:moveTo>
                    <a:pt x="211" y="1"/>
                  </a:moveTo>
                  <a:cubicBezTo>
                    <a:pt x="95" y="1"/>
                    <a:pt x="0" y="96"/>
                    <a:pt x="0" y="212"/>
                  </a:cubicBezTo>
                  <a:lnTo>
                    <a:pt x="0" y="5340"/>
                  </a:lnTo>
                  <a:cubicBezTo>
                    <a:pt x="152" y="5161"/>
                    <a:pt x="292" y="4975"/>
                    <a:pt x="424" y="4782"/>
                  </a:cubicBezTo>
                  <a:lnTo>
                    <a:pt x="424" y="212"/>
                  </a:lnTo>
                  <a:cubicBezTo>
                    <a:pt x="424" y="96"/>
                    <a:pt x="328" y="1"/>
                    <a:pt x="21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45"/>
            <p:cNvSpPr/>
            <p:nvPr/>
          </p:nvSpPr>
          <p:spPr>
            <a:xfrm>
              <a:off x="8159091" y="2935975"/>
              <a:ext cx="12505" cy="223251"/>
            </a:xfrm>
            <a:custGeom>
              <a:rect b="b" l="l" r="r" t="t"/>
              <a:pathLst>
                <a:path extrusionOk="0" h="7534" w="422">
                  <a:moveTo>
                    <a:pt x="212" y="1"/>
                  </a:moveTo>
                  <a:cubicBezTo>
                    <a:pt x="95" y="1"/>
                    <a:pt x="0" y="96"/>
                    <a:pt x="0" y="212"/>
                  </a:cubicBezTo>
                  <a:lnTo>
                    <a:pt x="0" y="7417"/>
                  </a:lnTo>
                  <a:cubicBezTo>
                    <a:pt x="139" y="7459"/>
                    <a:pt x="280" y="7498"/>
                    <a:pt x="422" y="7533"/>
                  </a:cubicBezTo>
                  <a:lnTo>
                    <a:pt x="422" y="212"/>
                  </a:lnTo>
                  <a:cubicBezTo>
                    <a:pt x="422" y="94"/>
                    <a:pt x="328" y="1"/>
                    <a:pt x="21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45"/>
            <p:cNvSpPr/>
            <p:nvPr/>
          </p:nvSpPr>
          <p:spPr>
            <a:xfrm>
              <a:off x="8054015" y="2935975"/>
              <a:ext cx="12564" cy="158267"/>
            </a:xfrm>
            <a:custGeom>
              <a:rect b="b" l="l" r="r" t="t"/>
              <a:pathLst>
                <a:path extrusionOk="0" h="5341" w="424">
                  <a:moveTo>
                    <a:pt x="212" y="1"/>
                  </a:moveTo>
                  <a:cubicBezTo>
                    <a:pt x="96" y="1"/>
                    <a:pt x="1" y="96"/>
                    <a:pt x="1" y="212"/>
                  </a:cubicBezTo>
                  <a:lnTo>
                    <a:pt x="1" y="4782"/>
                  </a:lnTo>
                  <a:cubicBezTo>
                    <a:pt x="133" y="4975"/>
                    <a:pt x="273" y="5161"/>
                    <a:pt x="424" y="5340"/>
                  </a:cubicBezTo>
                  <a:lnTo>
                    <a:pt x="424" y="212"/>
                  </a:lnTo>
                  <a:cubicBezTo>
                    <a:pt x="424" y="96"/>
                    <a:pt x="329" y="1"/>
                    <a:pt x="21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45"/>
            <p:cNvSpPr/>
            <p:nvPr/>
          </p:nvSpPr>
          <p:spPr>
            <a:xfrm>
              <a:off x="8106523" y="2935886"/>
              <a:ext cx="12564" cy="202331"/>
            </a:xfrm>
            <a:custGeom>
              <a:rect b="b" l="l" r="r" t="t"/>
              <a:pathLst>
                <a:path extrusionOk="0" h="6828" w="424">
                  <a:moveTo>
                    <a:pt x="212" y="1"/>
                  </a:moveTo>
                  <a:cubicBezTo>
                    <a:pt x="96" y="1"/>
                    <a:pt x="1" y="97"/>
                    <a:pt x="1" y="214"/>
                  </a:cubicBezTo>
                  <a:lnTo>
                    <a:pt x="1" y="6562"/>
                  </a:lnTo>
                  <a:cubicBezTo>
                    <a:pt x="138" y="6657"/>
                    <a:pt x="281" y="6745"/>
                    <a:pt x="424" y="6828"/>
                  </a:cubicBezTo>
                  <a:lnTo>
                    <a:pt x="424" y="214"/>
                  </a:lnTo>
                  <a:cubicBezTo>
                    <a:pt x="424" y="97"/>
                    <a:pt x="329" y="1"/>
                    <a:pt x="21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45"/>
            <p:cNvSpPr/>
            <p:nvPr/>
          </p:nvSpPr>
          <p:spPr>
            <a:xfrm>
              <a:off x="8021597" y="2887170"/>
              <a:ext cx="392571" cy="55116"/>
            </a:xfrm>
            <a:custGeom>
              <a:rect b="b" l="l" r="r" t="t"/>
              <a:pathLst>
                <a:path extrusionOk="0" h="1860" w="13248">
                  <a:moveTo>
                    <a:pt x="513" y="0"/>
                  </a:moveTo>
                  <a:cubicBezTo>
                    <a:pt x="257" y="578"/>
                    <a:pt x="81" y="1205"/>
                    <a:pt x="0" y="1859"/>
                  </a:cubicBezTo>
                  <a:lnTo>
                    <a:pt x="13247" y="1859"/>
                  </a:lnTo>
                  <a:cubicBezTo>
                    <a:pt x="13166" y="1205"/>
                    <a:pt x="12991" y="581"/>
                    <a:pt x="127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45"/>
            <p:cNvSpPr/>
            <p:nvPr/>
          </p:nvSpPr>
          <p:spPr>
            <a:xfrm>
              <a:off x="8021597" y="2921247"/>
              <a:ext cx="392571" cy="21039"/>
            </a:xfrm>
            <a:custGeom>
              <a:rect b="b" l="l" r="r" t="t"/>
              <a:pathLst>
                <a:path extrusionOk="0" h="710" w="13248">
                  <a:moveTo>
                    <a:pt x="126" y="0"/>
                  </a:moveTo>
                  <a:cubicBezTo>
                    <a:pt x="72" y="232"/>
                    <a:pt x="30" y="468"/>
                    <a:pt x="0" y="709"/>
                  </a:cubicBezTo>
                  <a:lnTo>
                    <a:pt x="13247" y="709"/>
                  </a:lnTo>
                  <a:cubicBezTo>
                    <a:pt x="13219" y="468"/>
                    <a:pt x="13176" y="234"/>
                    <a:pt x="13121"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45"/>
            <p:cNvSpPr/>
            <p:nvPr/>
          </p:nvSpPr>
          <p:spPr>
            <a:xfrm>
              <a:off x="8172485" y="2755691"/>
              <a:ext cx="195486" cy="191426"/>
            </a:xfrm>
            <a:custGeom>
              <a:rect b="b" l="l" r="r" t="t"/>
              <a:pathLst>
                <a:path extrusionOk="0" h="6460" w="6597">
                  <a:moveTo>
                    <a:pt x="4296" y="1"/>
                  </a:moveTo>
                  <a:lnTo>
                    <a:pt x="2124" y="68"/>
                  </a:lnTo>
                  <a:cubicBezTo>
                    <a:pt x="1641" y="251"/>
                    <a:pt x="1212" y="549"/>
                    <a:pt x="868" y="924"/>
                  </a:cubicBezTo>
                  <a:lnTo>
                    <a:pt x="5" y="2991"/>
                  </a:lnTo>
                  <a:cubicBezTo>
                    <a:pt x="2" y="3046"/>
                    <a:pt x="1" y="3100"/>
                    <a:pt x="1" y="3155"/>
                  </a:cubicBezTo>
                  <a:cubicBezTo>
                    <a:pt x="1" y="3707"/>
                    <a:pt x="138" y="4227"/>
                    <a:pt x="375" y="4684"/>
                  </a:cubicBezTo>
                  <a:lnTo>
                    <a:pt x="3235" y="6459"/>
                  </a:lnTo>
                  <a:lnTo>
                    <a:pt x="3309" y="6459"/>
                  </a:lnTo>
                  <a:cubicBezTo>
                    <a:pt x="5026" y="6459"/>
                    <a:pt x="6438" y="5146"/>
                    <a:pt x="6596" y="3467"/>
                  </a:cubicBezTo>
                  <a:lnTo>
                    <a:pt x="6041" y="1303"/>
                  </a:lnTo>
                  <a:cubicBezTo>
                    <a:pt x="5628" y="692"/>
                    <a:pt x="5014" y="226"/>
                    <a:pt x="4296"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45"/>
            <p:cNvSpPr/>
            <p:nvPr/>
          </p:nvSpPr>
          <p:spPr>
            <a:xfrm>
              <a:off x="8172633" y="2751246"/>
              <a:ext cx="195841" cy="195871"/>
            </a:xfrm>
            <a:custGeom>
              <a:rect b="b" l="l" r="r" t="t"/>
              <a:pathLst>
                <a:path extrusionOk="0" h="6610" w="6609">
                  <a:moveTo>
                    <a:pt x="3300" y="0"/>
                  </a:moveTo>
                  <a:cubicBezTo>
                    <a:pt x="2885" y="0"/>
                    <a:pt x="2487" y="78"/>
                    <a:pt x="2119" y="218"/>
                  </a:cubicBezTo>
                  <a:cubicBezTo>
                    <a:pt x="1985" y="658"/>
                    <a:pt x="1870" y="1141"/>
                    <a:pt x="1813" y="1396"/>
                  </a:cubicBezTo>
                  <a:cubicBezTo>
                    <a:pt x="1801" y="1448"/>
                    <a:pt x="1755" y="1479"/>
                    <a:pt x="1708" y="1479"/>
                  </a:cubicBezTo>
                  <a:cubicBezTo>
                    <a:pt x="1686" y="1479"/>
                    <a:pt x="1663" y="1472"/>
                    <a:pt x="1643" y="1456"/>
                  </a:cubicBezTo>
                  <a:cubicBezTo>
                    <a:pt x="1416" y="1276"/>
                    <a:pt x="1140" y="1155"/>
                    <a:pt x="863" y="1074"/>
                  </a:cubicBezTo>
                  <a:cubicBezTo>
                    <a:pt x="359" y="1624"/>
                    <a:pt x="39" y="2344"/>
                    <a:pt x="0" y="3141"/>
                  </a:cubicBezTo>
                  <a:cubicBezTo>
                    <a:pt x="262" y="2958"/>
                    <a:pt x="544" y="2902"/>
                    <a:pt x="728" y="2888"/>
                  </a:cubicBezTo>
                  <a:cubicBezTo>
                    <a:pt x="731" y="2888"/>
                    <a:pt x="735" y="2888"/>
                    <a:pt x="738" y="2888"/>
                  </a:cubicBezTo>
                  <a:cubicBezTo>
                    <a:pt x="821" y="2888"/>
                    <a:pt x="872" y="2980"/>
                    <a:pt x="827" y="3051"/>
                  </a:cubicBezTo>
                  <a:cubicBezTo>
                    <a:pt x="479" y="3614"/>
                    <a:pt x="383" y="4295"/>
                    <a:pt x="370" y="4833"/>
                  </a:cubicBezTo>
                  <a:cubicBezTo>
                    <a:pt x="913" y="5869"/>
                    <a:pt x="1987" y="6581"/>
                    <a:pt x="3230" y="6609"/>
                  </a:cubicBezTo>
                  <a:cubicBezTo>
                    <a:pt x="2083" y="5863"/>
                    <a:pt x="1855" y="4699"/>
                    <a:pt x="1813" y="4194"/>
                  </a:cubicBezTo>
                  <a:cubicBezTo>
                    <a:pt x="1807" y="4127"/>
                    <a:pt x="1861" y="4079"/>
                    <a:pt x="1919" y="4079"/>
                  </a:cubicBezTo>
                  <a:cubicBezTo>
                    <a:pt x="1942" y="4079"/>
                    <a:pt x="1965" y="4086"/>
                    <a:pt x="1985" y="4104"/>
                  </a:cubicBezTo>
                  <a:cubicBezTo>
                    <a:pt x="2433" y="4474"/>
                    <a:pt x="2987" y="4794"/>
                    <a:pt x="4020" y="4794"/>
                  </a:cubicBezTo>
                  <a:cubicBezTo>
                    <a:pt x="4093" y="4794"/>
                    <a:pt x="4168" y="4792"/>
                    <a:pt x="4246" y="4789"/>
                  </a:cubicBezTo>
                  <a:cubicBezTo>
                    <a:pt x="5449" y="4736"/>
                    <a:pt x="6165" y="4105"/>
                    <a:pt x="6593" y="3617"/>
                  </a:cubicBezTo>
                  <a:cubicBezTo>
                    <a:pt x="6602" y="3515"/>
                    <a:pt x="6608" y="3412"/>
                    <a:pt x="6608" y="3306"/>
                  </a:cubicBezTo>
                  <a:cubicBezTo>
                    <a:pt x="6604" y="2619"/>
                    <a:pt x="6397" y="1982"/>
                    <a:pt x="6036" y="1453"/>
                  </a:cubicBezTo>
                  <a:cubicBezTo>
                    <a:pt x="5559" y="2490"/>
                    <a:pt x="3750" y="2708"/>
                    <a:pt x="3011" y="2753"/>
                  </a:cubicBezTo>
                  <a:cubicBezTo>
                    <a:pt x="3009" y="2753"/>
                    <a:pt x="3006" y="2753"/>
                    <a:pt x="3004" y="2753"/>
                  </a:cubicBezTo>
                  <a:cubicBezTo>
                    <a:pt x="2908" y="2753"/>
                    <a:pt x="2862" y="2633"/>
                    <a:pt x="2935" y="2566"/>
                  </a:cubicBezTo>
                  <a:cubicBezTo>
                    <a:pt x="3964" y="1663"/>
                    <a:pt x="4228" y="692"/>
                    <a:pt x="4291" y="151"/>
                  </a:cubicBezTo>
                  <a:cubicBezTo>
                    <a:pt x="3977" y="54"/>
                    <a:pt x="3645" y="0"/>
                    <a:pt x="330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7" name="Google Shape;10707;p45"/>
          <p:cNvGrpSpPr/>
          <p:nvPr/>
        </p:nvGrpSpPr>
        <p:grpSpPr>
          <a:xfrm>
            <a:off x="7360584" y="2751275"/>
            <a:ext cx="395594" cy="413373"/>
            <a:chOff x="7360584" y="2751275"/>
            <a:chExt cx="395594" cy="413373"/>
          </a:xfrm>
        </p:grpSpPr>
        <p:sp>
          <p:nvSpPr>
            <p:cNvPr id="10708" name="Google Shape;10708;p45"/>
            <p:cNvSpPr/>
            <p:nvPr/>
          </p:nvSpPr>
          <p:spPr>
            <a:xfrm>
              <a:off x="7360584" y="2769025"/>
              <a:ext cx="395594" cy="377311"/>
            </a:xfrm>
            <a:custGeom>
              <a:rect b="b" l="l" r="r" t="t"/>
              <a:pathLst>
                <a:path extrusionOk="0" h="12733" w="13350">
                  <a:moveTo>
                    <a:pt x="6676" y="0"/>
                  </a:moveTo>
                  <a:cubicBezTo>
                    <a:pt x="2989" y="0"/>
                    <a:pt x="0" y="2988"/>
                    <a:pt x="0" y="6676"/>
                  </a:cubicBezTo>
                  <a:cubicBezTo>
                    <a:pt x="0" y="9359"/>
                    <a:pt x="1582" y="11672"/>
                    <a:pt x="3866" y="12732"/>
                  </a:cubicBezTo>
                  <a:lnTo>
                    <a:pt x="10370" y="12235"/>
                  </a:lnTo>
                  <a:cubicBezTo>
                    <a:pt x="12166" y="11038"/>
                    <a:pt x="13349" y="8995"/>
                    <a:pt x="13349" y="6675"/>
                  </a:cubicBezTo>
                  <a:cubicBezTo>
                    <a:pt x="13349" y="2988"/>
                    <a:pt x="10362" y="0"/>
                    <a:pt x="6676"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45"/>
            <p:cNvSpPr/>
            <p:nvPr/>
          </p:nvSpPr>
          <p:spPr>
            <a:xfrm>
              <a:off x="7473692" y="3099072"/>
              <a:ext cx="168668" cy="65577"/>
            </a:xfrm>
            <a:custGeom>
              <a:rect b="b" l="l" r="r" t="t"/>
              <a:pathLst>
                <a:path extrusionOk="0" h="2213" w="5692">
                  <a:moveTo>
                    <a:pt x="1177" y="1"/>
                  </a:moveTo>
                  <a:lnTo>
                    <a:pt x="1177" y="312"/>
                  </a:lnTo>
                  <a:cubicBezTo>
                    <a:pt x="1177" y="822"/>
                    <a:pt x="661" y="1241"/>
                    <a:pt x="1" y="1571"/>
                  </a:cubicBezTo>
                  <a:cubicBezTo>
                    <a:pt x="865" y="1983"/>
                    <a:pt x="1835" y="2213"/>
                    <a:pt x="2859" y="2213"/>
                  </a:cubicBezTo>
                  <a:cubicBezTo>
                    <a:pt x="3871" y="2213"/>
                    <a:pt x="4830" y="1987"/>
                    <a:pt x="5691" y="1583"/>
                  </a:cubicBezTo>
                  <a:cubicBezTo>
                    <a:pt x="5017" y="1251"/>
                    <a:pt x="4488" y="826"/>
                    <a:pt x="4488" y="312"/>
                  </a:cubicBezTo>
                  <a:lnTo>
                    <a:pt x="4488" y="1"/>
                  </a:lnTo>
                  <a:cubicBezTo>
                    <a:pt x="4089" y="358"/>
                    <a:pt x="3400" y="817"/>
                    <a:pt x="2833" y="831"/>
                  </a:cubicBezTo>
                  <a:cubicBezTo>
                    <a:pt x="2269" y="817"/>
                    <a:pt x="1580" y="360"/>
                    <a:pt x="1177" y="1"/>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45"/>
            <p:cNvSpPr/>
            <p:nvPr/>
          </p:nvSpPr>
          <p:spPr>
            <a:xfrm>
              <a:off x="7602267" y="3018886"/>
              <a:ext cx="66999" cy="140428"/>
            </a:xfrm>
            <a:custGeom>
              <a:rect b="b" l="l" r="r" t="t"/>
              <a:pathLst>
                <a:path extrusionOk="0" h="4739" w="2261">
                  <a:moveTo>
                    <a:pt x="1629" y="1"/>
                  </a:moveTo>
                  <a:cubicBezTo>
                    <a:pt x="1424" y="739"/>
                    <a:pt x="1157" y="1393"/>
                    <a:pt x="830" y="1950"/>
                  </a:cubicBezTo>
                  <a:cubicBezTo>
                    <a:pt x="642" y="2272"/>
                    <a:pt x="409" y="2559"/>
                    <a:pt x="138" y="2808"/>
                  </a:cubicBezTo>
                  <a:cubicBezTo>
                    <a:pt x="20" y="3504"/>
                    <a:pt x="0" y="4151"/>
                    <a:pt x="48" y="4739"/>
                  </a:cubicBezTo>
                  <a:cubicBezTo>
                    <a:pt x="850" y="4550"/>
                    <a:pt x="1598" y="4218"/>
                    <a:pt x="2260" y="3770"/>
                  </a:cubicBezTo>
                  <a:cubicBezTo>
                    <a:pt x="2260" y="3319"/>
                    <a:pt x="2196" y="2822"/>
                    <a:pt x="2032" y="2248"/>
                  </a:cubicBezTo>
                  <a:cubicBezTo>
                    <a:pt x="1763" y="1308"/>
                    <a:pt x="1652" y="570"/>
                    <a:pt x="162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45"/>
            <p:cNvSpPr/>
            <p:nvPr/>
          </p:nvSpPr>
          <p:spPr>
            <a:xfrm>
              <a:off x="7510140" y="2751275"/>
              <a:ext cx="96513" cy="55709"/>
            </a:xfrm>
            <a:custGeom>
              <a:rect b="b" l="l" r="r" t="t"/>
              <a:pathLst>
                <a:path extrusionOk="0" h="1880" w="3257">
                  <a:moveTo>
                    <a:pt x="1629" y="1"/>
                  </a:moveTo>
                  <a:cubicBezTo>
                    <a:pt x="729" y="1"/>
                    <a:pt x="0" y="730"/>
                    <a:pt x="0" y="1628"/>
                  </a:cubicBezTo>
                  <a:cubicBezTo>
                    <a:pt x="0" y="1714"/>
                    <a:pt x="6" y="1797"/>
                    <a:pt x="20" y="1880"/>
                  </a:cubicBezTo>
                  <a:cubicBezTo>
                    <a:pt x="468" y="1693"/>
                    <a:pt x="1001" y="1572"/>
                    <a:pt x="1629" y="1572"/>
                  </a:cubicBezTo>
                  <a:cubicBezTo>
                    <a:pt x="2256" y="1572"/>
                    <a:pt x="2789" y="1693"/>
                    <a:pt x="3238" y="1880"/>
                  </a:cubicBezTo>
                  <a:cubicBezTo>
                    <a:pt x="3250" y="1797"/>
                    <a:pt x="3257" y="1714"/>
                    <a:pt x="3257" y="1628"/>
                  </a:cubicBezTo>
                  <a:cubicBezTo>
                    <a:pt x="3257" y="730"/>
                    <a:pt x="2528" y="1"/>
                    <a:pt x="162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45"/>
            <p:cNvSpPr/>
            <p:nvPr/>
          </p:nvSpPr>
          <p:spPr>
            <a:xfrm>
              <a:off x="7494464" y="2787605"/>
              <a:ext cx="127627" cy="30759"/>
            </a:xfrm>
            <a:custGeom>
              <a:rect b="b" l="l" r="r" t="t"/>
              <a:pathLst>
                <a:path extrusionOk="0" h="1038" w="4307">
                  <a:moveTo>
                    <a:pt x="2154" y="1"/>
                  </a:moveTo>
                  <a:cubicBezTo>
                    <a:pt x="1282" y="1"/>
                    <a:pt x="506" y="407"/>
                    <a:pt x="1" y="1038"/>
                  </a:cubicBezTo>
                  <a:cubicBezTo>
                    <a:pt x="88" y="985"/>
                    <a:pt x="176" y="935"/>
                    <a:pt x="263" y="889"/>
                  </a:cubicBezTo>
                  <a:cubicBezTo>
                    <a:pt x="767" y="631"/>
                    <a:pt x="1390" y="449"/>
                    <a:pt x="2155" y="449"/>
                  </a:cubicBezTo>
                  <a:cubicBezTo>
                    <a:pt x="2921" y="449"/>
                    <a:pt x="3546" y="631"/>
                    <a:pt x="4048" y="889"/>
                  </a:cubicBezTo>
                  <a:cubicBezTo>
                    <a:pt x="4137" y="935"/>
                    <a:pt x="4223" y="983"/>
                    <a:pt x="4306" y="1038"/>
                  </a:cubicBezTo>
                  <a:cubicBezTo>
                    <a:pt x="3801" y="407"/>
                    <a:pt x="3026" y="1"/>
                    <a:pt x="21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45"/>
            <p:cNvSpPr/>
            <p:nvPr/>
          </p:nvSpPr>
          <p:spPr>
            <a:xfrm>
              <a:off x="7429717" y="2941457"/>
              <a:ext cx="34433" cy="66643"/>
            </a:xfrm>
            <a:custGeom>
              <a:rect b="b" l="l" r="r" t="t"/>
              <a:pathLst>
                <a:path extrusionOk="0" h="2249" w="1162">
                  <a:moveTo>
                    <a:pt x="691" y="1"/>
                  </a:moveTo>
                  <a:cubicBezTo>
                    <a:pt x="566" y="1"/>
                    <a:pt x="449" y="32"/>
                    <a:pt x="372" y="106"/>
                  </a:cubicBezTo>
                  <a:cubicBezTo>
                    <a:pt x="0" y="469"/>
                    <a:pt x="272" y="1016"/>
                    <a:pt x="403" y="1361"/>
                  </a:cubicBezTo>
                  <a:cubicBezTo>
                    <a:pt x="443" y="1467"/>
                    <a:pt x="468" y="1574"/>
                    <a:pt x="481" y="1681"/>
                  </a:cubicBezTo>
                  <a:cubicBezTo>
                    <a:pt x="505" y="1912"/>
                    <a:pt x="628" y="2249"/>
                    <a:pt x="1138" y="2249"/>
                  </a:cubicBezTo>
                  <a:cubicBezTo>
                    <a:pt x="1143" y="2249"/>
                    <a:pt x="1149" y="2248"/>
                    <a:pt x="1155" y="2248"/>
                  </a:cubicBezTo>
                  <a:cubicBezTo>
                    <a:pt x="1146" y="2216"/>
                    <a:pt x="1138" y="2182"/>
                    <a:pt x="1130" y="2147"/>
                  </a:cubicBezTo>
                  <a:cubicBezTo>
                    <a:pt x="1130" y="2147"/>
                    <a:pt x="933" y="888"/>
                    <a:pt x="1161" y="136"/>
                  </a:cubicBezTo>
                  <a:cubicBezTo>
                    <a:pt x="1043" y="57"/>
                    <a:pt x="860" y="1"/>
                    <a:pt x="691" y="1"/>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45"/>
            <p:cNvSpPr/>
            <p:nvPr/>
          </p:nvSpPr>
          <p:spPr>
            <a:xfrm>
              <a:off x="7652642" y="2941457"/>
              <a:ext cx="34433" cy="66643"/>
            </a:xfrm>
            <a:custGeom>
              <a:rect b="b" l="l" r="r" t="t"/>
              <a:pathLst>
                <a:path extrusionOk="0" h="2249" w="1162">
                  <a:moveTo>
                    <a:pt x="472" y="1"/>
                  </a:moveTo>
                  <a:cubicBezTo>
                    <a:pt x="303" y="1"/>
                    <a:pt x="120" y="57"/>
                    <a:pt x="1" y="136"/>
                  </a:cubicBezTo>
                  <a:cubicBezTo>
                    <a:pt x="229" y="887"/>
                    <a:pt x="32" y="2147"/>
                    <a:pt x="32" y="2147"/>
                  </a:cubicBezTo>
                  <a:cubicBezTo>
                    <a:pt x="24" y="2182"/>
                    <a:pt x="16" y="2216"/>
                    <a:pt x="8" y="2248"/>
                  </a:cubicBezTo>
                  <a:cubicBezTo>
                    <a:pt x="14" y="2248"/>
                    <a:pt x="20" y="2249"/>
                    <a:pt x="26" y="2249"/>
                  </a:cubicBezTo>
                  <a:cubicBezTo>
                    <a:pt x="535" y="2249"/>
                    <a:pt x="660" y="1912"/>
                    <a:pt x="685" y="1681"/>
                  </a:cubicBezTo>
                  <a:cubicBezTo>
                    <a:pt x="695" y="1574"/>
                    <a:pt x="720" y="1467"/>
                    <a:pt x="762" y="1361"/>
                  </a:cubicBezTo>
                  <a:cubicBezTo>
                    <a:pt x="890" y="1016"/>
                    <a:pt x="1162" y="469"/>
                    <a:pt x="792" y="106"/>
                  </a:cubicBezTo>
                  <a:cubicBezTo>
                    <a:pt x="714" y="32"/>
                    <a:pt x="597" y="1"/>
                    <a:pt x="472" y="1"/>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45"/>
            <p:cNvSpPr/>
            <p:nvPr/>
          </p:nvSpPr>
          <p:spPr>
            <a:xfrm>
              <a:off x="7449571" y="2797798"/>
              <a:ext cx="217562" cy="147688"/>
            </a:xfrm>
            <a:custGeom>
              <a:rect b="b" l="l" r="r" t="t"/>
              <a:pathLst>
                <a:path extrusionOk="0" h="4984" w="7342">
                  <a:moveTo>
                    <a:pt x="3670" y="1"/>
                  </a:moveTo>
                  <a:cubicBezTo>
                    <a:pt x="2905" y="1"/>
                    <a:pt x="2279" y="181"/>
                    <a:pt x="1778" y="439"/>
                  </a:cubicBezTo>
                  <a:cubicBezTo>
                    <a:pt x="678" y="1006"/>
                    <a:pt x="0" y="2133"/>
                    <a:pt x="0" y="3349"/>
                  </a:cubicBezTo>
                  <a:lnTo>
                    <a:pt x="0" y="4849"/>
                  </a:lnTo>
                  <a:cubicBezTo>
                    <a:pt x="5" y="4849"/>
                    <a:pt x="9" y="4849"/>
                    <a:pt x="14" y="4849"/>
                  </a:cubicBezTo>
                  <a:cubicBezTo>
                    <a:pt x="186" y="4849"/>
                    <a:pt x="370" y="4905"/>
                    <a:pt x="490" y="4984"/>
                  </a:cubicBezTo>
                  <a:cubicBezTo>
                    <a:pt x="535" y="4835"/>
                    <a:pt x="599" y="4706"/>
                    <a:pt x="683" y="4611"/>
                  </a:cubicBezTo>
                  <a:cubicBezTo>
                    <a:pt x="757" y="4525"/>
                    <a:pt x="807" y="4421"/>
                    <a:pt x="808" y="4306"/>
                  </a:cubicBezTo>
                  <a:cubicBezTo>
                    <a:pt x="825" y="3765"/>
                    <a:pt x="998" y="2302"/>
                    <a:pt x="2398" y="2302"/>
                  </a:cubicBezTo>
                  <a:cubicBezTo>
                    <a:pt x="2708" y="2302"/>
                    <a:pt x="3079" y="2374"/>
                    <a:pt x="3521" y="2544"/>
                  </a:cubicBezTo>
                  <a:cubicBezTo>
                    <a:pt x="3568" y="2562"/>
                    <a:pt x="3619" y="2572"/>
                    <a:pt x="3670" y="2572"/>
                  </a:cubicBezTo>
                  <a:cubicBezTo>
                    <a:pt x="3721" y="2572"/>
                    <a:pt x="3772" y="2562"/>
                    <a:pt x="3821" y="2544"/>
                  </a:cubicBezTo>
                  <a:cubicBezTo>
                    <a:pt x="4263" y="2374"/>
                    <a:pt x="4634" y="2302"/>
                    <a:pt x="4944" y="2302"/>
                  </a:cubicBezTo>
                  <a:cubicBezTo>
                    <a:pt x="6345" y="2302"/>
                    <a:pt x="6517" y="3765"/>
                    <a:pt x="6533" y="4306"/>
                  </a:cubicBezTo>
                  <a:cubicBezTo>
                    <a:pt x="6536" y="4418"/>
                    <a:pt x="6583" y="4525"/>
                    <a:pt x="6659" y="4611"/>
                  </a:cubicBezTo>
                  <a:cubicBezTo>
                    <a:pt x="6742" y="4706"/>
                    <a:pt x="6805" y="4835"/>
                    <a:pt x="6852" y="4984"/>
                  </a:cubicBezTo>
                  <a:cubicBezTo>
                    <a:pt x="6970" y="4906"/>
                    <a:pt x="7152" y="4848"/>
                    <a:pt x="7322" y="4848"/>
                  </a:cubicBezTo>
                  <a:cubicBezTo>
                    <a:pt x="7329" y="4848"/>
                    <a:pt x="7335" y="4849"/>
                    <a:pt x="7342" y="4849"/>
                  </a:cubicBezTo>
                  <a:lnTo>
                    <a:pt x="7342" y="3349"/>
                  </a:lnTo>
                  <a:cubicBezTo>
                    <a:pt x="7342" y="2132"/>
                    <a:pt x="6662" y="1006"/>
                    <a:pt x="5563" y="439"/>
                  </a:cubicBezTo>
                  <a:cubicBezTo>
                    <a:pt x="5060" y="181"/>
                    <a:pt x="4436" y="1"/>
                    <a:pt x="367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45"/>
            <p:cNvSpPr/>
            <p:nvPr/>
          </p:nvSpPr>
          <p:spPr>
            <a:xfrm>
              <a:off x="7456742" y="2865331"/>
              <a:ext cx="203309" cy="262514"/>
            </a:xfrm>
            <a:custGeom>
              <a:rect b="b" l="l" r="r" t="t"/>
              <a:pathLst>
                <a:path extrusionOk="0" h="8859" w="6861">
                  <a:moveTo>
                    <a:pt x="2156" y="0"/>
                  </a:moveTo>
                  <a:cubicBezTo>
                    <a:pt x="1831" y="0"/>
                    <a:pt x="1550" y="78"/>
                    <a:pt x="1317" y="233"/>
                  </a:cubicBezTo>
                  <a:cubicBezTo>
                    <a:pt x="652" y="676"/>
                    <a:pt x="551" y="1636"/>
                    <a:pt x="540" y="2029"/>
                  </a:cubicBezTo>
                  <a:cubicBezTo>
                    <a:pt x="535" y="2131"/>
                    <a:pt x="495" y="2231"/>
                    <a:pt x="419" y="2316"/>
                  </a:cubicBezTo>
                  <a:cubicBezTo>
                    <a:pt x="1" y="2787"/>
                    <a:pt x="92" y="4158"/>
                    <a:pt x="190" y="4724"/>
                  </a:cubicBezTo>
                  <a:cubicBezTo>
                    <a:pt x="405" y="5674"/>
                    <a:pt x="716" y="6504"/>
                    <a:pt x="1117" y="7188"/>
                  </a:cubicBezTo>
                  <a:cubicBezTo>
                    <a:pt x="1522" y="7881"/>
                    <a:pt x="2136" y="8422"/>
                    <a:pt x="2895" y="8750"/>
                  </a:cubicBezTo>
                  <a:cubicBezTo>
                    <a:pt x="3064" y="8822"/>
                    <a:pt x="3245" y="8858"/>
                    <a:pt x="3427" y="8858"/>
                  </a:cubicBezTo>
                  <a:cubicBezTo>
                    <a:pt x="3609" y="8858"/>
                    <a:pt x="3791" y="8822"/>
                    <a:pt x="3961" y="8750"/>
                  </a:cubicBezTo>
                  <a:cubicBezTo>
                    <a:pt x="4717" y="8422"/>
                    <a:pt x="5332" y="7881"/>
                    <a:pt x="5740" y="7188"/>
                  </a:cubicBezTo>
                  <a:cubicBezTo>
                    <a:pt x="6139" y="6504"/>
                    <a:pt x="6450" y="5675"/>
                    <a:pt x="6666" y="4723"/>
                  </a:cubicBezTo>
                  <a:cubicBezTo>
                    <a:pt x="6761" y="4127"/>
                    <a:pt x="6860" y="2790"/>
                    <a:pt x="6439" y="2316"/>
                  </a:cubicBezTo>
                  <a:cubicBezTo>
                    <a:pt x="6363" y="2231"/>
                    <a:pt x="6322" y="2131"/>
                    <a:pt x="6318" y="2029"/>
                  </a:cubicBezTo>
                  <a:cubicBezTo>
                    <a:pt x="6305" y="1637"/>
                    <a:pt x="6207" y="676"/>
                    <a:pt x="5541" y="233"/>
                  </a:cubicBezTo>
                  <a:cubicBezTo>
                    <a:pt x="5307" y="78"/>
                    <a:pt x="5026" y="0"/>
                    <a:pt x="4701" y="0"/>
                  </a:cubicBezTo>
                  <a:cubicBezTo>
                    <a:pt x="4369" y="0"/>
                    <a:pt x="3991" y="81"/>
                    <a:pt x="3568" y="243"/>
                  </a:cubicBezTo>
                  <a:cubicBezTo>
                    <a:pt x="3524" y="261"/>
                    <a:pt x="3476" y="270"/>
                    <a:pt x="3429" y="270"/>
                  </a:cubicBezTo>
                  <a:cubicBezTo>
                    <a:pt x="3381" y="270"/>
                    <a:pt x="3333" y="261"/>
                    <a:pt x="3288" y="243"/>
                  </a:cubicBezTo>
                  <a:cubicBezTo>
                    <a:pt x="2866" y="81"/>
                    <a:pt x="2488" y="0"/>
                    <a:pt x="2156"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45"/>
            <p:cNvSpPr/>
            <p:nvPr/>
          </p:nvSpPr>
          <p:spPr>
            <a:xfrm>
              <a:off x="7431288" y="2901394"/>
              <a:ext cx="254365" cy="75296"/>
            </a:xfrm>
            <a:custGeom>
              <a:rect b="b" l="l" r="r" t="t"/>
              <a:pathLst>
                <a:path extrusionOk="0" h="2541" w="8584">
                  <a:moveTo>
                    <a:pt x="4292" y="0"/>
                  </a:moveTo>
                  <a:cubicBezTo>
                    <a:pt x="2088" y="0"/>
                    <a:pt x="833" y="297"/>
                    <a:pt x="441" y="406"/>
                  </a:cubicBezTo>
                  <a:cubicBezTo>
                    <a:pt x="429" y="410"/>
                    <a:pt x="416" y="411"/>
                    <a:pt x="404" y="411"/>
                  </a:cubicBezTo>
                  <a:cubicBezTo>
                    <a:pt x="383" y="411"/>
                    <a:pt x="363" y="407"/>
                    <a:pt x="345" y="398"/>
                  </a:cubicBezTo>
                  <a:cubicBezTo>
                    <a:pt x="252" y="719"/>
                    <a:pt x="0" y="1715"/>
                    <a:pt x="263" y="2217"/>
                  </a:cubicBezTo>
                  <a:cubicBezTo>
                    <a:pt x="387" y="2451"/>
                    <a:pt x="597" y="2541"/>
                    <a:pt x="862" y="2541"/>
                  </a:cubicBezTo>
                  <a:cubicBezTo>
                    <a:pt x="1277" y="2541"/>
                    <a:pt x="1825" y="2319"/>
                    <a:pt x="2380" y="2086"/>
                  </a:cubicBezTo>
                  <a:lnTo>
                    <a:pt x="2408" y="2076"/>
                  </a:lnTo>
                  <a:cubicBezTo>
                    <a:pt x="3012" y="1827"/>
                    <a:pt x="3653" y="1702"/>
                    <a:pt x="4293" y="1702"/>
                  </a:cubicBezTo>
                  <a:cubicBezTo>
                    <a:pt x="4934" y="1702"/>
                    <a:pt x="5574" y="1827"/>
                    <a:pt x="6177" y="2076"/>
                  </a:cubicBezTo>
                  <a:lnTo>
                    <a:pt x="6207" y="2086"/>
                  </a:lnTo>
                  <a:cubicBezTo>
                    <a:pt x="6761" y="2319"/>
                    <a:pt x="7308" y="2541"/>
                    <a:pt x="7723" y="2541"/>
                  </a:cubicBezTo>
                  <a:cubicBezTo>
                    <a:pt x="7987" y="2541"/>
                    <a:pt x="8197" y="2451"/>
                    <a:pt x="8321" y="2217"/>
                  </a:cubicBezTo>
                  <a:cubicBezTo>
                    <a:pt x="8584" y="1713"/>
                    <a:pt x="8329" y="719"/>
                    <a:pt x="8238" y="398"/>
                  </a:cubicBezTo>
                  <a:cubicBezTo>
                    <a:pt x="8220" y="407"/>
                    <a:pt x="8200" y="411"/>
                    <a:pt x="8179" y="411"/>
                  </a:cubicBezTo>
                  <a:cubicBezTo>
                    <a:pt x="8166" y="411"/>
                    <a:pt x="8153" y="410"/>
                    <a:pt x="8141" y="406"/>
                  </a:cubicBezTo>
                  <a:cubicBezTo>
                    <a:pt x="7750" y="296"/>
                    <a:pt x="6494" y="0"/>
                    <a:pt x="4292"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45"/>
            <p:cNvSpPr/>
            <p:nvPr/>
          </p:nvSpPr>
          <p:spPr>
            <a:xfrm>
              <a:off x="7431288" y="2910432"/>
              <a:ext cx="254365" cy="66258"/>
            </a:xfrm>
            <a:custGeom>
              <a:rect b="b" l="l" r="r" t="t"/>
              <a:pathLst>
                <a:path extrusionOk="0" h="2236" w="8584">
                  <a:moveTo>
                    <a:pt x="7722" y="0"/>
                  </a:moveTo>
                  <a:lnTo>
                    <a:pt x="7722" y="0"/>
                  </a:lnTo>
                  <a:cubicBezTo>
                    <a:pt x="7839" y="454"/>
                    <a:pt x="7966" y="1102"/>
                    <a:pt x="7806" y="1405"/>
                  </a:cubicBezTo>
                  <a:cubicBezTo>
                    <a:pt x="7707" y="1592"/>
                    <a:pt x="7537" y="1664"/>
                    <a:pt x="7323" y="1664"/>
                  </a:cubicBezTo>
                  <a:cubicBezTo>
                    <a:pt x="6945" y="1664"/>
                    <a:pt x="6431" y="1440"/>
                    <a:pt x="5935" y="1231"/>
                  </a:cubicBezTo>
                  <a:cubicBezTo>
                    <a:pt x="5927" y="1228"/>
                    <a:pt x="5919" y="1223"/>
                    <a:pt x="5910" y="1222"/>
                  </a:cubicBezTo>
                  <a:cubicBezTo>
                    <a:pt x="5392" y="1008"/>
                    <a:pt x="4841" y="901"/>
                    <a:pt x="4291" y="901"/>
                  </a:cubicBezTo>
                  <a:cubicBezTo>
                    <a:pt x="3740" y="901"/>
                    <a:pt x="3190" y="1008"/>
                    <a:pt x="2671" y="1222"/>
                  </a:cubicBezTo>
                  <a:cubicBezTo>
                    <a:pt x="2663" y="1226"/>
                    <a:pt x="2655" y="1230"/>
                    <a:pt x="2646" y="1231"/>
                  </a:cubicBezTo>
                  <a:cubicBezTo>
                    <a:pt x="2148" y="1440"/>
                    <a:pt x="1635" y="1663"/>
                    <a:pt x="1257" y="1663"/>
                  </a:cubicBezTo>
                  <a:cubicBezTo>
                    <a:pt x="1044" y="1663"/>
                    <a:pt x="874" y="1592"/>
                    <a:pt x="774" y="1405"/>
                  </a:cubicBezTo>
                  <a:cubicBezTo>
                    <a:pt x="616" y="1104"/>
                    <a:pt x="742" y="454"/>
                    <a:pt x="858" y="0"/>
                  </a:cubicBezTo>
                  <a:lnTo>
                    <a:pt x="858" y="0"/>
                  </a:lnTo>
                  <a:cubicBezTo>
                    <a:pt x="672" y="40"/>
                    <a:pt x="532" y="76"/>
                    <a:pt x="443" y="101"/>
                  </a:cubicBezTo>
                  <a:cubicBezTo>
                    <a:pt x="430" y="105"/>
                    <a:pt x="417" y="106"/>
                    <a:pt x="404" y="106"/>
                  </a:cubicBezTo>
                  <a:cubicBezTo>
                    <a:pt x="383" y="106"/>
                    <a:pt x="363" y="102"/>
                    <a:pt x="345" y="93"/>
                  </a:cubicBezTo>
                  <a:cubicBezTo>
                    <a:pt x="252" y="414"/>
                    <a:pt x="0" y="1410"/>
                    <a:pt x="264" y="1912"/>
                  </a:cubicBezTo>
                  <a:cubicBezTo>
                    <a:pt x="388" y="2146"/>
                    <a:pt x="598" y="2236"/>
                    <a:pt x="863" y="2236"/>
                  </a:cubicBezTo>
                  <a:cubicBezTo>
                    <a:pt x="1277" y="2236"/>
                    <a:pt x="1825" y="2014"/>
                    <a:pt x="2380" y="1781"/>
                  </a:cubicBezTo>
                  <a:lnTo>
                    <a:pt x="2409" y="1771"/>
                  </a:lnTo>
                  <a:cubicBezTo>
                    <a:pt x="3013" y="1522"/>
                    <a:pt x="3653" y="1397"/>
                    <a:pt x="4294" y="1397"/>
                  </a:cubicBezTo>
                  <a:cubicBezTo>
                    <a:pt x="4934" y="1397"/>
                    <a:pt x="5575" y="1522"/>
                    <a:pt x="6179" y="1771"/>
                  </a:cubicBezTo>
                  <a:lnTo>
                    <a:pt x="6207" y="1781"/>
                  </a:lnTo>
                  <a:cubicBezTo>
                    <a:pt x="6761" y="2014"/>
                    <a:pt x="7308" y="2236"/>
                    <a:pt x="7723" y="2236"/>
                  </a:cubicBezTo>
                  <a:cubicBezTo>
                    <a:pt x="7987" y="2236"/>
                    <a:pt x="8197" y="2146"/>
                    <a:pt x="8321" y="1912"/>
                  </a:cubicBezTo>
                  <a:cubicBezTo>
                    <a:pt x="8584" y="1408"/>
                    <a:pt x="8329" y="414"/>
                    <a:pt x="8238" y="93"/>
                  </a:cubicBezTo>
                  <a:cubicBezTo>
                    <a:pt x="8220" y="102"/>
                    <a:pt x="8200" y="106"/>
                    <a:pt x="8179" y="106"/>
                  </a:cubicBezTo>
                  <a:cubicBezTo>
                    <a:pt x="8166" y="106"/>
                    <a:pt x="8153" y="105"/>
                    <a:pt x="8141" y="101"/>
                  </a:cubicBezTo>
                  <a:cubicBezTo>
                    <a:pt x="8049" y="76"/>
                    <a:pt x="7912" y="39"/>
                    <a:pt x="7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45"/>
            <p:cNvSpPr/>
            <p:nvPr/>
          </p:nvSpPr>
          <p:spPr>
            <a:xfrm>
              <a:off x="7437718" y="2852974"/>
              <a:ext cx="241060" cy="62050"/>
            </a:xfrm>
            <a:custGeom>
              <a:rect b="b" l="l" r="r" t="t"/>
              <a:pathLst>
                <a:path extrusionOk="0" h="2094" w="8135">
                  <a:moveTo>
                    <a:pt x="4073" y="1"/>
                  </a:moveTo>
                  <a:cubicBezTo>
                    <a:pt x="2054" y="1"/>
                    <a:pt x="938" y="251"/>
                    <a:pt x="492" y="377"/>
                  </a:cubicBezTo>
                  <a:cubicBezTo>
                    <a:pt x="389" y="406"/>
                    <a:pt x="308" y="487"/>
                    <a:pt x="282" y="590"/>
                  </a:cubicBezTo>
                  <a:lnTo>
                    <a:pt x="44" y="1729"/>
                  </a:lnTo>
                  <a:cubicBezTo>
                    <a:pt x="0" y="1893"/>
                    <a:pt x="36" y="2093"/>
                    <a:pt x="176" y="2093"/>
                  </a:cubicBezTo>
                  <a:cubicBezTo>
                    <a:pt x="191" y="2093"/>
                    <a:pt x="206" y="2091"/>
                    <a:pt x="223" y="2087"/>
                  </a:cubicBezTo>
                  <a:cubicBezTo>
                    <a:pt x="615" y="1976"/>
                    <a:pt x="1869" y="1681"/>
                    <a:pt x="4073" y="1681"/>
                  </a:cubicBezTo>
                  <a:cubicBezTo>
                    <a:pt x="6276" y="1681"/>
                    <a:pt x="7533" y="1978"/>
                    <a:pt x="7922" y="2087"/>
                  </a:cubicBezTo>
                  <a:cubicBezTo>
                    <a:pt x="7935" y="2091"/>
                    <a:pt x="7948" y="2092"/>
                    <a:pt x="7961" y="2092"/>
                  </a:cubicBezTo>
                  <a:cubicBezTo>
                    <a:pt x="8021" y="2092"/>
                    <a:pt x="8077" y="2053"/>
                    <a:pt x="8096" y="1993"/>
                  </a:cubicBezTo>
                  <a:cubicBezTo>
                    <a:pt x="8101" y="1981"/>
                    <a:pt x="8104" y="1967"/>
                    <a:pt x="8109" y="1955"/>
                  </a:cubicBezTo>
                  <a:cubicBezTo>
                    <a:pt x="8135" y="1847"/>
                    <a:pt x="8127" y="1737"/>
                    <a:pt x="8099" y="1631"/>
                  </a:cubicBezTo>
                  <a:lnTo>
                    <a:pt x="7882" y="640"/>
                  </a:lnTo>
                  <a:cubicBezTo>
                    <a:pt x="7843" y="503"/>
                    <a:pt x="7735" y="399"/>
                    <a:pt x="7599" y="361"/>
                  </a:cubicBezTo>
                  <a:cubicBezTo>
                    <a:pt x="7125" y="231"/>
                    <a:pt x="6013" y="1"/>
                    <a:pt x="40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0" name="Google Shape;10720;p45"/>
          <p:cNvGrpSpPr/>
          <p:nvPr/>
        </p:nvGrpSpPr>
        <p:grpSpPr>
          <a:xfrm>
            <a:off x="6700521" y="2751246"/>
            <a:ext cx="395683" cy="413403"/>
            <a:chOff x="6700521" y="2751246"/>
            <a:chExt cx="395683" cy="413403"/>
          </a:xfrm>
        </p:grpSpPr>
        <p:sp>
          <p:nvSpPr>
            <p:cNvPr id="10721" name="Google Shape;10721;p45"/>
            <p:cNvSpPr/>
            <p:nvPr/>
          </p:nvSpPr>
          <p:spPr>
            <a:xfrm>
              <a:off x="6700521" y="2769025"/>
              <a:ext cx="395683" cy="395624"/>
            </a:xfrm>
            <a:custGeom>
              <a:rect b="b" l="l" r="r" t="t"/>
              <a:pathLst>
                <a:path extrusionOk="0" h="13351" w="13353">
                  <a:moveTo>
                    <a:pt x="6676" y="0"/>
                  </a:moveTo>
                  <a:cubicBezTo>
                    <a:pt x="2989" y="0"/>
                    <a:pt x="0" y="2988"/>
                    <a:pt x="0" y="6676"/>
                  </a:cubicBezTo>
                  <a:cubicBezTo>
                    <a:pt x="0" y="8894"/>
                    <a:pt x="1082" y="10861"/>
                    <a:pt x="2748" y="12073"/>
                  </a:cubicBezTo>
                  <a:lnTo>
                    <a:pt x="3914" y="12754"/>
                  </a:lnTo>
                  <a:cubicBezTo>
                    <a:pt x="4757" y="13136"/>
                    <a:pt x="5691" y="13351"/>
                    <a:pt x="6676" y="13351"/>
                  </a:cubicBezTo>
                  <a:cubicBezTo>
                    <a:pt x="10362" y="13351"/>
                    <a:pt x="13353" y="10362"/>
                    <a:pt x="13353" y="6675"/>
                  </a:cubicBezTo>
                  <a:cubicBezTo>
                    <a:pt x="13353" y="2988"/>
                    <a:pt x="10364" y="0"/>
                    <a:pt x="6676"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45"/>
            <p:cNvSpPr/>
            <p:nvPr/>
          </p:nvSpPr>
          <p:spPr>
            <a:xfrm>
              <a:off x="6929491" y="2771396"/>
              <a:ext cx="119271" cy="73014"/>
            </a:xfrm>
            <a:custGeom>
              <a:rect b="b" l="l" r="r" t="t"/>
              <a:pathLst>
                <a:path extrusionOk="0" h="2464" w="4025">
                  <a:moveTo>
                    <a:pt x="232" y="0"/>
                  </a:moveTo>
                  <a:cubicBezTo>
                    <a:pt x="162" y="0"/>
                    <a:pt x="94" y="37"/>
                    <a:pt x="56" y="102"/>
                  </a:cubicBezTo>
                  <a:cubicBezTo>
                    <a:pt x="0" y="201"/>
                    <a:pt x="33" y="326"/>
                    <a:pt x="129" y="382"/>
                  </a:cubicBezTo>
                  <a:lnTo>
                    <a:pt x="3687" y="2437"/>
                  </a:lnTo>
                  <a:cubicBezTo>
                    <a:pt x="3718" y="2454"/>
                    <a:pt x="3754" y="2463"/>
                    <a:pt x="3788" y="2463"/>
                  </a:cubicBezTo>
                  <a:cubicBezTo>
                    <a:pt x="3858" y="2463"/>
                    <a:pt x="3928" y="2426"/>
                    <a:pt x="3967" y="2362"/>
                  </a:cubicBezTo>
                  <a:cubicBezTo>
                    <a:pt x="4025" y="2263"/>
                    <a:pt x="3990" y="2138"/>
                    <a:pt x="3894" y="2082"/>
                  </a:cubicBezTo>
                  <a:lnTo>
                    <a:pt x="336" y="29"/>
                  </a:lnTo>
                  <a:cubicBezTo>
                    <a:pt x="303" y="9"/>
                    <a:pt x="267" y="0"/>
                    <a:pt x="23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45"/>
            <p:cNvSpPr/>
            <p:nvPr/>
          </p:nvSpPr>
          <p:spPr>
            <a:xfrm>
              <a:off x="6876686" y="2803962"/>
              <a:ext cx="170239" cy="102380"/>
            </a:xfrm>
            <a:custGeom>
              <a:rect b="b" l="l" r="r" t="t"/>
              <a:pathLst>
                <a:path extrusionOk="0" h="3455" w="5745">
                  <a:moveTo>
                    <a:pt x="235" y="1"/>
                  </a:moveTo>
                  <a:cubicBezTo>
                    <a:pt x="164" y="1"/>
                    <a:pt x="96" y="38"/>
                    <a:pt x="58" y="103"/>
                  </a:cubicBezTo>
                  <a:cubicBezTo>
                    <a:pt x="1" y="203"/>
                    <a:pt x="35" y="327"/>
                    <a:pt x="133" y="383"/>
                  </a:cubicBezTo>
                  <a:lnTo>
                    <a:pt x="5406" y="3428"/>
                  </a:lnTo>
                  <a:cubicBezTo>
                    <a:pt x="5437" y="3445"/>
                    <a:pt x="5472" y="3455"/>
                    <a:pt x="5507" y="3455"/>
                  </a:cubicBezTo>
                  <a:cubicBezTo>
                    <a:pt x="5578" y="3455"/>
                    <a:pt x="5647" y="3421"/>
                    <a:pt x="5685" y="3354"/>
                  </a:cubicBezTo>
                  <a:cubicBezTo>
                    <a:pt x="5744" y="3254"/>
                    <a:pt x="5709" y="3130"/>
                    <a:pt x="5612" y="3074"/>
                  </a:cubicBezTo>
                  <a:lnTo>
                    <a:pt x="338" y="29"/>
                  </a:lnTo>
                  <a:cubicBezTo>
                    <a:pt x="305" y="10"/>
                    <a:pt x="270" y="1"/>
                    <a:pt x="23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45"/>
            <p:cNvSpPr/>
            <p:nvPr/>
          </p:nvSpPr>
          <p:spPr>
            <a:xfrm>
              <a:off x="6845275" y="2848944"/>
              <a:ext cx="178417" cy="107151"/>
            </a:xfrm>
            <a:custGeom>
              <a:rect b="b" l="l" r="r" t="t"/>
              <a:pathLst>
                <a:path extrusionOk="0" h="3616" w="6021">
                  <a:moveTo>
                    <a:pt x="234" y="1"/>
                  </a:moveTo>
                  <a:cubicBezTo>
                    <a:pt x="164" y="1"/>
                    <a:pt x="96" y="38"/>
                    <a:pt x="58" y="103"/>
                  </a:cubicBezTo>
                  <a:cubicBezTo>
                    <a:pt x="1" y="202"/>
                    <a:pt x="35" y="326"/>
                    <a:pt x="131" y="382"/>
                  </a:cubicBezTo>
                  <a:lnTo>
                    <a:pt x="5684" y="3589"/>
                  </a:lnTo>
                  <a:cubicBezTo>
                    <a:pt x="5716" y="3606"/>
                    <a:pt x="5751" y="3615"/>
                    <a:pt x="5786" y="3615"/>
                  </a:cubicBezTo>
                  <a:cubicBezTo>
                    <a:pt x="5856" y="3615"/>
                    <a:pt x="5926" y="3578"/>
                    <a:pt x="5963" y="3514"/>
                  </a:cubicBezTo>
                  <a:cubicBezTo>
                    <a:pt x="6021" y="3415"/>
                    <a:pt x="5988" y="3291"/>
                    <a:pt x="5890" y="3235"/>
                  </a:cubicBezTo>
                  <a:lnTo>
                    <a:pt x="338" y="29"/>
                  </a:lnTo>
                  <a:cubicBezTo>
                    <a:pt x="305" y="10"/>
                    <a:pt x="269" y="1"/>
                    <a:pt x="23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45"/>
            <p:cNvSpPr/>
            <p:nvPr/>
          </p:nvSpPr>
          <p:spPr>
            <a:xfrm>
              <a:off x="6831081" y="2903883"/>
              <a:ext cx="152104" cy="91861"/>
            </a:xfrm>
            <a:custGeom>
              <a:rect b="b" l="l" r="r" t="t"/>
              <a:pathLst>
                <a:path extrusionOk="0" h="3100" w="5133">
                  <a:moveTo>
                    <a:pt x="235" y="0"/>
                  </a:moveTo>
                  <a:cubicBezTo>
                    <a:pt x="164" y="0"/>
                    <a:pt x="96" y="37"/>
                    <a:pt x="59" y="103"/>
                  </a:cubicBezTo>
                  <a:cubicBezTo>
                    <a:pt x="1" y="201"/>
                    <a:pt x="35" y="325"/>
                    <a:pt x="133" y="383"/>
                  </a:cubicBezTo>
                  <a:lnTo>
                    <a:pt x="4796" y="3073"/>
                  </a:lnTo>
                  <a:cubicBezTo>
                    <a:pt x="4827" y="3090"/>
                    <a:pt x="4862" y="3100"/>
                    <a:pt x="4897" y="3100"/>
                  </a:cubicBezTo>
                  <a:cubicBezTo>
                    <a:pt x="4969" y="3100"/>
                    <a:pt x="5037" y="3063"/>
                    <a:pt x="5075" y="2999"/>
                  </a:cubicBezTo>
                  <a:cubicBezTo>
                    <a:pt x="5132" y="2901"/>
                    <a:pt x="5099" y="2777"/>
                    <a:pt x="5002" y="2719"/>
                  </a:cubicBezTo>
                  <a:lnTo>
                    <a:pt x="338" y="28"/>
                  </a:lnTo>
                  <a:cubicBezTo>
                    <a:pt x="305" y="9"/>
                    <a:pt x="270" y="0"/>
                    <a:pt x="23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45"/>
            <p:cNvSpPr/>
            <p:nvPr/>
          </p:nvSpPr>
          <p:spPr>
            <a:xfrm>
              <a:off x="6884746" y="2785116"/>
              <a:ext cx="136754" cy="224822"/>
            </a:xfrm>
            <a:custGeom>
              <a:rect b="b" l="l" r="r" t="t"/>
              <a:pathLst>
                <a:path extrusionOk="0" h="7587" w="4615">
                  <a:moveTo>
                    <a:pt x="4380" y="0"/>
                  </a:moveTo>
                  <a:cubicBezTo>
                    <a:pt x="4310" y="0"/>
                    <a:pt x="4241" y="36"/>
                    <a:pt x="4202" y="102"/>
                  </a:cubicBezTo>
                  <a:lnTo>
                    <a:pt x="58" y="7279"/>
                  </a:lnTo>
                  <a:cubicBezTo>
                    <a:pt x="1" y="7378"/>
                    <a:pt x="35" y="7503"/>
                    <a:pt x="133" y="7559"/>
                  </a:cubicBezTo>
                  <a:cubicBezTo>
                    <a:pt x="166" y="7576"/>
                    <a:pt x="200" y="7587"/>
                    <a:pt x="236" y="7587"/>
                  </a:cubicBezTo>
                  <a:cubicBezTo>
                    <a:pt x="306" y="7587"/>
                    <a:pt x="374" y="7549"/>
                    <a:pt x="414" y="7486"/>
                  </a:cubicBezTo>
                  <a:lnTo>
                    <a:pt x="4558" y="307"/>
                  </a:lnTo>
                  <a:cubicBezTo>
                    <a:pt x="4614" y="209"/>
                    <a:pt x="4580" y="85"/>
                    <a:pt x="4482" y="27"/>
                  </a:cubicBezTo>
                  <a:cubicBezTo>
                    <a:pt x="4450" y="9"/>
                    <a:pt x="4415" y="0"/>
                    <a:pt x="4380"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45"/>
            <p:cNvSpPr/>
            <p:nvPr/>
          </p:nvSpPr>
          <p:spPr>
            <a:xfrm>
              <a:off x="6950085" y="2843670"/>
              <a:ext cx="100573" cy="162356"/>
            </a:xfrm>
            <a:custGeom>
              <a:rect b="b" l="l" r="r" t="t"/>
              <a:pathLst>
                <a:path extrusionOk="0" h="5479" w="3394">
                  <a:moveTo>
                    <a:pt x="3159" y="1"/>
                  </a:moveTo>
                  <a:cubicBezTo>
                    <a:pt x="3088" y="1"/>
                    <a:pt x="3020" y="37"/>
                    <a:pt x="2983" y="102"/>
                  </a:cubicBezTo>
                  <a:lnTo>
                    <a:pt x="58" y="5171"/>
                  </a:lnTo>
                  <a:cubicBezTo>
                    <a:pt x="0" y="5270"/>
                    <a:pt x="34" y="5395"/>
                    <a:pt x="131" y="5450"/>
                  </a:cubicBezTo>
                  <a:cubicBezTo>
                    <a:pt x="163" y="5469"/>
                    <a:pt x="199" y="5478"/>
                    <a:pt x="233" y="5478"/>
                  </a:cubicBezTo>
                  <a:cubicBezTo>
                    <a:pt x="306" y="5478"/>
                    <a:pt x="373" y="5441"/>
                    <a:pt x="410" y="5377"/>
                  </a:cubicBezTo>
                  <a:lnTo>
                    <a:pt x="3337" y="308"/>
                  </a:lnTo>
                  <a:cubicBezTo>
                    <a:pt x="3393" y="209"/>
                    <a:pt x="3361" y="85"/>
                    <a:pt x="3263" y="29"/>
                  </a:cubicBezTo>
                  <a:cubicBezTo>
                    <a:pt x="3230" y="10"/>
                    <a:pt x="3194" y="1"/>
                    <a:pt x="315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45"/>
            <p:cNvSpPr/>
            <p:nvPr/>
          </p:nvSpPr>
          <p:spPr>
            <a:xfrm>
              <a:off x="6913786" y="2808081"/>
              <a:ext cx="125908" cy="206242"/>
            </a:xfrm>
            <a:custGeom>
              <a:rect b="b" l="l" r="r" t="t"/>
              <a:pathLst>
                <a:path extrusionOk="0" h="6960" w="4249">
                  <a:moveTo>
                    <a:pt x="4014" y="0"/>
                  </a:moveTo>
                  <a:cubicBezTo>
                    <a:pt x="3944" y="0"/>
                    <a:pt x="3875" y="37"/>
                    <a:pt x="3836" y="103"/>
                  </a:cubicBezTo>
                  <a:lnTo>
                    <a:pt x="56" y="6651"/>
                  </a:lnTo>
                  <a:cubicBezTo>
                    <a:pt x="0" y="6751"/>
                    <a:pt x="34" y="6875"/>
                    <a:pt x="132" y="6931"/>
                  </a:cubicBezTo>
                  <a:cubicBezTo>
                    <a:pt x="163" y="6950"/>
                    <a:pt x="198" y="6959"/>
                    <a:pt x="233" y="6959"/>
                  </a:cubicBezTo>
                  <a:cubicBezTo>
                    <a:pt x="305" y="6959"/>
                    <a:pt x="373" y="6922"/>
                    <a:pt x="409" y="6858"/>
                  </a:cubicBezTo>
                  <a:lnTo>
                    <a:pt x="4192" y="308"/>
                  </a:lnTo>
                  <a:cubicBezTo>
                    <a:pt x="4248" y="208"/>
                    <a:pt x="4214" y="84"/>
                    <a:pt x="4116" y="28"/>
                  </a:cubicBezTo>
                  <a:cubicBezTo>
                    <a:pt x="4084" y="9"/>
                    <a:pt x="4049" y="0"/>
                    <a:pt x="4014"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45"/>
            <p:cNvSpPr/>
            <p:nvPr/>
          </p:nvSpPr>
          <p:spPr>
            <a:xfrm>
              <a:off x="6861069" y="2771425"/>
              <a:ext cx="136784" cy="224792"/>
            </a:xfrm>
            <a:custGeom>
              <a:rect b="b" l="l" r="r" t="t"/>
              <a:pathLst>
                <a:path extrusionOk="0" h="7586" w="4616">
                  <a:moveTo>
                    <a:pt x="4380" y="0"/>
                  </a:moveTo>
                  <a:cubicBezTo>
                    <a:pt x="4310" y="0"/>
                    <a:pt x="4241" y="36"/>
                    <a:pt x="4204" y="101"/>
                  </a:cubicBezTo>
                  <a:lnTo>
                    <a:pt x="58" y="7279"/>
                  </a:lnTo>
                  <a:cubicBezTo>
                    <a:pt x="1" y="7379"/>
                    <a:pt x="35" y="7503"/>
                    <a:pt x="133" y="7559"/>
                  </a:cubicBezTo>
                  <a:cubicBezTo>
                    <a:pt x="166" y="7576"/>
                    <a:pt x="201" y="7585"/>
                    <a:pt x="236" y="7585"/>
                  </a:cubicBezTo>
                  <a:cubicBezTo>
                    <a:pt x="306" y="7585"/>
                    <a:pt x="376" y="7551"/>
                    <a:pt x="413" y="7484"/>
                  </a:cubicBezTo>
                  <a:lnTo>
                    <a:pt x="4557" y="308"/>
                  </a:lnTo>
                  <a:cubicBezTo>
                    <a:pt x="4616" y="208"/>
                    <a:pt x="4580" y="84"/>
                    <a:pt x="4484" y="28"/>
                  </a:cubicBezTo>
                  <a:cubicBezTo>
                    <a:pt x="4451" y="9"/>
                    <a:pt x="4415" y="0"/>
                    <a:pt x="4380"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45"/>
            <p:cNvSpPr/>
            <p:nvPr/>
          </p:nvSpPr>
          <p:spPr>
            <a:xfrm>
              <a:off x="6842845" y="2767099"/>
              <a:ext cx="125908" cy="206213"/>
            </a:xfrm>
            <a:custGeom>
              <a:rect b="b" l="l" r="r" t="t"/>
              <a:pathLst>
                <a:path extrusionOk="0" h="6959" w="4249">
                  <a:moveTo>
                    <a:pt x="4014" y="0"/>
                  </a:moveTo>
                  <a:cubicBezTo>
                    <a:pt x="3944" y="0"/>
                    <a:pt x="3875" y="37"/>
                    <a:pt x="3837" y="102"/>
                  </a:cubicBezTo>
                  <a:lnTo>
                    <a:pt x="56" y="6651"/>
                  </a:lnTo>
                  <a:cubicBezTo>
                    <a:pt x="0" y="6751"/>
                    <a:pt x="33" y="6875"/>
                    <a:pt x="129" y="6931"/>
                  </a:cubicBezTo>
                  <a:cubicBezTo>
                    <a:pt x="164" y="6949"/>
                    <a:pt x="198" y="6959"/>
                    <a:pt x="234" y="6959"/>
                  </a:cubicBezTo>
                  <a:cubicBezTo>
                    <a:pt x="303" y="6959"/>
                    <a:pt x="373" y="6922"/>
                    <a:pt x="409" y="6858"/>
                  </a:cubicBezTo>
                  <a:lnTo>
                    <a:pt x="4191" y="307"/>
                  </a:lnTo>
                  <a:cubicBezTo>
                    <a:pt x="4249" y="208"/>
                    <a:pt x="4214" y="84"/>
                    <a:pt x="4116" y="28"/>
                  </a:cubicBezTo>
                  <a:cubicBezTo>
                    <a:pt x="4084" y="9"/>
                    <a:pt x="4049" y="0"/>
                    <a:pt x="4014"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45"/>
            <p:cNvSpPr/>
            <p:nvPr/>
          </p:nvSpPr>
          <p:spPr>
            <a:xfrm>
              <a:off x="6831822" y="2775337"/>
              <a:ext cx="100691" cy="162386"/>
            </a:xfrm>
            <a:custGeom>
              <a:rect b="b" l="l" r="r" t="t"/>
              <a:pathLst>
                <a:path extrusionOk="0" h="5480" w="3398">
                  <a:moveTo>
                    <a:pt x="3162" y="1"/>
                  </a:moveTo>
                  <a:cubicBezTo>
                    <a:pt x="3091" y="1"/>
                    <a:pt x="3023" y="39"/>
                    <a:pt x="2985" y="104"/>
                  </a:cubicBezTo>
                  <a:lnTo>
                    <a:pt x="58" y="5173"/>
                  </a:lnTo>
                  <a:cubicBezTo>
                    <a:pt x="1" y="5273"/>
                    <a:pt x="35" y="5397"/>
                    <a:pt x="133" y="5453"/>
                  </a:cubicBezTo>
                  <a:cubicBezTo>
                    <a:pt x="164" y="5470"/>
                    <a:pt x="198" y="5479"/>
                    <a:pt x="234" y="5479"/>
                  </a:cubicBezTo>
                  <a:cubicBezTo>
                    <a:pt x="306" y="5479"/>
                    <a:pt x="374" y="5444"/>
                    <a:pt x="413" y="5378"/>
                  </a:cubicBezTo>
                  <a:lnTo>
                    <a:pt x="3338" y="309"/>
                  </a:lnTo>
                  <a:cubicBezTo>
                    <a:pt x="3397" y="210"/>
                    <a:pt x="3362" y="85"/>
                    <a:pt x="3265" y="29"/>
                  </a:cubicBezTo>
                  <a:cubicBezTo>
                    <a:pt x="3232" y="10"/>
                    <a:pt x="3197" y="1"/>
                    <a:pt x="316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45"/>
            <p:cNvSpPr/>
            <p:nvPr/>
          </p:nvSpPr>
          <p:spPr>
            <a:xfrm>
              <a:off x="6858877" y="2825327"/>
              <a:ext cx="178477" cy="107092"/>
            </a:xfrm>
            <a:custGeom>
              <a:rect b="b" l="l" r="r" t="t"/>
              <a:pathLst>
                <a:path extrusionOk="0" h="3614" w="6023">
                  <a:moveTo>
                    <a:pt x="234" y="0"/>
                  </a:moveTo>
                  <a:cubicBezTo>
                    <a:pt x="163" y="0"/>
                    <a:pt x="95" y="36"/>
                    <a:pt x="58" y="101"/>
                  </a:cubicBezTo>
                  <a:cubicBezTo>
                    <a:pt x="0" y="200"/>
                    <a:pt x="35" y="324"/>
                    <a:pt x="131" y="380"/>
                  </a:cubicBezTo>
                  <a:lnTo>
                    <a:pt x="5685" y="3587"/>
                  </a:lnTo>
                  <a:cubicBezTo>
                    <a:pt x="5717" y="3604"/>
                    <a:pt x="5752" y="3614"/>
                    <a:pt x="5787" y="3614"/>
                  </a:cubicBezTo>
                  <a:cubicBezTo>
                    <a:pt x="5857" y="3614"/>
                    <a:pt x="5927" y="3578"/>
                    <a:pt x="5966" y="3512"/>
                  </a:cubicBezTo>
                  <a:cubicBezTo>
                    <a:pt x="6022" y="3415"/>
                    <a:pt x="5988" y="3290"/>
                    <a:pt x="5890" y="3233"/>
                  </a:cubicBezTo>
                  <a:lnTo>
                    <a:pt x="338" y="27"/>
                  </a:lnTo>
                  <a:cubicBezTo>
                    <a:pt x="305" y="9"/>
                    <a:pt x="269" y="0"/>
                    <a:pt x="234"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45"/>
            <p:cNvSpPr/>
            <p:nvPr/>
          </p:nvSpPr>
          <p:spPr>
            <a:xfrm>
              <a:off x="6833778" y="2936953"/>
              <a:ext cx="119419" cy="72985"/>
            </a:xfrm>
            <a:custGeom>
              <a:rect b="b" l="l" r="r" t="t"/>
              <a:pathLst>
                <a:path extrusionOk="0" h="2463" w="4030">
                  <a:moveTo>
                    <a:pt x="235" y="0"/>
                  </a:moveTo>
                  <a:cubicBezTo>
                    <a:pt x="165" y="0"/>
                    <a:pt x="97" y="37"/>
                    <a:pt x="59" y="101"/>
                  </a:cubicBezTo>
                  <a:cubicBezTo>
                    <a:pt x="0" y="201"/>
                    <a:pt x="36" y="325"/>
                    <a:pt x="132" y="381"/>
                  </a:cubicBezTo>
                  <a:lnTo>
                    <a:pt x="3690" y="2435"/>
                  </a:lnTo>
                  <a:cubicBezTo>
                    <a:pt x="3723" y="2452"/>
                    <a:pt x="3759" y="2463"/>
                    <a:pt x="3793" y="2463"/>
                  </a:cubicBezTo>
                  <a:cubicBezTo>
                    <a:pt x="3863" y="2463"/>
                    <a:pt x="3933" y="2425"/>
                    <a:pt x="3970" y="2362"/>
                  </a:cubicBezTo>
                  <a:cubicBezTo>
                    <a:pt x="4029" y="2262"/>
                    <a:pt x="3993" y="2138"/>
                    <a:pt x="3897" y="2082"/>
                  </a:cubicBezTo>
                  <a:lnTo>
                    <a:pt x="339" y="28"/>
                  </a:lnTo>
                  <a:cubicBezTo>
                    <a:pt x="306" y="9"/>
                    <a:pt x="270" y="0"/>
                    <a:pt x="23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45"/>
            <p:cNvSpPr/>
            <p:nvPr/>
          </p:nvSpPr>
          <p:spPr>
            <a:xfrm>
              <a:off x="6899355" y="2785619"/>
              <a:ext cx="152163" cy="91890"/>
            </a:xfrm>
            <a:custGeom>
              <a:rect b="b" l="l" r="r" t="t"/>
              <a:pathLst>
                <a:path extrusionOk="0" h="3101" w="5135">
                  <a:moveTo>
                    <a:pt x="236" y="0"/>
                  </a:moveTo>
                  <a:cubicBezTo>
                    <a:pt x="165" y="0"/>
                    <a:pt x="97" y="38"/>
                    <a:pt x="60" y="102"/>
                  </a:cubicBezTo>
                  <a:cubicBezTo>
                    <a:pt x="1" y="202"/>
                    <a:pt x="36" y="326"/>
                    <a:pt x="133" y="382"/>
                  </a:cubicBezTo>
                  <a:lnTo>
                    <a:pt x="4796" y="3073"/>
                  </a:lnTo>
                  <a:cubicBezTo>
                    <a:pt x="4827" y="3091"/>
                    <a:pt x="4863" y="3101"/>
                    <a:pt x="4897" y="3101"/>
                  </a:cubicBezTo>
                  <a:cubicBezTo>
                    <a:pt x="4969" y="3101"/>
                    <a:pt x="5037" y="3063"/>
                    <a:pt x="5076" y="3000"/>
                  </a:cubicBezTo>
                  <a:cubicBezTo>
                    <a:pt x="5135" y="2900"/>
                    <a:pt x="5099" y="2776"/>
                    <a:pt x="5003" y="2720"/>
                  </a:cubicBezTo>
                  <a:lnTo>
                    <a:pt x="340" y="29"/>
                  </a:lnTo>
                  <a:cubicBezTo>
                    <a:pt x="307" y="10"/>
                    <a:pt x="271" y="0"/>
                    <a:pt x="236"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45"/>
            <p:cNvSpPr/>
            <p:nvPr/>
          </p:nvSpPr>
          <p:spPr>
            <a:xfrm>
              <a:off x="6835704" y="2874991"/>
              <a:ext cx="170209" cy="102351"/>
            </a:xfrm>
            <a:custGeom>
              <a:rect b="b" l="l" r="r" t="t"/>
              <a:pathLst>
                <a:path extrusionOk="0" h="3454" w="5744">
                  <a:moveTo>
                    <a:pt x="234" y="1"/>
                  </a:moveTo>
                  <a:cubicBezTo>
                    <a:pt x="163" y="1"/>
                    <a:pt x="95" y="37"/>
                    <a:pt x="58" y="102"/>
                  </a:cubicBezTo>
                  <a:cubicBezTo>
                    <a:pt x="0" y="201"/>
                    <a:pt x="35" y="326"/>
                    <a:pt x="133" y="382"/>
                  </a:cubicBezTo>
                  <a:lnTo>
                    <a:pt x="5405" y="3427"/>
                  </a:lnTo>
                  <a:cubicBezTo>
                    <a:pt x="5438" y="3444"/>
                    <a:pt x="5474" y="3453"/>
                    <a:pt x="5508" y="3453"/>
                  </a:cubicBezTo>
                  <a:cubicBezTo>
                    <a:pt x="5578" y="3453"/>
                    <a:pt x="5648" y="3416"/>
                    <a:pt x="5685" y="3352"/>
                  </a:cubicBezTo>
                  <a:cubicBezTo>
                    <a:pt x="5744" y="3254"/>
                    <a:pt x="5708" y="3130"/>
                    <a:pt x="5612" y="3072"/>
                  </a:cubicBezTo>
                  <a:lnTo>
                    <a:pt x="338" y="29"/>
                  </a:lnTo>
                  <a:cubicBezTo>
                    <a:pt x="305" y="10"/>
                    <a:pt x="269" y="1"/>
                    <a:pt x="23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45"/>
            <p:cNvSpPr/>
            <p:nvPr/>
          </p:nvSpPr>
          <p:spPr>
            <a:xfrm>
              <a:off x="6824562" y="3040637"/>
              <a:ext cx="39085" cy="48123"/>
            </a:xfrm>
            <a:custGeom>
              <a:rect b="b" l="l" r="r" t="t"/>
              <a:pathLst>
                <a:path extrusionOk="0" h="1624" w="1319">
                  <a:moveTo>
                    <a:pt x="409" y="0"/>
                  </a:moveTo>
                  <a:cubicBezTo>
                    <a:pt x="314" y="513"/>
                    <a:pt x="182" y="1001"/>
                    <a:pt x="13" y="1457"/>
                  </a:cubicBezTo>
                  <a:lnTo>
                    <a:pt x="0" y="1489"/>
                  </a:lnTo>
                  <a:lnTo>
                    <a:pt x="233" y="1623"/>
                  </a:lnTo>
                  <a:lnTo>
                    <a:pt x="255" y="1597"/>
                  </a:lnTo>
                  <a:cubicBezTo>
                    <a:pt x="566" y="1224"/>
                    <a:pt x="922" y="866"/>
                    <a:pt x="1318" y="526"/>
                  </a:cubicBezTo>
                  <a:lnTo>
                    <a:pt x="40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45"/>
            <p:cNvSpPr/>
            <p:nvPr/>
          </p:nvSpPr>
          <p:spPr>
            <a:xfrm>
              <a:off x="6812531" y="2751246"/>
              <a:ext cx="257506" cy="278871"/>
            </a:xfrm>
            <a:custGeom>
              <a:rect b="b" l="l" r="r" t="t"/>
              <a:pathLst>
                <a:path extrusionOk="0" h="9411" w="8690">
                  <a:moveTo>
                    <a:pt x="5125" y="737"/>
                  </a:moveTo>
                  <a:cubicBezTo>
                    <a:pt x="5587" y="737"/>
                    <a:pt x="6035" y="847"/>
                    <a:pt x="6437" y="1080"/>
                  </a:cubicBezTo>
                  <a:cubicBezTo>
                    <a:pt x="7979" y="1969"/>
                    <a:pt x="8292" y="4318"/>
                    <a:pt x="7137" y="6319"/>
                  </a:cubicBezTo>
                  <a:cubicBezTo>
                    <a:pt x="6285" y="7795"/>
                    <a:pt x="4867" y="8673"/>
                    <a:pt x="3564" y="8673"/>
                  </a:cubicBezTo>
                  <a:cubicBezTo>
                    <a:pt x="3102" y="8673"/>
                    <a:pt x="2654" y="8563"/>
                    <a:pt x="2251" y="8330"/>
                  </a:cubicBezTo>
                  <a:cubicBezTo>
                    <a:pt x="712" y="7441"/>
                    <a:pt x="397" y="5092"/>
                    <a:pt x="1552" y="3093"/>
                  </a:cubicBezTo>
                  <a:cubicBezTo>
                    <a:pt x="2404" y="1616"/>
                    <a:pt x="3822" y="737"/>
                    <a:pt x="5125" y="737"/>
                  </a:cubicBezTo>
                  <a:close/>
                  <a:moveTo>
                    <a:pt x="5130" y="1"/>
                  </a:moveTo>
                  <a:cubicBezTo>
                    <a:pt x="4637" y="1"/>
                    <a:pt x="4128" y="102"/>
                    <a:pt x="3619" y="305"/>
                  </a:cubicBezTo>
                  <a:cubicBezTo>
                    <a:pt x="2522" y="741"/>
                    <a:pt x="1563" y="1599"/>
                    <a:pt x="915" y="2725"/>
                  </a:cubicBezTo>
                  <a:cubicBezTo>
                    <a:pt x="265" y="3850"/>
                    <a:pt x="1" y="5111"/>
                    <a:pt x="170" y="6277"/>
                  </a:cubicBezTo>
                  <a:cubicBezTo>
                    <a:pt x="344" y="7475"/>
                    <a:pt x="953" y="8430"/>
                    <a:pt x="1883" y="8969"/>
                  </a:cubicBezTo>
                  <a:cubicBezTo>
                    <a:pt x="2393" y="9262"/>
                    <a:pt x="2963" y="9410"/>
                    <a:pt x="3559" y="9410"/>
                  </a:cubicBezTo>
                  <a:cubicBezTo>
                    <a:pt x="4052" y="9410"/>
                    <a:pt x="4563" y="9309"/>
                    <a:pt x="5073" y="9106"/>
                  </a:cubicBezTo>
                  <a:cubicBezTo>
                    <a:pt x="6168" y="8669"/>
                    <a:pt x="7128" y="7809"/>
                    <a:pt x="7777" y="6686"/>
                  </a:cubicBezTo>
                  <a:cubicBezTo>
                    <a:pt x="8426" y="5560"/>
                    <a:pt x="8690" y="4300"/>
                    <a:pt x="8520" y="3134"/>
                  </a:cubicBezTo>
                  <a:cubicBezTo>
                    <a:pt x="8346" y="1935"/>
                    <a:pt x="7738" y="981"/>
                    <a:pt x="6807" y="441"/>
                  </a:cubicBezTo>
                  <a:cubicBezTo>
                    <a:pt x="6296" y="149"/>
                    <a:pt x="5726" y="1"/>
                    <a:pt x="51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45"/>
            <p:cNvSpPr/>
            <p:nvPr/>
          </p:nvSpPr>
          <p:spPr>
            <a:xfrm>
              <a:off x="6828237" y="3021702"/>
              <a:ext cx="126412" cy="77874"/>
            </a:xfrm>
            <a:custGeom>
              <a:rect b="b" l="l" r="r" t="t"/>
              <a:pathLst>
                <a:path extrusionOk="0" h="2628" w="4266">
                  <a:moveTo>
                    <a:pt x="4266" y="1"/>
                  </a:moveTo>
                  <a:cubicBezTo>
                    <a:pt x="3843" y="139"/>
                    <a:pt x="3422" y="208"/>
                    <a:pt x="3013" y="208"/>
                  </a:cubicBezTo>
                  <a:cubicBezTo>
                    <a:pt x="2811" y="208"/>
                    <a:pt x="2612" y="191"/>
                    <a:pt x="2418" y="158"/>
                  </a:cubicBezTo>
                  <a:cubicBezTo>
                    <a:pt x="1639" y="650"/>
                    <a:pt x="736" y="1340"/>
                    <a:pt x="1" y="2247"/>
                  </a:cubicBezTo>
                  <a:lnTo>
                    <a:pt x="346" y="2446"/>
                  </a:lnTo>
                  <a:lnTo>
                    <a:pt x="580" y="2581"/>
                  </a:lnTo>
                  <a:cubicBezTo>
                    <a:pt x="604" y="2595"/>
                    <a:pt x="622" y="2610"/>
                    <a:pt x="641" y="2627"/>
                  </a:cubicBezTo>
                  <a:cubicBezTo>
                    <a:pt x="1423" y="1693"/>
                    <a:pt x="2408" y="1005"/>
                    <a:pt x="3179" y="560"/>
                  </a:cubicBezTo>
                  <a:cubicBezTo>
                    <a:pt x="3579" y="330"/>
                    <a:pt x="3952" y="145"/>
                    <a:pt x="426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45"/>
            <p:cNvSpPr/>
            <p:nvPr/>
          </p:nvSpPr>
          <p:spPr>
            <a:xfrm>
              <a:off x="6807435" y="2944539"/>
              <a:ext cx="37011" cy="142829"/>
            </a:xfrm>
            <a:custGeom>
              <a:rect b="b" l="l" r="r" t="t"/>
              <a:pathLst>
                <a:path extrusionOk="0" h="4820" w="1249">
                  <a:moveTo>
                    <a:pt x="465" y="1"/>
                  </a:moveTo>
                  <a:cubicBezTo>
                    <a:pt x="497" y="348"/>
                    <a:pt x="522" y="763"/>
                    <a:pt x="522" y="1223"/>
                  </a:cubicBezTo>
                  <a:cubicBezTo>
                    <a:pt x="521" y="2115"/>
                    <a:pt x="420" y="3312"/>
                    <a:pt x="0" y="4457"/>
                  </a:cubicBezTo>
                  <a:cubicBezTo>
                    <a:pt x="26" y="4464"/>
                    <a:pt x="53" y="4476"/>
                    <a:pt x="79" y="4488"/>
                  </a:cubicBezTo>
                  <a:lnTo>
                    <a:pt x="314" y="4625"/>
                  </a:lnTo>
                  <a:lnTo>
                    <a:pt x="651" y="4820"/>
                  </a:lnTo>
                  <a:cubicBezTo>
                    <a:pt x="1066" y="3731"/>
                    <a:pt x="1214" y="2603"/>
                    <a:pt x="1248" y="1681"/>
                  </a:cubicBezTo>
                  <a:cubicBezTo>
                    <a:pt x="866" y="1223"/>
                    <a:pt x="598" y="652"/>
                    <a:pt x="465"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45"/>
            <p:cNvSpPr/>
            <p:nvPr/>
          </p:nvSpPr>
          <p:spPr>
            <a:xfrm>
              <a:off x="6782040" y="3100405"/>
              <a:ext cx="49871" cy="46553"/>
            </a:xfrm>
            <a:custGeom>
              <a:rect b="b" l="l" r="r" t="t"/>
              <a:pathLst>
                <a:path extrusionOk="0" h="1571" w="1683">
                  <a:moveTo>
                    <a:pt x="513" y="1"/>
                  </a:moveTo>
                  <a:lnTo>
                    <a:pt x="1" y="890"/>
                  </a:lnTo>
                  <a:cubicBezTo>
                    <a:pt x="363" y="1154"/>
                    <a:pt x="751" y="1384"/>
                    <a:pt x="1166" y="1571"/>
                  </a:cubicBezTo>
                  <a:lnTo>
                    <a:pt x="1682" y="674"/>
                  </a:lnTo>
                  <a:lnTo>
                    <a:pt x="513" y="1"/>
                  </a:ln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45"/>
            <p:cNvSpPr/>
            <p:nvPr/>
          </p:nvSpPr>
          <p:spPr>
            <a:xfrm>
              <a:off x="6942796" y="2957992"/>
              <a:ext cx="97550" cy="85608"/>
            </a:xfrm>
            <a:custGeom>
              <a:rect b="b" l="l" r="r" t="t"/>
              <a:pathLst>
                <a:path extrusionOk="0" h="2889" w="3292">
                  <a:moveTo>
                    <a:pt x="1646" y="1"/>
                  </a:moveTo>
                  <a:cubicBezTo>
                    <a:pt x="1438" y="1"/>
                    <a:pt x="1226" y="46"/>
                    <a:pt x="1026" y="142"/>
                  </a:cubicBezTo>
                  <a:cubicBezTo>
                    <a:pt x="307" y="484"/>
                    <a:pt x="0" y="1344"/>
                    <a:pt x="342" y="2065"/>
                  </a:cubicBezTo>
                  <a:cubicBezTo>
                    <a:pt x="589" y="2585"/>
                    <a:pt x="1106" y="2889"/>
                    <a:pt x="1646" y="2889"/>
                  </a:cubicBezTo>
                  <a:cubicBezTo>
                    <a:pt x="1854" y="2889"/>
                    <a:pt x="2065" y="2844"/>
                    <a:pt x="2265" y="2749"/>
                  </a:cubicBezTo>
                  <a:cubicBezTo>
                    <a:pt x="2985" y="2407"/>
                    <a:pt x="3291" y="1546"/>
                    <a:pt x="2949" y="826"/>
                  </a:cubicBezTo>
                  <a:cubicBezTo>
                    <a:pt x="2702" y="306"/>
                    <a:pt x="2185" y="1"/>
                    <a:pt x="1646"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45"/>
            <p:cNvSpPr/>
            <p:nvPr/>
          </p:nvSpPr>
          <p:spPr>
            <a:xfrm>
              <a:off x="6943537" y="2975830"/>
              <a:ext cx="81963" cy="67710"/>
            </a:xfrm>
            <a:custGeom>
              <a:rect b="b" l="l" r="r" t="t"/>
              <a:pathLst>
                <a:path extrusionOk="0" h="2285" w="2766">
                  <a:moveTo>
                    <a:pt x="450" y="0"/>
                  </a:moveTo>
                  <a:cubicBezTo>
                    <a:pt x="0" y="628"/>
                    <a:pt x="125" y="1502"/>
                    <a:pt x="739" y="1981"/>
                  </a:cubicBezTo>
                  <a:cubicBezTo>
                    <a:pt x="1002" y="2186"/>
                    <a:pt x="1314" y="2285"/>
                    <a:pt x="1624" y="2285"/>
                  </a:cubicBezTo>
                  <a:cubicBezTo>
                    <a:pt x="2055" y="2285"/>
                    <a:pt x="2481" y="2093"/>
                    <a:pt x="2766" y="1727"/>
                  </a:cubicBezTo>
                  <a:cubicBezTo>
                    <a:pt x="2380" y="1727"/>
                    <a:pt x="2215" y="1500"/>
                    <a:pt x="2149" y="1348"/>
                  </a:cubicBezTo>
                  <a:cubicBezTo>
                    <a:pt x="2114" y="1269"/>
                    <a:pt x="2044" y="1208"/>
                    <a:pt x="1959" y="1189"/>
                  </a:cubicBezTo>
                  <a:cubicBezTo>
                    <a:pt x="1463" y="1081"/>
                    <a:pt x="1266" y="792"/>
                    <a:pt x="1189" y="614"/>
                  </a:cubicBezTo>
                  <a:cubicBezTo>
                    <a:pt x="1152" y="529"/>
                    <a:pt x="1074" y="468"/>
                    <a:pt x="983" y="453"/>
                  </a:cubicBezTo>
                  <a:cubicBezTo>
                    <a:pt x="708" y="404"/>
                    <a:pt x="583" y="235"/>
                    <a:pt x="527" y="104"/>
                  </a:cubicBezTo>
                  <a:cubicBezTo>
                    <a:pt x="509" y="64"/>
                    <a:pt x="482" y="30"/>
                    <a:pt x="450" y="0"/>
                  </a:cubicBezTo>
                  <a:close/>
                </a:path>
              </a:pathLst>
            </a:custGeom>
            <a:solidFill>
              <a:srgbClr val="5DB3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45"/>
            <p:cNvSpPr/>
            <p:nvPr/>
          </p:nvSpPr>
          <p:spPr>
            <a:xfrm>
              <a:off x="6943952" y="2957073"/>
              <a:ext cx="47738" cy="49960"/>
            </a:xfrm>
            <a:custGeom>
              <a:rect b="b" l="l" r="r" t="t"/>
              <a:pathLst>
                <a:path extrusionOk="0" h="1686" w="1611">
                  <a:moveTo>
                    <a:pt x="1297" y="0"/>
                  </a:moveTo>
                  <a:cubicBezTo>
                    <a:pt x="1085" y="0"/>
                    <a:pt x="753" y="229"/>
                    <a:pt x="476" y="587"/>
                  </a:cubicBezTo>
                  <a:cubicBezTo>
                    <a:pt x="132" y="1030"/>
                    <a:pt x="0" y="1504"/>
                    <a:pt x="182" y="1645"/>
                  </a:cubicBezTo>
                  <a:cubicBezTo>
                    <a:pt x="217" y="1672"/>
                    <a:pt x="261" y="1685"/>
                    <a:pt x="311" y="1685"/>
                  </a:cubicBezTo>
                  <a:cubicBezTo>
                    <a:pt x="524" y="1685"/>
                    <a:pt x="856" y="1457"/>
                    <a:pt x="1135" y="1100"/>
                  </a:cubicBezTo>
                  <a:cubicBezTo>
                    <a:pt x="1479" y="657"/>
                    <a:pt x="1611" y="183"/>
                    <a:pt x="1427" y="41"/>
                  </a:cubicBezTo>
                  <a:cubicBezTo>
                    <a:pt x="1392" y="13"/>
                    <a:pt x="1348" y="0"/>
                    <a:pt x="1297"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45"/>
            <p:cNvSpPr/>
            <p:nvPr/>
          </p:nvSpPr>
          <p:spPr>
            <a:xfrm>
              <a:off x="6995986" y="2995684"/>
              <a:ext cx="39470" cy="47501"/>
            </a:xfrm>
            <a:custGeom>
              <a:rect b="b" l="l" r="r" t="t"/>
              <a:pathLst>
                <a:path extrusionOk="0" h="1603" w="1332">
                  <a:moveTo>
                    <a:pt x="1288" y="0"/>
                  </a:moveTo>
                  <a:cubicBezTo>
                    <a:pt x="926" y="48"/>
                    <a:pt x="579" y="233"/>
                    <a:pt x="337" y="546"/>
                  </a:cubicBezTo>
                  <a:cubicBezTo>
                    <a:pt x="94" y="860"/>
                    <a:pt x="1" y="1241"/>
                    <a:pt x="43" y="1603"/>
                  </a:cubicBezTo>
                  <a:cubicBezTo>
                    <a:pt x="407" y="1555"/>
                    <a:pt x="752" y="1370"/>
                    <a:pt x="996" y="1057"/>
                  </a:cubicBezTo>
                  <a:cubicBezTo>
                    <a:pt x="1238" y="745"/>
                    <a:pt x="1331" y="364"/>
                    <a:pt x="1288"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45"/>
            <p:cNvSpPr/>
            <p:nvPr/>
          </p:nvSpPr>
          <p:spPr>
            <a:xfrm>
              <a:off x="6791818" y="3073973"/>
              <a:ext cx="59858" cy="48301"/>
            </a:xfrm>
            <a:custGeom>
              <a:rect b="b" l="l" r="r" t="t"/>
              <a:pathLst>
                <a:path extrusionOk="0" h="1630" w="2020">
                  <a:moveTo>
                    <a:pt x="585" y="0"/>
                  </a:moveTo>
                  <a:cubicBezTo>
                    <a:pt x="471" y="0"/>
                    <a:pt x="359" y="59"/>
                    <a:pt x="299" y="164"/>
                  </a:cubicBezTo>
                  <a:lnTo>
                    <a:pt x="90" y="526"/>
                  </a:lnTo>
                  <a:cubicBezTo>
                    <a:pt x="0" y="682"/>
                    <a:pt x="54" y="882"/>
                    <a:pt x="210" y="972"/>
                  </a:cubicBezTo>
                  <a:lnTo>
                    <a:pt x="1272" y="1586"/>
                  </a:lnTo>
                  <a:cubicBezTo>
                    <a:pt x="1323" y="1615"/>
                    <a:pt x="1378" y="1629"/>
                    <a:pt x="1433" y="1629"/>
                  </a:cubicBezTo>
                  <a:cubicBezTo>
                    <a:pt x="1546" y="1629"/>
                    <a:pt x="1657" y="1571"/>
                    <a:pt x="1719" y="1467"/>
                  </a:cubicBezTo>
                  <a:lnTo>
                    <a:pt x="1929" y="1104"/>
                  </a:lnTo>
                  <a:cubicBezTo>
                    <a:pt x="2019" y="949"/>
                    <a:pt x="1965" y="747"/>
                    <a:pt x="1809" y="658"/>
                  </a:cubicBezTo>
                  <a:lnTo>
                    <a:pt x="746" y="43"/>
                  </a:lnTo>
                  <a:cubicBezTo>
                    <a:pt x="696" y="14"/>
                    <a:pt x="640" y="0"/>
                    <a:pt x="585"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6" name="Google Shape;10746;p45"/>
          <p:cNvGrpSpPr/>
          <p:nvPr/>
        </p:nvGrpSpPr>
        <p:grpSpPr>
          <a:xfrm>
            <a:off x="6039360" y="2751246"/>
            <a:ext cx="395683" cy="413403"/>
            <a:chOff x="6039360" y="2751246"/>
            <a:chExt cx="395683" cy="413403"/>
          </a:xfrm>
        </p:grpSpPr>
        <p:sp>
          <p:nvSpPr>
            <p:cNvPr id="10747" name="Google Shape;10747;p45"/>
            <p:cNvSpPr/>
            <p:nvPr/>
          </p:nvSpPr>
          <p:spPr>
            <a:xfrm>
              <a:off x="6039360" y="2769025"/>
              <a:ext cx="395683" cy="357486"/>
            </a:xfrm>
            <a:custGeom>
              <a:rect b="b" l="l" r="r" t="t"/>
              <a:pathLst>
                <a:path extrusionOk="0" h="12064" w="13353">
                  <a:moveTo>
                    <a:pt x="6676" y="0"/>
                  </a:moveTo>
                  <a:cubicBezTo>
                    <a:pt x="2988" y="0"/>
                    <a:pt x="0" y="2988"/>
                    <a:pt x="0" y="6676"/>
                  </a:cubicBezTo>
                  <a:cubicBezTo>
                    <a:pt x="3" y="8887"/>
                    <a:pt x="1080" y="10850"/>
                    <a:pt x="2737" y="12064"/>
                  </a:cubicBezTo>
                  <a:lnTo>
                    <a:pt x="10671" y="12025"/>
                  </a:lnTo>
                  <a:cubicBezTo>
                    <a:pt x="12299" y="10808"/>
                    <a:pt x="13353" y="8865"/>
                    <a:pt x="13353" y="6676"/>
                  </a:cubicBezTo>
                  <a:cubicBezTo>
                    <a:pt x="13353" y="2989"/>
                    <a:pt x="10363" y="0"/>
                    <a:pt x="6676"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45"/>
            <p:cNvSpPr/>
            <p:nvPr/>
          </p:nvSpPr>
          <p:spPr>
            <a:xfrm>
              <a:off x="6171580" y="3064491"/>
              <a:ext cx="135035" cy="54257"/>
            </a:xfrm>
            <a:custGeom>
              <a:rect b="b" l="l" r="r" t="t"/>
              <a:pathLst>
                <a:path extrusionOk="0" h="1831" w="4557">
                  <a:moveTo>
                    <a:pt x="282" y="1"/>
                  </a:moveTo>
                  <a:cubicBezTo>
                    <a:pt x="270" y="430"/>
                    <a:pt x="208" y="1003"/>
                    <a:pt x="1" y="1434"/>
                  </a:cubicBezTo>
                  <a:cubicBezTo>
                    <a:pt x="33" y="1440"/>
                    <a:pt x="65" y="1448"/>
                    <a:pt x="99" y="1460"/>
                  </a:cubicBezTo>
                  <a:cubicBezTo>
                    <a:pt x="764" y="1701"/>
                    <a:pt x="1476" y="1830"/>
                    <a:pt x="2216" y="1830"/>
                  </a:cubicBezTo>
                  <a:cubicBezTo>
                    <a:pt x="2999" y="1830"/>
                    <a:pt x="3752" y="1686"/>
                    <a:pt x="4451" y="1417"/>
                  </a:cubicBezTo>
                  <a:cubicBezTo>
                    <a:pt x="4485" y="1403"/>
                    <a:pt x="4523" y="1393"/>
                    <a:pt x="4557" y="1387"/>
                  </a:cubicBezTo>
                  <a:cubicBezTo>
                    <a:pt x="4369" y="963"/>
                    <a:pt x="4310" y="414"/>
                    <a:pt x="4297" y="1"/>
                  </a:cubicBezTo>
                  <a:cubicBezTo>
                    <a:pt x="3753" y="686"/>
                    <a:pt x="3133" y="1154"/>
                    <a:pt x="2291" y="1154"/>
                  </a:cubicBezTo>
                  <a:cubicBezTo>
                    <a:pt x="1446" y="1154"/>
                    <a:pt x="826" y="688"/>
                    <a:pt x="282" y="1"/>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45"/>
            <p:cNvSpPr/>
            <p:nvPr/>
          </p:nvSpPr>
          <p:spPr>
            <a:xfrm>
              <a:off x="6117738" y="2928567"/>
              <a:ext cx="30581" cy="59028"/>
            </a:xfrm>
            <a:custGeom>
              <a:rect b="b" l="l" r="r" t="t"/>
              <a:pathLst>
                <a:path extrusionOk="0" h="1992" w="1032">
                  <a:moveTo>
                    <a:pt x="613" y="0"/>
                  </a:moveTo>
                  <a:cubicBezTo>
                    <a:pt x="502" y="0"/>
                    <a:pt x="399" y="28"/>
                    <a:pt x="330" y="94"/>
                  </a:cubicBezTo>
                  <a:cubicBezTo>
                    <a:pt x="1" y="414"/>
                    <a:pt x="242" y="897"/>
                    <a:pt x="357" y="1205"/>
                  </a:cubicBezTo>
                  <a:cubicBezTo>
                    <a:pt x="391" y="1298"/>
                    <a:pt x="414" y="1393"/>
                    <a:pt x="425" y="1488"/>
                  </a:cubicBezTo>
                  <a:cubicBezTo>
                    <a:pt x="448" y="1693"/>
                    <a:pt x="557" y="1992"/>
                    <a:pt x="1011" y="1992"/>
                  </a:cubicBezTo>
                  <a:cubicBezTo>
                    <a:pt x="1016" y="1992"/>
                    <a:pt x="1020" y="1992"/>
                    <a:pt x="1025" y="1992"/>
                  </a:cubicBezTo>
                  <a:cubicBezTo>
                    <a:pt x="1017" y="1961"/>
                    <a:pt x="1011" y="1931"/>
                    <a:pt x="1003" y="1902"/>
                  </a:cubicBezTo>
                  <a:cubicBezTo>
                    <a:pt x="1003" y="1902"/>
                    <a:pt x="828" y="785"/>
                    <a:pt x="1031" y="120"/>
                  </a:cubicBezTo>
                  <a:cubicBezTo>
                    <a:pt x="925" y="50"/>
                    <a:pt x="763" y="0"/>
                    <a:pt x="613" y="0"/>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45"/>
            <p:cNvSpPr/>
            <p:nvPr/>
          </p:nvSpPr>
          <p:spPr>
            <a:xfrm>
              <a:off x="6145385" y="2960896"/>
              <a:ext cx="30" cy="30"/>
            </a:xfrm>
            <a:custGeom>
              <a:rect b="b" l="l" r="r" t="t"/>
              <a:pathLst>
                <a:path extrusionOk="0" h="1" w="1">
                  <a:moveTo>
                    <a:pt x="0" y="1"/>
                  </a:moveTo>
                  <a:close/>
                </a:path>
              </a:pathLst>
            </a:custGeom>
            <a:solidFill>
              <a:srgbClr val="FCA8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45"/>
            <p:cNvSpPr/>
            <p:nvPr/>
          </p:nvSpPr>
          <p:spPr>
            <a:xfrm>
              <a:off x="6331092" y="2928507"/>
              <a:ext cx="30521" cy="59087"/>
            </a:xfrm>
            <a:custGeom>
              <a:rect b="b" l="l" r="r" t="t"/>
              <a:pathLst>
                <a:path extrusionOk="0" h="1994" w="1030">
                  <a:moveTo>
                    <a:pt x="418" y="0"/>
                  </a:moveTo>
                  <a:cubicBezTo>
                    <a:pt x="269" y="0"/>
                    <a:pt x="106" y="51"/>
                    <a:pt x="1" y="122"/>
                  </a:cubicBezTo>
                  <a:cubicBezTo>
                    <a:pt x="204" y="787"/>
                    <a:pt x="27" y="1904"/>
                    <a:pt x="27" y="1904"/>
                  </a:cubicBezTo>
                  <a:cubicBezTo>
                    <a:pt x="21" y="1935"/>
                    <a:pt x="13" y="1964"/>
                    <a:pt x="5" y="1994"/>
                  </a:cubicBezTo>
                  <a:cubicBezTo>
                    <a:pt x="11" y="1994"/>
                    <a:pt x="17" y="1994"/>
                    <a:pt x="23" y="1994"/>
                  </a:cubicBezTo>
                  <a:cubicBezTo>
                    <a:pt x="473" y="1994"/>
                    <a:pt x="584" y="1696"/>
                    <a:pt x="605" y="1490"/>
                  </a:cubicBezTo>
                  <a:cubicBezTo>
                    <a:pt x="616" y="1395"/>
                    <a:pt x="640" y="1300"/>
                    <a:pt x="674" y="1207"/>
                  </a:cubicBezTo>
                  <a:cubicBezTo>
                    <a:pt x="790" y="899"/>
                    <a:pt x="1030" y="416"/>
                    <a:pt x="702" y="96"/>
                  </a:cubicBezTo>
                  <a:cubicBezTo>
                    <a:pt x="634" y="28"/>
                    <a:pt x="530" y="0"/>
                    <a:pt x="418" y="0"/>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45"/>
            <p:cNvSpPr/>
            <p:nvPr/>
          </p:nvSpPr>
          <p:spPr>
            <a:xfrm>
              <a:off x="6136021" y="2911706"/>
              <a:ext cx="208109" cy="187100"/>
            </a:xfrm>
            <a:custGeom>
              <a:rect b="b" l="l" r="r" t="t"/>
              <a:pathLst>
                <a:path extrusionOk="0" h="6314" w="7023">
                  <a:moveTo>
                    <a:pt x="6997" y="1"/>
                  </a:moveTo>
                  <a:lnTo>
                    <a:pt x="26" y="2"/>
                  </a:lnTo>
                  <a:cubicBezTo>
                    <a:pt x="9" y="246"/>
                    <a:pt x="1" y="495"/>
                    <a:pt x="1" y="750"/>
                  </a:cubicBezTo>
                  <a:cubicBezTo>
                    <a:pt x="1" y="4152"/>
                    <a:pt x="1572" y="6313"/>
                    <a:pt x="3511" y="6313"/>
                  </a:cubicBezTo>
                  <a:cubicBezTo>
                    <a:pt x="5451" y="6313"/>
                    <a:pt x="7022" y="4152"/>
                    <a:pt x="7022" y="750"/>
                  </a:cubicBezTo>
                  <a:cubicBezTo>
                    <a:pt x="7022" y="496"/>
                    <a:pt x="7013" y="246"/>
                    <a:pt x="6997"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45"/>
            <p:cNvSpPr/>
            <p:nvPr/>
          </p:nvSpPr>
          <p:spPr>
            <a:xfrm>
              <a:off x="6146541" y="2911765"/>
              <a:ext cx="186388" cy="187574"/>
            </a:xfrm>
            <a:custGeom>
              <a:rect b="b" l="l" r="r" t="t"/>
              <a:pathLst>
                <a:path extrusionOk="0" h="6330" w="6290">
                  <a:moveTo>
                    <a:pt x="387" y="0"/>
                  </a:moveTo>
                  <a:cubicBezTo>
                    <a:pt x="370" y="103"/>
                    <a:pt x="331" y="199"/>
                    <a:pt x="275" y="289"/>
                  </a:cubicBezTo>
                  <a:cubicBezTo>
                    <a:pt x="221" y="373"/>
                    <a:pt x="177" y="462"/>
                    <a:pt x="145" y="549"/>
                  </a:cubicBezTo>
                  <a:cubicBezTo>
                    <a:pt x="33" y="835"/>
                    <a:pt x="0" y="1146"/>
                    <a:pt x="44" y="1449"/>
                  </a:cubicBezTo>
                  <a:lnTo>
                    <a:pt x="199" y="2576"/>
                  </a:lnTo>
                  <a:cubicBezTo>
                    <a:pt x="199" y="4195"/>
                    <a:pt x="1063" y="5298"/>
                    <a:pt x="1800" y="5870"/>
                  </a:cubicBezTo>
                  <a:cubicBezTo>
                    <a:pt x="2184" y="6168"/>
                    <a:pt x="2658" y="6330"/>
                    <a:pt x="3146" y="6330"/>
                  </a:cubicBezTo>
                  <a:cubicBezTo>
                    <a:pt x="3634" y="6330"/>
                    <a:pt x="4109" y="6168"/>
                    <a:pt x="4493" y="5870"/>
                  </a:cubicBezTo>
                  <a:cubicBezTo>
                    <a:pt x="5229" y="5298"/>
                    <a:pt x="6094" y="4195"/>
                    <a:pt x="6094" y="2576"/>
                  </a:cubicBezTo>
                  <a:lnTo>
                    <a:pt x="6249" y="1449"/>
                  </a:lnTo>
                  <a:cubicBezTo>
                    <a:pt x="6289" y="1147"/>
                    <a:pt x="6258" y="843"/>
                    <a:pt x="6150" y="560"/>
                  </a:cubicBezTo>
                  <a:cubicBezTo>
                    <a:pt x="6112" y="468"/>
                    <a:pt x="6069" y="376"/>
                    <a:pt x="6013" y="289"/>
                  </a:cubicBezTo>
                  <a:cubicBezTo>
                    <a:pt x="5957" y="199"/>
                    <a:pt x="5919" y="103"/>
                    <a:pt x="5901"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45"/>
            <p:cNvSpPr/>
            <p:nvPr/>
          </p:nvSpPr>
          <p:spPr>
            <a:xfrm>
              <a:off x="6142155" y="2924270"/>
              <a:ext cx="197264" cy="61606"/>
            </a:xfrm>
            <a:custGeom>
              <a:rect b="b" l="l" r="r" t="t"/>
              <a:pathLst>
                <a:path extrusionOk="0" h="2079" w="6657">
                  <a:moveTo>
                    <a:pt x="1134" y="1"/>
                  </a:moveTo>
                  <a:cubicBezTo>
                    <a:pt x="666" y="1"/>
                    <a:pt x="274" y="197"/>
                    <a:pt x="41" y="351"/>
                  </a:cubicBezTo>
                  <a:cubicBezTo>
                    <a:pt x="29" y="358"/>
                    <a:pt x="15" y="366"/>
                    <a:pt x="1" y="371"/>
                  </a:cubicBezTo>
                  <a:lnTo>
                    <a:pt x="1" y="725"/>
                  </a:lnTo>
                  <a:cubicBezTo>
                    <a:pt x="1" y="873"/>
                    <a:pt x="60" y="985"/>
                    <a:pt x="60" y="985"/>
                  </a:cubicBezTo>
                  <a:cubicBezTo>
                    <a:pt x="302" y="1397"/>
                    <a:pt x="1445" y="1911"/>
                    <a:pt x="1987" y="2034"/>
                  </a:cubicBezTo>
                  <a:cubicBezTo>
                    <a:pt x="2118" y="2063"/>
                    <a:pt x="2228" y="2079"/>
                    <a:pt x="2324" y="2079"/>
                  </a:cubicBezTo>
                  <a:cubicBezTo>
                    <a:pt x="2626" y="2079"/>
                    <a:pt x="2776" y="1924"/>
                    <a:pt x="2904" y="1546"/>
                  </a:cubicBezTo>
                  <a:cubicBezTo>
                    <a:pt x="2948" y="1415"/>
                    <a:pt x="2999" y="1300"/>
                    <a:pt x="3047" y="1206"/>
                  </a:cubicBezTo>
                  <a:cubicBezTo>
                    <a:pt x="3106" y="1093"/>
                    <a:pt x="3216" y="1037"/>
                    <a:pt x="3326" y="1037"/>
                  </a:cubicBezTo>
                  <a:cubicBezTo>
                    <a:pt x="3437" y="1037"/>
                    <a:pt x="3548" y="1093"/>
                    <a:pt x="3607" y="1206"/>
                  </a:cubicBezTo>
                  <a:cubicBezTo>
                    <a:pt x="3658" y="1304"/>
                    <a:pt x="3708" y="1415"/>
                    <a:pt x="3753" y="1546"/>
                  </a:cubicBezTo>
                  <a:cubicBezTo>
                    <a:pt x="3882" y="1923"/>
                    <a:pt x="4031" y="2078"/>
                    <a:pt x="4334" y="2078"/>
                  </a:cubicBezTo>
                  <a:cubicBezTo>
                    <a:pt x="4430" y="2078"/>
                    <a:pt x="4540" y="2063"/>
                    <a:pt x="4670" y="2034"/>
                  </a:cubicBezTo>
                  <a:cubicBezTo>
                    <a:pt x="5213" y="1911"/>
                    <a:pt x="6355" y="1397"/>
                    <a:pt x="6598" y="985"/>
                  </a:cubicBezTo>
                  <a:cubicBezTo>
                    <a:pt x="6598" y="985"/>
                    <a:pt x="6657" y="873"/>
                    <a:pt x="6657" y="725"/>
                  </a:cubicBezTo>
                  <a:lnTo>
                    <a:pt x="6657" y="371"/>
                  </a:lnTo>
                  <a:cubicBezTo>
                    <a:pt x="6644" y="366"/>
                    <a:pt x="6630" y="360"/>
                    <a:pt x="6618" y="351"/>
                  </a:cubicBezTo>
                  <a:cubicBezTo>
                    <a:pt x="6385" y="197"/>
                    <a:pt x="5993" y="1"/>
                    <a:pt x="5525" y="1"/>
                  </a:cubicBezTo>
                  <a:cubicBezTo>
                    <a:pt x="4759" y="1"/>
                    <a:pt x="4198" y="413"/>
                    <a:pt x="3329" y="413"/>
                  </a:cubicBezTo>
                  <a:cubicBezTo>
                    <a:pt x="2461" y="413"/>
                    <a:pt x="1899" y="1"/>
                    <a:pt x="1134"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45"/>
            <p:cNvSpPr/>
            <p:nvPr/>
          </p:nvSpPr>
          <p:spPr>
            <a:xfrm>
              <a:off x="6132940" y="2917277"/>
              <a:ext cx="215843" cy="20358"/>
            </a:xfrm>
            <a:custGeom>
              <a:rect b="b" l="l" r="r" t="t"/>
              <a:pathLst>
                <a:path extrusionOk="0" h="687" w="7284">
                  <a:moveTo>
                    <a:pt x="1446" y="1"/>
                  </a:moveTo>
                  <a:cubicBezTo>
                    <a:pt x="922" y="1"/>
                    <a:pt x="427" y="150"/>
                    <a:pt x="167" y="243"/>
                  </a:cubicBezTo>
                  <a:cubicBezTo>
                    <a:pt x="60" y="282"/>
                    <a:pt x="1" y="397"/>
                    <a:pt x="35" y="506"/>
                  </a:cubicBezTo>
                  <a:cubicBezTo>
                    <a:pt x="63" y="600"/>
                    <a:pt x="150" y="659"/>
                    <a:pt x="241" y="659"/>
                  </a:cubicBezTo>
                  <a:cubicBezTo>
                    <a:pt x="280" y="659"/>
                    <a:pt x="320" y="648"/>
                    <a:pt x="357" y="624"/>
                  </a:cubicBezTo>
                  <a:cubicBezTo>
                    <a:pt x="590" y="470"/>
                    <a:pt x="980" y="274"/>
                    <a:pt x="1449" y="274"/>
                  </a:cubicBezTo>
                  <a:cubicBezTo>
                    <a:pt x="2214" y="274"/>
                    <a:pt x="2778" y="686"/>
                    <a:pt x="3644" y="686"/>
                  </a:cubicBezTo>
                  <a:cubicBezTo>
                    <a:pt x="4513" y="686"/>
                    <a:pt x="5074" y="274"/>
                    <a:pt x="5841" y="274"/>
                  </a:cubicBezTo>
                  <a:cubicBezTo>
                    <a:pt x="6309" y="274"/>
                    <a:pt x="6699" y="470"/>
                    <a:pt x="6932" y="624"/>
                  </a:cubicBezTo>
                  <a:cubicBezTo>
                    <a:pt x="6968" y="647"/>
                    <a:pt x="7007" y="658"/>
                    <a:pt x="7047" y="658"/>
                  </a:cubicBezTo>
                  <a:cubicBezTo>
                    <a:pt x="7137" y="658"/>
                    <a:pt x="7226" y="600"/>
                    <a:pt x="7255" y="506"/>
                  </a:cubicBezTo>
                  <a:cubicBezTo>
                    <a:pt x="7283" y="397"/>
                    <a:pt x="7226" y="282"/>
                    <a:pt x="7118" y="243"/>
                  </a:cubicBezTo>
                  <a:cubicBezTo>
                    <a:pt x="6859" y="150"/>
                    <a:pt x="6363" y="1"/>
                    <a:pt x="5838" y="1"/>
                  </a:cubicBezTo>
                  <a:cubicBezTo>
                    <a:pt x="5073" y="1"/>
                    <a:pt x="4512" y="431"/>
                    <a:pt x="3643" y="431"/>
                  </a:cubicBezTo>
                  <a:cubicBezTo>
                    <a:pt x="2774" y="431"/>
                    <a:pt x="2213" y="1"/>
                    <a:pt x="14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45"/>
            <p:cNvSpPr/>
            <p:nvPr/>
          </p:nvSpPr>
          <p:spPr>
            <a:xfrm>
              <a:off x="6226401" y="2951680"/>
              <a:ext cx="28773" cy="16594"/>
            </a:xfrm>
            <a:custGeom>
              <a:rect b="b" l="l" r="r" t="t"/>
              <a:pathLst>
                <a:path extrusionOk="0" h="560" w="971">
                  <a:moveTo>
                    <a:pt x="484" y="1"/>
                  </a:moveTo>
                  <a:cubicBezTo>
                    <a:pt x="325" y="1"/>
                    <a:pt x="179" y="88"/>
                    <a:pt x="106" y="231"/>
                  </a:cubicBezTo>
                  <a:cubicBezTo>
                    <a:pt x="77" y="285"/>
                    <a:pt x="49" y="343"/>
                    <a:pt x="24" y="403"/>
                  </a:cubicBezTo>
                  <a:cubicBezTo>
                    <a:pt x="1" y="461"/>
                    <a:pt x="29" y="528"/>
                    <a:pt x="85" y="551"/>
                  </a:cubicBezTo>
                  <a:cubicBezTo>
                    <a:pt x="98" y="557"/>
                    <a:pt x="113" y="559"/>
                    <a:pt x="127" y="559"/>
                  </a:cubicBezTo>
                  <a:cubicBezTo>
                    <a:pt x="172" y="559"/>
                    <a:pt x="215" y="533"/>
                    <a:pt x="232" y="490"/>
                  </a:cubicBezTo>
                  <a:cubicBezTo>
                    <a:pt x="256" y="436"/>
                    <a:pt x="280" y="383"/>
                    <a:pt x="305" y="333"/>
                  </a:cubicBezTo>
                  <a:cubicBezTo>
                    <a:pt x="343" y="265"/>
                    <a:pt x="409" y="225"/>
                    <a:pt x="487" y="225"/>
                  </a:cubicBezTo>
                  <a:cubicBezTo>
                    <a:pt x="565" y="225"/>
                    <a:pt x="632" y="265"/>
                    <a:pt x="667" y="333"/>
                  </a:cubicBezTo>
                  <a:cubicBezTo>
                    <a:pt x="692" y="382"/>
                    <a:pt x="717" y="436"/>
                    <a:pt x="741" y="490"/>
                  </a:cubicBezTo>
                  <a:cubicBezTo>
                    <a:pt x="759" y="534"/>
                    <a:pt x="801" y="559"/>
                    <a:pt x="845" y="559"/>
                  </a:cubicBezTo>
                  <a:cubicBezTo>
                    <a:pt x="860" y="559"/>
                    <a:pt x="873" y="556"/>
                    <a:pt x="885" y="551"/>
                  </a:cubicBezTo>
                  <a:cubicBezTo>
                    <a:pt x="943" y="526"/>
                    <a:pt x="971" y="459"/>
                    <a:pt x="946" y="403"/>
                  </a:cubicBezTo>
                  <a:cubicBezTo>
                    <a:pt x="919" y="343"/>
                    <a:pt x="893" y="285"/>
                    <a:pt x="863" y="231"/>
                  </a:cubicBezTo>
                  <a:cubicBezTo>
                    <a:pt x="790" y="88"/>
                    <a:pt x="644" y="1"/>
                    <a:pt x="48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45"/>
            <p:cNvSpPr/>
            <p:nvPr/>
          </p:nvSpPr>
          <p:spPr>
            <a:xfrm>
              <a:off x="6103870" y="2754683"/>
              <a:ext cx="273864" cy="147333"/>
            </a:xfrm>
            <a:custGeom>
              <a:rect b="b" l="l" r="r" t="t"/>
              <a:pathLst>
                <a:path extrusionOk="0" h="4972" w="9242">
                  <a:moveTo>
                    <a:pt x="4622" y="1"/>
                  </a:moveTo>
                  <a:cubicBezTo>
                    <a:pt x="1" y="1"/>
                    <a:pt x="629" y="4463"/>
                    <a:pt x="629" y="4463"/>
                  </a:cubicBezTo>
                  <a:lnTo>
                    <a:pt x="954" y="4972"/>
                  </a:lnTo>
                  <a:lnTo>
                    <a:pt x="8291" y="4972"/>
                  </a:lnTo>
                  <a:lnTo>
                    <a:pt x="8614" y="4463"/>
                  </a:lnTo>
                  <a:cubicBezTo>
                    <a:pt x="8614" y="4463"/>
                    <a:pt x="9242" y="1"/>
                    <a:pt x="4622"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45"/>
            <p:cNvSpPr/>
            <p:nvPr/>
          </p:nvSpPr>
          <p:spPr>
            <a:xfrm>
              <a:off x="6116849" y="2881392"/>
              <a:ext cx="52746" cy="19795"/>
            </a:xfrm>
            <a:custGeom>
              <a:rect b="b" l="l" r="r" t="t"/>
              <a:pathLst>
                <a:path extrusionOk="0" h="668" w="1780">
                  <a:moveTo>
                    <a:pt x="184" y="1"/>
                  </a:moveTo>
                  <a:cubicBezTo>
                    <a:pt x="80" y="1"/>
                    <a:pt x="0" y="95"/>
                    <a:pt x="31" y="195"/>
                  </a:cubicBezTo>
                  <a:cubicBezTo>
                    <a:pt x="99" y="422"/>
                    <a:pt x="253" y="599"/>
                    <a:pt x="317" y="668"/>
                  </a:cubicBezTo>
                  <a:cubicBezTo>
                    <a:pt x="331" y="655"/>
                    <a:pt x="348" y="649"/>
                    <a:pt x="370" y="649"/>
                  </a:cubicBezTo>
                  <a:lnTo>
                    <a:pt x="1779" y="649"/>
                  </a:lnTo>
                  <a:lnTo>
                    <a:pt x="1751" y="630"/>
                  </a:lnTo>
                  <a:cubicBezTo>
                    <a:pt x="1500" y="462"/>
                    <a:pt x="1282" y="291"/>
                    <a:pt x="1092" y="124"/>
                  </a:cubicBezTo>
                  <a:lnTo>
                    <a:pt x="208" y="2"/>
                  </a:lnTo>
                  <a:cubicBezTo>
                    <a:pt x="200" y="1"/>
                    <a:pt x="192" y="1"/>
                    <a:pt x="18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45"/>
            <p:cNvSpPr/>
            <p:nvPr/>
          </p:nvSpPr>
          <p:spPr>
            <a:xfrm>
              <a:off x="6148734" y="2751246"/>
              <a:ext cx="184107" cy="135717"/>
            </a:xfrm>
            <a:custGeom>
              <a:rect b="b" l="l" r="r" t="t"/>
              <a:pathLst>
                <a:path extrusionOk="0" h="4580" w="6213">
                  <a:moveTo>
                    <a:pt x="2302" y="1"/>
                  </a:moveTo>
                  <a:cubicBezTo>
                    <a:pt x="2157" y="1"/>
                    <a:pt x="1970" y="39"/>
                    <a:pt x="1820" y="202"/>
                  </a:cubicBezTo>
                  <a:cubicBezTo>
                    <a:pt x="1790" y="233"/>
                    <a:pt x="1774" y="272"/>
                    <a:pt x="1773" y="312"/>
                  </a:cubicBezTo>
                  <a:cubicBezTo>
                    <a:pt x="1759" y="645"/>
                    <a:pt x="1717" y="2327"/>
                    <a:pt x="2152" y="3704"/>
                  </a:cubicBezTo>
                  <a:cubicBezTo>
                    <a:pt x="2163" y="3741"/>
                    <a:pt x="2146" y="3782"/>
                    <a:pt x="2107" y="3801"/>
                  </a:cubicBezTo>
                  <a:cubicBezTo>
                    <a:pt x="2097" y="3805"/>
                    <a:pt x="2086" y="3808"/>
                    <a:pt x="2075" y="3808"/>
                  </a:cubicBezTo>
                  <a:cubicBezTo>
                    <a:pt x="2051" y="3808"/>
                    <a:pt x="2027" y="3797"/>
                    <a:pt x="2009" y="3780"/>
                  </a:cubicBezTo>
                  <a:cubicBezTo>
                    <a:pt x="941" y="2756"/>
                    <a:pt x="758" y="1279"/>
                    <a:pt x="727" y="847"/>
                  </a:cubicBezTo>
                  <a:cubicBezTo>
                    <a:pt x="722" y="770"/>
                    <a:pt x="653" y="711"/>
                    <a:pt x="574" y="711"/>
                  </a:cubicBezTo>
                  <a:cubicBezTo>
                    <a:pt x="568" y="711"/>
                    <a:pt x="561" y="711"/>
                    <a:pt x="554" y="712"/>
                  </a:cubicBezTo>
                  <a:cubicBezTo>
                    <a:pt x="163" y="765"/>
                    <a:pt x="41" y="1004"/>
                    <a:pt x="10" y="1090"/>
                  </a:cubicBezTo>
                  <a:cubicBezTo>
                    <a:pt x="4" y="1107"/>
                    <a:pt x="1" y="1127"/>
                    <a:pt x="2" y="1146"/>
                  </a:cubicBezTo>
                  <a:cubicBezTo>
                    <a:pt x="150" y="3079"/>
                    <a:pt x="1160" y="4068"/>
                    <a:pt x="1621" y="4424"/>
                  </a:cubicBezTo>
                  <a:cubicBezTo>
                    <a:pt x="1753" y="4525"/>
                    <a:pt x="1916" y="4579"/>
                    <a:pt x="2085" y="4579"/>
                  </a:cubicBezTo>
                  <a:lnTo>
                    <a:pt x="4128" y="4579"/>
                  </a:lnTo>
                  <a:cubicBezTo>
                    <a:pt x="4297" y="4579"/>
                    <a:pt x="4460" y="4525"/>
                    <a:pt x="4593" y="4424"/>
                  </a:cubicBezTo>
                  <a:cubicBezTo>
                    <a:pt x="5053" y="4069"/>
                    <a:pt x="6063" y="3081"/>
                    <a:pt x="6211" y="1146"/>
                  </a:cubicBezTo>
                  <a:cubicBezTo>
                    <a:pt x="6212" y="1129"/>
                    <a:pt x="6211" y="1108"/>
                    <a:pt x="6205" y="1090"/>
                  </a:cubicBezTo>
                  <a:cubicBezTo>
                    <a:pt x="6173" y="1004"/>
                    <a:pt x="6055" y="765"/>
                    <a:pt x="5660" y="712"/>
                  </a:cubicBezTo>
                  <a:cubicBezTo>
                    <a:pt x="5654" y="711"/>
                    <a:pt x="5647" y="711"/>
                    <a:pt x="5641" y="711"/>
                  </a:cubicBezTo>
                  <a:cubicBezTo>
                    <a:pt x="5562" y="711"/>
                    <a:pt x="5494" y="770"/>
                    <a:pt x="5488" y="847"/>
                  </a:cubicBezTo>
                  <a:cubicBezTo>
                    <a:pt x="5455" y="1279"/>
                    <a:pt x="5272" y="2756"/>
                    <a:pt x="4206" y="3780"/>
                  </a:cubicBezTo>
                  <a:cubicBezTo>
                    <a:pt x="4188" y="3798"/>
                    <a:pt x="4165" y="3807"/>
                    <a:pt x="4142" y="3807"/>
                  </a:cubicBezTo>
                  <a:cubicBezTo>
                    <a:pt x="4126" y="3807"/>
                    <a:pt x="4109" y="3802"/>
                    <a:pt x="4095" y="3793"/>
                  </a:cubicBezTo>
                  <a:cubicBezTo>
                    <a:pt x="4066" y="3773"/>
                    <a:pt x="4052" y="3737"/>
                    <a:pt x="4064" y="3704"/>
                  </a:cubicBezTo>
                  <a:cubicBezTo>
                    <a:pt x="4498" y="2327"/>
                    <a:pt x="4456" y="645"/>
                    <a:pt x="4442" y="312"/>
                  </a:cubicBezTo>
                  <a:cubicBezTo>
                    <a:pt x="4440" y="272"/>
                    <a:pt x="4425" y="233"/>
                    <a:pt x="4395" y="202"/>
                  </a:cubicBezTo>
                  <a:cubicBezTo>
                    <a:pt x="4245" y="39"/>
                    <a:pt x="4059" y="1"/>
                    <a:pt x="3915" y="1"/>
                  </a:cubicBezTo>
                  <a:cubicBezTo>
                    <a:pt x="3894" y="1"/>
                    <a:pt x="3873" y="2"/>
                    <a:pt x="3854" y="3"/>
                  </a:cubicBezTo>
                  <a:cubicBezTo>
                    <a:pt x="3756" y="11"/>
                    <a:pt x="3685" y="89"/>
                    <a:pt x="3685" y="180"/>
                  </a:cubicBezTo>
                  <a:cubicBezTo>
                    <a:pt x="3688" y="755"/>
                    <a:pt x="3686" y="2865"/>
                    <a:pt x="3422" y="3765"/>
                  </a:cubicBezTo>
                  <a:cubicBezTo>
                    <a:pt x="3410" y="3805"/>
                    <a:pt x="3369" y="3835"/>
                    <a:pt x="3326" y="3835"/>
                  </a:cubicBezTo>
                  <a:lnTo>
                    <a:pt x="2891" y="3835"/>
                  </a:lnTo>
                  <a:cubicBezTo>
                    <a:pt x="2845" y="3835"/>
                    <a:pt x="2807" y="3808"/>
                    <a:pt x="2794" y="3765"/>
                  </a:cubicBezTo>
                  <a:cubicBezTo>
                    <a:pt x="2528" y="2868"/>
                    <a:pt x="2527" y="755"/>
                    <a:pt x="2533" y="180"/>
                  </a:cubicBezTo>
                  <a:cubicBezTo>
                    <a:pt x="2533" y="87"/>
                    <a:pt x="2460" y="9"/>
                    <a:pt x="2364" y="3"/>
                  </a:cubicBezTo>
                  <a:cubicBezTo>
                    <a:pt x="2344" y="2"/>
                    <a:pt x="2324" y="1"/>
                    <a:pt x="2302"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45"/>
            <p:cNvSpPr/>
            <p:nvPr/>
          </p:nvSpPr>
          <p:spPr>
            <a:xfrm>
              <a:off x="6312068" y="2881392"/>
              <a:ext cx="52716" cy="19795"/>
            </a:xfrm>
            <a:custGeom>
              <a:rect b="b" l="l" r="r" t="t"/>
              <a:pathLst>
                <a:path extrusionOk="0" h="668" w="1779">
                  <a:moveTo>
                    <a:pt x="1596" y="0"/>
                  </a:moveTo>
                  <a:cubicBezTo>
                    <a:pt x="1588" y="0"/>
                    <a:pt x="1579" y="1"/>
                    <a:pt x="1571" y="2"/>
                  </a:cubicBezTo>
                  <a:lnTo>
                    <a:pt x="686" y="124"/>
                  </a:lnTo>
                  <a:cubicBezTo>
                    <a:pt x="498" y="291"/>
                    <a:pt x="281" y="462"/>
                    <a:pt x="30" y="630"/>
                  </a:cubicBezTo>
                  <a:lnTo>
                    <a:pt x="1" y="649"/>
                  </a:lnTo>
                  <a:lnTo>
                    <a:pt x="1412" y="649"/>
                  </a:lnTo>
                  <a:cubicBezTo>
                    <a:pt x="1432" y="649"/>
                    <a:pt x="1451" y="655"/>
                    <a:pt x="1464" y="668"/>
                  </a:cubicBezTo>
                  <a:cubicBezTo>
                    <a:pt x="1529" y="599"/>
                    <a:pt x="1681" y="422"/>
                    <a:pt x="1750" y="195"/>
                  </a:cubicBezTo>
                  <a:cubicBezTo>
                    <a:pt x="1778" y="96"/>
                    <a:pt x="1699" y="0"/>
                    <a:pt x="1596"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45"/>
            <p:cNvSpPr/>
            <p:nvPr/>
          </p:nvSpPr>
          <p:spPr>
            <a:xfrm>
              <a:off x="6118894" y="2822393"/>
              <a:ext cx="88986" cy="78200"/>
            </a:xfrm>
            <a:custGeom>
              <a:rect b="b" l="l" r="r" t="t"/>
              <a:pathLst>
                <a:path extrusionOk="0" h="2639" w="3003">
                  <a:moveTo>
                    <a:pt x="296" y="1"/>
                  </a:moveTo>
                  <a:cubicBezTo>
                    <a:pt x="232" y="1"/>
                    <a:pt x="176" y="41"/>
                    <a:pt x="156" y="98"/>
                  </a:cubicBezTo>
                  <a:cubicBezTo>
                    <a:pt x="127" y="189"/>
                    <a:pt x="102" y="276"/>
                    <a:pt x="78" y="363"/>
                  </a:cubicBezTo>
                  <a:cubicBezTo>
                    <a:pt x="1" y="669"/>
                    <a:pt x="55" y="991"/>
                    <a:pt x="232" y="1255"/>
                  </a:cubicBezTo>
                  <a:cubicBezTo>
                    <a:pt x="510" y="1667"/>
                    <a:pt x="955" y="2171"/>
                    <a:pt x="1662" y="2638"/>
                  </a:cubicBezTo>
                  <a:lnTo>
                    <a:pt x="3002" y="2638"/>
                  </a:lnTo>
                  <a:cubicBezTo>
                    <a:pt x="1255" y="1836"/>
                    <a:pt x="647" y="736"/>
                    <a:pt x="436" y="98"/>
                  </a:cubicBezTo>
                  <a:cubicBezTo>
                    <a:pt x="417" y="41"/>
                    <a:pt x="361" y="1"/>
                    <a:pt x="296"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45"/>
            <p:cNvSpPr/>
            <p:nvPr/>
          </p:nvSpPr>
          <p:spPr>
            <a:xfrm>
              <a:off x="6273575" y="2822453"/>
              <a:ext cx="89075" cy="78171"/>
            </a:xfrm>
            <a:custGeom>
              <a:rect b="b" l="l" r="r" t="t"/>
              <a:pathLst>
                <a:path extrusionOk="0" h="2638" w="3006">
                  <a:moveTo>
                    <a:pt x="2710" y="0"/>
                  </a:moveTo>
                  <a:cubicBezTo>
                    <a:pt x="2646" y="0"/>
                    <a:pt x="2590" y="39"/>
                    <a:pt x="2570" y="96"/>
                  </a:cubicBezTo>
                  <a:cubicBezTo>
                    <a:pt x="2360" y="737"/>
                    <a:pt x="1752" y="1834"/>
                    <a:pt x="0" y="2638"/>
                  </a:cubicBezTo>
                  <a:lnTo>
                    <a:pt x="1340" y="2638"/>
                  </a:lnTo>
                  <a:cubicBezTo>
                    <a:pt x="2047" y="2170"/>
                    <a:pt x="2495" y="1666"/>
                    <a:pt x="2770" y="1255"/>
                  </a:cubicBezTo>
                  <a:cubicBezTo>
                    <a:pt x="2952" y="990"/>
                    <a:pt x="3005" y="667"/>
                    <a:pt x="2927" y="364"/>
                  </a:cubicBezTo>
                  <a:cubicBezTo>
                    <a:pt x="2904" y="275"/>
                    <a:pt x="2879" y="187"/>
                    <a:pt x="2850" y="100"/>
                  </a:cubicBezTo>
                  <a:cubicBezTo>
                    <a:pt x="2831" y="41"/>
                    <a:pt x="2775" y="0"/>
                    <a:pt x="2710"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45"/>
            <p:cNvSpPr/>
            <p:nvPr/>
          </p:nvSpPr>
          <p:spPr>
            <a:xfrm>
              <a:off x="6124465" y="2899912"/>
              <a:ext cx="232704" cy="13335"/>
            </a:xfrm>
            <a:custGeom>
              <a:rect b="b" l="l" r="r" t="t"/>
              <a:pathLst>
                <a:path extrusionOk="0" h="450" w="7853">
                  <a:moveTo>
                    <a:pt x="113" y="1"/>
                  </a:moveTo>
                  <a:cubicBezTo>
                    <a:pt x="44" y="1"/>
                    <a:pt x="1" y="71"/>
                    <a:pt x="35" y="130"/>
                  </a:cubicBezTo>
                  <a:lnTo>
                    <a:pt x="201" y="408"/>
                  </a:lnTo>
                  <a:cubicBezTo>
                    <a:pt x="217" y="434"/>
                    <a:pt x="246" y="450"/>
                    <a:pt x="279" y="450"/>
                  </a:cubicBezTo>
                  <a:lnTo>
                    <a:pt x="7575" y="450"/>
                  </a:lnTo>
                  <a:cubicBezTo>
                    <a:pt x="7606" y="450"/>
                    <a:pt x="7636" y="434"/>
                    <a:pt x="7653" y="408"/>
                  </a:cubicBezTo>
                  <a:lnTo>
                    <a:pt x="7821" y="130"/>
                  </a:lnTo>
                  <a:cubicBezTo>
                    <a:pt x="7852" y="71"/>
                    <a:pt x="7809" y="1"/>
                    <a:pt x="77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45"/>
            <p:cNvSpPr/>
            <p:nvPr/>
          </p:nvSpPr>
          <p:spPr>
            <a:xfrm>
              <a:off x="6199228" y="2819075"/>
              <a:ext cx="83208" cy="28269"/>
            </a:xfrm>
            <a:custGeom>
              <a:rect b="b" l="l" r="r" t="t"/>
              <a:pathLst>
                <a:path extrusionOk="0" h="954" w="2808">
                  <a:moveTo>
                    <a:pt x="476" y="1"/>
                  </a:moveTo>
                  <a:cubicBezTo>
                    <a:pt x="212" y="1"/>
                    <a:pt x="1" y="215"/>
                    <a:pt x="1" y="478"/>
                  </a:cubicBezTo>
                  <a:cubicBezTo>
                    <a:pt x="1" y="742"/>
                    <a:pt x="215" y="954"/>
                    <a:pt x="476" y="954"/>
                  </a:cubicBezTo>
                  <a:lnTo>
                    <a:pt x="2331" y="954"/>
                  </a:lnTo>
                  <a:cubicBezTo>
                    <a:pt x="2595" y="954"/>
                    <a:pt x="2806" y="739"/>
                    <a:pt x="2806" y="478"/>
                  </a:cubicBezTo>
                  <a:cubicBezTo>
                    <a:pt x="2808" y="215"/>
                    <a:pt x="2595" y="1"/>
                    <a:pt x="2331"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45"/>
            <p:cNvSpPr/>
            <p:nvPr/>
          </p:nvSpPr>
          <p:spPr>
            <a:xfrm>
              <a:off x="6218607" y="3117474"/>
              <a:ext cx="37041" cy="34137"/>
            </a:xfrm>
            <a:custGeom>
              <a:rect b="b" l="l" r="r" t="t"/>
              <a:pathLst>
                <a:path extrusionOk="0" h="1152" w="1250">
                  <a:moveTo>
                    <a:pt x="1" y="0"/>
                  </a:moveTo>
                  <a:cubicBezTo>
                    <a:pt x="382" y="246"/>
                    <a:pt x="627" y="673"/>
                    <a:pt x="627" y="1152"/>
                  </a:cubicBezTo>
                  <a:cubicBezTo>
                    <a:pt x="627" y="676"/>
                    <a:pt x="871" y="246"/>
                    <a:pt x="1249" y="0"/>
                  </a:cubicBezTo>
                  <a:lnTo>
                    <a:pt x="1249" y="0"/>
                  </a:lnTo>
                  <a:cubicBezTo>
                    <a:pt x="1045" y="19"/>
                    <a:pt x="837" y="30"/>
                    <a:pt x="629" y="30"/>
                  </a:cubicBezTo>
                  <a:cubicBezTo>
                    <a:pt x="417" y="30"/>
                    <a:pt x="209" y="19"/>
                    <a:pt x="1"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45"/>
            <p:cNvSpPr/>
            <p:nvPr/>
          </p:nvSpPr>
          <p:spPr>
            <a:xfrm>
              <a:off x="6119457" y="3102035"/>
              <a:ext cx="117848" cy="62525"/>
            </a:xfrm>
            <a:custGeom>
              <a:rect b="b" l="l" r="r" t="t"/>
              <a:pathLst>
                <a:path extrusionOk="0" h="2110" w="3977">
                  <a:moveTo>
                    <a:pt x="1687" y="0"/>
                  </a:moveTo>
                  <a:cubicBezTo>
                    <a:pt x="1580" y="0"/>
                    <a:pt x="1474" y="31"/>
                    <a:pt x="1384" y="92"/>
                  </a:cubicBezTo>
                  <a:cubicBezTo>
                    <a:pt x="1166" y="241"/>
                    <a:pt x="812" y="467"/>
                    <a:pt x="459" y="630"/>
                  </a:cubicBezTo>
                  <a:cubicBezTo>
                    <a:pt x="303" y="683"/>
                    <a:pt x="151" y="737"/>
                    <a:pt x="0" y="796"/>
                  </a:cubicBezTo>
                  <a:cubicBezTo>
                    <a:pt x="1112" y="1623"/>
                    <a:pt x="2487" y="2110"/>
                    <a:pt x="3976" y="2110"/>
                  </a:cubicBezTo>
                  <a:lnTo>
                    <a:pt x="3976" y="1541"/>
                  </a:lnTo>
                  <a:cubicBezTo>
                    <a:pt x="3976" y="918"/>
                    <a:pt x="3524" y="384"/>
                    <a:pt x="2909" y="283"/>
                  </a:cubicBezTo>
                  <a:cubicBezTo>
                    <a:pt x="2545" y="227"/>
                    <a:pt x="2195" y="142"/>
                    <a:pt x="1858" y="27"/>
                  </a:cubicBezTo>
                  <a:cubicBezTo>
                    <a:pt x="1802" y="9"/>
                    <a:pt x="1745" y="0"/>
                    <a:pt x="1687"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45"/>
            <p:cNvSpPr/>
            <p:nvPr/>
          </p:nvSpPr>
          <p:spPr>
            <a:xfrm>
              <a:off x="6237216" y="3100731"/>
              <a:ext cx="119478" cy="63917"/>
            </a:xfrm>
            <a:custGeom>
              <a:rect b="b" l="l" r="r" t="t"/>
              <a:pathLst>
                <a:path extrusionOk="0" h="2157" w="4032">
                  <a:moveTo>
                    <a:pt x="2418" y="1"/>
                  </a:moveTo>
                  <a:cubicBezTo>
                    <a:pt x="2357" y="1"/>
                    <a:pt x="2295" y="11"/>
                    <a:pt x="2236" y="32"/>
                  </a:cubicBezTo>
                  <a:cubicBezTo>
                    <a:pt x="1860" y="167"/>
                    <a:pt x="1470" y="265"/>
                    <a:pt x="1067" y="332"/>
                  </a:cubicBezTo>
                  <a:cubicBezTo>
                    <a:pt x="452" y="431"/>
                    <a:pt x="1" y="965"/>
                    <a:pt x="1" y="1586"/>
                  </a:cubicBezTo>
                  <a:lnTo>
                    <a:pt x="1" y="2157"/>
                  </a:lnTo>
                  <a:cubicBezTo>
                    <a:pt x="1515" y="2157"/>
                    <a:pt x="2911" y="1652"/>
                    <a:pt x="4032" y="801"/>
                  </a:cubicBezTo>
                  <a:cubicBezTo>
                    <a:pt x="3453" y="592"/>
                    <a:pt x="2988" y="292"/>
                    <a:pt x="2730" y="102"/>
                  </a:cubicBezTo>
                  <a:cubicBezTo>
                    <a:pt x="2638" y="35"/>
                    <a:pt x="2529" y="1"/>
                    <a:pt x="2418"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8" name="Google Shape;10768;p45"/>
          <p:cNvGrpSpPr/>
          <p:nvPr/>
        </p:nvGrpSpPr>
        <p:grpSpPr>
          <a:xfrm>
            <a:off x="5377785" y="2751246"/>
            <a:ext cx="395772" cy="413403"/>
            <a:chOff x="5377785" y="2751246"/>
            <a:chExt cx="395772" cy="413403"/>
          </a:xfrm>
        </p:grpSpPr>
        <p:sp>
          <p:nvSpPr>
            <p:cNvPr id="10769" name="Google Shape;10769;p45"/>
            <p:cNvSpPr/>
            <p:nvPr/>
          </p:nvSpPr>
          <p:spPr>
            <a:xfrm>
              <a:off x="5407803" y="2769025"/>
              <a:ext cx="335677" cy="104336"/>
            </a:xfrm>
            <a:custGeom>
              <a:rect b="b" l="l" r="r" t="t"/>
              <a:pathLst>
                <a:path extrusionOk="0" h="3521" w="11328">
                  <a:moveTo>
                    <a:pt x="5663" y="0"/>
                  </a:moveTo>
                  <a:cubicBezTo>
                    <a:pt x="3276" y="0"/>
                    <a:pt x="1179" y="1254"/>
                    <a:pt x="1" y="3141"/>
                  </a:cubicBezTo>
                  <a:lnTo>
                    <a:pt x="4975" y="3141"/>
                  </a:lnTo>
                  <a:lnTo>
                    <a:pt x="4975" y="3521"/>
                  </a:lnTo>
                  <a:lnTo>
                    <a:pt x="8744" y="3521"/>
                  </a:lnTo>
                  <a:cubicBezTo>
                    <a:pt x="8962" y="3521"/>
                    <a:pt x="9139" y="3353"/>
                    <a:pt x="9161" y="3141"/>
                  </a:cubicBezTo>
                  <a:lnTo>
                    <a:pt x="11328" y="3141"/>
                  </a:lnTo>
                  <a:cubicBezTo>
                    <a:pt x="10148" y="1254"/>
                    <a:pt x="8051" y="0"/>
                    <a:pt x="5663"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45"/>
            <p:cNvSpPr/>
            <p:nvPr/>
          </p:nvSpPr>
          <p:spPr>
            <a:xfrm>
              <a:off x="5377785" y="2860916"/>
              <a:ext cx="395772" cy="120278"/>
            </a:xfrm>
            <a:custGeom>
              <a:rect b="b" l="l" r="r" t="t"/>
              <a:pathLst>
                <a:path extrusionOk="0" h="4059" w="13356">
                  <a:moveTo>
                    <a:pt x="1038" y="0"/>
                  </a:moveTo>
                  <a:cubicBezTo>
                    <a:pt x="381" y="1034"/>
                    <a:pt x="0" y="2260"/>
                    <a:pt x="0" y="3575"/>
                  </a:cubicBezTo>
                  <a:cubicBezTo>
                    <a:pt x="0" y="3692"/>
                    <a:pt x="5" y="3807"/>
                    <a:pt x="11" y="3920"/>
                  </a:cubicBezTo>
                  <a:cubicBezTo>
                    <a:pt x="207" y="3998"/>
                    <a:pt x="435" y="4059"/>
                    <a:pt x="805" y="4059"/>
                  </a:cubicBezTo>
                  <a:cubicBezTo>
                    <a:pt x="1792" y="4059"/>
                    <a:pt x="1792" y="3617"/>
                    <a:pt x="2779" y="3617"/>
                  </a:cubicBezTo>
                  <a:cubicBezTo>
                    <a:pt x="3766" y="3617"/>
                    <a:pt x="3766" y="4059"/>
                    <a:pt x="4753" y="4059"/>
                  </a:cubicBezTo>
                  <a:cubicBezTo>
                    <a:pt x="5740" y="4059"/>
                    <a:pt x="5740" y="3617"/>
                    <a:pt x="6728" y="3617"/>
                  </a:cubicBezTo>
                  <a:cubicBezTo>
                    <a:pt x="7715" y="3617"/>
                    <a:pt x="7715" y="4059"/>
                    <a:pt x="8702" y="4059"/>
                  </a:cubicBezTo>
                  <a:cubicBezTo>
                    <a:pt x="9689" y="4059"/>
                    <a:pt x="9689" y="3617"/>
                    <a:pt x="10676" y="3617"/>
                  </a:cubicBezTo>
                  <a:cubicBezTo>
                    <a:pt x="11663" y="3617"/>
                    <a:pt x="11663" y="4059"/>
                    <a:pt x="12650" y="4059"/>
                  </a:cubicBezTo>
                  <a:cubicBezTo>
                    <a:pt x="12956" y="4059"/>
                    <a:pt x="13169" y="4017"/>
                    <a:pt x="13343" y="3958"/>
                  </a:cubicBezTo>
                  <a:cubicBezTo>
                    <a:pt x="13351" y="3832"/>
                    <a:pt x="13356" y="3703"/>
                    <a:pt x="13356" y="3575"/>
                  </a:cubicBezTo>
                  <a:cubicBezTo>
                    <a:pt x="13356" y="2260"/>
                    <a:pt x="12975" y="1034"/>
                    <a:pt x="12317" y="0"/>
                  </a:cubicBezTo>
                  <a:lnTo>
                    <a:pt x="10135" y="0"/>
                  </a:lnTo>
                  <a:cubicBezTo>
                    <a:pt x="10135" y="208"/>
                    <a:pt x="9965" y="379"/>
                    <a:pt x="9757" y="379"/>
                  </a:cubicBezTo>
                  <a:lnTo>
                    <a:pt x="6028" y="379"/>
                  </a:lnTo>
                  <a:lnTo>
                    <a:pt x="6028" y="0"/>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45"/>
            <p:cNvSpPr/>
            <p:nvPr/>
          </p:nvSpPr>
          <p:spPr>
            <a:xfrm>
              <a:off x="5555936" y="2751246"/>
              <a:ext cx="138206" cy="221533"/>
            </a:xfrm>
            <a:custGeom>
              <a:rect b="b" l="l" r="r" t="t"/>
              <a:pathLst>
                <a:path extrusionOk="0" h="7476" w="4664">
                  <a:moveTo>
                    <a:pt x="2332" y="0"/>
                  </a:moveTo>
                  <a:cubicBezTo>
                    <a:pt x="1045" y="0"/>
                    <a:pt x="1" y="1045"/>
                    <a:pt x="1" y="2332"/>
                  </a:cubicBezTo>
                  <a:lnTo>
                    <a:pt x="1" y="3306"/>
                  </a:lnTo>
                  <a:lnTo>
                    <a:pt x="851" y="3306"/>
                  </a:lnTo>
                  <a:lnTo>
                    <a:pt x="851" y="2332"/>
                  </a:lnTo>
                  <a:cubicBezTo>
                    <a:pt x="851" y="1516"/>
                    <a:pt x="1516" y="850"/>
                    <a:pt x="2332" y="850"/>
                  </a:cubicBezTo>
                  <a:cubicBezTo>
                    <a:pt x="3148" y="850"/>
                    <a:pt x="3812" y="1516"/>
                    <a:pt x="3812" y="2332"/>
                  </a:cubicBezTo>
                  <a:lnTo>
                    <a:pt x="3812" y="7475"/>
                  </a:lnTo>
                  <a:cubicBezTo>
                    <a:pt x="4020" y="7388"/>
                    <a:pt x="4258" y="7317"/>
                    <a:pt x="4659" y="7317"/>
                  </a:cubicBezTo>
                  <a:lnTo>
                    <a:pt x="4664" y="7317"/>
                  </a:lnTo>
                  <a:lnTo>
                    <a:pt x="4664" y="2332"/>
                  </a:lnTo>
                  <a:cubicBezTo>
                    <a:pt x="4664" y="1046"/>
                    <a:pt x="3618" y="0"/>
                    <a:pt x="23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45"/>
            <p:cNvSpPr/>
            <p:nvPr/>
          </p:nvSpPr>
          <p:spPr>
            <a:xfrm>
              <a:off x="5555017" y="2848292"/>
              <a:ext cx="124486" cy="25247"/>
            </a:xfrm>
            <a:custGeom>
              <a:rect b="b" l="l" r="r" t="t"/>
              <a:pathLst>
                <a:path extrusionOk="0" h="852" w="4201">
                  <a:moveTo>
                    <a:pt x="0" y="0"/>
                  </a:moveTo>
                  <a:lnTo>
                    <a:pt x="0" y="852"/>
                  </a:lnTo>
                  <a:lnTo>
                    <a:pt x="3776" y="852"/>
                  </a:lnTo>
                  <a:cubicBezTo>
                    <a:pt x="4011" y="852"/>
                    <a:pt x="4200" y="661"/>
                    <a:pt x="4200" y="426"/>
                  </a:cubicBezTo>
                  <a:cubicBezTo>
                    <a:pt x="4200" y="191"/>
                    <a:pt x="4011" y="0"/>
                    <a:pt x="3776"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45"/>
            <p:cNvSpPr/>
            <p:nvPr/>
          </p:nvSpPr>
          <p:spPr>
            <a:xfrm>
              <a:off x="5555017" y="2848292"/>
              <a:ext cx="124486" cy="25247"/>
            </a:xfrm>
            <a:custGeom>
              <a:rect b="b" l="l" r="r" t="t"/>
              <a:pathLst>
                <a:path extrusionOk="0" h="852" w="4201">
                  <a:moveTo>
                    <a:pt x="0" y="0"/>
                  </a:moveTo>
                  <a:lnTo>
                    <a:pt x="0" y="852"/>
                  </a:lnTo>
                  <a:lnTo>
                    <a:pt x="3776" y="852"/>
                  </a:lnTo>
                  <a:cubicBezTo>
                    <a:pt x="4011" y="852"/>
                    <a:pt x="4200" y="661"/>
                    <a:pt x="4200" y="426"/>
                  </a:cubicBezTo>
                  <a:cubicBezTo>
                    <a:pt x="4200" y="191"/>
                    <a:pt x="4011" y="0"/>
                    <a:pt x="37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45"/>
            <p:cNvSpPr/>
            <p:nvPr/>
          </p:nvSpPr>
          <p:spPr>
            <a:xfrm>
              <a:off x="5555017" y="2915706"/>
              <a:ext cx="124486" cy="25247"/>
            </a:xfrm>
            <a:custGeom>
              <a:rect b="b" l="l" r="r" t="t"/>
              <a:pathLst>
                <a:path extrusionOk="0" h="852" w="4201">
                  <a:moveTo>
                    <a:pt x="0" y="1"/>
                  </a:moveTo>
                  <a:lnTo>
                    <a:pt x="0" y="851"/>
                  </a:lnTo>
                  <a:lnTo>
                    <a:pt x="3776" y="851"/>
                  </a:lnTo>
                  <a:cubicBezTo>
                    <a:pt x="4011" y="851"/>
                    <a:pt x="4200" y="661"/>
                    <a:pt x="4200" y="427"/>
                  </a:cubicBezTo>
                  <a:cubicBezTo>
                    <a:pt x="4200" y="190"/>
                    <a:pt x="4011" y="1"/>
                    <a:pt x="377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45"/>
            <p:cNvSpPr/>
            <p:nvPr/>
          </p:nvSpPr>
          <p:spPr>
            <a:xfrm>
              <a:off x="5555017" y="2915706"/>
              <a:ext cx="124486" cy="25247"/>
            </a:xfrm>
            <a:custGeom>
              <a:rect b="b" l="l" r="r" t="t"/>
              <a:pathLst>
                <a:path extrusionOk="0" h="852" w="4201">
                  <a:moveTo>
                    <a:pt x="0" y="1"/>
                  </a:moveTo>
                  <a:lnTo>
                    <a:pt x="0" y="851"/>
                  </a:lnTo>
                  <a:lnTo>
                    <a:pt x="3776" y="851"/>
                  </a:lnTo>
                  <a:cubicBezTo>
                    <a:pt x="4011" y="851"/>
                    <a:pt x="4200" y="661"/>
                    <a:pt x="4200" y="427"/>
                  </a:cubicBezTo>
                  <a:cubicBezTo>
                    <a:pt x="4200" y="190"/>
                    <a:pt x="4011" y="1"/>
                    <a:pt x="37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45"/>
            <p:cNvSpPr/>
            <p:nvPr/>
          </p:nvSpPr>
          <p:spPr>
            <a:xfrm>
              <a:off x="5417759" y="2751246"/>
              <a:ext cx="138206" cy="228970"/>
            </a:xfrm>
            <a:custGeom>
              <a:rect b="b" l="l" r="r" t="t"/>
              <a:pathLst>
                <a:path extrusionOk="0" h="7727" w="4664">
                  <a:moveTo>
                    <a:pt x="2332" y="0"/>
                  </a:moveTo>
                  <a:cubicBezTo>
                    <a:pt x="1045" y="0"/>
                    <a:pt x="0" y="1045"/>
                    <a:pt x="0" y="2332"/>
                  </a:cubicBezTo>
                  <a:lnTo>
                    <a:pt x="0" y="3700"/>
                  </a:lnTo>
                  <a:lnTo>
                    <a:pt x="851" y="3700"/>
                  </a:lnTo>
                  <a:lnTo>
                    <a:pt x="851" y="2332"/>
                  </a:lnTo>
                  <a:cubicBezTo>
                    <a:pt x="851" y="1516"/>
                    <a:pt x="1516" y="850"/>
                    <a:pt x="2332" y="850"/>
                  </a:cubicBezTo>
                  <a:cubicBezTo>
                    <a:pt x="3148" y="850"/>
                    <a:pt x="3812" y="1516"/>
                    <a:pt x="3812" y="2332"/>
                  </a:cubicBezTo>
                  <a:lnTo>
                    <a:pt x="3812" y="7727"/>
                  </a:lnTo>
                  <a:cubicBezTo>
                    <a:pt x="4183" y="7665"/>
                    <a:pt x="4378" y="7525"/>
                    <a:pt x="4664" y="7425"/>
                  </a:cubicBezTo>
                  <a:lnTo>
                    <a:pt x="4664" y="2332"/>
                  </a:lnTo>
                  <a:cubicBezTo>
                    <a:pt x="4664" y="1046"/>
                    <a:pt x="3617" y="0"/>
                    <a:pt x="23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45"/>
            <p:cNvSpPr/>
            <p:nvPr/>
          </p:nvSpPr>
          <p:spPr>
            <a:xfrm>
              <a:off x="5377904" y="2966230"/>
              <a:ext cx="395298" cy="79445"/>
            </a:xfrm>
            <a:custGeom>
              <a:rect b="b" l="l" r="r" t="t"/>
              <a:pathLst>
                <a:path extrusionOk="0" h="2681" w="13340">
                  <a:moveTo>
                    <a:pt x="2771" y="1"/>
                  </a:moveTo>
                  <a:cubicBezTo>
                    <a:pt x="1784" y="1"/>
                    <a:pt x="1784" y="442"/>
                    <a:pt x="797" y="442"/>
                  </a:cubicBezTo>
                  <a:cubicBezTo>
                    <a:pt x="428" y="442"/>
                    <a:pt x="197" y="380"/>
                    <a:pt x="1" y="303"/>
                  </a:cubicBezTo>
                  <a:lnTo>
                    <a:pt x="1" y="303"/>
                  </a:lnTo>
                  <a:cubicBezTo>
                    <a:pt x="35" y="1140"/>
                    <a:pt x="223" y="1939"/>
                    <a:pt x="540" y="2670"/>
                  </a:cubicBezTo>
                  <a:cubicBezTo>
                    <a:pt x="618" y="2678"/>
                    <a:pt x="703" y="2681"/>
                    <a:pt x="797" y="2681"/>
                  </a:cubicBezTo>
                  <a:cubicBezTo>
                    <a:pt x="1784" y="2681"/>
                    <a:pt x="1784" y="2239"/>
                    <a:pt x="2771" y="2239"/>
                  </a:cubicBezTo>
                  <a:cubicBezTo>
                    <a:pt x="3758" y="2239"/>
                    <a:pt x="3758" y="2681"/>
                    <a:pt x="4745" y="2681"/>
                  </a:cubicBezTo>
                  <a:cubicBezTo>
                    <a:pt x="5732" y="2681"/>
                    <a:pt x="5732" y="2239"/>
                    <a:pt x="6719" y="2239"/>
                  </a:cubicBezTo>
                  <a:cubicBezTo>
                    <a:pt x="7706" y="2239"/>
                    <a:pt x="7706" y="2681"/>
                    <a:pt x="8693" y="2681"/>
                  </a:cubicBezTo>
                  <a:cubicBezTo>
                    <a:pt x="9680" y="2681"/>
                    <a:pt x="9680" y="2239"/>
                    <a:pt x="10667" y="2239"/>
                  </a:cubicBezTo>
                  <a:cubicBezTo>
                    <a:pt x="11654" y="2239"/>
                    <a:pt x="11654" y="2681"/>
                    <a:pt x="12641" y="2681"/>
                  </a:cubicBezTo>
                  <a:cubicBezTo>
                    <a:pt x="12696" y="2681"/>
                    <a:pt x="12748" y="2679"/>
                    <a:pt x="12797" y="2678"/>
                  </a:cubicBezTo>
                  <a:cubicBezTo>
                    <a:pt x="13111" y="1956"/>
                    <a:pt x="13300" y="1167"/>
                    <a:pt x="13339" y="340"/>
                  </a:cubicBezTo>
                  <a:lnTo>
                    <a:pt x="13339" y="340"/>
                  </a:lnTo>
                  <a:cubicBezTo>
                    <a:pt x="13165" y="397"/>
                    <a:pt x="12951" y="442"/>
                    <a:pt x="12641" y="442"/>
                  </a:cubicBezTo>
                  <a:cubicBezTo>
                    <a:pt x="11654" y="442"/>
                    <a:pt x="11654" y="1"/>
                    <a:pt x="10667" y="1"/>
                  </a:cubicBezTo>
                  <a:cubicBezTo>
                    <a:pt x="9680" y="1"/>
                    <a:pt x="9680" y="442"/>
                    <a:pt x="8693" y="442"/>
                  </a:cubicBezTo>
                  <a:cubicBezTo>
                    <a:pt x="7706" y="442"/>
                    <a:pt x="7706" y="1"/>
                    <a:pt x="6719" y="1"/>
                  </a:cubicBezTo>
                  <a:cubicBezTo>
                    <a:pt x="5732" y="1"/>
                    <a:pt x="5732" y="442"/>
                    <a:pt x="4745" y="442"/>
                  </a:cubicBezTo>
                  <a:cubicBezTo>
                    <a:pt x="3758" y="442"/>
                    <a:pt x="3758" y="1"/>
                    <a:pt x="2771"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45"/>
            <p:cNvSpPr/>
            <p:nvPr/>
          </p:nvSpPr>
          <p:spPr>
            <a:xfrm>
              <a:off x="5393164" y="3030680"/>
              <a:ext cx="364835" cy="79474"/>
            </a:xfrm>
            <a:custGeom>
              <a:rect b="b" l="l" r="r" t="t"/>
              <a:pathLst>
                <a:path extrusionOk="0" h="2682" w="12312">
                  <a:moveTo>
                    <a:pt x="2257" y="1"/>
                  </a:moveTo>
                  <a:cubicBezTo>
                    <a:pt x="1272" y="1"/>
                    <a:pt x="1272" y="442"/>
                    <a:pt x="283" y="442"/>
                  </a:cubicBezTo>
                  <a:cubicBezTo>
                    <a:pt x="179" y="442"/>
                    <a:pt x="84" y="436"/>
                    <a:pt x="0" y="428"/>
                  </a:cubicBezTo>
                  <a:lnTo>
                    <a:pt x="0" y="428"/>
                  </a:lnTo>
                  <a:cubicBezTo>
                    <a:pt x="314" y="1179"/>
                    <a:pt x="763" y="1860"/>
                    <a:pt x="1315" y="2441"/>
                  </a:cubicBezTo>
                  <a:cubicBezTo>
                    <a:pt x="1548" y="2338"/>
                    <a:pt x="1794" y="2241"/>
                    <a:pt x="2257" y="2241"/>
                  </a:cubicBezTo>
                  <a:cubicBezTo>
                    <a:pt x="3244" y="2241"/>
                    <a:pt x="3244" y="2682"/>
                    <a:pt x="4231" y="2682"/>
                  </a:cubicBezTo>
                  <a:cubicBezTo>
                    <a:pt x="5218" y="2682"/>
                    <a:pt x="5218" y="2241"/>
                    <a:pt x="6207" y="2241"/>
                  </a:cubicBezTo>
                  <a:cubicBezTo>
                    <a:pt x="7192" y="2241"/>
                    <a:pt x="7192" y="2682"/>
                    <a:pt x="8181" y="2682"/>
                  </a:cubicBezTo>
                  <a:cubicBezTo>
                    <a:pt x="9167" y="2682"/>
                    <a:pt x="9167" y="2241"/>
                    <a:pt x="10155" y="2241"/>
                  </a:cubicBezTo>
                  <a:cubicBezTo>
                    <a:pt x="10572" y="2241"/>
                    <a:pt x="10813" y="2321"/>
                    <a:pt x="11029" y="2412"/>
                  </a:cubicBezTo>
                  <a:cubicBezTo>
                    <a:pt x="11564" y="1836"/>
                    <a:pt x="12000" y="1171"/>
                    <a:pt x="12311" y="436"/>
                  </a:cubicBezTo>
                  <a:lnTo>
                    <a:pt x="12311" y="436"/>
                  </a:lnTo>
                  <a:cubicBezTo>
                    <a:pt x="12255" y="439"/>
                    <a:pt x="12193" y="442"/>
                    <a:pt x="12129" y="442"/>
                  </a:cubicBezTo>
                  <a:cubicBezTo>
                    <a:pt x="11142" y="442"/>
                    <a:pt x="11142" y="1"/>
                    <a:pt x="10155" y="1"/>
                  </a:cubicBezTo>
                  <a:cubicBezTo>
                    <a:pt x="9167" y="1"/>
                    <a:pt x="9168" y="442"/>
                    <a:pt x="8181" y="442"/>
                  </a:cubicBezTo>
                  <a:cubicBezTo>
                    <a:pt x="7194" y="442"/>
                    <a:pt x="7194" y="1"/>
                    <a:pt x="6207" y="1"/>
                  </a:cubicBezTo>
                  <a:cubicBezTo>
                    <a:pt x="5220" y="1"/>
                    <a:pt x="5220" y="442"/>
                    <a:pt x="4231" y="442"/>
                  </a:cubicBezTo>
                  <a:cubicBezTo>
                    <a:pt x="3246" y="442"/>
                    <a:pt x="3246" y="1"/>
                    <a:pt x="2257"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45"/>
            <p:cNvSpPr/>
            <p:nvPr/>
          </p:nvSpPr>
          <p:spPr>
            <a:xfrm>
              <a:off x="5430798" y="3095161"/>
              <a:ext cx="290339" cy="69488"/>
            </a:xfrm>
            <a:custGeom>
              <a:rect b="b" l="l" r="r" t="t"/>
              <a:pathLst>
                <a:path extrusionOk="0" h="2345" w="9798">
                  <a:moveTo>
                    <a:pt x="986" y="1"/>
                  </a:moveTo>
                  <a:cubicBezTo>
                    <a:pt x="494" y="1"/>
                    <a:pt x="247" y="110"/>
                    <a:pt x="0" y="220"/>
                  </a:cubicBezTo>
                  <a:cubicBezTo>
                    <a:pt x="1219" y="1529"/>
                    <a:pt x="2957" y="2345"/>
                    <a:pt x="4884" y="2345"/>
                  </a:cubicBezTo>
                  <a:cubicBezTo>
                    <a:pt x="6830" y="2345"/>
                    <a:pt x="8579" y="1515"/>
                    <a:pt x="9798" y="189"/>
                  </a:cubicBezTo>
                  <a:cubicBezTo>
                    <a:pt x="9572" y="89"/>
                    <a:pt x="9328" y="1"/>
                    <a:pt x="8882" y="1"/>
                  </a:cubicBezTo>
                  <a:cubicBezTo>
                    <a:pt x="7895" y="1"/>
                    <a:pt x="7895" y="442"/>
                    <a:pt x="6908" y="442"/>
                  </a:cubicBezTo>
                  <a:cubicBezTo>
                    <a:pt x="5921" y="442"/>
                    <a:pt x="5921" y="1"/>
                    <a:pt x="4934" y="1"/>
                  </a:cubicBezTo>
                  <a:cubicBezTo>
                    <a:pt x="3947" y="1"/>
                    <a:pt x="3947" y="442"/>
                    <a:pt x="2960" y="442"/>
                  </a:cubicBezTo>
                  <a:cubicBezTo>
                    <a:pt x="1973" y="442"/>
                    <a:pt x="1973" y="1"/>
                    <a:pt x="986"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0" name="Google Shape;10780;p45"/>
          <p:cNvGrpSpPr/>
          <p:nvPr/>
        </p:nvGrpSpPr>
        <p:grpSpPr>
          <a:xfrm>
            <a:off x="4704920" y="2751246"/>
            <a:ext cx="410055" cy="413403"/>
            <a:chOff x="4704920" y="2751246"/>
            <a:chExt cx="410055" cy="413403"/>
          </a:xfrm>
        </p:grpSpPr>
        <p:sp>
          <p:nvSpPr>
            <p:cNvPr id="10781" name="Google Shape;10781;p45"/>
            <p:cNvSpPr/>
            <p:nvPr/>
          </p:nvSpPr>
          <p:spPr>
            <a:xfrm>
              <a:off x="4704920" y="2768996"/>
              <a:ext cx="410055" cy="377340"/>
            </a:xfrm>
            <a:custGeom>
              <a:rect b="b" l="l" r="r" t="t"/>
              <a:pathLst>
                <a:path extrusionOk="0" h="12734" w="13838">
                  <a:moveTo>
                    <a:pt x="7162" y="1"/>
                  </a:moveTo>
                  <a:cubicBezTo>
                    <a:pt x="6761" y="1"/>
                    <a:pt x="6352" y="36"/>
                    <a:pt x="5938" y="110"/>
                  </a:cubicBezTo>
                  <a:cubicBezTo>
                    <a:pt x="3249" y="587"/>
                    <a:pt x="1121" y="2684"/>
                    <a:pt x="611" y="5367"/>
                  </a:cubicBezTo>
                  <a:cubicBezTo>
                    <a:pt x="0" y="8586"/>
                    <a:pt x="1704" y="11497"/>
                    <a:pt x="4346" y="12729"/>
                  </a:cubicBezTo>
                  <a:cubicBezTo>
                    <a:pt x="4349" y="12732"/>
                    <a:pt x="4356" y="12733"/>
                    <a:pt x="4359" y="12733"/>
                  </a:cubicBezTo>
                  <a:lnTo>
                    <a:pt x="9962" y="12733"/>
                  </a:lnTo>
                  <a:cubicBezTo>
                    <a:pt x="9967" y="12733"/>
                    <a:pt x="9973" y="12732"/>
                    <a:pt x="9976" y="12729"/>
                  </a:cubicBezTo>
                  <a:cubicBezTo>
                    <a:pt x="10284" y="12587"/>
                    <a:pt x="10576" y="12422"/>
                    <a:pt x="10855" y="12236"/>
                  </a:cubicBezTo>
                  <a:cubicBezTo>
                    <a:pt x="12652" y="11039"/>
                    <a:pt x="13836" y="8996"/>
                    <a:pt x="13836" y="6676"/>
                  </a:cubicBezTo>
                  <a:cubicBezTo>
                    <a:pt x="13837" y="2990"/>
                    <a:pt x="10848" y="1"/>
                    <a:pt x="716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45"/>
            <p:cNvSpPr/>
            <p:nvPr/>
          </p:nvSpPr>
          <p:spPr>
            <a:xfrm>
              <a:off x="4832399" y="3099072"/>
              <a:ext cx="168698" cy="65577"/>
            </a:xfrm>
            <a:custGeom>
              <a:rect b="b" l="l" r="r" t="t"/>
              <a:pathLst>
                <a:path extrusionOk="0" h="2213" w="5693">
                  <a:moveTo>
                    <a:pt x="1179" y="1"/>
                  </a:moveTo>
                  <a:lnTo>
                    <a:pt x="1179" y="312"/>
                  </a:lnTo>
                  <a:cubicBezTo>
                    <a:pt x="1179" y="822"/>
                    <a:pt x="661" y="1241"/>
                    <a:pt x="1" y="1571"/>
                  </a:cubicBezTo>
                  <a:cubicBezTo>
                    <a:pt x="868" y="1983"/>
                    <a:pt x="1838" y="2213"/>
                    <a:pt x="2859" y="2213"/>
                  </a:cubicBezTo>
                  <a:cubicBezTo>
                    <a:pt x="3871" y="2213"/>
                    <a:pt x="4832" y="1987"/>
                    <a:pt x="5693" y="1583"/>
                  </a:cubicBezTo>
                  <a:cubicBezTo>
                    <a:pt x="5018" y="1251"/>
                    <a:pt x="4490" y="826"/>
                    <a:pt x="4490" y="312"/>
                  </a:cubicBezTo>
                  <a:lnTo>
                    <a:pt x="4490" y="1"/>
                  </a:lnTo>
                  <a:cubicBezTo>
                    <a:pt x="4089" y="358"/>
                    <a:pt x="3402" y="817"/>
                    <a:pt x="2834" y="831"/>
                  </a:cubicBezTo>
                  <a:cubicBezTo>
                    <a:pt x="2269" y="817"/>
                    <a:pt x="1582" y="360"/>
                    <a:pt x="1179" y="1"/>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45"/>
            <p:cNvSpPr/>
            <p:nvPr/>
          </p:nvSpPr>
          <p:spPr>
            <a:xfrm>
              <a:off x="4788424" y="2941457"/>
              <a:ext cx="34463" cy="66643"/>
            </a:xfrm>
            <a:custGeom>
              <a:rect b="b" l="l" r="r" t="t"/>
              <a:pathLst>
                <a:path extrusionOk="0" h="2249" w="1163">
                  <a:moveTo>
                    <a:pt x="691" y="1"/>
                  </a:moveTo>
                  <a:cubicBezTo>
                    <a:pt x="566" y="1"/>
                    <a:pt x="449" y="32"/>
                    <a:pt x="372" y="106"/>
                  </a:cubicBezTo>
                  <a:cubicBezTo>
                    <a:pt x="0" y="469"/>
                    <a:pt x="272" y="1016"/>
                    <a:pt x="403" y="1361"/>
                  </a:cubicBezTo>
                  <a:cubicBezTo>
                    <a:pt x="443" y="1467"/>
                    <a:pt x="470" y="1574"/>
                    <a:pt x="481" y="1681"/>
                  </a:cubicBezTo>
                  <a:cubicBezTo>
                    <a:pt x="505" y="1912"/>
                    <a:pt x="630" y="2249"/>
                    <a:pt x="1139" y="2249"/>
                  </a:cubicBezTo>
                  <a:cubicBezTo>
                    <a:pt x="1145" y="2249"/>
                    <a:pt x="1151" y="2248"/>
                    <a:pt x="1157" y="2248"/>
                  </a:cubicBezTo>
                  <a:cubicBezTo>
                    <a:pt x="1147" y="2216"/>
                    <a:pt x="1140" y="2182"/>
                    <a:pt x="1132" y="2147"/>
                  </a:cubicBezTo>
                  <a:cubicBezTo>
                    <a:pt x="1132" y="2147"/>
                    <a:pt x="933" y="888"/>
                    <a:pt x="1163" y="136"/>
                  </a:cubicBezTo>
                  <a:cubicBezTo>
                    <a:pt x="1043" y="57"/>
                    <a:pt x="860" y="1"/>
                    <a:pt x="691" y="1"/>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45"/>
            <p:cNvSpPr/>
            <p:nvPr/>
          </p:nvSpPr>
          <p:spPr>
            <a:xfrm>
              <a:off x="5011438" y="2941457"/>
              <a:ext cx="34403" cy="66643"/>
            </a:xfrm>
            <a:custGeom>
              <a:rect b="b" l="l" r="r" t="t"/>
              <a:pathLst>
                <a:path extrusionOk="0" h="2249" w="1161">
                  <a:moveTo>
                    <a:pt x="471" y="1"/>
                  </a:moveTo>
                  <a:cubicBezTo>
                    <a:pt x="302" y="1"/>
                    <a:pt x="119" y="57"/>
                    <a:pt x="1" y="136"/>
                  </a:cubicBezTo>
                  <a:cubicBezTo>
                    <a:pt x="229" y="887"/>
                    <a:pt x="32" y="2147"/>
                    <a:pt x="32" y="2147"/>
                  </a:cubicBezTo>
                  <a:cubicBezTo>
                    <a:pt x="24" y="2182"/>
                    <a:pt x="16" y="2216"/>
                    <a:pt x="9" y="2248"/>
                  </a:cubicBezTo>
                  <a:cubicBezTo>
                    <a:pt x="14" y="2248"/>
                    <a:pt x="20" y="2249"/>
                    <a:pt x="26" y="2249"/>
                  </a:cubicBezTo>
                  <a:cubicBezTo>
                    <a:pt x="535" y="2249"/>
                    <a:pt x="659" y="1912"/>
                    <a:pt x="685" y="1681"/>
                  </a:cubicBezTo>
                  <a:cubicBezTo>
                    <a:pt x="696" y="1574"/>
                    <a:pt x="720" y="1467"/>
                    <a:pt x="762" y="1361"/>
                  </a:cubicBezTo>
                  <a:cubicBezTo>
                    <a:pt x="890" y="1016"/>
                    <a:pt x="1160" y="469"/>
                    <a:pt x="790" y="106"/>
                  </a:cubicBezTo>
                  <a:cubicBezTo>
                    <a:pt x="714" y="32"/>
                    <a:pt x="596" y="1"/>
                    <a:pt x="471" y="1"/>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45"/>
            <p:cNvSpPr/>
            <p:nvPr/>
          </p:nvSpPr>
          <p:spPr>
            <a:xfrm>
              <a:off x="4808367" y="2797798"/>
              <a:ext cx="217532" cy="147688"/>
            </a:xfrm>
            <a:custGeom>
              <a:rect b="b" l="l" r="r" t="t"/>
              <a:pathLst>
                <a:path extrusionOk="0" h="4984" w="7341">
                  <a:moveTo>
                    <a:pt x="3670" y="1"/>
                  </a:moveTo>
                  <a:cubicBezTo>
                    <a:pt x="2906" y="1"/>
                    <a:pt x="2279" y="181"/>
                    <a:pt x="1779" y="439"/>
                  </a:cubicBezTo>
                  <a:cubicBezTo>
                    <a:pt x="678" y="1006"/>
                    <a:pt x="0" y="2133"/>
                    <a:pt x="0" y="3349"/>
                  </a:cubicBezTo>
                  <a:lnTo>
                    <a:pt x="0" y="4849"/>
                  </a:lnTo>
                  <a:cubicBezTo>
                    <a:pt x="5" y="4849"/>
                    <a:pt x="9" y="4849"/>
                    <a:pt x="14" y="4849"/>
                  </a:cubicBezTo>
                  <a:cubicBezTo>
                    <a:pt x="183" y="4849"/>
                    <a:pt x="369" y="4905"/>
                    <a:pt x="490" y="4984"/>
                  </a:cubicBezTo>
                  <a:cubicBezTo>
                    <a:pt x="535" y="4835"/>
                    <a:pt x="599" y="4706"/>
                    <a:pt x="683" y="4611"/>
                  </a:cubicBezTo>
                  <a:cubicBezTo>
                    <a:pt x="757" y="4525"/>
                    <a:pt x="806" y="4421"/>
                    <a:pt x="809" y="4306"/>
                  </a:cubicBezTo>
                  <a:cubicBezTo>
                    <a:pt x="824" y="3765"/>
                    <a:pt x="998" y="2302"/>
                    <a:pt x="2398" y="2302"/>
                  </a:cubicBezTo>
                  <a:cubicBezTo>
                    <a:pt x="2709" y="2302"/>
                    <a:pt x="3079" y="2374"/>
                    <a:pt x="3521" y="2544"/>
                  </a:cubicBezTo>
                  <a:cubicBezTo>
                    <a:pt x="3568" y="2562"/>
                    <a:pt x="3619" y="2572"/>
                    <a:pt x="3670" y="2572"/>
                  </a:cubicBezTo>
                  <a:cubicBezTo>
                    <a:pt x="3720" y="2572"/>
                    <a:pt x="3771" y="2562"/>
                    <a:pt x="3820" y="2544"/>
                  </a:cubicBezTo>
                  <a:cubicBezTo>
                    <a:pt x="4262" y="2374"/>
                    <a:pt x="4633" y="2302"/>
                    <a:pt x="4943" y="2302"/>
                  </a:cubicBezTo>
                  <a:cubicBezTo>
                    <a:pt x="6344" y="2302"/>
                    <a:pt x="6517" y="3765"/>
                    <a:pt x="6532" y="4306"/>
                  </a:cubicBezTo>
                  <a:cubicBezTo>
                    <a:pt x="6537" y="4418"/>
                    <a:pt x="6583" y="4525"/>
                    <a:pt x="6659" y="4611"/>
                  </a:cubicBezTo>
                  <a:cubicBezTo>
                    <a:pt x="6742" y="4706"/>
                    <a:pt x="6804" y="4835"/>
                    <a:pt x="6851" y="4984"/>
                  </a:cubicBezTo>
                  <a:cubicBezTo>
                    <a:pt x="6970" y="4906"/>
                    <a:pt x="7152" y="4848"/>
                    <a:pt x="7321" y="4848"/>
                  </a:cubicBezTo>
                  <a:cubicBezTo>
                    <a:pt x="7327" y="4848"/>
                    <a:pt x="7334" y="4849"/>
                    <a:pt x="7340" y="4849"/>
                  </a:cubicBezTo>
                  <a:lnTo>
                    <a:pt x="7340" y="3349"/>
                  </a:lnTo>
                  <a:cubicBezTo>
                    <a:pt x="7340" y="2132"/>
                    <a:pt x="6663" y="1006"/>
                    <a:pt x="5564" y="439"/>
                  </a:cubicBezTo>
                  <a:cubicBezTo>
                    <a:pt x="5060" y="181"/>
                    <a:pt x="4437" y="1"/>
                    <a:pt x="367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45"/>
            <p:cNvSpPr/>
            <p:nvPr/>
          </p:nvSpPr>
          <p:spPr>
            <a:xfrm>
              <a:off x="4815597" y="2865331"/>
              <a:ext cx="203249" cy="262514"/>
            </a:xfrm>
            <a:custGeom>
              <a:rect b="b" l="l" r="r" t="t"/>
              <a:pathLst>
                <a:path extrusionOk="0" h="8859" w="6859">
                  <a:moveTo>
                    <a:pt x="2153" y="0"/>
                  </a:moveTo>
                  <a:cubicBezTo>
                    <a:pt x="1828" y="0"/>
                    <a:pt x="1548" y="78"/>
                    <a:pt x="1314" y="233"/>
                  </a:cubicBezTo>
                  <a:cubicBezTo>
                    <a:pt x="649" y="676"/>
                    <a:pt x="549" y="1636"/>
                    <a:pt x="537" y="2029"/>
                  </a:cubicBezTo>
                  <a:cubicBezTo>
                    <a:pt x="534" y="2131"/>
                    <a:pt x="493" y="2231"/>
                    <a:pt x="417" y="2316"/>
                  </a:cubicBezTo>
                  <a:cubicBezTo>
                    <a:pt x="0" y="2787"/>
                    <a:pt x="92" y="4158"/>
                    <a:pt x="190" y="4724"/>
                  </a:cubicBezTo>
                  <a:cubicBezTo>
                    <a:pt x="405" y="5674"/>
                    <a:pt x="715" y="6504"/>
                    <a:pt x="1116" y="7188"/>
                  </a:cubicBezTo>
                  <a:cubicBezTo>
                    <a:pt x="1522" y="7881"/>
                    <a:pt x="2136" y="8422"/>
                    <a:pt x="2895" y="8750"/>
                  </a:cubicBezTo>
                  <a:cubicBezTo>
                    <a:pt x="3063" y="8822"/>
                    <a:pt x="3245" y="8858"/>
                    <a:pt x="3427" y="8858"/>
                  </a:cubicBezTo>
                  <a:cubicBezTo>
                    <a:pt x="3609" y="8858"/>
                    <a:pt x="3792" y="8822"/>
                    <a:pt x="3961" y="8750"/>
                  </a:cubicBezTo>
                  <a:cubicBezTo>
                    <a:pt x="4716" y="8422"/>
                    <a:pt x="5332" y="7881"/>
                    <a:pt x="5739" y="7188"/>
                  </a:cubicBezTo>
                  <a:cubicBezTo>
                    <a:pt x="6139" y="6504"/>
                    <a:pt x="6450" y="5675"/>
                    <a:pt x="6666" y="4723"/>
                  </a:cubicBezTo>
                  <a:cubicBezTo>
                    <a:pt x="6759" y="4127"/>
                    <a:pt x="6858" y="2790"/>
                    <a:pt x="6436" y="2316"/>
                  </a:cubicBezTo>
                  <a:cubicBezTo>
                    <a:pt x="6361" y="2231"/>
                    <a:pt x="6319" y="2131"/>
                    <a:pt x="6316" y="2029"/>
                  </a:cubicBezTo>
                  <a:cubicBezTo>
                    <a:pt x="6304" y="1637"/>
                    <a:pt x="6206" y="676"/>
                    <a:pt x="5539" y="233"/>
                  </a:cubicBezTo>
                  <a:cubicBezTo>
                    <a:pt x="5305" y="78"/>
                    <a:pt x="5024" y="0"/>
                    <a:pt x="4699" y="0"/>
                  </a:cubicBezTo>
                  <a:cubicBezTo>
                    <a:pt x="4367" y="0"/>
                    <a:pt x="3989" y="81"/>
                    <a:pt x="3566" y="243"/>
                  </a:cubicBezTo>
                  <a:cubicBezTo>
                    <a:pt x="3522" y="261"/>
                    <a:pt x="3474" y="270"/>
                    <a:pt x="3427" y="270"/>
                  </a:cubicBezTo>
                  <a:cubicBezTo>
                    <a:pt x="3379" y="270"/>
                    <a:pt x="3331" y="261"/>
                    <a:pt x="3286" y="243"/>
                  </a:cubicBezTo>
                  <a:cubicBezTo>
                    <a:pt x="2863" y="81"/>
                    <a:pt x="2485" y="0"/>
                    <a:pt x="2153"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45"/>
            <p:cNvSpPr/>
            <p:nvPr/>
          </p:nvSpPr>
          <p:spPr>
            <a:xfrm>
              <a:off x="4786587" y="2751246"/>
              <a:ext cx="257951" cy="186062"/>
            </a:xfrm>
            <a:custGeom>
              <a:rect b="b" l="l" r="r" t="t"/>
              <a:pathLst>
                <a:path extrusionOk="0" h="6279" w="8705">
                  <a:moveTo>
                    <a:pt x="4352" y="0"/>
                  </a:moveTo>
                  <a:cubicBezTo>
                    <a:pt x="3160" y="0"/>
                    <a:pt x="1977" y="572"/>
                    <a:pt x="1161" y="1477"/>
                  </a:cubicBezTo>
                  <a:cubicBezTo>
                    <a:pt x="331" y="2394"/>
                    <a:pt x="0" y="3720"/>
                    <a:pt x="260" y="4979"/>
                  </a:cubicBezTo>
                  <a:lnTo>
                    <a:pt x="465" y="5980"/>
                  </a:lnTo>
                  <a:cubicBezTo>
                    <a:pt x="465" y="6152"/>
                    <a:pt x="597" y="6278"/>
                    <a:pt x="744" y="6278"/>
                  </a:cubicBezTo>
                  <a:cubicBezTo>
                    <a:pt x="783" y="6278"/>
                    <a:pt x="823" y="6269"/>
                    <a:pt x="861" y="6250"/>
                  </a:cubicBezTo>
                  <a:cubicBezTo>
                    <a:pt x="1913" y="5527"/>
                    <a:pt x="3133" y="5165"/>
                    <a:pt x="4352" y="5165"/>
                  </a:cubicBezTo>
                  <a:cubicBezTo>
                    <a:pt x="5572" y="5165"/>
                    <a:pt x="6791" y="5527"/>
                    <a:pt x="7842" y="6250"/>
                  </a:cubicBezTo>
                  <a:cubicBezTo>
                    <a:pt x="7881" y="6269"/>
                    <a:pt x="7921" y="6278"/>
                    <a:pt x="7960" y="6278"/>
                  </a:cubicBezTo>
                  <a:cubicBezTo>
                    <a:pt x="8106" y="6278"/>
                    <a:pt x="8239" y="6152"/>
                    <a:pt x="8239" y="5980"/>
                  </a:cubicBezTo>
                  <a:lnTo>
                    <a:pt x="8445" y="4979"/>
                  </a:lnTo>
                  <a:cubicBezTo>
                    <a:pt x="8705" y="3720"/>
                    <a:pt x="8375" y="2395"/>
                    <a:pt x="7545" y="1477"/>
                  </a:cubicBezTo>
                  <a:cubicBezTo>
                    <a:pt x="6729" y="572"/>
                    <a:pt x="5546" y="0"/>
                    <a:pt x="4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45"/>
            <p:cNvSpPr/>
            <p:nvPr/>
          </p:nvSpPr>
          <p:spPr>
            <a:xfrm>
              <a:off x="4800307" y="2886903"/>
              <a:ext cx="230363" cy="50346"/>
            </a:xfrm>
            <a:custGeom>
              <a:rect b="b" l="l" r="r" t="t"/>
              <a:pathLst>
                <a:path extrusionOk="0" h="1699" w="7774">
                  <a:moveTo>
                    <a:pt x="3887" y="1"/>
                  </a:moveTo>
                  <a:cubicBezTo>
                    <a:pt x="2633" y="1"/>
                    <a:pt x="1379" y="390"/>
                    <a:pt x="317" y="1169"/>
                  </a:cubicBezTo>
                  <a:lnTo>
                    <a:pt x="0" y="1400"/>
                  </a:lnTo>
                  <a:cubicBezTo>
                    <a:pt x="0" y="1573"/>
                    <a:pt x="133" y="1698"/>
                    <a:pt x="280" y="1698"/>
                  </a:cubicBezTo>
                  <a:cubicBezTo>
                    <a:pt x="319" y="1698"/>
                    <a:pt x="358" y="1689"/>
                    <a:pt x="397" y="1671"/>
                  </a:cubicBezTo>
                  <a:cubicBezTo>
                    <a:pt x="1447" y="946"/>
                    <a:pt x="2667" y="584"/>
                    <a:pt x="3887" y="584"/>
                  </a:cubicBezTo>
                  <a:cubicBezTo>
                    <a:pt x="5107" y="584"/>
                    <a:pt x="6327" y="946"/>
                    <a:pt x="7378" y="1671"/>
                  </a:cubicBezTo>
                  <a:cubicBezTo>
                    <a:pt x="7416" y="1689"/>
                    <a:pt x="7456" y="1698"/>
                    <a:pt x="7494" y="1698"/>
                  </a:cubicBezTo>
                  <a:cubicBezTo>
                    <a:pt x="7641" y="1698"/>
                    <a:pt x="7774" y="1573"/>
                    <a:pt x="7774" y="1400"/>
                  </a:cubicBezTo>
                  <a:lnTo>
                    <a:pt x="7441" y="1158"/>
                  </a:lnTo>
                  <a:cubicBezTo>
                    <a:pt x="6382" y="386"/>
                    <a:pt x="5135" y="1"/>
                    <a:pt x="3887"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45"/>
            <p:cNvSpPr/>
            <p:nvPr/>
          </p:nvSpPr>
          <p:spPr>
            <a:xfrm>
              <a:off x="4988414" y="2927322"/>
              <a:ext cx="44330" cy="42789"/>
            </a:xfrm>
            <a:custGeom>
              <a:rect b="b" l="l" r="r" t="t"/>
              <a:pathLst>
                <a:path extrusionOk="0" h="1444" w="1496">
                  <a:moveTo>
                    <a:pt x="1428" y="1"/>
                  </a:moveTo>
                  <a:cubicBezTo>
                    <a:pt x="1418" y="1"/>
                    <a:pt x="1409" y="3"/>
                    <a:pt x="1400" y="8"/>
                  </a:cubicBezTo>
                  <a:lnTo>
                    <a:pt x="1" y="745"/>
                  </a:lnTo>
                  <a:lnTo>
                    <a:pt x="5" y="775"/>
                  </a:lnTo>
                  <a:cubicBezTo>
                    <a:pt x="192" y="941"/>
                    <a:pt x="290" y="1194"/>
                    <a:pt x="249" y="1443"/>
                  </a:cubicBezTo>
                  <a:lnTo>
                    <a:pt x="1264" y="481"/>
                  </a:lnTo>
                  <a:cubicBezTo>
                    <a:pt x="1264" y="481"/>
                    <a:pt x="1267" y="481"/>
                    <a:pt x="1267" y="479"/>
                  </a:cubicBezTo>
                  <a:cubicBezTo>
                    <a:pt x="1386" y="374"/>
                    <a:pt x="1463" y="232"/>
                    <a:pt x="1488" y="77"/>
                  </a:cubicBezTo>
                  <a:cubicBezTo>
                    <a:pt x="1495" y="34"/>
                    <a:pt x="1463" y="1"/>
                    <a:pt x="14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45"/>
            <p:cNvSpPr/>
            <p:nvPr/>
          </p:nvSpPr>
          <p:spPr>
            <a:xfrm>
              <a:off x="4797373" y="2927322"/>
              <a:ext cx="44360" cy="42789"/>
            </a:xfrm>
            <a:custGeom>
              <a:rect b="b" l="l" r="r" t="t"/>
              <a:pathLst>
                <a:path extrusionOk="0" h="1444" w="1497">
                  <a:moveTo>
                    <a:pt x="68" y="1"/>
                  </a:moveTo>
                  <a:cubicBezTo>
                    <a:pt x="31" y="1"/>
                    <a:pt x="0" y="34"/>
                    <a:pt x="8" y="77"/>
                  </a:cubicBezTo>
                  <a:cubicBezTo>
                    <a:pt x="32" y="232"/>
                    <a:pt x="110" y="374"/>
                    <a:pt x="228" y="479"/>
                  </a:cubicBezTo>
                  <a:lnTo>
                    <a:pt x="231" y="481"/>
                  </a:lnTo>
                  <a:lnTo>
                    <a:pt x="1248" y="1443"/>
                  </a:lnTo>
                  <a:cubicBezTo>
                    <a:pt x="1206" y="1194"/>
                    <a:pt x="1304" y="941"/>
                    <a:pt x="1491" y="775"/>
                  </a:cubicBezTo>
                  <a:lnTo>
                    <a:pt x="1497" y="745"/>
                  </a:lnTo>
                  <a:lnTo>
                    <a:pt x="98" y="8"/>
                  </a:lnTo>
                  <a:cubicBezTo>
                    <a:pt x="88" y="3"/>
                    <a:pt x="78" y="1"/>
                    <a:pt x="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45"/>
            <p:cNvSpPr/>
            <p:nvPr/>
          </p:nvSpPr>
          <p:spPr>
            <a:xfrm>
              <a:off x="4986606" y="2944776"/>
              <a:ext cx="30670" cy="35174"/>
            </a:xfrm>
            <a:custGeom>
              <a:rect b="b" l="l" r="r" t="t"/>
              <a:pathLst>
                <a:path extrusionOk="0" h="1187" w="1035">
                  <a:moveTo>
                    <a:pt x="483" y="0"/>
                  </a:moveTo>
                  <a:cubicBezTo>
                    <a:pt x="271" y="0"/>
                    <a:pt x="44" y="77"/>
                    <a:pt x="1" y="91"/>
                  </a:cubicBezTo>
                  <a:cubicBezTo>
                    <a:pt x="380" y="256"/>
                    <a:pt x="595" y="689"/>
                    <a:pt x="469" y="1086"/>
                  </a:cubicBezTo>
                  <a:cubicBezTo>
                    <a:pt x="463" y="1148"/>
                    <a:pt x="455" y="1187"/>
                    <a:pt x="455" y="1187"/>
                  </a:cubicBezTo>
                  <a:cubicBezTo>
                    <a:pt x="455" y="1187"/>
                    <a:pt x="1035" y="498"/>
                    <a:pt x="828" y="148"/>
                  </a:cubicBezTo>
                  <a:cubicBezTo>
                    <a:pt x="761" y="35"/>
                    <a:pt x="626" y="0"/>
                    <a:pt x="483"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45"/>
            <p:cNvSpPr/>
            <p:nvPr/>
          </p:nvSpPr>
          <p:spPr>
            <a:xfrm>
              <a:off x="4923519" y="2945309"/>
              <a:ext cx="86438" cy="52983"/>
            </a:xfrm>
            <a:custGeom>
              <a:rect b="b" l="l" r="r" t="t"/>
              <a:pathLst>
                <a:path extrusionOk="0" h="1788" w="2917">
                  <a:moveTo>
                    <a:pt x="1711" y="1"/>
                  </a:moveTo>
                  <a:cubicBezTo>
                    <a:pt x="1295" y="1"/>
                    <a:pt x="787" y="47"/>
                    <a:pt x="403" y="230"/>
                  </a:cubicBezTo>
                  <a:cubicBezTo>
                    <a:pt x="133" y="357"/>
                    <a:pt x="0" y="667"/>
                    <a:pt x="84" y="953"/>
                  </a:cubicBezTo>
                  <a:cubicBezTo>
                    <a:pt x="170" y="1246"/>
                    <a:pt x="361" y="1598"/>
                    <a:pt x="793" y="1685"/>
                  </a:cubicBezTo>
                  <a:cubicBezTo>
                    <a:pt x="1086" y="1744"/>
                    <a:pt x="1343" y="1787"/>
                    <a:pt x="1572" y="1787"/>
                  </a:cubicBezTo>
                  <a:cubicBezTo>
                    <a:pt x="1947" y="1787"/>
                    <a:pt x="2249" y="1671"/>
                    <a:pt x="2520" y="1319"/>
                  </a:cubicBezTo>
                  <a:lnTo>
                    <a:pt x="2556" y="1273"/>
                  </a:lnTo>
                  <a:cubicBezTo>
                    <a:pt x="2916" y="738"/>
                    <a:pt x="2517" y="20"/>
                    <a:pt x="1872" y="3"/>
                  </a:cubicBezTo>
                  <a:cubicBezTo>
                    <a:pt x="1820" y="1"/>
                    <a:pt x="1766" y="1"/>
                    <a:pt x="1711"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45"/>
            <p:cNvSpPr/>
            <p:nvPr/>
          </p:nvSpPr>
          <p:spPr>
            <a:xfrm>
              <a:off x="4933179" y="2953073"/>
              <a:ext cx="62495" cy="38315"/>
            </a:xfrm>
            <a:custGeom>
              <a:rect b="b" l="l" r="r" t="t"/>
              <a:pathLst>
                <a:path extrusionOk="0" h="1293" w="2109">
                  <a:moveTo>
                    <a:pt x="1248" y="1"/>
                  </a:moveTo>
                  <a:cubicBezTo>
                    <a:pt x="945" y="1"/>
                    <a:pt x="573" y="34"/>
                    <a:pt x="291" y="168"/>
                  </a:cubicBezTo>
                  <a:cubicBezTo>
                    <a:pt x="97" y="262"/>
                    <a:pt x="1" y="482"/>
                    <a:pt x="61" y="691"/>
                  </a:cubicBezTo>
                  <a:cubicBezTo>
                    <a:pt x="124" y="902"/>
                    <a:pt x="263" y="1157"/>
                    <a:pt x="574" y="1219"/>
                  </a:cubicBezTo>
                  <a:cubicBezTo>
                    <a:pt x="785" y="1261"/>
                    <a:pt x="970" y="1292"/>
                    <a:pt x="1135" y="1292"/>
                  </a:cubicBezTo>
                  <a:cubicBezTo>
                    <a:pt x="1407" y="1292"/>
                    <a:pt x="1626" y="1209"/>
                    <a:pt x="1821" y="955"/>
                  </a:cubicBezTo>
                  <a:cubicBezTo>
                    <a:pt x="1830" y="942"/>
                    <a:pt x="1838" y="932"/>
                    <a:pt x="1846" y="919"/>
                  </a:cubicBezTo>
                  <a:cubicBezTo>
                    <a:pt x="2109" y="535"/>
                    <a:pt x="1819" y="14"/>
                    <a:pt x="1353" y="2"/>
                  </a:cubicBezTo>
                  <a:cubicBezTo>
                    <a:pt x="1319" y="1"/>
                    <a:pt x="1284" y="1"/>
                    <a:pt x="1248"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45"/>
            <p:cNvSpPr/>
            <p:nvPr/>
          </p:nvSpPr>
          <p:spPr>
            <a:xfrm>
              <a:off x="4812782" y="2944776"/>
              <a:ext cx="30699" cy="35174"/>
            </a:xfrm>
            <a:custGeom>
              <a:rect b="b" l="l" r="r" t="t"/>
              <a:pathLst>
                <a:path extrusionOk="0" h="1187" w="1036">
                  <a:moveTo>
                    <a:pt x="554" y="0"/>
                  </a:moveTo>
                  <a:cubicBezTo>
                    <a:pt x="411" y="0"/>
                    <a:pt x="275" y="35"/>
                    <a:pt x="209" y="148"/>
                  </a:cubicBezTo>
                  <a:cubicBezTo>
                    <a:pt x="1" y="498"/>
                    <a:pt x="582" y="1187"/>
                    <a:pt x="582" y="1187"/>
                  </a:cubicBezTo>
                  <a:cubicBezTo>
                    <a:pt x="582" y="1187"/>
                    <a:pt x="574" y="1148"/>
                    <a:pt x="568" y="1086"/>
                  </a:cubicBezTo>
                  <a:cubicBezTo>
                    <a:pt x="442" y="689"/>
                    <a:pt x="658" y="256"/>
                    <a:pt x="1036" y="91"/>
                  </a:cubicBezTo>
                  <a:cubicBezTo>
                    <a:pt x="993" y="77"/>
                    <a:pt x="766" y="0"/>
                    <a:pt x="554"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45"/>
            <p:cNvSpPr/>
            <p:nvPr/>
          </p:nvSpPr>
          <p:spPr>
            <a:xfrm>
              <a:off x="4820161" y="2945309"/>
              <a:ext cx="86379" cy="52983"/>
            </a:xfrm>
            <a:custGeom>
              <a:rect b="b" l="l" r="r" t="t"/>
              <a:pathLst>
                <a:path extrusionOk="0" h="1788" w="2915">
                  <a:moveTo>
                    <a:pt x="1204" y="1"/>
                  </a:moveTo>
                  <a:cubicBezTo>
                    <a:pt x="1149" y="1"/>
                    <a:pt x="1095" y="1"/>
                    <a:pt x="1043" y="3"/>
                  </a:cubicBezTo>
                  <a:cubicBezTo>
                    <a:pt x="401" y="20"/>
                    <a:pt x="0" y="738"/>
                    <a:pt x="359" y="1273"/>
                  </a:cubicBezTo>
                  <a:lnTo>
                    <a:pt x="395" y="1319"/>
                  </a:lnTo>
                  <a:cubicBezTo>
                    <a:pt x="666" y="1671"/>
                    <a:pt x="968" y="1787"/>
                    <a:pt x="1343" y="1787"/>
                  </a:cubicBezTo>
                  <a:cubicBezTo>
                    <a:pt x="1572" y="1787"/>
                    <a:pt x="1829" y="1744"/>
                    <a:pt x="2122" y="1685"/>
                  </a:cubicBezTo>
                  <a:cubicBezTo>
                    <a:pt x="2554" y="1598"/>
                    <a:pt x="2745" y="1246"/>
                    <a:pt x="2831" y="953"/>
                  </a:cubicBezTo>
                  <a:cubicBezTo>
                    <a:pt x="2915" y="667"/>
                    <a:pt x="2783" y="357"/>
                    <a:pt x="2512" y="230"/>
                  </a:cubicBezTo>
                  <a:cubicBezTo>
                    <a:pt x="2128" y="47"/>
                    <a:pt x="1620" y="1"/>
                    <a:pt x="120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45"/>
            <p:cNvSpPr/>
            <p:nvPr/>
          </p:nvSpPr>
          <p:spPr>
            <a:xfrm>
              <a:off x="4834443" y="2953073"/>
              <a:ext cx="62436" cy="38315"/>
            </a:xfrm>
            <a:custGeom>
              <a:rect b="b" l="l" r="r" t="t"/>
              <a:pathLst>
                <a:path extrusionOk="0" h="1293" w="2107">
                  <a:moveTo>
                    <a:pt x="860" y="1"/>
                  </a:moveTo>
                  <a:cubicBezTo>
                    <a:pt x="823" y="1"/>
                    <a:pt x="788" y="1"/>
                    <a:pt x="754" y="2"/>
                  </a:cubicBezTo>
                  <a:cubicBezTo>
                    <a:pt x="289" y="14"/>
                    <a:pt x="0" y="535"/>
                    <a:pt x="258" y="919"/>
                  </a:cubicBezTo>
                  <a:cubicBezTo>
                    <a:pt x="266" y="932"/>
                    <a:pt x="274" y="942"/>
                    <a:pt x="285" y="955"/>
                  </a:cubicBezTo>
                  <a:cubicBezTo>
                    <a:pt x="480" y="1209"/>
                    <a:pt x="698" y="1292"/>
                    <a:pt x="970" y="1292"/>
                  </a:cubicBezTo>
                  <a:cubicBezTo>
                    <a:pt x="1135" y="1292"/>
                    <a:pt x="1320" y="1261"/>
                    <a:pt x="1531" y="1219"/>
                  </a:cubicBezTo>
                  <a:cubicBezTo>
                    <a:pt x="1842" y="1157"/>
                    <a:pt x="1982" y="902"/>
                    <a:pt x="2044" y="691"/>
                  </a:cubicBezTo>
                  <a:cubicBezTo>
                    <a:pt x="2106" y="482"/>
                    <a:pt x="2010" y="262"/>
                    <a:pt x="1816" y="168"/>
                  </a:cubicBezTo>
                  <a:cubicBezTo>
                    <a:pt x="1534" y="34"/>
                    <a:pt x="1162" y="1"/>
                    <a:pt x="860"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45"/>
            <p:cNvSpPr/>
            <p:nvPr/>
          </p:nvSpPr>
          <p:spPr>
            <a:xfrm>
              <a:off x="4899339" y="2967800"/>
              <a:ext cx="31055" cy="12238"/>
            </a:xfrm>
            <a:custGeom>
              <a:rect b="b" l="l" r="r" t="t"/>
              <a:pathLst>
                <a:path extrusionOk="0" h="413" w="1048">
                  <a:moveTo>
                    <a:pt x="205" y="1"/>
                  </a:moveTo>
                  <a:cubicBezTo>
                    <a:pt x="94" y="1"/>
                    <a:pt x="0" y="94"/>
                    <a:pt x="0" y="208"/>
                  </a:cubicBezTo>
                  <a:cubicBezTo>
                    <a:pt x="0" y="320"/>
                    <a:pt x="94" y="413"/>
                    <a:pt x="205" y="413"/>
                  </a:cubicBezTo>
                  <a:lnTo>
                    <a:pt x="841" y="413"/>
                  </a:lnTo>
                  <a:cubicBezTo>
                    <a:pt x="955" y="413"/>
                    <a:pt x="1048" y="320"/>
                    <a:pt x="1048" y="208"/>
                  </a:cubicBezTo>
                  <a:cubicBezTo>
                    <a:pt x="1048" y="94"/>
                    <a:pt x="955" y="1"/>
                    <a:pt x="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8" name="Google Shape;10798;p45"/>
          <p:cNvGrpSpPr/>
          <p:nvPr/>
        </p:nvGrpSpPr>
        <p:grpSpPr>
          <a:xfrm>
            <a:off x="4059880" y="2751246"/>
            <a:ext cx="395683" cy="413373"/>
            <a:chOff x="4059880" y="2751246"/>
            <a:chExt cx="395683" cy="413373"/>
          </a:xfrm>
        </p:grpSpPr>
        <p:sp>
          <p:nvSpPr>
            <p:cNvPr id="10799" name="Google Shape;10799;p45"/>
            <p:cNvSpPr/>
            <p:nvPr/>
          </p:nvSpPr>
          <p:spPr>
            <a:xfrm>
              <a:off x="4059880" y="2769025"/>
              <a:ext cx="395683" cy="395594"/>
            </a:xfrm>
            <a:custGeom>
              <a:rect b="b" l="l" r="r" t="t"/>
              <a:pathLst>
                <a:path extrusionOk="0" h="13350" w="13353">
                  <a:moveTo>
                    <a:pt x="6676" y="0"/>
                  </a:moveTo>
                  <a:cubicBezTo>
                    <a:pt x="2988" y="0"/>
                    <a:pt x="0" y="2988"/>
                    <a:pt x="0" y="6676"/>
                  </a:cubicBezTo>
                  <a:cubicBezTo>
                    <a:pt x="0" y="8154"/>
                    <a:pt x="482" y="9522"/>
                    <a:pt x="1295" y="10628"/>
                  </a:cubicBezTo>
                  <a:lnTo>
                    <a:pt x="2534" y="11910"/>
                  </a:lnTo>
                  <a:cubicBezTo>
                    <a:pt x="2943" y="12235"/>
                    <a:pt x="3392" y="12513"/>
                    <a:pt x="3872" y="12734"/>
                  </a:cubicBezTo>
                  <a:lnTo>
                    <a:pt x="5529" y="13253"/>
                  </a:lnTo>
                  <a:cubicBezTo>
                    <a:pt x="5902" y="13317"/>
                    <a:pt x="6285" y="13349"/>
                    <a:pt x="6676" y="13349"/>
                  </a:cubicBezTo>
                  <a:cubicBezTo>
                    <a:pt x="7107" y="13349"/>
                    <a:pt x="7527" y="13309"/>
                    <a:pt x="7935" y="13231"/>
                  </a:cubicBezTo>
                  <a:lnTo>
                    <a:pt x="9709" y="12623"/>
                  </a:lnTo>
                  <a:cubicBezTo>
                    <a:pt x="10062" y="12443"/>
                    <a:pt x="10396" y="12230"/>
                    <a:pt x="10712" y="11994"/>
                  </a:cubicBezTo>
                  <a:lnTo>
                    <a:pt x="12156" y="10489"/>
                  </a:lnTo>
                  <a:cubicBezTo>
                    <a:pt x="12909" y="9407"/>
                    <a:pt x="13352" y="8092"/>
                    <a:pt x="13352" y="6676"/>
                  </a:cubicBezTo>
                  <a:cubicBezTo>
                    <a:pt x="13352" y="2991"/>
                    <a:pt x="10363" y="0"/>
                    <a:pt x="6676"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45"/>
            <p:cNvSpPr/>
            <p:nvPr/>
          </p:nvSpPr>
          <p:spPr>
            <a:xfrm>
              <a:off x="4080415" y="2779219"/>
              <a:ext cx="310904" cy="298814"/>
            </a:xfrm>
            <a:custGeom>
              <a:rect b="b" l="l" r="r" t="t"/>
              <a:pathLst>
                <a:path extrusionOk="0" h="10084" w="10492">
                  <a:moveTo>
                    <a:pt x="3660" y="1"/>
                  </a:moveTo>
                  <a:cubicBezTo>
                    <a:pt x="3269" y="1"/>
                    <a:pt x="2905" y="57"/>
                    <a:pt x="2655" y="153"/>
                  </a:cubicBezTo>
                  <a:cubicBezTo>
                    <a:pt x="2245" y="310"/>
                    <a:pt x="1803" y="382"/>
                    <a:pt x="1474" y="413"/>
                  </a:cubicBezTo>
                  <a:cubicBezTo>
                    <a:pt x="1171" y="443"/>
                    <a:pt x="924" y="674"/>
                    <a:pt x="872" y="973"/>
                  </a:cubicBezTo>
                  <a:cubicBezTo>
                    <a:pt x="694" y="2005"/>
                    <a:pt x="305" y="5959"/>
                    <a:pt x="126" y="7266"/>
                  </a:cubicBezTo>
                  <a:cubicBezTo>
                    <a:pt x="0" y="8197"/>
                    <a:pt x="412" y="8937"/>
                    <a:pt x="821" y="9424"/>
                  </a:cubicBezTo>
                  <a:cubicBezTo>
                    <a:pt x="1174" y="9844"/>
                    <a:pt x="1695" y="10084"/>
                    <a:pt x="2236" y="10084"/>
                  </a:cubicBezTo>
                  <a:cubicBezTo>
                    <a:pt x="2332" y="10084"/>
                    <a:pt x="2427" y="10076"/>
                    <a:pt x="2523" y="10061"/>
                  </a:cubicBezTo>
                  <a:cubicBezTo>
                    <a:pt x="3412" y="9921"/>
                    <a:pt x="4350" y="9506"/>
                    <a:pt x="5680" y="9474"/>
                  </a:cubicBezTo>
                  <a:cubicBezTo>
                    <a:pt x="4712" y="8504"/>
                    <a:pt x="3852" y="7305"/>
                    <a:pt x="3456" y="6725"/>
                  </a:cubicBezTo>
                  <a:lnTo>
                    <a:pt x="3456" y="6725"/>
                  </a:lnTo>
                  <a:cubicBezTo>
                    <a:pt x="4637" y="7206"/>
                    <a:pt x="7590" y="8346"/>
                    <a:pt x="9012" y="8346"/>
                  </a:cubicBezTo>
                  <a:cubicBezTo>
                    <a:pt x="9218" y="8346"/>
                    <a:pt x="9391" y="8322"/>
                    <a:pt x="9523" y="8269"/>
                  </a:cubicBezTo>
                  <a:cubicBezTo>
                    <a:pt x="10051" y="8058"/>
                    <a:pt x="10337" y="7635"/>
                    <a:pt x="10491" y="7215"/>
                  </a:cubicBezTo>
                  <a:cubicBezTo>
                    <a:pt x="10292" y="7164"/>
                    <a:pt x="10070" y="7119"/>
                    <a:pt x="9815" y="7083"/>
                  </a:cubicBezTo>
                  <a:cubicBezTo>
                    <a:pt x="7905" y="6822"/>
                    <a:pt x="6597" y="5650"/>
                    <a:pt x="6008" y="5003"/>
                  </a:cubicBezTo>
                  <a:cubicBezTo>
                    <a:pt x="5974" y="4966"/>
                    <a:pt x="5943" y="4925"/>
                    <a:pt x="5912" y="4883"/>
                  </a:cubicBezTo>
                  <a:cubicBezTo>
                    <a:pt x="5703" y="4607"/>
                    <a:pt x="5604" y="4262"/>
                    <a:pt x="5616" y="3915"/>
                  </a:cubicBezTo>
                  <a:lnTo>
                    <a:pt x="5699" y="1366"/>
                  </a:lnTo>
                  <a:cubicBezTo>
                    <a:pt x="5714" y="895"/>
                    <a:pt x="5449" y="460"/>
                    <a:pt x="5021" y="264"/>
                  </a:cubicBezTo>
                  <a:cubicBezTo>
                    <a:pt x="4622" y="79"/>
                    <a:pt x="4122" y="1"/>
                    <a:pt x="3660"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45"/>
            <p:cNvSpPr/>
            <p:nvPr/>
          </p:nvSpPr>
          <p:spPr>
            <a:xfrm>
              <a:off x="4187418" y="2751246"/>
              <a:ext cx="59354" cy="54968"/>
            </a:xfrm>
            <a:custGeom>
              <a:rect b="b" l="l" r="r" t="t"/>
              <a:pathLst>
                <a:path extrusionOk="0" h="1855" w="2003">
                  <a:moveTo>
                    <a:pt x="1367" y="1"/>
                  </a:moveTo>
                  <a:cubicBezTo>
                    <a:pt x="1327" y="1"/>
                    <a:pt x="1287" y="7"/>
                    <a:pt x="1247" y="19"/>
                  </a:cubicBezTo>
                  <a:cubicBezTo>
                    <a:pt x="717" y="180"/>
                    <a:pt x="266" y="656"/>
                    <a:pt x="0" y="996"/>
                  </a:cubicBezTo>
                  <a:cubicBezTo>
                    <a:pt x="18" y="996"/>
                    <a:pt x="35" y="996"/>
                    <a:pt x="53" y="996"/>
                  </a:cubicBezTo>
                  <a:cubicBezTo>
                    <a:pt x="514" y="996"/>
                    <a:pt x="1012" y="1075"/>
                    <a:pt x="1409" y="1259"/>
                  </a:cubicBezTo>
                  <a:cubicBezTo>
                    <a:pt x="1674" y="1380"/>
                    <a:pt x="1878" y="1596"/>
                    <a:pt x="1990" y="1854"/>
                  </a:cubicBezTo>
                  <a:cubicBezTo>
                    <a:pt x="2002" y="1093"/>
                    <a:pt x="1869" y="572"/>
                    <a:pt x="1758" y="274"/>
                  </a:cubicBezTo>
                  <a:cubicBezTo>
                    <a:pt x="1695" y="106"/>
                    <a:pt x="1537" y="1"/>
                    <a:pt x="1367"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45"/>
            <p:cNvSpPr/>
            <p:nvPr/>
          </p:nvSpPr>
          <p:spPr>
            <a:xfrm>
              <a:off x="4270833" y="3116170"/>
              <a:ext cx="81549" cy="44953"/>
            </a:xfrm>
            <a:custGeom>
              <a:rect b="b" l="l" r="r" t="t"/>
              <a:pathLst>
                <a:path extrusionOk="0" h="1517" w="2752">
                  <a:moveTo>
                    <a:pt x="2725" y="1"/>
                  </a:moveTo>
                  <a:cubicBezTo>
                    <a:pt x="2382" y="4"/>
                    <a:pt x="2093" y="130"/>
                    <a:pt x="1884" y="262"/>
                  </a:cubicBezTo>
                  <a:cubicBezTo>
                    <a:pt x="1722" y="365"/>
                    <a:pt x="1539" y="417"/>
                    <a:pt x="1357" y="417"/>
                  </a:cubicBezTo>
                  <a:cubicBezTo>
                    <a:pt x="1215" y="417"/>
                    <a:pt x="1073" y="386"/>
                    <a:pt x="941" y="322"/>
                  </a:cubicBezTo>
                  <a:cubicBezTo>
                    <a:pt x="757" y="232"/>
                    <a:pt x="431" y="102"/>
                    <a:pt x="16" y="53"/>
                  </a:cubicBezTo>
                  <a:cubicBezTo>
                    <a:pt x="5" y="122"/>
                    <a:pt x="0" y="190"/>
                    <a:pt x="0" y="260"/>
                  </a:cubicBezTo>
                  <a:cubicBezTo>
                    <a:pt x="0" y="820"/>
                    <a:pt x="334" y="1302"/>
                    <a:pt x="816" y="1516"/>
                  </a:cubicBezTo>
                  <a:cubicBezTo>
                    <a:pt x="1443" y="1396"/>
                    <a:pt x="2038" y="1190"/>
                    <a:pt x="2590" y="908"/>
                  </a:cubicBezTo>
                  <a:cubicBezTo>
                    <a:pt x="2693" y="716"/>
                    <a:pt x="2752" y="495"/>
                    <a:pt x="2752" y="260"/>
                  </a:cubicBezTo>
                  <a:cubicBezTo>
                    <a:pt x="2752" y="172"/>
                    <a:pt x="2744" y="85"/>
                    <a:pt x="27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45"/>
            <p:cNvSpPr/>
            <p:nvPr/>
          </p:nvSpPr>
          <p:spPr>
            <a:xfrm>
              <a:off x="4167890" y="3116407"/>
              <a:ext cx="81608" cy="45338"/>
            </a:xfrm>
            <a:custGeom>
              <a:rect b="b" l="l" r="r" t="t"/>
              <a:pathLst>
                <a:path extrusionOk="0" h="1530" w="2754">
                  <a:moveTo>
                    <a:pt x="23" y="0"/>
                  </a:moveTo>
                  <a:cubicBezTo>
                    <a:pt x="8" y="83"/>
                    <a:pt x="0" y="167"/>
                    <a:pt x="0" y="252"/>
                  </a:cubicBezTo>
                  <a:cubicBezTo>
                    <a:pt x="0" y="534"/>
                    <a:pt x="84" y="793"/>
                    <a:pt x="229" y="1011"/>
                  </a:cubicBezTo>
                  <a:cubicBezTo>
                    <a:pt x="748" y="1252"/>
                    <a:pt x="1304" y="1429"/>
                    <a:pt x="1887" y="1530"/>
                  </a:cubicBezTo>
                  <a:cubicBezTo>
                    <a:pt x="2394" y="1328"/>
                    <a:pt x="2753" y="832"/>
                    <a:pt x="2753" y="252"/>
                  </a:cubicBezTo>
                  <a:cubicBezTo>
                    <a:pt x="2753" y="185"/>
                    <a:pt x="2747" y="122"/>
                    <a:pt x="2739" y="58"/>
                  </a:cubicBezTo>
                  <a:cubicBezTo>
                    <a:pt x="2456" y="100"/>
                    <a:pt x="2156" y="192"/>
                    <a:pt x="1845" y="349"/>
                  </a:cubicBezTo>
                  <a:cubicBezTo>
                    <a:pt x="1707" y="419"/>
                    <a:pt x="1557" y="454"/>
                    <a:pt x="1406" y="454"/>
                  </a:cubicBezTo>
                  <a:cubicBezTo>
                    <a:pt x="1242" y="454"/>
                    <a:pt x="1078" y="413"/>
                    <a:pt x="928" y="331"/>
                  </a:cubicBezTo>
                  <a:cubicBezTo>
                    <a:pt x="670" y="190"/>
                    <a:pt x="369" y="53"/>
                    <a:pt x="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45"/>
            <p:cNvSpPr/>
            <p:nvPr/>
          </p:nvSpPr>
          <p:spPr>
            <a:xfrm>
              <a:off x="4287368" y="3119400"/>
              <a:ext cx="48568" cy="28803"/>
            </a:xfrm>
            <a:custGeom>
              <a:rect b="b" l="l" r="r" t="t"/>
              <a:pathLst>
                <a:path extrusionOk="0" h="972" w="1639">
                  <a:moveTo>
                    <a:pt x="1626" y="0"/>
                  </a:moveTo>
                  <a:cubicBezTo>
                    <a:pt x="1513" y="44"/>
                    <a:pt x="1415" y="98"/>
                    <a:pt x="1326" y="153"/>
                  </a:cubicBezTo>
                  <a:cubicBezTo>
                    <a:pt x="1164" y="256"/>
                    <a:pt x="981" y="308"/>
                    <a:pt x="799" y="308"/>
                  </a:cubicBezTo>
                  <a:cubicBezTo>
                    <a:pt x="657" y="308"/>
                    <a:pt x="515" y="277"/>
                    <a:pt x="383" y="213"/>
                  </a:cubicBezTo>
                  <a:cubicBezTo>
                    <a:pt x="291" y="168"/>
                    <a:pt x="162" y="114"/>
                    <a:pt x="3" y="63"/>
                  </a:cubicBezTo>
                  <a:cubicBezTo>
                    <a:pt x="0" y="92"/>
                    <a:pt x="0" y="122"/>
                    <a:pt x="0" y="153"/>
                  </a:cubicBezTo>
                  <a:cubicBezTo>
                    <a:pt x="0" y="605"/>
                    <a:pt x="367" y="972"/>
                    <a:pt x="820" y="972"/>
                  </a:cubicBezTo>
                  <a:cubicBezTo>
                    <a:pt x="1272" y="972"/>
                    <a:pt x="1639" y="605"/>
                    <a:pt x="1639" y="153"/>
                  </a:cubicBezTo>
                  <a:cubicBezTo>
                    <a:pt x="1639" y="100"/>
                    <a:pt x="1634" y="52"/>
                    <a:pt x="1626"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45"/>
            <p:cNvSpPr/>
            <p:nvPr/>
          </p:nvSpPr>
          <p:spPr>
            <a:xfrm>
              <a:off x="4184336" y="3120970"/>
              <a:ext cx="48597" cy="27203"/>
            </a:xfrm>
            <a:custGeom>
              <a:rect b="b" l="l" r="r" t="t"/>
              <a:pathLst>
                <a:path extrusionOk="0" h="918" w="1640">
                  <a:moveTo>
                    <a:pt x="6" y="0"/>
                  </a:moveTo>
                  <a:cubicBezTo>
                    <a:pt x="3" y="31"/>
                    <a:pt x="0" y="64"/>
                    <a:pt x="0" y="98"/>
                  </a:cubicBezTo>
                  <a:cubicBezTo>
                    <a:pt x="0" y="551"/>
                    <a:pt x="368" y="917"/>
                    <a:pt x="821" y="917"/>
                  </a:cubicBezTo>
                  <a:cubicBezTo>
                    <a:pt x="1273" y="917"/>
                    <a:pt x="1640" y="551"/>
                    <a:pt x="1640" y="98"/>
                  </a:cubicBezTo>
                  <a:cubicBezTo>
                    <a:pt x="1640" y="80"/>
                    <a:pt x="1640" y="62"/>
                    <a:pt x="1638" y="44"/>
                  </a:cubicBezTo>
                  <a:cubicBezTo>
                    <a:pt x="1523" y="86"/>
                    <a:pt x="1407" y="137"/>
                    <a:pt x="1290" y="195"/>
                  </a:cubicBezTo>
                  <a:cubicBezTo>
                    <a:pt x="1152" y="265"/>
                    <a:pt x="1002" y="300"/>
                    <a:pt x="851" y="300"/>
                  </a:cubicBezTo>
                  <a:cubicBezTo>
                    <a:pt x="687" y="300"/>
                    <a:pt x="523" y="259"/>
                    <a:pt x="373" y="177"/>
                  </a:cubicBezTo>
                  <a:cubicBezTo>
                    <a:pt x="260" y="115"/>
                    <a:pt x="138" y="53"/>
                    <a:pt x="6"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45"/>
            <p:cNvSpPr/>
            <p:nvPr/>
          </p:nvSpPr>
          <p:spPr>
            <a:xfrm>
              <a:off x="4098372" y="3056994"/>
              <a:ext cx="313156" cy="74081"/>
            </a:xfrm>
            <a:custGeom>
              <a:rect b="b" l="l" r="r" t="t"/>
              <a:pathLst>
                <a:path extrusionOk="0" h="2500" w="10568">
                  <a:moveTo>
                    <a:pt x="8324" y="883"/>
                  </a:moveTo>
                  <a:cubicBezTo>
                    <a:pt x="8486" y="883"/>
                    <a:pt x="8642" y="937"/>
                    <a:pt x="8766" y="1039"/>
                  </a:cubicBezTo>
                  <a:lnTo>
                    <a:pt x="9103" y="1311"/>
                  </a:lnTo>
                  <a:cubicBezTo>
                    <a:pt x="9147" y="1340"/>
                    <a:pt x="9162" y="1396"/>
                    <a:pt x="9145" y="1444"/>
                  </a:cubicBezTo>
                  <a:cubicBezTo>
                    <a:pt x="9127" y="1494"/>
                    <a:pt x="9080" y="1525"/>
                    <a:pt x="9029" y="1525"/>
                  </a:cubicBezTo>
                  <a:cubicBezTo>
                    <a:pt x="9018" y="1525"/>
                    <a:pt x="9006" y="1524"/>
                    <a:pt x="8994" y="1520"/>
                  </a:cubicBezTo>
                  <a:cubicBezTo>
                    <a:pt x="8793" y="1459"/>
                    <a:pt x="8581" y="1440"/>
                    <a:pt x="8395" y="1440"/>
                  </a:cubicBezTo>
                  <a:cubicBezTo>
                    <a:pt x="8307" y="1440"/>
                    <a:pt x="8224" y="1444"/>
                    <a:pt x="8150" y="1450"/>
                  </a:cubicBezTo>
                  <a:cubicBezTo>
                    <a:pt x="8143" y="1451"/>
                    <a:pt x="8136" y="1451"/>
                    <a:pt x="8128" y="1451"/>
                  </a:cubicBezTo>
                  <a:cubicBezTo>
                    <a:pt x="7972" y="1451"/>
                    <a:pt x="7841" y="1326"/>
                    <a:pt x="7841" y="1166"/>
                  </a:cubicBezTo>
                  <a:cubicBezTo>
                    <a:pt x="7841" y="1009"/>
                    <a:pt x="7968" y="883"/>
                    <a:pt x="8127" y="883"/>
                  </a:cubicBezTo>
                  <a:close/>
                  <a:moveTo>
                    <a:pt x="218" y="0"/>
                  </a:moveTo>
                  <a:lnTo>
                    <a:pt x="1" y="910"/>
                  </a:lnTo>
                  <a:cubicBezTo>
                    <a:pt x="355" y="1390"/>
                    <a:pt x="770" y="1822"/>
                    <a:pt x="1238" y="2192"/>
                  </a:cubicBezTo>
                  <a:cubicBezTo>
                    <a:pt x="1537" y="2072"/>
                    <a:pt x="1813" y="2024"/>
                    <a:pt x="2065" y="2024"/>
                  </a:cubicBezTo>
                  <a:cubicBezTo>
                    <a:pt x="2551" y="2024"/>
                    <a:pt x="2949" y="2200"/>
                    <a:pt x="3259" y="2371"/>
                  </a:cubicBezTo>
                  <a:cubicBezTo>
                    <a:pt x="3413" y="2456"/>
                    <a:pt x="3585" y="2500"/>
                    <a:pt x="3756" y="2500"/>
                  </a:cubicBezTo>
                  <a:cubicBezTo>
                    <a:pt x="3913" y="2500"/>
                    <a:pt x="4069" y="2463"/>
                    <a:pt x="4213" y="2389"/>
                  </a:cubicBezTo>
                  <a:cubicBezTo>
                    <a:pt x="4669" y="2156"/>
                    <a:pt x="5111" y="2071"/>
                    <a:pt x="5510" y="2071"/>
                  </a:cubicBezTo>
                  <a:cubicBezTo>
                    <a:pt x="6016" y="2071"/>
                    <a:pt x="6450" y="2208"/>
                    <a:pt x="6748" y="2354"/>
                  </a:cubicBezTo>
                  <a:cubicBezTo>
                    <a:pt x="6886" y="2420"/>
                    <a:pt x="7034" y="2453"/>
                    <a:pt x="7181" y="2453"/>
                  </a:cubicBezTo>
                  <a:cubicBezTo>
                    <a:pt x="7373" y="2453"/>
                    <a:pt x="7564" y="2398"/>
                    <a:pt x="7731" y="2291"/>
                  </a:cubicBezTo>
                  <a:cubicBezTo>
                    <a:pt x="7942" y="2156"/>
                    <a:pt x="8224" y="2038"/>
                    <a:pt x="8559" y="2038"/>
                  </a:cubicBezTo>
                  <a:cubicBezTo>
                    <a:pt x="8761" y="2038"/>
                    <a:pt x="8982" y="2080"/>
                    <a:pt x="9220" y="2187"/>
                  </a:cubicBezTo>
                  <a:cubicBezTo>
                    <a:pt x="9290" y="2218"/>
                    <a:pt x="9355" y="2246"/>
                    <a:pt x="9417" y="2276"/>
                  </a:cubicBezTo>
                  <a:cubicBezTo>
                    <a:pt x="9842" y="1951"/>
                    <a:pt x="10229" y="1578"/>
                    <a:pt x="10567" y="1163"/>
                  </a:cubicBezTo>
                  <a:lnTo>
                    <a:pt x="9930" y="232"/>
                  </a:lnTo>
                  <a:cubicBezTo>
                    <a:pt x="9566" y="259"/>
                    <a:pt x="9120" y="280"/>
                    <a:pt x="8614" y="280"/>
                  </a:cubicBezTo>
                  <a:cubicBezTo>
                    <a:pt x="8228" y="280"/>
                    <a:pt x="7807" y="268"/>
                    <a:pt x="7362" y="236"/>
                  </a:cubicBezTo>
                  <a:cubicBezTo>
                    <a:pt x="6941" y="529"/>
                    <a:pt x="6271" y="877"/>
                    <a:pt x="5466" y="877"/>
                  </a:cubicBezTo>
                  <a:cubicBezTo>
                    <a:pt x="4686" y="877"/>
                    <a:pt x="3967" y="547"/>
                    <a:pt x="3493" y="261"/>
                  </a:cubicBezTo>
                  <a:cubicBezTo>
                    <a:pt x="3008" y="373"/>
                    <a:pt x="2575" y="504"/>
                    <a:pt x="2160" y="589"/>
                  </a:cubicBezTo>
                  <a:lnTo>
                    <a:pt x="2548" y="1197"/>
                  </a:lnTo>
                  <a:cubicBezTo>
                    <a:pt x="2606" y="1288"/>
                    <a:pt x="2537" y="1404"/>
                    <a:pt x="2437" y="1404"/>
                  </a:cubicBezTo>
                  <a:cubicBezTo>
                    <a:pt x="2429" y="1404"/>
                    <a:pt x="2422" y="1404"/>
                    <a:pt x="2415" y="1402"/>
                  </a:cubicBezTo>
                  <a:cubicBezTo>
                    <a:pt x="2305" y="1384"/>
                    <a:pt x="2173" y="1369"/>
                    <a:pt x="2023" y="1369"/>
                  </a:cubicBezTo>
                  <a:cubicBezTo>
                    <a:pt x="1822" y="1369"/>
                    <a:pt x="1591" y="1396"/>
                    <a:pt x="1350" y="1475"/>
                  </a:cubicBezTo>
                  <a:cubicBezTo>
                    <a:pt x="1335" y="1480"/>
                    <a:pt x="1321" y="1482"/>
                    <a:pt x="1307" y="1482"/>
                  </a:cubicBezTo>
                  <a:cubicBezTo>
                    <a:pt x="1208" y="1482"/>
                    <a:pt x="1137" y="1369"/>
                    <a:pt x="1196" y="1278"/>
                  </a:cubicBezTo>
                  <a:lnTo>
                    <a:pt x="1586" y="656"/>
                  </a:lnTo>
                  <a:cubicBezTo>
                    <a:pt x="1064" y="644"/>
                    <a:pt x="562" y="409"/>
                    <a:pt x="218"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45"/>
            <p:cNvSpPr/>
            <p:nvPr/>
          </p:nvSpPr>
          <p:spPr>
            <a:xfrm>
              <a:off x="4360501" y="3063750"/>
              <a:ext cx="48627" cy="30492"/>
            </a:xfrm>
            <a:custGeom>
              <a:rect b="b" l="l" r="r" t="t"/>
              <a:pathLst>
                <a:path extrusionOk="0" h="1029" w="1641">
                  <a:moveTo>
                    <a:pt x="1146" y="1"/>
                  </a:moveTo>
                  <a:cubicBezTo>
                    <a:pt x="825" y="26"/>
                    <a:pt x="439" y="44"/>
                    <a:pt x="1" y="50"/>
                  </a:cubicBezTo>
                  <a:lnTo>
                    <a:pt x="1120" y="1028"/>
                  </a:lnTo>
                  <a:cubicBezTo>
                    <a:pt x="1111" y="887"/>
                    <a:pt x="1154" y="739"/>
                    <a:pt x="1257" y="622"/>
                  </a:cubicBezTo>
                  <a:cubicBezTo>
                    <a:pt x="1358" y="506"/>
                    <a:pt x="1498" y="441"/>
                    <a:pt x="1641" y="433"/>
                  </a:cubicBezTo>
                  <a:lnTo>
                    <a:pt x="1146" y="1"/>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45"/>
            <p:cNvSpPr/>
            <p:nvPr/>
          </p:nvSpPr>
          <p:spPr>
            <a:xfrm>
              <a:off x="4390993" y="3075870"/>
              <a:ext cx="29099" cy="29277"/>
            </a:xfrm>
            <a:custGeom>
              <a:rect b="b" l="l" r="r" t="t"/>
              <a:pathLst>
                <a:path extrusionOk="0" h="988" w="982">
                  <a:moveTo>
                    <a:pt x="619" y="0"/>
                  </a:moveTo>
                  <a:cubicBezTo>
                    <a:pt x="465" y="0"/>
                    <a:pt x="311" y="65"/>
                    <a:pt x="203" y="190"/>
                  </a:cubicBezTo>
                  <a:cubicBezTo>
                    <a:pt x="1" y="420"/>
                    <a:pt x="26" y="770"/>
                    <a:pt x="254" y="972"/>
                  </a:cubicBezTo>
                  <a:cubicBezTo>
                    <a:pt x="260" y="978"/>
                    <a:pt x="268" y="983"/>
                    <a:pt x="274" y="988"/>
                  </a:cubicBezTo>
                  <a:cubicBezTo>
                    <a:pt x="532" y="723"/>
                    <a:pt x="770" y="439"/>
                    <a:pt x="982" y="136"/>
                  </a:cubicBezTo>
                  <a:cubicBezTo>
                    <a:pt x="876" y="45"/>
                    <a:pt x="747" y="0"/>
                    <a:pt x="61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45"/>
            <p:cNvSpPr/>
            <p:nvPr/>
          </p:nvSpPr>
          <p:spPr>
            <a:xfrm>
              <a:off x="4300021" y="3113473"/>
              <a:ext cx="23291" cy="20802"/>
            </a:xfrm>
            <a:custGeom>
              <a:rect b="b" l="l" r="r" t="t"/>
              <a:pathLst>
                <a:path extrusionOk="0" h="702" w="786">
                  <a:moveTo>
                    <a:pt x="394" y="0"/>
                  </a:moveTo>
                  <a:cubicBezTo>
                    <a:pt x="296" y="0"/>
                    <a:pt x="198" y="41"/>
                    <a:pt x="128" y="120"/>
                  </a:cubicBezTo>
                  <a:cubicBezTo>
                    <a:pt x="1" y="267"/>
                    <a:pt x="16" y="488"/>
                    <a:pt x="161" y="614"/>
                  </a:cubicBezTo>
                  <a:cubicBezTo>
                    <a:pt x="228" y="673"/>
                    <a:pt x="311" y="702"/>
                    <a:pt x="393" y="702"/>
                  </a:cubicBezTo>
                  <a:cubicBezTo>
                    <a:pt x="491" y="702"/>
                    <a:pt x="588" y="661"/>
                    <a:pt x="657" y="581"/>
                  </a:cubicBezTo>
                  <a:cubicBezTo>
                    <a:pt x="786" y="437"/>
                    <a:pt x="770" y="214"/>
                    <a:pt x="624" y="87"/>
                  </a:cubicBezTo>
                  <a:cubicBezTo>
                    <a:pt x="558" y="29"/>
                    <a:pt x="475" y="0"/>
                    <a:pt x="394"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45"/>
            <p:cNvSpPr/>
            <p:nvPr/>
          </p:nvSpPr>
          <p:spPr>
            <a:xfrm>
              <a:off x="4196989" y="3113473"/>
              <a:ext cx="23291" cy="20802"/>
            </a:xfrm>
            <a:custGeom>
              <a:rect b="b" l="l" r="r" t="t"/>
              <a:pathLst>
                <a:path extrusionOk="0" h="702" w="786">
                  <a:moveTo>
                    <a:pt x="393" y="0"/>
                  </a:moveTo>
                  <a:cubicBezTo>
                    <a:pt x="295" y="0"/>
                    <a:pt x="198" y="41"/>
                    <a:pt x="130" y="120"/>
                  </a:cubicBezTo>
                  <a:cubicBezTo>
                    <a:pt x="1" y="267"/>
                    <a:pt x="16" y="488"/>
                    <a:pt x="162" y="614"/>
                  </a:cubicBezTo>
                  <a:cubicBezTo>
                    <a:pt x="229" y="673"/>
                    <a:pt x="311" y="702"/>
                    <a:pt x="393" y="702"/>
                  </a:cubicBezTo>
                  <a:cubicBezTo>
                    <a:pt x="491" y="702"/>
                    <a:pt x="588" y="661"/>
                    <a:pt x="658" y="581"/>
                  </a:cubicBezTo>
                  <a:cubicBezTo>
                    <a:pt x="786" y="437"/>
                    <a:pt x="770" y="214"/>
                    <a:pt x="625" y="87"/>
                  </a:cubicBezTo>
                  <a:cubicBezTo>
                    <a:pt x="558" y="29"/>
                    <a:pt x="475" y="0"/>
                    <a:pt x="393"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45"/>
            <p:cNvSpPr/>
            <p:nvPr/>
          </p:nvSpPr>
          <p:spPr>
            <a:xfrm>
              <a:off x="4306007" y="3118422"/>
              <a:ext cx="11320" cy="10934"/>
            </a:xfrm>
            <a:custGeom>
              <a:rect b="b" l="l" r="r" t="t"/>
              <a:pathLst>
                <a:path extrusionOk="0" h="369" w="382">
                  <a:moveTo>
                    <a:pt x="191" y="1"/>
                  </a:moveTo>
                  <a:cubicBezTo>
                    <a:pt x="83" y="1"/>
                    <a:pt x="1" y="91"/>
                    <a:pt x="6" y="197"/>
                  </a:cubicBezTo>
                  <a:cubicBezTo>
                    <a:pt x="13" y="293"/>
                    <a:pt x="94" y="368"/>
                    <a:pt x="189" y="368"/>
                  </a:cubicBezTo>
                  <a:cubicBezTo>
                    <a:pt x="194" y="368"/>
                    <a:pt x="198" y="368"/>
                    <a:pt x="203" y="368"/>
                  </a:cubicBezTo>
                  <a:cubicBezTo>
                    <a:pt x="304" y="360"/>
                    <a:pt x="382" y="273"/>
                    <a:pt x="374" y="172"/>
                  </a:cubicBezTo>
                  <a:cubicBezTo>
                    <a:pt x="368" y="75"/>
                    <a:pt x="288" y="1"/>
                    <a:pt x="19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45"/>
            <p:cNvSpPr/>
            <p:nvPr/>
          </p:nvSpPr>
          <p:spPr>
            <a:xfrm>
              <a:off x="4188396" y="3108525"/>
              <a:ext cx="36122" cy="30699"/>
            </a:xfrm>
            <a:custGeom>
              <a:rect b="b" l="l" r="r" t="t"/>
              <a:pathLst>
                <a:path extrusionOk="0" h="1036" w="1219">
                  <a:moveTo>
                    <a:pt x="684" y="335"/>
                  </a:moveTo>
                  <a:cubicBezTo>
                    <a:pt x="841" y="335"/>
                    <a:pt x="926" y="520"/>
                    <a:pt x="822" y="639"/>
                  </a:cubicBezTo>
                  <a:cubicBezTo>
                    <a:pt x="784" y="683"/>
                    <a:pt x="735" y="702"/>
                    <a:pt x="685" y="702"/>
                  </a:cubicBezTo>
                  <a:cubicBezTo>
                    <a:pt x="595" y="702"/>
                    <a:pt x="507" y="636"/>
                    <a:pt x="499" y="531"/>
                  </a:cubicBezTo>
                  <a:cubicBezTo>
                    <a:pt x="493" y="425"/>
                    <a:pt x="577" y="335"/>
                    <a:pt x="684" y="335"/>
                  </a:cubicBezTo>
                  <a:close/>
                  <a:moveTo>
                    <a:pt x="678" y="0"/>
                  </a:moveTo>
                  <a:cubicBezTo>
                    <a:pt x="539" y="0"/>
                    <a:pt x="400" y="55"/>
                    <a:pt x="294" y="178"/>
                  </a:cubicBezTo>
                  <a:cubicBezTo>
                    <a:pt x="0" y="516"/>
                    <a:pt x="248" y="1036"/>
                    <a:pt x="681" y="1036"/>
                  </a:cubicBezTo>
                  <a:cubicBezTo>
                    <a:pt x="693" y="1036"/>
                    <a:pt x="705" y="1035"/>
                    <a:pt x="718" y="1034"/>
                  </a:cubicBezTo>
                  <a:cubicBezTo>
                    <a:pt x="1002" y="1014"/>
                    <a:pt x="1219" y="768"/>
                    <a:pt x="1198" y="482"/>
                  </a:cubicBezTo>
                  <a:cubicBezTo>
                    <a:pt x="1178" y="186"/>
                    <a:pt x="931" y="0"/>
                    <a:pt x="678"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45"/>
            <p:cNvSpPr/>
            <p:nvPr/>
          </p:nvSpPr>
          <p:spPr>
            <a:xfrm>
              <a:off x="4085897" y="2779189"/>
              <a:ext cx="163779" cy="200849"/>
            </a:xfrm>
            <a:custGeom>
              <a:rect b="b" l="l" r="r" t="t"/>
              <a:pathLst>
                <a:path extrusionOk="0" h="6778" w="5527">
                  <a:moveTo>
                    <a:pt x="3471" y="0"/>
                  </a:moveTo>
                  <a:cubicBezTo>
                    <a:pt x="3079" y="0"/>
                    <a:pt x="2716" y="57"/>
                    <a:pt x="2466" y="153"/>
                  </a:cubicBezTo>
                  <a:cubicBezTo>
                    <a:pt x="2055" y="310"/>
                    <a:pt x="1615" y="381"/>
                    <a:pt x="1284" y="412"/>
                  </a:cubicBezTo>
                  <a:cubicBezTo>
                    <a:pt x="981" y="442"/>
                    <a:pt x="734" y="674"/>
                    <a:pt x="684" y="972"/>
                  </a:cubicBezTo>
                  <a:cubicBezTo>
                    <a:pt x="524" y="1897"/>
                    <a:pt x="196" y="5167"/>
                    <a:pt x="0" y="6778"/>
                  </a:cubicBezTo>
                  <a:lnTo>
                    <a:pt x="1325" y="6123"/>
                  </a:lnTo>
                  <a:cubicBezTo>
                    <a:pt x="1384" y="6094"/>
                    <a:pt x="1448" y="6080"/>
                    <a:pt x="1512" y="6080"/>
                  </a:cubicBezTo>
                  <a:cubicBezTo>
                    <a:pt x="1618" y="6080"/>
                    <a:pt x="1723" y="6120"/>
                    <a:pt x="1803" y="6195"/>
                  </a:cubicBezTo>
                  <a:cubicBezTo>
                    <a:pt x="1981" y="6363"/>
                    <a:pt x="2277" y="6572"/>
                    <a:pt x="2647" y="6572"/>
                  </a:cubicBezTo>
                  <a:cubicBezTo>
                    <a:pt x="2743" y="6572"/>
                    <a:pt x="2843" y="6558"/>
                    <a:pt x="2947" y="6526"/>
                  </a:cubicBezTo>
                  <a:lnTo>
                    <a:pt x="2955" y="6472"/>
                  </a:lnTo>
                  <a:cubicBezTo>
                    <a:pt x="2957" y="6472"/>
                    <a:pt x="1087" y="4283"/>
                    <a:pt x="2957" y="3706"/>
                  </a:cubicBezTo>
                  <a:lnTo>
                    <a:pt x="3008" y="3706"/>
                  </a:lnTo>
                  <a:cubicBezTo>
                    <a:pt x="3117" y="3605"/>
                    <a:pt x="3263" y="3545"/>
                    <a:pt x="3422" y="3545"/>
                  </a:cubicBezTo>
                  <a:lnTo>
                    <a:pt x="3575" y="3545"/>
                  </a:lnTo>
                  <a:cubicBezTo>
                    <a:pt x="3667" y="3545"/>
                    <a:pt x="3754" y="3565"/>
                    <a:pt x="3832" y="3601"/>
                  </a:cubicBezTo>
                  <a:lnTo>
                    <a:pt x="5439" y="3601"/>
                  </a:lnTo>
                  <a:lnTo>
                    <a:pt x="5511" y="1365"/>
                  </a:lnTo>
                  <a:cubicBezTo>
                    <a:pt x="5526" y="894"/>
                    <a:pt x="5260" y="459"/>
                    <a:pt x="4833" y="263"/>
                  </a:cubicBezTo>
                  <a:cubicBezTo>
                    <a:pt x="4434" y="79"/>
                    <a:pt x="3933" y="0"/>
                    <a:pt x="3471"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45"/>
            <p:cNvSpPr/>
            <p:nvPr/>
          </p:nvSpPr>
          <p:spPr>
            <a:xfrm>
              <a:off x="4187744" y="2978438"/>
              <a:ext cx="245890" cy="88394"/>
            </a:xfrm>
            <a:custGeom>
              <a:rect b="b" l="l" r="r" t="t"/>
              <a:pathLst>
                <a:path extrusionOk="0" h="2983" w="8298">
                  <a:moveTo>
                    <a:pt x="0" y="1"/>
                  </a:moveTo>
                  <a:lnTo>
                    <a:pt x="0" y="1"/>
                  </a:lnTo>
                  <a:cubicBezTo>
                    <a:pt x="395" y="581"/>
                    <a:pt x="1272" y="1799"/>
                    <a:pt x="2243" y="2748"/>
                  </a:cubicBezTo>
                  <a:cubicBezTo>
                    <a:pt x="2551" y="2748"/>
                    <a:pt x="2880" y="2771"/>
                    <a:pt x="3233" y="2819"/>
                  </a:cubicBezTo>
                  <a:cubicBezTo>
                    <a:pt x="4097" y="2941"/>
                    <a:pt x="4908" y="2982"/>
                    <a:pt x="5607" y="2982"/>
                  </a:cubicBezTo>
                  <a:cubicBezTo>
                    <a:pt x="6229" y="2982"/>
                    <a:pt x="6762" y="2950"/>
                    <a:pt x="7160" y="2914"/>
                  </a:cubicBezTo>
                  <a:cubicBezTo>
                    <a:pt x="7811" y="2858"/>
                    <a:pt x="8298" y="2273"/>
                    <a:pt x="8214" y="1624"/>
                  </a:cubicBezTo>
                  <a:cubicBezTo>
                    <a:pt x="8153" y="1159"/>
                    <a:pt x="7802" y="711"/>
                    <a:pt x="6766" y="464"/>
                  </a:cubicBezTo>
                  <a:cubicBezTo>
                    <a:pt x="6619" y="871"/>
                    <a:pt x="6344" y="1280"/>
                    <a:pt x="5834" y="1484"/>
                  </a:cubicBezTo>
                  <a:cubicBezTo>
                    <a:pt x="5707" y="1535"/>
                    <a:pt x="5540" y="1558"/>
                    <a:pt x="5342" y="1558"/>
                  </a:cubicBezTo>
                  <a:cubicBezTo>
                    <a:pt x="3974" y="1558"/>
                    <a:pt x="1135" y="463"/>
                    <a:pt x="0"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45"/>
            <p:cNvSpPr/>
            <p:nvPr/>
          </p:nvSpPr>
          <p:spPr>
            <a:xfrm>
              <a:off x="4197878" y="2825386"/>
              <a:ext cx="58791" cy="33070"/>
            </a:xfrm>
            <a:custGeom>
              <a:rect b="b" l="l" r="r" t="t"/>
              <a:pathLst>
                <a:path extrusionOk="0" h="1116" w="1984">
                  <a:moveTo>
                    <a:pt x="0" y="1"/>
                  </a:moveTo>
                  <a:cubicBezTo>
                    <a:pt x="211" y="97"/>
                    <a:pt x="359" y="311"/>
                    <a:pt x="359" y="557"/>
                  </a:cubicBezTo>
                  <a:cubicBezTo>
                    <a:pt x="359" y="804"/>
                    <a:pt x="211" y="1019"/>
                    <a:pt x="0" y="1115"/>
                  </a:cubicBezTo>
                  <a:lnTo>
                    <a:pt x="1670" y="1115"/>
                  </a:lnTo>
                  <a:cubicBezTo>
                    <a:pt x="1842" y="1115"/>
                    <a:pt x="1984" y="974"/>
                    <a:pt x="1984" y="801"/>
                  </a:cubicBezTo>
                  <a:lnTo>
                    <a:pt x="1984" y="311"/>
                  </a:lnTo>
                  <a:cubicBezTo>
                    <a:pt x="1984" y="142"/>
                    <a:pt x="1842" y="1"/>
                    <a:pt x="1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45"/>
            <p:cNvSpPr/>
            <p:nvPr/>
          </p:nvSpPr>
          <p:spPr>
            <a:xfrm>
              <a:off x="4197878" y="2884355"/>
              <a:ext cx="58791" cy="33100"/>
            </a:xfrm>
            <a:custGeom>
              <a:rect b="b" l="l" r="r" t="t"/>
              <a:pathLst>
                <a:path extrusionOk="0" h="1117" w="1984">
                  <a:moveTo>
                    <a:pt x="0" y="0"/>
                  </a:moveTo>
                  <a:cubicBezTo>
                    <a:pt x="211" y="97"/>
                    <a:pt x="359" y="311"/>
                    <a:pt x="359" y="560"/>
                  </a:cubicBezTo>
                  <a:cubicBezTo>
                    <a:pt x="359" y="805"/>
                    <a:pt x="211" y="1020"/>
                    <a:pt x="0" y="1116"/>
                  </a:cubicBezTo>
                  <a:lnTo>
                    <a:pt x="1668" y="1116"/>
                  </a:lnTo>
                  <a:cubicBezTo>
                    <a:pt x="1841" y="1116"/>
                    <a:pt x="1982" y="975"/>
                    <a:pt x="1982" y="802"/>
                  </a:cubicBezTo>
                  <a:lnTo>
                    <a:pt x="1982" y="314"/>
                  </a:lnTo>
                  <a:cubicBezTo>
                    <a:pt x="1984" y="142"/>
                    <a:pt x="1842" y="0"/>
                    <a:pt x="16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45"/>
            <p:cNvSpPr/>
            <p:nvPr/>
          </p:nvSpPr>
          <p:spPr>
            <a:xfrm>
              <a:off x="4233141" y="2932034"/>
              <a:ext cx="60243" cy="62613"/>
            </a:xfrm>
            <a:custGeom>
              <a:rect b="b" l="l" r="r" t="t"/>
              <a:pathLst>
                <a:path extrusionOk="0" h="2113" w="2033">
                  <a:moveTo>
                    <a:pt x="1304" y="0"/>
                  </a:moveTo>
                  <a:cubicBezTo>
                    <a:pt x="1213" y="0"/>
                    <a:pt x="1121" y="40"/>
                    <a:pt x="1058" y="117"/>
                  </a:cubicBezTo>
                  <a:lnTo>
                    <a:pt x="1" y="1407"/>
                  </a:lnTo>
                  <a:cubicBezTo>
                    <a:pt x="86" y="1366"/>
                    <a:pt x="180" y="1345"/>
                    <a:pt x="274" y="1345"/>
                  </a:cubicBezTo>
                  <a:cubicBezTo>
                    <a:pt x="411" y="1345"/>
                    <a:pt x="548" y="1389"/>
                    <a:pt x="661" y="1481"/>
                  </a:cubicBezTo>
                  <a:cubicBezTo>
                    <a:pt x="853" y="1640"/>
                    <a:pt x="924" y="1887"/>
                    <a:pt x="867" y="2113"/>
                  </a:cubicBezTo>
                  <a:lnTo>
                    <a:pt x="1924" y="822"/>
                  </a:lnTo>
                  <a:cubicBezTo>
                    <a:pt x="2032" y="689"/>
                    <a:pt x="2012" y="491"/>
                    <a:pt x="1879" y="379"/>
                  </a:cubicBezTo>
                  <a:lnTo>
                    <a:pt x="1501" y="68"/>
                  </a:lnTo>
                  <a:cubicBezTo>
                    <a:pt x="1443" y="23"/>
                    <a:pt x="1374" y="0"/>
                    <a:pt x="13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45"/>
            <p:cNvSpPr/>
            <p:nvPr/>
          </p:nvSpPr>
          <p:spPr>
            <a:xfrm>
              <a:off x="4103676" y="2779219"/>
              <a:ext cx="109374" cy="46197"/>
            </a:xfrm>
            <a:custGeom>
              <a:rect b="b" l="l" r="r" t="t"/>
              <a:pathLst>
                <a:path extrusionOk="0" h="1559" w="3691">
                  <a:moveTo>
                    <a:pt x="2870" y="0"/>
                  </a:moveTo>
                  <a:cubicBezTo>
                    <a:pt x="2478" y="0"/>
                    <a:pt x="2115" y="56"/>
                    <a:pt x="1866" y="152"/>
                  </a:cubicBezTo>
                  <a:cubicBezTo>
                    <a:pt x="1455" y="309"/>
                    <a:pt x="1015" y="380"/>
                    <a:pt x="684" y="411"/>
                  </a:cubicBezTo>
                  <a:cubicBezTo>
                    <a:pt x="381" y="441"/>
                    <a:pt x="134" y="673"/>
                    <a:pt x="84" y="971"/>
                  </a:cubicBezTo>
                  <a:cubicBezTo>
                    <a:pt x="61" y="1116"/>
                    <a:pt x="33" y="1315"/>
                    <a:pt x="0" y="1559"/>
                  </a:cubicBezTo>
                  <a:lnTo>
                    <a:pt x="513" y="1559"/>
                  </a:lnTo>
                  <a:cubicBezTo>
                    <a:pt x="1073" y="1559"/>
                    <a:pt x="1620" y="1399"/>
                    <a:pt x="2093" y="1100"/>
                  </a:cubicBezTo>
                  <a:lnTo>
                    <a:pt x="3690" y="85"/>
                  </a:lnTo>
                  <a:cubicBezTo>
                    <a:pt x="3422" y="27"/>
                    <a:pt x="3140" y="0"/>
                    <a:pt x="2870"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45"/>
            <p:cNvSpPr/>
            <p:nvPr/>
          </p:nvSpPr>
          <p:spPr>
            <a:xfrm>
              <a:off x="4233970" y="3037762"/>
              <a:ext cx="193500" cy="29099"/>
            </a:xfrm>
            <a:custGeom>
              <a:rect b="b" l="l" r="r" t="t"/>
              <a:pathLst>
                <a:path extrusionOk="0" h="982" w="6530">
                  <a:moveTo>
                    <a:pt x="1" y="1"/>
                  </a:moveTo>
                  <a:cubicBezTo>
                    <a:pt x="226" y="257"/>
                    <a:pt x="466" y="512"/>
                    <a:pt x="708" y="747"/>
                  </a:cubicBezTo>
                  <a:cubicBezTo>
                    <a:pt x="1010" y="749"/>
                    <a:pt x="1327" y="770"/>
                    <a:pt x="1672" y="819"/>
                  </a:cubicBezTo>
                  <a:cubicBezTo>
                    <a:pt x="2535" y="941"/>
                    <a:pt x="3346" y="982"/>
                    <a:pt x="4044" y="982"/>
                  </a:cubicBezTo>
                  <a:cubicBezTo>
                    <a:pt x="4667" y="982"/>
                    <a:pt x="5200" y="949"/>
                    <a:pt x="5598" y="913"/>
                  </a:cubicBezTo>
                  <a:cubicBezTo>
                    <a:pt x="6009" y="876"/>
                    <a:pt x="6351" y="632"/>
                    <a:pt x="6529" y="293"/>
                  </a:cubicBezTo>
                  <a:lnTo>
                    <a:pt x="6529" y="293"/>
                  </a:lnTo>
                  <a:cubicBezTo>
                    <a:pt x="5841" y="377"/>
                    <a:pt x="5190" y="409"/>
                    <a:pt x="4602" y="409"/>
                  </a:cubicBezTo>
                  <a:cubicBezTo>
                    <a:pt x="3513" y="409"/>
                    <a:pt x="2638" y="301"/>
                    <a:pt x="2138" y="222"/>
                  </a:cubicBezTo>
                  <a:cubicBezTo>
                    <a:pt x="1796" y="167"/>
                    <a:pt x="1449" y="132"/>
                    <a:pt x="1103" y="108"/>
                  </a:cubicBezTo>
                  <a:cubicBezTo>
                    <a:pt x="720" y="82"/>
                    <a:pt x="354" y="46"/>
                    <a:pt x="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45"/>
            <p:cNvSpPr/>
            <p:nvPr/>
          </p:nvSpPr>
          <p:spPr>
            <a:xfrm>
              <a:off x="4080356" y="2957814"/>
              <a:ext cx="176224" cy="120219"/>
            </a:xfrm>
            <a:custGeom>
              <a:rect b="b" l="l" r="r" t="t"/>
              <a:pathLst>
                <a:path extrusionOk="0" h="4057" w="5947">
                  <a:moveTo>
                    <a:pt x="1701" y="0"/>
                  </a:moveTo>
                  <a:cubicBezTo>
                    <a:pt x="1637" y="0"/>
                    <a:pt x="1573" y="14"/>
                    <a:pt x="1513" y="43"/>
                  </a:cubicBezTo>
                  <a:lnTo>
                    <a:pt x="197" y="680"/>
                  </a:lnTo>
                  <a:cubicBezTo>
                    <a:pt x="172" y="896"/>
                    <a:pt x="145" y="1086"/>
                    <a:pt x="127" y="1239"/>
                  </a:cubicBezTo>
                  <a:cubicBezTo>
                    <a:pt x="1" y="2170"/>
                    <a:pt x="413" y="2910"/>
                    <a:pt x="820" y="3397"/>
                  </a:cubicBezTo>
                  <a:cubicBezTo>
                    <a:pt x="1174" y="3817"/>
                    <a:pt x="1695" y="4057"/>
                    <a:pt x="2236" y="4057"/>
                  </a:cubicBezTo>
                  <a:cubicBezTo>
                    <a:pt x="2331" y="4057"/>
                    <a:pt x="2427" y="4049"/>
                    <a:pt x="2522" y="4034"/>
                  </a:cubicBezTo>
                  <a:cubicBezTo>
                    <a:pt x="3448" y="3885"/>
                    <a:pt x="4425" y="3444"/>
                    <a:pt x="5845" y="3444"/>
                  </a:cubicBezTo>
                  <a:cubicBezTo>
                    <a:pt x="5879" y="3444"/>
                    <a:pt x="5912" y="3445"/>
                    <a:pt x="5946" y="3445"/>
                  </a:cubicBezTo>
                  <a:cubicBezTo>
                    <a:pt x="4933" y="2471"/>
                    <a:pt x="4014" y="1183"/>
                    <a:pt x="3624" y="610"/>
                  </a:cubicBezTo>
                  <a:cubicBezTo>
                    <a:pt x="3545" y="491"/>
                    <a:pt x="3411" y="423"/>
                    <a:pt x="3273" y="423"/>
                  </a:cubicBezTo>
                  <a:cubicBezTo>
                    <a:pt x="3230" y="423"/>
                    <a:pt x="3186" y="430"/>
                    <a:pt x="3144" y="444"/>
                  </a:cubicBezTo>
                  <a:cubicBezTo>
                    <a:pt x="3036" y="477"/>
                    <a:pt x="2933" y="491"/>
                    <a:pt x="2836" y="491"/>
                  </a:cubicBezTo>
                  <a:cubicBezTo>
                    <a:pt x="2465" y="491"/>
                    <a:pt x="2170" y="284"/>
                    <a:pt x="1992" y="114"/>
                  </a:cubicBezTo>
                  <a:cubicBezTo>
                    <a:pt x="1911" y="39"/>
                    <a:pt x="1807" y="0"/>
                    <a:pt x="1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45"/>
            <p:cNvSpPr/>
            <p:nvPr/>
          </p:nvSpPr>
          <p:spPr>
            <a:xfrm>
              <a:off x="4169135" y="2823697"/>
              <a:ext cx="40952" cy="36418"/>
            </a:xfrm>
            <a:custGeom>
              <a:rect b="b" l="l" r="r" t="t"/>
              <a:pathLst>
                <a:path extrusionOk="0" h="1229" w="1382">
                  <a:moveTo>
                    <a:pt x="614" y="0"/>
                  </a:moveTo>
                  <a:cubicBezTo>
                    <a:pt x="277" y="0"/>
                    <a:pt x="0" y="277"/>
                    <a:pt x="0" y="614"/>
                  </a:cubicBezTo>
                  <a:cubicBezTo>
                    <a:pt x="0" y="953"/>
                    <a:pt x="277" y="1228"/>
                    <a:pt x="614" y="1228"/>
                  </a:cubicBezTo>
                  <a:lnTo>
                    <a:pt x="768" y="1228"/>
                  </a:lnTo>
                  <a:cubicBezTo>
                    <a:pt x="770" y="1228"/>
                    <a:pt x="772" y="1228"/>
                    <a:pt x="774" y="1228"/>
                  </a:cubicBezTo>
                  <a:cubicBezTo>
                    <a:pt x="1110" y="1228"/>
                    <a:pt x="1382" y="951"/>
                    <a:pt x="1382" y="614"/>
                  </a:cubicBezTo>
                  <a:cubicBezTo>
                    <a:pt x="1382" y="277"/>
                    <a:pt x="1107" y="0"/>
                    <a:pt x="768"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45"/>
            <p:cNvSpPr/>
            <p:nvPr/>
          </p:nvSpPr>
          <p:spPr>
            <a:xfrm>
              <a:off x="4169135" y="2882725"/>
              <a:ext cx="40952" cy="36418"/>
            </a:xfrm>
            <a:custGeom>
              <a:rect b="b" l="l" r="r" t="t"/>
              <a:pathLst>
                <a:path extrusionOk="0" h="1229" w="1382">
                  <a:moveTo>
                    <a:pt x="614" y="1"/>
                  </a:moveTo>
                  <a:cubicBezTo>
                    <a:pt x="277" y="1"/>
                    <a:pt x="0" y="276"/>
                    <a:pt x="0" y="615"/>
                  </a:cubicBezTo>
                  <a:cubicBezTo>
                    <a:pt x="0" y="952"/>
                    <a:pt x="277" y="1229"/>
                    <a:pt x="614" y="1229"/>
                  </a:cubicBezTo>
                  <a:lnTo>
                    <a:pt x="768" y="1229"/>
                  </a:lnTo>
                  <a:cubicBezTo>
                    <a:pt x="1107" y="1229"/>
                    <a:pt x="1382" y="952"/>
                    <a:pt x="1382" y="615"/>
                  </a:cubicBezTo>
                  <a:cubicBezTo>
                    <a:pt x="1382" y="276"/>
                    <a:pt x="1107" y="1"/>
                    <a:pt x="768"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45"/>
            <p:cNvSpPr/>
            <p:nvPr/>
          </p:nvSpPr>
          <p:spPr>
            <a:xfrm>
              <a:off x="4218858" y="2970645"/>
              <a:ext cx="43767" cy="39856"/>
            </a:xfrm>
            <a:custGeom>
              <a:rect b="b" l="l" r="r" t="t"/>
              <a:pathLst>
                <a:path extrusionOk="0" h="1345" w="1477">
                  <a:moveTo>
                    <a:pt x="788" y="0"/>
                  </a:moveTo>
                  <a:cubicBezTo>
                    <a:pt x="610" y="0"/>
                    <a:pt x="433" y="77"/>
                    <a:pt x="312" y="224"/>
                  </a:cubicBezTo>
                  <a:lnTo>
                    <a:pt x="215" y="342"/>
                  </a:lnTo>
                  <a:cubicBezTo>
                    <a:pt x="1" y="604"/>
                    <a:pt x="40" y="993"/>
                    <a:pt x="301" y="1207"/>
                  </a:cubicBezTo>
                  <a:cubicBezTo>
                    <a:pt x="415" y="1300"/>
                    <a:pt x="553" y="1345"/>
                    <a:pt x="690" y="1345"/>
                  </a:cubicBezTo>
                  <a:cubicBezTo>
                    <a:pt x="868" y="1345"/>
                    <a:pt x="1045" y="1269"/>
                    <a:pt x="1165" y="1122"/>
                  </a:cubicBezTo>
                  <a:lnTo>
                    <a:pt x="1263" y="1002"/>
                  </a:lnTo>
                  <a:cubicBezTo>
                    <a:pt x="1476" y="743"/>
                    <a:pt x="1437" y="354"/>
                    <a:pt x="1178" y="138"/>
                  </a:cubicBezTo>
                  <a:cubicBezTo>
                    <a:pt x="1063" y="45"/>
                    <a:pt x="926" y="0"/>
                    <a:pt x="788"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4" name="Google Shape;10824;p45"/>
          <p:cNvGrpSpPr/>
          <p:nvPr/>
        </p:nvGrpSpPr>
        <p:grpSpPr>
          <a:xfrm>
            <a:off x="3392793" y="2751246"/>
            <a:ext cx="395653" cy="413462"/>
            <a:chOff x="3392793" y="2751246"/>
            <a:chExt cx="395653" cy="413462"/>
          </a:xfrm>
        </p:grpSpPr>
        <p:sp>
          <p:nvSpPr>
            <p:cNvPr id="10825" name="Google Shape;10825;p45"/>
            <p:cNvSpPr/>
            <p:nvPr/>
          </p:nvSpPr>
          <p:spPr>
            <a:xfrm>
              <a:off x="3392793" y="2769025"/>
              <a:ext cx="395653" cy="380215"/>
            </a:xfrm>
            <a:custGeom>
              <a:rect b="b" l="l" r="r" t="t"/>
              <a:pathLst>
                <a:path extrusionOk="0" h="12831" w="13352">
                  <a:moveTo>
                    <a:pt x="6679" y="0"/>
                  </a:moveTo>
                  <a:cubicBezTo>
                    <a:pt x="2992" y="0"/>
                    <a:pt x="1" y="2988"/>
                    <a:pt x="1" y="6676"/>
                  </a:cubicBezTo>
                  <a:cubicBezTo>
                    <a:pt x="1" y="7083"/>
                    <a:pt x="38" y="7484"/>
                    <a:pt x="108" y="7873"/>
                  </a:cubicBezTo>
                  <a:lnTo>
                    <a:pt x="9267" y="12830"/>
                  </a:lnTo>
                  <a:cubicBezTo>
                    <a:pt x="11665" y="11817"/>
                    <a:pt x="13352" y="9443"/>
                    <a:pt x="13352" y="6676"/>
                  </a:cubicBezTo>
                  <a:cubicBezTo>
                    <a:pt x="13352" y="2988"/>
                    <a:pt x="10364" y="0"/>
                    <a:pt x="6679"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45"/>
            <p:cNvSpPr/>
            <p:nvPr/>
          </p:nvSpPr>
          <p:spPr>
            <a:xfrm>
              <a:off x="3395756" y="2751246"/>
              <a:ext cx="386378" cy="413462"/>
            </a:xfrm>
            <a:custGeom>
              <a:rect b="b" l="l" r="r" t="t"/>
              <a:pathLst>
                <a:path extrusionOk="0" h="13953" w="13039">
                  <a:moveTo>
                    <a:pt x="9779" y="0"/>
                  </a:moveTo>
                  <a:cubicBezTo>
                    <a:pt x="6584" y="0"/>
                    <a:pt x="3209" y="2018"/>
                    <a:pt x="1218" y="5465"/>
                  </a:cubicBezTo>
                  <a:cubicBezTo>
                    <a:pt x="666" y="6421"/>
                    <a:pt x="262" y="7416"/>
                    <a:pt x="0" y="8412"/>
                  </a:cubicBezTo>
                  <a:cubicBezTo>
                    <a:pt x="541" y="11559"/>
                    <a:pt x="3280" y="13952"/>
                    <a:pt x="6580" y="13952"/>
                  </a:cubicBezTo>
                  <a:cubicBezTo>
                    <a:pt x="7521" y="13952"/>
                    <a:pt x="8415" y="13758"/>
                    <a:pt x="9226" y="13407"/>
                  </a:cubicBezTo>
                  <a:cubicBezTo>
                    <a:pt x="9876" y="12731"/>
                    <a:pt x="10462" y="11957"/>
                    <a:pt x="10962" y="11091"/>
                  </a:cubicBezTo>
                  <a:cubicBezTo>
                    <a:pt x="13039" y="7488"/>
                    <a:pt x="13009" y="3354"/>
                    <a:pt x="11185" y="577"/>
                  </a:cubicBezTo>
                  <a:cubicBezTo>
                    <a:pt x="10967" y="244"/>
                    <a:pt x="10605" y="36"/>
                    <a:pt x="10210" y="12"/>
                  </a:cubicBezTo>
                  <a:cubicBezTo>
                    <a:pt x="10067" y="4"/>
                    <a:pt x="9923" y="0"/>
                    <a:pt x="9779"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45"/>
            <p:cNvSpPr/>
            <p:nvPr/>
          </p:nvSpPr>
          <p:spPr>
            <a:xfrm>
              <a:off x="3422662" y="2751838"/>
              <a:ext cx="326313" cy="412603"/>
            </a:xfrm>
            <a:custGeom>
              <a:rect b="b" l="l" r="r" t="t"/>
              <a:pathLst>
                <a:path extrusionOk="0" h="13924" w="11012">
                  <a:moveTo>
                    <a:pt x="9378" y="0"/>
                  </a:moveTo>
                  <a:cubicBezTo>
                    <a:pt x="7707" y="205"/>
                    <a:pt x="5797" y="1365"/>
                    <a:pt x="4088" y="3207"/>
                  </a:cubicBezTo>
                  <a:cubicBezTo>
                    <a:pt x="4252" y="3355"/>
                    <a:pt x="4292" y="3597"/>
                    <a:pt x="4182" y="3788"/>
                  </a:cubicBezTo>
                  <a:cubicBezTo>
                    <a:pt x="4166" y="3815"/>
                    <a:pt x="4149" y="3838"/>
                    <a:pt x="4129" y="3861"/>
                  </a:cubicBezTo>
                  <a:cubicBezTo>
                    <a:pt x="3420" y="4674"/>
                    <a:pt x="2775" y="5585"/>
                    <a:pt x="2220" y="6547"/>
                  </a:cubicBezTo>
                  <a:cubicBezTo>
                    <a:pt x="1663" y="7508"/>
                    <a:pt x="1197" y="8525"/>
                    <a:pt x="847" y="9544"/>
                  </a:cubicBezTo>
                  <a:cubicBezTo>
                    <a:pt x="780" y="9739"/>
                    <a:pt x="599" y="9861"/>
                    <a:pt x="404" y="9861"/>
                  </a:cubicBezTo>
                  <a:cubicBezTo>
                    <a:pt x="356" y="9861"/>
                    <a:pt x="307" y="9854"/>
                    <a:pt x="258" y="9838"/>
                  </a:cubicBezTo>
                  <a:cubicBezTo>
                    <a:pt x="160" y="10157"/>
                    <a:pt x="75" y="10472"/>
                    <a:pt x="0" y="10783"/>
                  </a:cubicBezTo>
                  <a:cubicBezTo>
                    <a:pt x="1127" y="12589"/>
                    <a:pt x="3094" y="13817"/>
                    <a:pt x="5354" y="13923"/>
                  </a:cubicBezTo>
                  <a:cubicBezTo>
                    <a:pt x="6442" y="12900"/>
                    <a:pt x="7475" y="11601"/>
                    <a:pt x="8349" y="10088"/>
                  </a:cubicBezTo>
                  <a:cubicBezTo>
                    <a:pt x="10438" y="6473"/>
                    <a:pt x="11012" y="2672"/>
                    <a:pt x="10036" y="378"/>
                  </a:cubicBezTo>
                  <a:cubicBezTo>
                    <a:pt x="10009" y="314"/>
                    <a:pt x="9977" y="260"/>
                    <a:pt x="9935" y="210"/>
                  </a:cubicBezTo>
                  <a:cubicBezTo>
                    <a:pt x="9770" y="98"/>
                    <a:pt x="9580" y="24"/>
                    <a:pt x="9378"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45"/>
            <p:cNvSpPr/>
            <p:nvPr/>
          </p:nvSpPr>
          <p:spPr>
            <a:xfrm>
              <a:off x="3533606" y="2770803"/>
              <a:ext cx="200138" cy="116011"/>
            </a:xfrm>
            <a:custGeom>
              <a:rect b="b" l="l" r="r" t="t"/>
              <a:pathLst>
                <a:path extrusionOk="0" h="3915" w="6754">
                  <a:moveTo>
                    <a:pt x="1905" y="1"/>
                  </a:moveTo>
                  <a:cubicBezTo>
                    <a:pt x="1251" y="268"/>
                    <a:pt x="610" y="616"/>
                    <a:pt x="1" y="1037"/>
                  </a:cubicBezTo>
                  <a:cubicBezTo>
                    <a:pt x="1114" y="1078"/>
                    <a:pt x="3618" y="1480"/>
                    <a:pt x="6626" y="3915"/>
                  </a:cubicBezTo>
                  <a:cubicBezTo>
                    <a:pt x="6708" y="3375"/>
                    <a:pt x="6750" y="2855"/>
                    <a:pt x="6753" y="2359"/>
                  </a:cubicBezTo>
                  <a:cubicBezTo>
                    <a:pt x="4885" y="991"/>
                    <a:pt x="3204" y="321"/>
                    <a:pt x="19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45"/>
            <p:cNvSpPr/>
            <p:nvPr/>
          </p:nvSpPr>
          <p:spPr>
            <a:xfrm>
              <a:off x="3454932" y="2924003"/>
              <a:ext cx="43026" cy="29840"/>
            </a:xfrm>
            <a:custGeom>
              <a:rect b="b" l="l" r="r" t="t"/>
              <a:pathLst>
                <a:path extrusionOk="0" h="1007" w="1452">
                  <a:moveTo>
                    <a:pt x="288" y="1"/>
                  </a:moveTo>
                  <a:cubicBezTo>
                    <a:pt x="202" y="1"/>
                    <a:pt x="118" y="46"/>
                    <a:pt x="71" y="127"/>
                  </a:cubicBezTo>
                  <a:cubicBezTo>
                    <a:pt x="1" y="248"/>
                    <a:pt x="43" y="399"/>
                    <a:pt x="163" y="468"/>
                  </a:cubicBezTo>
                  <a:lnTo>
                    <a:pt x="1039" y="974"/>
                  </a:lnTo>
                  <a:cubicBezTo>
                    <a:pt x="1078" y="995"/>
                    <a:pt x="1120" y="1006"/>
                    <a:pt x="1164" y="1006"/>
                  </a:cubicBezTo>
                  <a:cubicBezTo>
                    <a:pt x="1249" y="1006"/>
                    <a:pt x="1333" y="963"/>
                    <a:pt x="1381" y="882"/>
                  </a:cubicBezTo>
                  <a:cubicBezTo>
                    <a:pt x="1451" y="762"/>
                    <a:pt x="1411" y="610"/>
                    <a:pt x="1290" y="540"/>
                  </a:cubicBezTo>
                  <a:lnTo>
                    <a:pt x="413" y="35"/>
                  </a:lnTo>
                  <a:cubicBezTo>
                    <a:pt x="373" y="12"/>
                    <a:pt x="331" y="1"/>
                    <a:pt x="2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45"/>
            <p:cNvSpPr/>
            <p:nvPr/>
          </p:nvSpPr>
          <p:spPr>
            <a:xfrm>
              <a:off x="3475527" y="2891200"/>
              <a:ext cx="41248" cy="32388"/>
            </a:xfrm>
            <a:custGeom>
              <a:rect b="b" l="l" r="r" t="t"/>
              <a:pathLst>
                <a:path extrusionOk="0" h="1093" w="1392">
                  <a:moveTo>
                    <a:pt x="284" y="0"/>
                  </a:moveTo>
                  <a:cubicBezTo>
                    <a:pt x="207" y="0"/>
                    <a:pt x="131" y="37"/>
                    <a:pt x="82" y="105"/>
                  </a:cubicBezTo>
                  <a:cubicBezTo>
                    <a:pt x="1" y="217"/>
                    <a:pt x="26" y="372"/>
                    <a:pt x="138" y="455"/>
                  </a:cubicBezTo>
                  <a:lnTo>
                    <a:pt x="960" y="1045"/>
                  </a:lnTo>
                  <a:cubicBezTo>
                    <a:pt x="1005" y="1077"/>
                    <a:pt x="1055" y="1092"/>
                    <a:pt x="1106" y="1092"/>
                  </a:cubicBezTo>
                  <a:cubicBezTo>
                    <a:pt x="1184" y="1092"/>
                    <a:pt x="1260" y="1056"/>
                    <a:pt x="1310" y="989"/>
                  </a:cubicBezTo>
                  <a:cubicBezTo>
                    <a:pt x="1392" y="876"/>
                    <a:pt x="1366" y="721"/>
                    <a:pt x="1254" y="640"/>
                  </a:cubicBezTo>
                  <a:lnTo>
                    <a:pt x="431" y="49"/>
                  </a:lnTo>
                  <a:cubicBezTo>
                    <a:pt x="387" y="16"/>
                    <a:pt x="335" y="0"/>
                    <a:pt x="2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45"/>
            <p:cNvSpPr/>
            <p:nvPr/>
          </p:nvSpPr>
          <p:spPr>
            <a:xfrm>
              <a:off x="3497425" y="2861123"/>
              <a:ext cx="39678" cy="34077"/>
            </a:xfrm>
            <a:custGeom>
              <a:rect b="b" l="l" r="r" t="t"/>
              <a:pathLst>
                <a:path extrusionOk="0" h="1150" w="1339">
                  <a:moveTo>
                    <a:pt x="281" y="0"/>
                  </a:moveTo>
                  <a:cubicBezTo>
                    <a:pt x="210" y="0"/>
                    <a:pt x="139" y="30"/>
                    <a:pt x="89" y="89"/>
                  </a:cubicBezTo>
                  <a:cubicBezTo>
                    <a:pt x="0" y="195"/>
                    <a:pt x="13" y="352"/>
                    <a:pt x="120" y="442"/>
                  </a:cubicBezTo>
                  <a:lnTo>
                    <a:pt x="897" y="1090"/>
                  </a:lnTo>
                  <a:cubicBezTo>
                    <a:pt x="944" y="1129"/>
                    <a:pt x="1003" y="1150"/>
                    <a:pt x="1059" y="1150"/>
                  </a:cubicBezTo>
                  <a:cubicBezTo>
                    <a:pt x="1130" y="1150"/>
                    <a:pt x="1202" y="1118"/>
                    <a:pt x="1248" y="1059"/>
                  </a:cubicBezTo>
                  <a:cubicBezTo>
                    <a:pt x="1338" y="955"/>
                    <a:pt x="1324" y="797"/>
                    <a:pt x="1217" y="708"/>
                  </a:cubicBezTo>
                  <a:lnTo>
                    <a:pt x="440" y="58"/>
                  </a:lnTo>
                  <a:cubicBezTo>
                    <a:pt x="394" y="19"/>
                    <a:pt x="338" y="0"/>
                    <a:pt x="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45"/>
            <p:cNvSpPr/>
            <p:nvPr/>
          </p:nvSpPr>
          <p:spPr>
            <a:xfrm>
              <a:off x="3436738" y="2958229"/>
              <a:ext cx="44271" cy="27173"/>
            </a:xfrm>
            <a:custGeom>
              <a:rect b="b" l="l" r="r" t="t"/>
              <a:pathLst>
                <a:path extrusionOk="0" h="917" w="1494">
                  <a:moveTo>
                    <a:pt x="287" y="1"/>
                  </a:moveTo>
                  <a:cubicBezTo>
                    <a:pt x="192" y="1"/>
                    <a:pt x="100" y="56"/>
                    <a:pt x="58" y="150"/>
                  </a:cubicBezTo>
                  <a:cubicBezTo>
                    <a:pt x="1" y="276"/>
                    <a:pt x="58" y="423"/>
                    <a:pt x="184" y="479"/>
                  </a:cubicBezTo>
                  <a:lnTo>
                    <a:pt x="1108" y="896"/>
                  </a:lnTo>
                  <a:cubicBezTo>
                    <a:pt x="1140" y="908"/>
                    <a:pt x="1174" y="916"/>
                    <a:pt x="1210" y="916"/>
                  </a:cubicBezTo>
                  <a:cubicBezTo>
                    <a:pt x="1305" y="916"/>
                    <a:pt x="1397" y="860"/>
                    <a:pt x="1437" y="768"/>
                  </a:cubicBezTo>
                  <a:cubicBezTo>
                    <a:pt x="1493" y="643"/>
                    <a:pt x="1437" y="495"/>
                    <a:pt x="1311" y="439"/>
                  </a:cubicBezTo>
                  <a:lnTo>
                    <a:pt x="388" y="22"/>
                  </a:lnTo>
                  <a:cubicBezTo>
                    <a:pt x="355" y="8"/>
                    <a:pt x="321" y="1"/>
                    <a:pt x="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45"/>
            <p:cNvSpPr/>
            <p:nvPr/>
          </p:nvSpPr>
          <p:spPr>
            <a:xfrm>
              <a:off x="3421744" y="2992188"/>
              <a:ext cx="44893" cy="25158"/>
            </a:xfrm>
            <a:custGeom>
              <a:rect b="b" l="l" r="r" t="t"/>
              <a:pathLst>
                <a:path extrusionOk="0" h="849" w="1515">
                  <a:moveTo>
                    <a:pt x="281" y="1"/>
                  </a:moveTo>
                  <a:cubicBezTo>
                    <a:pt x="180" y="1"/>
                    <a:pt x="83" y="63"/>
                    <a:pt x="47" y="165"/>
                  </a:cubicBezTo>
                  <a:cubicBezTo>
                    <a:pt x="0" y="295"/>
                    <a:pt x="67" y="438"/>
                    <a:pt x="196" y="485"/>
                  </a:cubicBezTo>
                  <a:lnTo>
                    <a:pt x="1147" y="833"/>
                  </a:lnTo>
                  <a:cubicBezTo>
                    <a:pt x="1174" y="843"/>
                    <a:pt x="1203" y="849"/>
                    <a:pt x="1233" y="849"/>
                  </a:cubicBezTo>
                  <a:cubicBezTo>
                    <a:pt x="1334" y="849"/>
                    <a:pt x="1430" y="787"/>
                    <a:pt x="1468" y="684"/>
                  </a:cubicBezTo>
                  <a:cubicBezTo>
                    <a:pt x="1514" y="554"/>
                    <a:pt x="1447" y="410"/>
                    <a:pt x="1318" y="364"/>
                  </a:cubicBezTo>
                  <a:lnTo>
                    <a:pt x="367" y="16"/>
                  </a:lnTo>
                  <a:cubicBezTo>
                    <a:pt x="339" y="5"/>
                    <a:pt x="310" y="1"/>
                    <a:pt x="2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45"/>
            <p:cNvSpPr/>
            <p:nvPr/>
          </p:nvSpPr>
          <p:spPr>
            <a:xfrm>
              <a:off x="3553193" y="2957992"/>
              <a:ext cx="81726" cy="90231"/>
            </a:xfrm>
            <a:custGeom>
              <a:rect b="b" l="l" r="r" t="t"/>
              <a:pathLst>
                <a:path extrusionOk="0" h="3045" w="2758">
                  <a:moveTo>
                    <a:pt x="1476" y="1"/>
                  </a:moveTo>
                  <a:lnTo>
                    <a:pt x="0" y="2558"/>
                  </a:lnTo>
                  <a:lnTo>
                    <a:pt x="653" y="2935"/>
                  </a:lnTo>
                  <a:cubicBezTo>
                    <a:pt x="787" y="3012"/>
                    <a:pt x="926" y="3044"/>
                    <a:pt x="1066" y="3044"/>
                  </a:cubicBezTo>
                  <a:cubicBezTo>
                    <a:pt x="1586" y="3044"/>
                    <a:pt x="2111" y="2601"/>
                    <a:pt x="2335" y="2385"/>
                  </a:cubicBezTo>
                  <a:cubicBezTo>
                    <a:pt x="2413" y="2312"/>
                    <a:pt x="2467" y="2216"/>
                    <a:pt x="2494" y="2112"/>
                  </a:cubicBezTo>
                  <a:cubicBezTo>
                    <a:pt x="2589" y="1726"/>
                    <a:pt x="2758" y="742"/>
                    <a:pt x="2128" y="378"/>
                  </a:cubicBezTo>
                  <a:lnTo>
                    <a:pt x="1476" y="1"/>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45"/>
            <p:cNvSpPr/>
            <p:nvPr/>
          </p:nvSpPr>
          <p:spPr>
            <a:xfrm>
              <a:off x="3518968" y="2939531"/>
              <a:ext cx="79119" cy="94824"/>
            </a:xfrm>
            <a:custGeom>
              <a:rect b="b" l="l" r="r" t="t"/>
              <a:pathLst>
                <a:path extrusionOk="0" h="3200" w="2670">
                  <a:moveTo>
                    <a:pt x="1509" y="0"/>
                  </a:moveTo>
                  <a:cubicBezTo>
                    <a:pt x="1422" y="0"/>
                    <a:pt x="1341" y="63"/>
                    <a:pt x="1334" y="159"/>
                  </a:cubicBezTo>
                  <a:cubicBezTo>
                    <a:pt x="1312" y="400"/>
                    <a:pt x="1196" y="723"/>
                    <a:pt x="747" y="890"/>
                  </a:cubicBezTo>
                  <a:cubicBezTo>
                    <a:pt x="532" y="969"/>
                    <a:pt x="405" y="1188"/>
                    <a:pt x="444" y="1413"/>
                  </a:cubicBezTo>
                  <a:cubicBezTo>
                    <a:pt x="526" y="1886"/>
                    <a:pt x="302" y="2150"/>
                    <a:pt x="105" y="2289"/>
                  </a:cubicBezTo>
                  <a:cubicBezTo>
                    <a:pt x="1" y="2360"/>
                    <a:pt x="8" y="2517"/>
                    <a:pt x="117" y="2579"/>
                  </a:cubicBezTo>
                  <a:lnTo>
                    <a:pt x="1193" y="3199"/>
                  </a:lnTo>
                  <a:lnTo>
                    <a:pt x="2669" y="642"/>
                  </a:lnTo>
                  <a:lnTo>
                    <a:pt x="1597" y="22"/>
                  </a:lnTo>
                  <a:cubicBezTo>
                    <a:pt x="1569" y="7"/>
                    <a:pt x="1539" y="0"/>
                    <a:pt x="1509"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6" name="Google Shape;10836;p45"/>
          <p:cNvGrpSpPr/>
          <p:nvPr/>
        </p:nvGrpSpPr>
        <p:grpSpPr>
          <a:xfrm>
            <a:off x="2731129" y="2751246"/>
            <a:ext cx="395712" cy="413403"/>
            <a:chOff x="2731129" y="2751246"/>
            <a:chExt cx="395712" cy="413403"/>
          </a:xfrm>
        </p:grpSpPr>
        <p:sp>
          <p:nvSpPr>
            <p:cNvPr id="10837" name="Google Shape;10837;p45"/>
            <p:cNvSpPr/>
            <p:nvPr/>
          </p:nvSpPr>
          <p:spPr>
            <a:xfrm>
              <a:off x="2731129" y="2768966"/>
              <a:ext cx="395712" cy="299110"/>
            </a:xfrm>
            <a:custGeom>
              <a:rect b="b" l="l" r="r" t="t"/>
              <a:pathLst>
                <a:path extrusionOk="0" h="10094" w="13354">
                  <a:moveTo>
                    <a:pt x="6677" y="0"/>
                  </a:moveTo>
                  <a:cubicBezTo>
                    <a:pt x="2990" y="0"/>
                    <a:pt x="1" y="2988"/>
                    <a:pt x="1" y="6677"/>
                  </a:cubicBezTo>
                  <a:cubicBezTo>
                    <a:pt x="1" y="7925"/>
                    <a:pt x="346" y="9092"/>
                    <a:pt x="941" y="10093"/>
                  </a:cubicBezTo>
                  <a:lnTo>
                    <a:pt x="12413" y="10093"/>
                  </a:lnTo>
                  <a:cubicBezTo>
                    <a:pt x="13010" y="9092"/>
                    <a:pt x="13353" y="7925"/>
                    <a:pt x="13353" y="6677"/>
                  </a:cubicBezTo>
                  <a:cubicBezTo>
                    <a:pt x="13353" y="2990"/>
                    <a:pt x="10366" y="0"/>
                    <a:pt x="6677"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45"/>
            <p:cNvSpPr/>
            <p:nvPr/>
          </p:nvSpPr>
          <p:spPr>
            <a:xfrm>
              <a:off x="2758509" y="2898993"/>
              <a:ext cx="340952" cy="265655"/>
            </a:xfrm>
            <a:custGeom>
              <a:rect b="b" l="l" r="r" t="t"/>
              <a:pathLst>
                <a:path extrusionOk="0" h="8965" w="11506">
                  <a:moveTo>
                    <a:pt x="0" y="1"/>
                  </a:moveTo>
                  <a:lnTo>
                    <a:pt x="0" y="5679"/>
                  </a:lnTo>
                  <a:cubicBezTo>
                    <a:pt x="1163" y="7645"/>
                    <a:pt x="3302" y="8965"/>
                    <a:pt x="5751" y="8965"/>
                  </a:cubicBezTo>
                  <a:cubicBezTo>
                    <a:pt x="8203" y="8965"/>
                    <a:pt x="10343" y="7645"/>
                    <a:pt x="11506" y="5679"/>
                  </a:cubicBezTo>
                  <a:lnTo>
                    <a:pt x="11506" y="1"/>
                  </a:lnTo>
                  <a:cubicBezTo>
                    <a:pt x="11420" y="92"/>
                    <a:pt x="11298" y="151"/>
                    <a:pt x="11161" y="151"/>
                  </a:cubicBezTo>
                  <a:lnTo>
                    <a:pt x="345" y="151"/>
                  </a:lnTo>
                  <a:cubicBezTo>
                    <a:pt x="208" y="151"/>
                    <a:pt x="86" y="92"/>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45"/>
            <p:cNvSpPr/>
            <p:nvPr/>
          </p:nvSpPr>
          <p:spPr>
            <a:xfrm>
              <a:off x="2795935" y="3006056"/>
              <a:ext cx="43530" cy="43501"/>
            </a:xfrm>
            <a:custGeom>
              <a:rect b="b" l="l" r="r" t="t"/>
              <a:pathLst>
                <a:path extrusionOk="0" h="1468" w="1469">
                  <a:moveTo>
                    <a:pt x="375" y="0"/>
                  </a:moveTo>
                  <a:cubicBezTo>
                    <a:pt x="170" y="0"/>
                    <a:pt x="1" y="169"/>
                    <a:pt x="1" y="375"/>
                  </a:cubicBezTo>
                  <a:lnTo>
                    <a:pt x="1" y="1091"/>
                  </a:lnTo>
                  <a:cubicBezTo>
                    <a:pt x="1" y="1298"/>
                    <a:pt x="170" y="1467"/>
                    <a:pt x="375" y="1467"/>
                  </a:cubicBezTo>
                  <a:lnTo>
                    <a:pt x="1092" y="1467"/>
                  </a:lnTo>
                  <a:cubicBezTo>
                    <a:pt x="1299" y="1467"/>
                    <a:pt x="1468" y="1298"/>
                    <a:pt x="1468" y="1091"/>
                  </a:cubicBezTo>
                  <a:lnTo>
                    <a:pt x="1468" y="375"/>
                  </a:lnTo>
                  <a:cubicBezTo>
                    <a:pt x="1468" y="169"/>
                    <a:pt x="1299" y="0"/>
                    <a:pt x="10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45"/>
            <p:cNvSpPr/>
            <p:nvPr/>
          </p:nvSpPr>
          <p:spPr>
            <a:xfrm>
              <a:off x="2799046" y="3003626"/>
              <a:ext cx="50998" cy="37426"/>
            </a:xfrm>
            <a:custGeom>
              <a:rect b="b" l="l" r="r" t="t"/>
              <a:pathLst>
                <a:path extrusionOk="0" h="1263" w="1721">
                  <a:moveTo>
                    <a:pt x="1486" y="0"/>
                  </a:moveTo>
                  <a:cubicBezTo>
                    <a:pt x="1432" y="0"/>
                    <a:pt x="1377" y="21"/>
                    <a:pt x="1335" y="63"/>
                  </a:cubicBezTo>
                  <a:lnTo>
                    <a:pt x="651" y="746"/>
                  </a:lnTo>
                  <a:lnTo>
                    <a:pt x="385" y="480"/>
                  </a:lnTo>
                  <a:cubicBezTo>
                    <a:pt x="344" y="438"/>
                    <a:pt x="289" y="417"/>
                    <a:pt x="235" y="417"/>
                  </a:cubicBezTo>
                  <a:cubicBezTo>
                    <a:pt x="180" y="417"/>
                    <a:pt x="126" y="438"/>
                    <a:pt x="84" y="480"/>
                  </a:cubicBezTo>
                  <a:cubicBezTo>
                    <a:pt x="0" y="564"/>
                    <a:pt x="0" y="698"/>
                    <a:pt x="84" y="781"/>
                  </a:cubicBezTo>
                  <a:lnTo>
                    <a:pt x="502" y="1200"/>
                  </a:lnTo>
                  <a:cubicBezTo>
                    <a:pt x="544" y="1241"/>
                    <a:pt x="597" y="1262"/>
                    <a:pt x="651" y="1262"/>
                  </a:cubicBezTo>
                  <a:cubicBezTo>
                    <a:pt x="706" y="1262"/>
                    <a:pt x="760" y="1240"/>
                    <a:pt x="801" y="1197"/>
                  </a:cubicBezTo>
                  <a:lnTo>
                    <a:pt x="1637" y="363"/>
                  </a:lnTo>
                  <a:cubicBezTo>
                    <a:pt x="1721" y="279"/>
                    <a:pt x="1721" y="146"/>
                    <a:pt x="1637" y="63"/>
                  </a:cubicBezTo>
                  <a:cubicBezTo>
                    <a:pt x="1595" y="21"/>
                    <a:pt x="1540" y="0"/>
                    <a:pt x="1486"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45"/>
            <p:cNvSpPr/>
            <p:nvPr/>
          </p:nvSpPr>
          <p:spPr>
            <a:xfrm>
              <a:off x="2870046" y="2937456"/>
              <a:ext cx="43471" cy="43501"/>
            </a:xfrm>
            <a:custGeom>
              <a:rect b="b" l="l" r="r" t="t"/>
              <a:pathLst>
                <a:path extrusionOk="0" h="1468" w="1467">
                  <a:moveTo>
                    <a:pt x="376" y="0"/>
                  </a:moveTo>
                  <a:cubicBezTo>
                    <a:pt x="169" y="0"/>
                    <a:pt x="1" y="170"/>
                    <a:pt x="1" y="377"/>
                  </a:cubicBezTo>
                  <a:lnTo>
                    <a:pt x="1" y="1093"/>
                  </a:lnTo>
                  <a:cubicBezTo>
                    <a:pt x="1" y="1298"/>
                    <a:pt x="169" y="1468"/>
                    <a:pt x="376" y="1468"/>
                  </a:cubicBezTo>
                  <a:lnTo>
                    <a:pt x="1092" y="1468"/>
                  </a:lnTo>
                  <a:cubicBezTo>
                    <a:pt x="1299" y="1468"/>
                    <a:pt x="1467" y="1298"/>
                    <a:pt x="1467" y="1093"/>
                  </a:cubicBezTo>
                  <a:lnTo>
                    <a:pt x="1467" y="377"/>
                  </a:lnTo>
                  <a:cubicBezTo>
                    <a:pt x="1467" y="170"/>
                    <a:pt x="1299" y="0"/>
                    <a:pt x="10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45"/>
            <p:cNvSpPr/>
            <p:nvPr/>
          </p:nvSpPr>
          <p:spPr>
            <a:xfrm>
              <a:off x="2873157" y="2935027"/>
              <a:ext cx="50968" cy="37426"/>
            </a:xfrm>
            <a:custGeom>
              <a:rect b="b" l="l" r="r" t="t"/>
              <a:pathLst>
                <a:path extrusionOk="0" h="1263" w="1720">
                  <a:moveTo>
                    <a:pt x="1486" y="1"/>
                  </a:moveTo>
                  <a:cubicBezTo>
                    <a:pt x="1432" y="1"/>
                    <a:pt x="1377" y="22"/>
                    <a:pt x="1335" y="64"/>
                  </a:cubicBezTo>
                  <a:lnTo>
                    <a:pt x="651" y="748"/>
                  </a:lnTo>
                  <a:lnTo>
                    <a:pt x="386" y="482"/>
                  </a:lnTo>
                  <a:cubicBezTo>
                    <a:pt x="344" y="440"/>
                    <a:pt x="289" y="419"/>
                    <a:pt x="235" y="419"/>
                  </a:cubicBezTo>
                  <a:cubicBezTo>
                    <a:pt x="180" y="419"/>
                    <a:pt x="126" y="440"/>
                    <a:pt x="84" y="482"/>
                  </a:cubicBezTo>
                  <a:cubicBezTo>
                    <a:pt x="0" y="564"/>
                    <a:pt x="0" y="700"/>
                    <a:pt x="84" y="782"/>
                  </a:cubicBezTo>
                  <a:lnTo>
                    <a:pt x="502" y="1200"/>
                  </a:lnTo>
                  <a:cubicBezTo>
                    <a:pt x="543" y="1241"/>
                    <a:pt x="598" y="1262"/>
                    <a:pt x="652" y="1262"/>
                  </a:cubicBezTo>
                  <a:cubicBezTo>
                    <a:pt x="707" y="1262"/>
                    <a:pt x="761" y="1241"/>
                    <a:pt x="802" y="1199"/>
                  </a:cubicBezTo>
                  <a:lnTo>
                    <a:pt x="1635" y="365"/>
                  </a:lnTo>
                  <a:cubicBezTo>
                    <a:pt x="1719" y="281"/>
                    <a:pt x="1719" y="148"/>
                    <a:pt x="1635" y="64"/>
                  </a:cubicBezTo>
                  <a:cubicBezTo>
                    <a:pt x="1594" y="22"/>
                    <a:pt x="1540" y="1"/>
                    <a:pt x="1486"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45"/>
            <p:cNvSpPr/>
            <p:nvPr/>
          </p:nvSpPr>
          <p:spPr>
            <a:xfrm>
              <a:off x="2870046" y="3006056"/>
              <a:ext cx="43471" cy="43501"/>
            </a:xfrm>
            <a:custGeom>
              <a:rect b="b" l="l" r="r" t="t"/>
              <a:pathLst>
                <a:path extrusionOk="0" h="1468" w="1467">
                  <a:moveTo>
                    <a:pt x="376" y="0"/>
                  </a:moveTo>
                  <a:cubicBezTo>
                    <a:pt x="169" y="0"/>
                    <a:pt x="1" y="169"/>
                    <a:pt x="1" y="375"/>
                  </a:cubicBezTo>
                  <a:lnTo>
                    <a:pt x="1" y="1091"/>
                  </a:lnTo>
                  <a:cubicBezTo>
                    <a:pt x="1" y="1298"/>
                    <a:pt x="169" y="1467"/>
                    <a:pt x="376" y="1467"/>
                  </a:cubicBezTo>
                  <a:lnTo>
                    <a:pt x="1092" y="1467"/>
                  </a:lnTo>
                  <a:cubicBezTo>
                    <a:pt x="1299" y="1467"/>
                    <a:pt x="1467" y="1298"/>
                    <a:pt x="1467" y="1091"/>
                  </a:cubicBezTo>
                  <a:lnTo>
                    <a:pt x="1467" y="375"/>
                  </a:lnTo>
                  <a:cubicBezTo>
                    <a:pt x="1467" y="169"/>
                    <a:pt x="1299" y="0"/>
                    <a:pt x="10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45"/>
            <p:cNvSpPr/>
            <p:nvPr/>
          </p:nvSpPr>
          <p:spPr>
            <a:xfrm>
              <a:off x="2873157" y="3003626"/>
              <a:ext cx="50968" cy="37426"/>
            </a:xfrm>
            <a:custGeom>
              <a:rect b="b" l="l" r="r" t="t"/>
              <a:pathLst>
                <a:path extrusionOk="0" h="1263" w="1720">
                  <a:moveTo>
                    <a:pt x="1486" y="0"/>
                  </a:moveTo>
                  <a:cubicBezTo>
                    <a:pt x="1432" y="0"/>
                    <a:pt x="1377" y="21"/>
                    <a:pt x="1335" y="63"/>
                  </a:cubicBezTo>
                  <a:lnTo>
                    <a:pt x="651" y="746"/>
                  </a:lnTo>
                  <a:lnTo>
                    <a:pt x="386" y="480"/>
                  </a:lnTo>
                  <a:cubicBezTo>
                    <a:pt x="344" y="438"/>
                    <a:pt x="289" y="417"/>
                    <a:pt x="235" y="417"/>
                  </a:cubicBezTo>
                  <a:cubicBezTo>
                    <a:pt x="180" y="417"/>
                    <a:pt x="126" y="438"/>
                    <a:pt x="84" y="480"/>
                  </a:cubicBezTo>
                  <a:cubicBezTo>
                    <a:pt x="0" y="564"/>
                    <a:pt x="0" y="698"/>
                    <a:pt x="84" y="781"/>
                  </a:cubicBezTo>
                  <a:lnTo>
                    <a:pt x="502" y="1200"/>
                  </a:lnTo>
                  <a:cubicBezTo>
                    <a:pt x="543" y="1241"/>
                    <a:pt x="597" y="1262"/>
                    <a:pt x="651" y="1262"/>
                  </a:cubicBezTo>
                  <a:cubicBezTo>
                    <a:pt x="706" y="1262"/>
                    <a:pt x="761" y="1240"/>
                    <a:pt x="802" y="1197"/>
                  </a:cubicBezTo>
                  <a:lnTo>
                    <a:pt x="1635" y="363"/>
                  </a:lnTo>
                  <a:cubicBezTo>
                    <a:pt x="1719" y="279"/>
                    <a:pt x="1719" y="146"/>
                    <a:pt x="1635" y="63"/>
                  </a:cubicBezTo>
                  <a:cubicBezTo>
                    <a:pt x="1594" y="21"/>
                    <a:pt x="1540" y="0"/>
                    <a:pt x="1486"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45"/>
            <p:cNvSpPr/>
            <p:nvPr/>
          </p:nvSpPr>
          <p:spPr>
            <a:xfrm>
              <a:off x="2944127" y="2937456"/>
              <a:ext cx="43501" cy="43501"/>
            </a:xfrm>
            <a:custGeom>
              <a:rect b="b" l="l" r="r" t="t"/>
              <a:pathLst>
                <a:path extrusionOk="0" h="1468" w="1468">
                  <a:moveTo>
                    <a:pt x="377" y="0"/>
                  </a:moveTo>
                  <a:cubicBezTo>
                    <a:pt x="170" y="0"/>
                    <a:pt x="0" y="170"/>
                    <a:pt x="0" y="377"/>
                  </a:cubicBezTo>
                  <a:lnTo>
                    <a:pt x="0" y="1093"/>
                  </a:lnTo>
                  <a:cubicBezTo>
                    <a:pt x="0" y="1298"/>
                    <a:pt x="170" y="1468"/>
                    <a:pt x="377" y="1468"/>
                  </a:cubicBezTo>
                  <a:lnTo>
                    <a:pt x="1093" y="1468"/>
                  </a:lnTo>
                  <a:cubicBezTo>
                    <a:pt x="1298" y="1468"/>
                    <a:pt x="1468" y="1298"/>
                    <a:pt x="1468" y="1093"/>
                  </a:cubicBezTo>
                  <a:lnTo>
                    <a:pt x="1468" y="377"/>
                  </a:lnTo>
                  <a:cubicBezTo>
                    <a:pt x="1468" y="170"/>
                    <a:pt x="1298" y="0"/>
                    <a:pt x="10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45"/>
            <p:cNvSpPr/>
            <p:nvPr/>
          </p:nvSpPr>
          <p:spPr>
            <a:xfrm>
              <a:off x="2947298" y="2935027"/>
              <a:ext cx="50968" cy="37426"/>
            </a:xfrm>
            <a:custGeom>
              <a:rect b="b" l="l" r="r" t="t"/>
              <a:pathLst>
                <a:path extrusionOk="0" h="1263" w="1720">
                  <a:moveTo>
                    <a:pt x="1487" y="1"/>
                  </a:moveTo>
                  <a:cubicBezTo>
                    <a:pt x="1432" y="1"/>
                    <a:pt x="1378" y="22"/>
                    <a:pt x="1336" y="64"/>
                  </a:cubicBezTo>
                  <a:lnTo>
                    <a:pt x="652" y="748"/>
                  </a:lnTo>
                  <a:lnTo>
                    <a:pt x="386" y="482"/>
                  </a:lnTo>
                  <a:cubicBezTo>
                    <a:pt x="344" y="440"/>
                    <a:pt x="290" y="419"/>
                    <a:pt x="235" y="419"/>
                  </a:cubicBezTo>
                  <a:cubicBezTo>
                    <a:pt x="181" y="419"/>
                    <a:pt x="127" y="440"/>
                    <a:pt x="85" y="482"/>
                  </a:cubicBezTo>
                  <a:cubicBezTo>
                    <a:pt x="1" y="564"/>
                    <a:pt x="1" y="700"/>
                    <a:pt x="85" y="782"/>
                  </a:cubicBezTo>
                  <a:lnTo>
                    <a:pt x="503" y="1200"/>
                  </a:lnTo>
                  <a:cubicBezTo>
                    <a:pt x="543" y="1241"/>
                    <a:pt x="597" y="1262"/>
                    <a:pt x="651" y="1262"/>
                  </a:cubicBezTo>
                  <a:cubicBezTo>
                    <a:pt x="705" y="1262"/>
                    <a:pt x="760" y="1241"/>
                    <a:pt x="803" y="1199"/>
                  </a:cubicBezTo>
                  <a:lnTo>
                    <a:pt x="1637" y="365"/>
                  </a:lnTo>
                  <a:cubicBezTo>
                    <a:pt x="1720" y="281"/>
                    <a:pt x="1720" y="148"/>
                    <a:pt x="1637" y="64"/>
                  </a:cubicBezTo>
                  <a:cubicBezTo>
                    <a:pt x="1596" y="22"/>
                    <a:pt x="1541" y="1"/>
                    <a:pt x="148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45"/>
            <p:cNvSpPr/>
            <p:nvPr/>
          </p:nvSpPr>
          <p:spPr>
            <a:xfrm>
              <a:off x="2944127" y="3006056"/>
              <a:ext cx="43501" cy="43501"/>
            </a:xfrm>
            <a:custGeom>
              <a:rect b="b" l="l" r="r" t="t"/>
              <a:pathLst>
                <a:path extrusionOk="0" h="1468" w="1468">
                  <a:moveTo>
                    <a:pt x="377" y="0"/>
                  </a:moveTo>
                  <a:cubicBezTo>
                    <a:pt x="170" y="0"/>
                    <a:pt x="0" y="169"/>
                    <a:pt x="0" y="375"/>
                  </a:cubicBezTo>
                  <a:lnTo>
                    <a:pt x="0" y="1091"/>
                  </a:lnTo>
                  <a:cubicBezTo>
                    <a:pt x="0" y="1298"/>
                    <a:pt x="170" y="1467"/>
                    <a:pt x="377" y="1467"/>
                  </a:cubicBezTo>
                  <a:lnTo>
                    <a:pt x="1093" y="1467"/>
                  </a:lnTo>
                  <a:cubicBezTo>
                    <a:pt x="1298" y="1467"/>
                    <a:pt x="1468" y="1298"/>
                    <a:pt x="1468" y="1091"/>
                  </a:cubicBezTo>
                  <a:lnTo>
                    <a:pt x="1468" y="375"/>
                  </a:lnTo>
                  <a:cubicBezTo>
                    <a:pt x="1468" y="169"/>
                    <a:pt x="1298" y="0"/>
                    <a:pt x="10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45"/>
            <p:cNvSpPr/>
            <p:nvPr/>
          </p:nvSpPr>
          <p:spPr>
            <a:xfrm>
              <a:off x="2947298" y="3003626"/>
              <a:ext cx="50968" cy="37426"/>
            </a:xfrm>
            <a:custGeom>
              <a:rect b="b" l="l" r="r" t="t"/>
              <a:pathLst>
                <a:path extrusionOk="0" h="1263" w="1720">
                  <a:moveTo>
                    <a:pt x="1487" y="0"/>
                  </a:moveTo>
                  <a:cubicBezTo>
                    <a:pt x="1432" y="0"/>
                    <a:pt x="1378" y="21"/>
                    <a:pt x="1336" y="63"/>
                  </a:cubicBezTo>
                  <a:lnTo>
                    <a:pt x="652" y="746"/>
                  </a:lnTo>
                  <a:lnTo>
                    <a:pt x="386" y="480"/>
                  </a:lnTo>
                  <a:cubicBezTo>
                    <a:pt x="344" y="438"/>
                    <a:pt x="290" y="417"/>
                    <a:pt x="235" y="417"/>
                  </a:cubicBezTo>
                  <a:cubicBezTo>
                    <a:pt x="181" y="417"/>
                    <a:pt x="127" y="438"/>
                    <a:pt x="85" y="480"/>
                  </a:cubicBezTo>
                  <a:cubicBezTo>
                    <a:pt x="1" y="564"/>
                    <a:pt x="1" y="698"/>
                    <a:pt x="85" y="781"/>
                  </a:cubicBezTo>
                  <a:lnTo>
                    <a:pt x="503" y="1200"/>
                  </a:lnTo>
                  <a:cubicBezTo>
                    <a:pt x="543" y="1241"/>
                    <a:pt x="596" y="1262"/>
                    <a:pt x="650" y="1262"/>
                  </a:cubicBezTo>
                  <a:cubicBezTo>
                    <a:pt x="704" y="1262"/>
                    <a:pt x="760" y="1240"/>
                    <a:pt x="803" y="1197"/>
                  </a:cubicBezTo>
                  <a:lnTo>
                    <a:pt x="1637" y="363"/>
                  </a:lnTo>
                  <a:cubicBezTo>
                    <a:pt x="1720" y="279"/>
                    <a:pt x="1720" y="146"/>
                    <a:pt x="1637" y="63"/>
                  </a:cubicBezTo>
                  <a:cubicBezTo>
                    <a:pt x="1596" y="21"/>
                    <a:pt x="1541" y="0"/>
                    <a:pt x="1487"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45"/>
            <p:cNvSpPr/>
            <p:nvPr/>
          </p:nvSpPr>
          <p:spPr>
            <a:xfrm>
              <a:off x="3018297" y="2937456"/>
              <a:ext cx="43501" cy="43501"/>
            </a:xfrm>
            <a:custGeom>
              <a:rect b="b" l="l" r="r" t="t"/>
              <a:pathLst>
                <a:path extrusionOk="0" h="1468" w="1468">
                  <a:moveTo>
                    <a:pt x="376" y="0"/>
                  </a:moveTo>
                  <a:cubicBezTo>
                    <a:pt x="169" y="0"/>
                    <a:pt x="0" y="170"/>
                    <a:pt x="0" y="377"/>
                  </a:cubicBezTo>
                  <a:lnTo>
                    <a:pt x="0" y="1093"/>
                  </a:lnTo>
                  <a:cubicBezTo>
                    <a:pt x="0" y="1298"/>
                    <a:pt x="169" y="1468"/>
                    <a:pt x="376" y="1468"/>
                  </a:cubicBezTo>
                  <a:lnTo>
                    <a:pt x="1093" y="1468"/>
                  </a:lnTo>
                  <a:cubicBezTo>
                    <a:pt x="1298" y="1468"/>
                    <a:pt x="1467" y="1298"/>
                    <a:pt x="1467" y="1093"/>
                  </a:cubicBezTo>
                  <a:lnTo>
                    <a:pt x="1467" y="377"/>
                  </a:lnTo>
                  <a:cubicBezTo>
                    <a:pt x="1466" y="170"/>
                    <a:pt x="1296" y="0"/>
                    <a:pt x="10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45"/>
            <p:cNvSpPr/>
            <p:nvPr/>
          </p:nvSpPr>
          <p:spPr>
            <a:xfrm>
              <a:off x="3021409" y="2935027"/>
              <a:ext cx="50968" cy="37426"/>
            </a:xfrm>
            <a:custGeom>
              <a:rect b="b" l="l" r="r" t="t"/>
              <a:pathLst>
                <a:path extrusionOk="0" h="1263" w="1720">
                  <a:moveTo>
                    <a:pt x="1485" y="1"/>
                  </a:moveTo>
                  <a:cubicBezTo>
                    <a:pt x="1431" y="1"/>
                    <a:pt x="1376" y="22"/>
                    <a:pt x="1334" y="64"/>
                  </a:cubicBezTo>
                  <a:lnTo>
                    <a:pt x="652" y="748"/>
                  </a:lnTo>
                  <a:lnTo>
                    <a:pt x="385" y="482"/>
                  </a:lnTo>
                  <a:cubicBezTo>
                    <a:pt x="343" y="440"/>
                    <a:pt x="289" y="419"/>
                    <a:pt x="235" y="419"/>
                  </a:cubicBezTo>
                  <a:cubicBezTo>
                    <a:pt x="180" y="419"/>
                    <a:pt x="126" y="440"/>
                    <a:pt x="85" y="482"/>
                  </a:cubicBezTo>
                  <a:cubicBezTo>
                    <a:pt x="1" y="564"/>
                    <a:pt x="1" y="700"/>
                    <a:pt x="85" y="782"/>
                  </a:cubicBezTo>
                  <a:lnTo>
                    <a:pt x="501" y="1200"/>
                  </a:lnTo>
                  <a:cubicBezTo>
                    <a:pt x="542" y="1241"/>
                    <a:pt x="597" y="1262"/>
                    <a:pt x="651" y="1262"/>
                  </a:cubicBezTo>
                  <a:cubicBezTo>
                    <a:pt x="706" y="1262"/>
                    <a:pt x="761" y="1241"/>
                    <a:pt x="803" y="1199"/>
                  </a:cubicBezTo>
                  <a:lnTo>
                    <a:pt x="1636" y="365"/>
                  </a:lnTo>
                  <a:cubicBezTo>
                    <a:pt x="1720" y="281"/>
                    <a:pt x="1720" y="148"/>
                    <a:pt x="1636" y="64"/>
                  </a:cubicBezTo>
                  <a:cubicBezTo>
                    <a:pt x="1594" y="22"/>
                    <a:pt x="1540" y="1"/>
                    <a:pt x="1485"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45"/>
            <p:cNvSpPr/>
            <p:nvPr/>
          </p:nvSpPr>
          <p:spPr>
            <a:xfrm>
              <a:off x="3018297" y="3006056"/>
              <a:ext cx="43501" cy="43501"/>
            </a:xfrm>
            <a:custGeom>
              <a:rect b="b" l="l" r="r" t="t"/>
              <a:pathLst>
                <a:path extrusionOk="0" h="1468" w="1468">
                  <a:moveTo>
                    <a:pt x="376" y="0"/>
                  </a:moveTo>
                  <a:cubicBezTo>
                    <a:pt x="169" y="0"/>
                    <a:pt x="0" y="169"/>
                    <a:pt x="0" y="375"/>
                  </a:cubicBezTo>
                  <a:lnTo>
                    <a:pt x="0" y="1091"/>
                  </a:lnTo>
                  <a:cubicBezTo>
                    <a:pt x="0" y="1298"/>
                    <a:pt x="169" y="1467"/>
                    <a:pt x="376" y="1467"/>
                  </a:cubicBezTo>
                  <a:lnTo>
                    <a:pt x="1093" y="1467"/>
                  </a:lnTo>
                  <a:cubicBezTo>
                    <a:pt x="1298" y="1467"/>
                    <a:pt x="1467" y="1298"/>
                    <a:pt x="1467" y="1091"/>
                  </a:cubicBezTo>
                  <a:lnTo>
                    <a:pt x="1467" y="375"/>
                  </a:lnTo>
                  <a:cubicBezTo>
                    <a:pt x="1466" y="169"/>
                    <a:pt x="1296" y="0"/>
                    <a:pt x="10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45"/>
            <p:cNvSpPr/>
            <p:nvPr/>
          </p:nvSpPr>
          <p:spPr>
            <a:xfrm>
              <a:off x="3021409" y="3003626"/>
              <a:ext cx="50968" cy="37426"/>
            </a:xfrm>
            <a:custGeom>
              <a:rect b="b" l="l" r="r" t="t"/>
              <a:pathLst>
                <a:path extrusionOk="0" h="1263" w="1720">
                  <a:moveTo>
                    <a:pt x="1485" y="0"/>
                  </a:moveTo>
                  <a:cubicBezTo>
                    <a:pt x="1431" y="0"/>
                    <a:pt x="1376" y="21"/>
                    <a:pt x="1334" y="63"/>
                  </a:cubicBezTo>
                  <a:lnTo>
                    <a:pt x="652" y="746"/>
                  </a:lnTo>
                  <a:lnTo>
                    <a:pt x="385" y="480"/>
                  </a:lnTo>
                  <a:cubicBezTo>
                    <a:pt x="343" y="438"/>
                    <a:pt x="289" y="417"/>
                    <a:pt x="235" y="417"/>
                  </a:cubicBezTo>
                  <a:cubicBezTo>
                    <a:pt x="180" y="417"/>
                    <a:pt x="126" y="438"/>
                    <a:pt x="85" y="480"/>
                  </a:cubicBezTo>
                  <a:cubicBezTo>
                    <a:pt x="1" y="564"/>
                    <a:pt x="1" y="698"/>
                    <a:pt x="85" y="781"/>
                  </a:cubicBezTo>
                  <a:lnTo>
                    <a:pt x="501" y="1200"/>
                  </a:lnTo>
                  <a:cubicBezTo>
                    <a:pt x="542" y="1241"/>
                    <a:pt x="596" y="1262"/>
                    <a:pt x="650" y="1262"/>
                  </a:cubicBezTo>
                  <a:cubicBezTo>
                    <a:pt x="705" y="1262"/>
                    <a:pt x="760" y="1240"/>
                    <a:pt x="803" y="1197"/>
                  </a:cubicBezTo>
                  <a:lnTo>
                    <a:pt x="1636" y="363"/>
                  </a:lnTo>
                  <a:cubicBezTo>
                    <a:pt x="1720" y="279"/>
                    <a:pt x="1720" y="146"/>
                    <a:pt x="1636" y="63"/>
                  </a:cubicBezTo>
                  <a:cubicBezTo>
                    <a:pt x="1594" y="21"/>
                    <a:pt x="1540" y="0"/>
                    <a:pt x="1485"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45"/>
            <p:cNvSpPr/>
            <p:nvPr/>
          </p:nvSpPr>
          <p:spPr>
            <a:xfrm>
              <a:off x="2795935" y="3074684"/>
              <a:ext cx="43530" cy="43501"/>
            </a:xfrm>
            <a:custGeom>
              <a:rect b="b" l="l" r="r" t="t"/>
              <a:pathLst>
                <a:path extrusionOk="0" h="1468" w="1469">
                  <a:moveTo>
                    <a:pt x="375" y="0"/>
                  </a:moveTo>
                  <a:cubicBezTo>
                    <a:pt x="170" y="0"/>
                    <a:pt x="1" y="170"/>
                    <a:pt x="1" y="375"/>
                  </a:cubicBezTo>
                  <a:lnTo>
                    <a:pt x="1" y="1091"/>
                  </a:lnTo>
                  <a:cubicBezTo>
                    <a:pt x="1" y="1298"/>
                    <a:pt x="170" y="1467"/>
                    <a:pt x="375" y="1467"/>
                  </a:cubicBezTo>
                  <a:lnTo>
                    <a:pt x="1092" y="1467"/>
                  </a:lnTo>
                  <a:cubicBezTo>
                    <a:pt x="1299" y="1467"/>
                    <a:pt x="1468" y="1298"/>
                    <a:pt x="1468" y="1091"/>
                  </a:cubicBezTo>
                  <a:lnTo>
                    <a:pt x="1468" y="375"/>
                  </a:lnTo>
                  <a:cubicBezTo>
                    <a:pt x="1468" y="170"/>
                    <a:pt x="1299" y="0"/>
                    <a:pt x="10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45"/>
            <p:cNvSpPr/>
            <p:nvPr/>
          </p:nvSpPr>
          <p:spPr>
            <a:xfrm>
              <a:off x="2799046" y="3072255"/>
              <a:ext cx="50998" cy="37337"/>
            </a:xfrm>
            <a:custGeom>
              <a:rect b="b" l="l" r="r" t="t"/>
              <a:pathLst>
                <a:path extrusionOk="0" h="1260" w="1721">
                  <a:moveTo>
                    <a:pt x="1486" y="0"/>
                  </a:moveTo>
                  <a:cubicBezTo>
                    <a:pt x="1432" y="0"/>
                    <a:pt x="1377" y="21"/>
                    <a:pt x="1335" y="62"/>
                  </a:cubicBezTo>
                  <a:lnTo>
                    <a:pt x="651" y="746"/>
                  </a:lnTo>
                  <a:lnTo>
                    <a:pt x="385" y="480"/>
                  </a:lnTo>
                  <a:cubicBezTo>
                    <a:pt x="344" y="438"/>
                    <a:pt x="289" y="417"/>
                    <a:pt x="235" y="417"/>
                  </a:cubicBezTo>
                  <a:cubicBezTo>
                    <a:pt x="180" y="417"/>
                    <a:pt x="126" y="438"/>
                    <a:pt x="84" y="480"/>
                  </a:cubicBezTo>
                  <a:cubicBezTo>
                    <a:pt x="0" y="564"/>
                    <a:pt x="0" y="698"/>
                    <a:pt x="84" y="782"/>
                  </a:cubicBezTo>
                  <a:lnTo>
                    <a:pt x="502" y="1200"/>
                  </a:lnTo>
                  <a:cubicBezTo>
                    <a:pt x="544" y="1240"/>
                    <a:pt x="597" y="1260"/>
                    <a:pt x="651" y="1260"/>
                  </a:cubicBezTo>
                  <a:cubicBezTo>
                    <a:pt x="705" y="1260"/>
                    <a:pt x="760" y="1239"/>
                    <a:pt x="801" y="1197"/>
                  </a:cubicBezTo>
                  <a:lnTo>
                    <a:pt x="1637" y="363"/>
                  </a:lnTo>
                  <a:cubicBezTo>
                    <a:pt x="1721" y="279"/>
                    <a:pt x="1721" y="146"/>
                    <a:pt x="1637" y="62"/>
                  </a:cubicBezTo>
                  <a:cubicBezTo>
                    <a:pt x="1595" y="21"/>
                    <a:pt x="1540" y="0"/>
                    <a:pt x="1486"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45"/>
            <p:cNvSpPr/>
            <p:nvPr/>
          </p:nvSpPr>
          <p:spPr>
            <a:xfrm>
              <a:off x="2870046" y="3074684"/>
              <a:ext cx="43471" cy="43501"/>
            </a:xfrm>
            <a:custGeom>
              <a:rect b="b" l="l" r="r" t="t"/>
              <a:pathLst>
                <a:path extrusionOk="0" h="1468" w="1467">
                  <a:moveTo>
                    <a:pt x="376" y="0"/>
                  </a:moveTo>
                  <a:cubicBezTo>
                    <a:pt x="169" y="0"/>
                    <a:pt x="1" y="170"/>
                    <a:pt x="1" y="375"/>
                  </a:cubicBezTo>
                  <a:lnTo>
                    <a:pt x="1" y="1091"/>
                  </a:lnTo>
                  <a:cubicBezTo>
                    <a:pt x="1" y="1298"/>
                    <a:pt x="169" y="1467"/>
                    <a:pt x="376" y="1467"/>
                  </a:cubicBezTo>
                  <a:lnTo>
                    <a:pt x="1092" y="1467"/>
                  </a:lnTo>
                  <a:cubicBezTo>
                    <a:pt x="1299" y="1467"/>
                    <a:pt x="1467" y="1298"/>
                    <a:pt x="1467" y="1091"/>
                  </a:cubicBezTo>
                  <a:lnTo>
                    <a:pt x="1467" y="375"/>
                  </a:lnTo>
                  <a:cubicBezTo>
                    <a:pt x="1467" y="170"/>
                    <a:pt x="1299" y="0"/>
                    <a:pt x="10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45"/>
            <p:cNvSpPr/>
            <p:nvPr/>
          </p:nvSpPr>
          <p:spPr>
            <a:xfrm>
              <a:off x="2873157" y="3072255"/>
              <a:ext cx="50968" cy="37337"/>
            </a:xfrm>
            <a:custGeom>
              <a:rect b="b" l="l" r="r" t="t"/>
              <a:pathLst>
                <a:path extrusionOk="0" h="1260" w="1720">
                  <a:moveTo>
                    <a:pt x="1486" y="0"/>
                  </a:moveTo>
                  <a:cubicBezTo>
                    <a:pt x="1432" y="0"/>
                    <a:pt x="1377" y="21"/>
                    <a:pt x="1335" y="62"/>
                  </a:cubicBezTo>
                  <a:lnTo>
                    <a:pt x="651" y="746"/>
                  </a:lnTo>
                  <a:lnTo>
                    <a:pt x="386" y="480"/>
                  </a:lnTo>
                  <a:cubicBezTo>
                    <a:pt x="344" y="438"/>
                    <a:pt x="289" y="417"/>
                    <a:pt x="235" y="417"/>
                  </a:cubicBezTo>
                  <a:cubicBezTo>
                    <a:pt x="180" y="417"/>
                    <a:pt x="126" y="438"/>
                    <a:pt x="84" y="480"/>
                  </a:cubicBezTo>
                  <a:cubicBezTo>
                    <a:pt x="0" y="564"/>
                    <a:pt x="0" y="698"/>
                    <a:pt x="84" y="782"/>
                  </a:cubicBezTo>
                  <a:lnTo>
                    <a:pt x="502" y="1200"/>
                  </a:lnTo>
                  <a:cubicBezTo>
                    <a:pt x="543" y="1240"/>
                    <a:pt x="597" y="1260"/>
                    <a:pt x="651" y="1260"/>
                  </a:cubicBezTo>
                  <a:cubicBezTo>
                    <a:pt x="706" y="1260"/>
                    <a:pt x="761" y="1239"/>
                    <a:pt x="802" y="1197"/>
                  </a:cubicBezTo>
                  <a:lnTo>
                    <a:pt x="1635" y="363"/>
                  </a:lnTo>
                  <a:cubicBezTo>
                    <a:pt x="1719" y="279"/>
                    <a:pt x="1719" y="146"/>
                    <a:pt x="1635" y="62"/>
                  </a:cubicBezTo>
                  <a:cubicBezTo>
                    <a:pt x="1594" y="21"/>
                    <a:pt x="1540" y="0"/>
                    <a:pt x="1486"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45"/>
            <p:cNvSpPr/>
            <p:nvPr/>
          </p:nvSpPr>
          <p:spPr>
            <a:xfrm>
              <a:off x="2944127" y="3074684"/>
              <a:ext cx="43501" cy="43501"/>
            </a:xfrm>
            <a:custGeom>
              <a:rect b="b" l="l" r="r" t="t"/>
              <a:pathLst>
                <a:path extrusionOk="0" h="1468" w="1468">
                  <a:moveTo>
                    <a:pt x="377" y="0"/>
                  </a:moveTo>
                  <a:cubicBezTo>
                    <a:pt x="170" y="0"/>
                    <a:pt x="0" y="170"/>
                    <a:pt x="0" y="375"/>
                  </a:cubicBezTo>
                  <a:lnTo>
                    <a:pt x="0" y="1091"/>
                  </a:lnTo>
                  <a:cubicBezTo>
                    <a:pt x="0" y="1298"/>
                    <a:pt x="170" y="1467"/>
                    <a:pt x="377" y="1467"/>
                  </a:cubicBezTo>
                  <a:lnTo>
                    <a:pt x="1093" y="1467"/>
                  </a:lnTo>
                  <a:cubicBezTo>
                    <a:pt x="1298" y="1467"/>
                    <a:pt x="1468" y="1298"/>
                    <a:pt x="1468" y="1091"/>
                  </a:cubicBezTo>
                  <a:lnTo>
                    <a:pt x="1468" y="375"/>
                  </a:lnTo>
                  <a:cubicBezTo>
                    <a:pt x="1468" y="170"/>
                    <a:pt x="1298" y="0"/>
                    <a:pt x="10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45"/>
            <p:cNvSpPr/>
            <p:nvPr/>
          </p:nvSpPr>
          <p:spPr>
            <a:xfrm>
              <a:off x="2947298" y="3072255"/>
              <a:ext cx="50968" cy="37337"/>
            </a:xfrm>
            <a:custGeom>
              <a:rect b="b" l="l" r="r" t="t"/>
              <a:pathLst>
                <a:path extrusionOk="0" h="1260" w="1720">
                  <a:moveTo>
                    <a:pt x="1487" y="0"/>
                  </a:moveTo>
                  <a:cubicBezTo>
                    <a:pt x="1432" y="0"/>
                    <a:pt x="1378" y="21"/>
                    <a:pt x="1336" y="62"/>
                  </a:cubicBezTo>
                  <a:lnTo>
                    <a:pt x="652" y="746"/>
                  </a:lnTo>
                  <a:lnTo>
                    <a:pt x="386" y="480"/>
                  </a:lnTo>
                  <a:cubicBezTo>
                    <a:pt x="344" y="438"/>
                    <a:pt x="290" y="417"/>
                    <a:pt x="235" y="417"/>
                  </a:cubicBezTo>
                  <a:cubicBezTo>
                    <a:pt x="181" y="417"/>
                    <a:pt x="127" y="438"/>
                    <a:pt x="85" y="480"/>
                  </a:cubicBezTo>
                  <a:cubicBezTo>
                    <a:pt x="1" y="564"/>
                    <a:pt x="1" y="698"/>
                    <a:pt x="85" y="782"/>
                  </a:cubicBezTo>
                  <a:lnTo>
                    <a:pt x="503" y="1200"/>
                  </a:lnTo>
                  <a:cubicBezTo>
                    <a:pt x="543" y="1240"/>
                    <a:pt x="596" y="1260"/>
                    <a:pt x="649" y="1260"/>
                  </a:cubicBezTo>
                  <a:cubicBezTo>
                    <a:pt x="704" y="1260"/>
                    <a:pt x="760" y="1239"/>
                    <a:pt x="803" y="1197"/>
                  </a:cubicBezTo>
                  <a:lnTo>
                    <a:pt x="1637" y="363"/>
                  </a:lnTo>
                  <a:cubicBezTo>
                    <a:pt x="1720" y="279"/>
                    <a:pt x="1720" y="146"/>
                    <a:pt x="1637" y="62"/>
                  </a:cubicBezTo>
                  <a:cubicBezTo>
                    <a:pt x="1596" y="21"/>
                    <a:pt x="1541" y="0"/>
                    <a:pt x="1487"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45"/>
            <p:cNvSpPr/>
            <p:nvPr/>
          </p:nvSpPr>
          <p:spPr>
            <a:xfrm>
              <a:off x="2746241" y="2788079"/>
              <a:ext cx="365724" cy="95239"/>
            </a:xfrm>
            <a:custGeom>
              <a:rect b="b" l="l" r="r" t="t"/>
              <a:pathLst>
                <a:path extrusionOk="0" h="3214" w="12342">
                  <a:moveTo>
                    <a:pt x="783" y="1"/>
                  </a:moveTo>
                  <a:cubicBezTo>
                    <a:pt x="350" y="1"/>
                    <a:pt x="1" y="350"/>
                    <a:pt x="1" y="781"/>
                  </a:cubicBezTo>
                  <a:lnTo>
                    <a:pt x="1" y="2433"/>
                  </a:lnTo>
                  <a:cubicBezTo>
                    <a:pt x="1" y="2864"/>
                    <a:pt x="350" y="3214"/>
                    <a:pt x="783" y="3214"/>
                  </a:cubicBezTo>
                  <a:lnTo>
                    <a:pt x="11559" y="3214"/>
                  </a:lnTo>
                  <a:cubicBezTo>
                    <a:pt x="11991" y="3214"/>
                    <a:pt x="12341" y="2864"/>
                    <a:pt x="12341" y="2433"/>
                  </a:cubicBezTo>
                  <a:lnTo>
                    <a:pt x="12341" y="781"/>
                  </a:lnTo>
                  <a:cubicBezTo>
                    <a:pt x="12340" y="350"/>
                    <a:pt x="11990" y="1"/>
                    <a:pt x="11558" y="1"/>
                  </a:cubicBezTo>
                  <a:lnTo>
                    <a:pt x="11200" y="1"/>
                  </a:lnTo>
                  <a:lnTo>
                    <a:pt x="11200" y="868"/>
                  </a:lnTo>
                  <a:cubicBezTo>
                    <a:pt x="11200" y="1062"/>
                    <a:pt x="11042" y="1222"/>
                    <a:pt x="10847" y="1222"/>
                  </a:cubicBezTo>
                  <a:cubicBezTo>
                    <a:pt x="10653" y="1222"/>
                    <a:pt x="10493" y="1062"/>
                    <a:pt x="10493" y="868"/>
                  </a:cubicBezTo>
                  <a:lnTo>
                    <a:pt x="10493" y="1"/>
                  </a:lnTo>
                  <a:lnTo>
                    <a:pt x="9549" y="1"/>
                  </a:lnTo>
                  <a:lnTo>
                    <a:pt x="9549" y="868"/>
                  </a:lnTo>
                  <a:cubicBezTo>
                    <a:pt x="9549" y="1062"/>
                    <a:pt x="9389" y="1222"/>
                    <a:pt x="9195" y="1222"/>
                  </a:cubicBezTo>
                  <a:cubicBezTo>
                    <a:pt x="9001" y="1222"/>
                    <a:pt x="8842" y="1062"/>
                    <a:pt x="8842" y="868"/>
                  </a:cubicBezTo>
                  <a:lnTo>
                    <a:pt x="8842" y="1"/>
                  </a:lnTo>
                  <a:lnTo>
                    <a:pt x="3498" y="1"/>
                  </a:lnTo>
                  <a:lnTo>
                    <a:pt x="3498" y="868"/>
                  </a:lnTo>
                  <a:cubicBezTo>
                    <a:pt x="3498" y="1062"/>
                    <a:pt x="3340" y="1222"/>
                    <a:pt x="3145" y="1222"/>
                  </a:cubicBezTo>
                  <a:cubicBezTo>
                    <a:pt x="2951" y="1222"/>
                    <a:pt x="2791" y="1062"/>
                    <a:pt x="2791" y="868"/>
                  </a:cubicBezTo>
                  <a:lnTo>
                    <a:pt x="2791" y="1"/>
                  </a:lnTo>
                  <a:lnTo>
                    <a:pt x="1847" y="1"/>
                  </a:lnTo>
                  <a:lnTo>
                    <a:pt x="1847" y="868"/>
                  </a:lnTo>
                  <a:cubicBezTo>
                    <a:pt x="1847" y="1062"/>
                    <a:pt x="1687" y="1222"/>
                    <a:pt x="1493" y="1222"/>
                  </a:cubicBezTo>
                  <a:cubicBezTo>
                    <a:pt x="1299" y="1222"/>
                    <a:pt x="1140" y="1062"/>
                    <a:pt x="1140" y="868"/>
                  </a:cubicBezTo>
                  <a:lnTo>
                    <a:pt x="1140" y="1"/>
                  </a:ln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45"/>
            <p:cNvSpPr/>
            <p:nvPr/>
          </p:nvSpPr>
          <p:spPr>
            <a:xfrm>
              <a:off x="2881217" y="2822660"/>
              <a:ext cx="95594" cy="22698"/>
            </a:xfrm>
            <a:custGeom>
              <a:rect b="b" l="l" r="r" t="t"/>
              <a:pathLst>
                <a:path extrusionOk="0" h="766" w="3226">
                  <a:moveTo>
                    <a:pt x="382" y="1"/>
                  </a:moveTo>
                  <a:cubicBezTo>
                    <a:pt x="171" y="1"/>
                    <a:pt x="0" y="172"/>
                    <a:pt x="0" y="383"/>
                  </a:cubicBezTo>
                  <a:cubicBezTo>
                    <a:pt x="0" y="595"/>
                    <a:pt x="173" y="766"/>
                    <a:pt x="382" y="766"/>
                  </a:cubicBezTo>
                  <a:lnTo>
                    <a:pt x="2843" y="766"/>
                  </a:lnTo>
                  <a:cubicBezTo>
                    <a:pt x="3055" y="766"/>
                    <a:pt x="3225" y="595"/>
                    <a:pt x="3225" y="383"/>
                  </a:cubicBezTo>
                  <a:cubicBezTo>
                    <a:pt x="3225" y="172"/>
                    <a:pt x="3055" y="1"/>
                    <a:pt x="2843"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45"/>
            <p:cNvSpPr/>
            <p:nvPr/>
          </p:nvSpPr>
          <p:spPr>
            <a:xfrm>
              <a:off x="3056286" y="2751246"/>
              <a:ext cx="22728" cy="73992"/>
            </a:xfrm>
            <a:custGeom>
              <a:rect b="b" l="l" r="r" t="t"/>
              <a:pathLst>
                <a:path extrusionOk="0" h="2497" w="767">
                  <a:moveTo>
                    <a:pt x="384" y="0"/>
                  </a:moveTo>
                  <a:cubicBezTo>
                    <a:pt x="171" y="0"/>
                    <a:pt x="0" y="171"/>
                    <a:pt x="0" y="382"/>
                  </a:cubicBezTo>
                  <a:lnTo>
                    <a:pt x="0" y="2114"/>
                  </a:lnTo>
                  <a:cubicBezTo>
                    <a:pt x="0" y="2325"/>
                    <a:pt x="171" y="2496"/>
                    <a:pt x="384" y="2496"/>
                  </a:cubicBezTo>
                  <a:cubicBezTo>
                    <a:pt x="596" y="2496"/>
                    <a:pt x="767" y="2324"/>
                    <a:pt x="767" y="2114"/>
                  </a:cubicBezTo>
                  <a:lnTo>
                    <a:pt x="767" y="382"/>
                  </a:lnTo>
                  <a:cubicBezTo>
                    <a:pt x="767" y="171"/>
                    <a:pt x="596" y="0"/>
                    <a:pt x="3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45"/>
            <p:cNvSpPr/>
            <p:nvPr/>
          </p:nvSpPr>
          <p:spPr>
            <a:xfrm>
              <a:off x="3007363" y="2751246"/>
              <a:ext cx="22698" cy="73992"/>
            </a:xfrm>
            <a:custGeom>
              <a:rect b="b" l="l" r="r" t="t"/>
              <a:pathLst>
                <a:path extrusionOk="0" h="2497" w="766">
                  <a:moveTo>
                    <a:pt x="383" y="0"/>
                  </a:moveTo>
                  <a:cubicBezTo>
                    <a:pt x="172" y="0"/>
                    <a:pt x="1" y="171"/>
                    <a:pt x="1" y="382"/>
                  </a:cubicBezTo>
                  <a:lnTo>
                    <a:pt x="1" y="2114"/>
                  </a:lnTo>
                  <a:cubicBezTo>
                    <a:pt x="1" y="2325"/>
                    <a:pt x="172" y="2496"/>
                    <a:pt x="383" y="2496"/>
                  </a:cubicBezTo>
                  <a:cubicBezTo>
                    <a:pt x="593" y="2496"/>
                    <a:pt x="764" y="2324"/>
                    <a:pt x="765" y="2114"/>
                  </a:cubicBezTo>
                  <a:lnTo>
                    <a:pt x="765" y="382"/>
                  </a:lnTo>
                  <a:cubicBezTo>
                    <a:pt x="765" y="171"/>
                    <a:pt x="594" y="0"/>
                    <a:pt x="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45"/>
            <p:cNvSpPr/>
            <p:nvPr/>
          </p:nvSpPr>
          <p:spPr>
            <a:xfrm>
              <a:off x="2827997" y="2751246"/>
              <a:ext cx="22758" cy="73992"/>
            </a:xfrm>
            <a:custGeom>
              <a:rect b="b" l="l" r="r" t="t"/>
              <a:pathLst>
                <a:path extrusionOk="0" h="2497" w="768">
                  <a:moveTo>
                    <a:pt x="383" y="0"/>
                  </a:moveTo>
                  <a:cubicBezTo>
                    <a:pt x="172" y="0"/>
                    <a:pt x="1" y="171"/>
                    <a:pt x="1" y="382"/>
                  </a:cubicBezTo>
                  <a:lnTo>
                    <a:pt x="1" y="2114"/>
                  </a:lnTo>
                  <a:cubicBezTo>
                    <a:pt x="1" y="2325"/>
                    <a:pt x="172" y="2496"/>
                    <a:pt x="383" y="2496"/>
                  </a:cubicBezTo>
                  <a:cubicBezTo>
                    <a:pt x="595" y="2496"/>
                    <a:pt x="767" y="2324"/>
                    <a:pt x="767" y="2114"/>
                  </a:cubicBezTo>
                  <a:lnTo>
                    <a:pt x="767" y="382"/>
                  </a:lnTo>
                  <a:cubicBezTo>
                    <a:pt x="767" y="171"/>
                    <a:pt x="595" y="0"/>
                    <a:pt x="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45"/>
            <p:cNvSpPr/>
            <p:nvPr/>
          </p:nvSpPr>
          <p:spPr>
            <a:xfrm>
              <a:off x="2778985" y="2751246"/>
              <a:ext cx="22758" cy="73992"/>
            </a:xfrm>
            <a:custGeom>
              <a:rect b="b" l="l" r="r" t="t"/>
              <a:pathLst>
                <a:path extrusionOk="0" h="2497" w="768">
                  <a:moveTo>
                    <a:pt x="383" y="0"/>
                  </a:moveTo>
                  <a:cubicBezTo>
                    <a:pt x="172" y="0"/>
                    <a:pt x="1" y="171"/>
                    <a:pt x="1" y="382"/>
                  </a:cubicBezTo>
                  <a:lnTo>
                    <a:pt x="1" y="2114"/>
                  </a:lnTo>
                  <a:cubicBezTo>
                    <a:pt x="1" y="2325"/>
                    <a:pt x="172" y="2496"/>
                    <a:pt x="383" y="2496"/>
                  </a:cubicBezTo>
                  <a:cubicBezTo>
                    <a:pt x="596" y="2496"/>
                    <a:pt x="767" y="2324"/>
                    <a:pt x="767" y="2114"/>
                  </a:cubicBezTo>
                  <a:lnTo>
                    <a:pt x="767" y="382"/>
                  </a:lnTo>
                  <a:cubicBezTo>
                    <a:pt x="767" y="171"/>
                    <a:pt x="596" y="0"/>
                    <a:pt x="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5" name="Google Shape;10865;p45"/>
          <p:cNvGrpSpPr/>
          <p:nvPr/>
        </p:nvGrpSpPr>
        <p:grpSpPr>
          <a:xfrm>
            <a:off x="720000" y="2011619"/>
            <a:ext cx="434294" cy="413403"/>
            <a:chOff x="720000" y="2011619"/>
            <a:chExt cx="434294" cy="413403"/>
          </a:xfrm>
        </p:grpSpPr>
        <p:sp>
          <p:nvSpPr>
            <p:cNvPr id="10866" name="Google Shape;10866;p45"/>
            <p:cNvSpPr/>
            <p:nvPr/>
          </p:nvSpPr>
          <p:spPr>
            <a:xfrm>
              <a:off x="720000" y="2029428"/>
              <a:ext cx="434294" cy="395594"/>
            </a:xfrm>
            <a:custGeom>
              <a:rect b="b" l="l" r="r" t="t"/>
              <a:pathLst>
                <a:path extrusionOk="0" h="13350" w="14656">
                  <a:moveTo>
                    <a:pt x="7329" y="0"/>
                  </a:moveTo>
                  <a:cubicBezTo>
                    <a:pt x="5621" y="0"/>
                    <a:pt x="3913" y="652"/>
                    <a:pt x="2609" y="1955"/>
                  </a:cubicBezTo>
                  <a:cubicBezTo>
                    <a:pt x="1" y="4564"/>
                    <a:pt x="1" y="8787"/>
                    <a:pt x="2609" y="11395"/>
                  </a:cubicBezTo>
                  <a:cubicBezTo>
                    <a:pt x="3860" y="12647"/>
                    <a:pt x="5558" y="13349"/>
                    <a:pt x="7328" y="13349"/>
                  </a:cubicBezTo>
                  <a:cubicBezTo>
                    <a:pt x="9099" y="13349"/>
                    <a:pt x="10796" y="12647"/>
                    <a:pt x="12048" y="11395"/>
                  </a:cubicBezTo>
                  <a:cubicBezTo>
                    <a:pt x="14656" y="8787"/>
                    <a:pt x="14656" y="4560"/>
                    <a:pt x="12048" y="1955"/>
                  </a:cubicBezTo>
                  <a:cubicBezTo>
                    <a:pt x="10745" y="652"/>
                    <a:pt x="9037" y="0"/>
                    <a:pt x="7329"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45"/>
            <p:cNvSpPr/>
            <p:nvPr/>
          </p:nvSpPr>
          <p:spPr>
            <a:xfrm>
              <a:off x="743677" y="2011619"/>
              <a:ext cx="386230" cy="285391"/>
            </a:xfrm>
            <a:custGeom>
              <a:rect b="b" l="l" r="r" t="t"/>
              <a:pathLst>
                <a:path extrusionOk="0" h="9631" w="13034">
                  <a:moveTo>
                    <a:pt x="1582" y="1"/>
                  </a:moveTo>
                  <a:cubicBezTo>
                    <a:pt x="711" y="1"/>
                    <a:pt x="1" y="713"/>
                    <a:pt x="1" y="1583"/>
                  </a:cubicBezTo>
                  <a:lnTo>
                    <a:pt x="1" y="8050"/>
                  </a:lnTo>
                  <a:cubicBezTo>
                    <a:pt x="1" y="8920"/>
                    <a:pt x="711" y="9630"/>
                    <a:pt x="1582" y="9630"/>
                  </a:cubicBezTo>
                  <a:lnTo>
                    <a:pt x="11451" y="9630"/>
                  </a:lnTo>
                  <a:cubicBezTo>
                    <a:pt x="12321" y="9630"/>
                    <a:pt x="13033" y="8920"/>
                    <a:pt x="13033" y="8050"/>
                  </a:cubicBezTo>
                  <a:lnTo>
                    <a:pt x="13033" y="1583"/>
                  </a:lnTo>
                  <a:cubicBezTo>
                    <a:pt x="13033" y="713"/>
                    <a:pt x="12320" y="1"/>
                    <a:pt x="114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45"/>
            <p:cNvSpPr/>
            <p:nvPr/>
          </p:nvSpPr>
          <p:spPr>
            <a:xfrm>
              <a:off x="767412" y="2035443"/>
              <a:ext cx="338670" cy="237830"/>
            </a:xfrm>
            <a:custGeom>
              <a:rect b="b" l="l" r="r" t="t"/>
              <a:pathLst>
                <a:path extrusionOk="0" h="8026" w="11429">
                  <a:moveTo>
                    <a:pt x="905" y="0"/>
                  </a:moveTo>
                  <a:cubicBezTo>
                    <a:pt x="406" y="0"/>
                    <a:pt x="0" y="405"/>
                    <a:pt x="0" y="905"/>
                  </a:cubicBezTo>
                  <a:lnTo>
                    <a:pt x="0" y="7121"/>
                  </a:lnTo>
                  <a:cubicBezTo>
                    <a:pt x="0" y="7620"/>
                    <a:pt x="406" y="8026"/>
                    <a:pt x="905" y="8026"/>
                  </a:cubicBezTo>
                  <a:lnTo>
                    <a:pt x="10524" y="8026"/>
                  </a:lnTo>
                  <a:cubicBezTo>
                    <a:pt x="11023" y="8026"/>
                    <a:pt x="11428" y="7620"/>
                    <a:pt x="11428" y="7121"/>
                  </a:cubicBezTo>
                  <a:lnTo>
                    <a:pt x="11428" y="905"/>
                  </a:lnTo>
                  <a:cubicBezTo>
                    <a:pt x="11428" y="403"/>
                    <a:pt x="11023" y="0"/>
                    <a:pt x="10524"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45"/>
            <p:cNvSpPr/>
            <p:nvPr/>
          </p:nvSpPr>
          <p:spPr>
            <a:xfrm>
              <a:off x="824514" y="2100990"/>
              <a:ext cx="224555" cy="123568"/>
            </a:xfrm>
            <a:custGeom>
              <a:rect b="b" l="l" r="r" t="t"/>
              <a:pathLst>
                <a:path extrusionOk="0" h="4170" w="7578">
                  <a:moveTo>
                    <a:pt x="677" y="0"/>
                  </a:moveTo>
                  <a:cubicBezTo>
                    <a:pt x="304" y="0"/>
                    <a:pt x="1" y="307"/>
                    <a:pt x="1" y="677"/>
                  </a:cubicBezTo>
                  <a:lnTo>
                    <a:pt x="1" y="3493"/>
                  </a:lnTo>
                  <a:cubicBezTo>
                    <a:pt x="1" y="3866"/>
                    <a:pt x="305" y="4169"/>
                    <a:pt x="677" y="4169"/>
                  </a:cubicBezTo>
                  <a:lnTo>
                    <a:pt x="6898" y="4169"/>
                  </a:lnTo>
                  <a:cubicBezTo>
                    <a:pt x="7271" y="4169"/>
                    <a:pt x="7574" y="3863"/>
                    <a:pt x="7574" y="3493"/>
                  </a:cubicBezTo>
                  <a:lnTo>
                    <a:pt x="7574" y="677"/>
                  </a:lnTo>
                  <a:cubicBezTo>
                    <a:pt x="7577" y="303"/>
                    <a:pt x="7271" y="0"/>
                    <a:pt x="6898"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45"/>
            <p:cNvSpPr/>
            <p:nvPr/>
          </p:nvSpPr>
          <p:spPr>
            <a:xfrm>
              <a:off x="954512" y="2043503"/>
              <a:ext cx="188878" cy="188878"/>
            </a:xfrm>
            <a:custGeom>
              <a:rect b="b" l="l" r="r" t="t"/>
              <a:pathLst>
                <a:path extrusionOk="0" h="6374" w="6374">
                  <a:moveTo>
                    <a:pt x="3187" y="0"/>
                  </a:moveTo>
                  <a:cubicBezTo>
                    <a:pt x="1427" y="0"/>
                    <a:pt x="0" y="1426"/>
                    <a:pt x="0" y="3187"/>
                  </a:cubicBezTo>
                  <a:cubicBezTo>
                    <a:pt x="0" y="4947"/>
                    <a:pt x="1429" y="6374"/>
                    <a:pt x="3187" y="6374"/>
                  </a:cubicBezTo>
                  <a:cubicBezTo>
                    <a:pt x="4948" y="6374"/>
                    <a:pt x="6373" y="4945"/>
                    <a:pt x="6373" y="3187"/>
                  </a:cubicBezTo>
                  <a:cubicBezTo>
                    <a:pt x="6373" y="1427"/>
                    <a:pt x="4948" y="2"/>
                    <a:pt x="318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45"/>
            <p:cNvSpPr/>
            <p:nvPr/>
          </p:nvSpPr>
          <p:spPr>
            <a:xfrm>
              <a:off x="954601" y="2044748"/>
              <a:ext cx="188729" cy="186359"/>
            </a:xfrm>
            <a:custGeom>
              <a:rect b="b" l="l" r="r" t="t"/>
              <a:pathLst>
                <a:path extrusionOk="0" h="6289" w="6369">
                  <a:moveTo>
                    <a:pt x="2666" y="0"/>
                  </a:moveTo>
                  <a:lnTo>
                    <a:pt x="2666" y="0"/>
                  </a:lnTo>
                  <a:cubicBezTo>
                    <a:pt x="2449" y="35"/>
                    <a:pt x="2239" y="94"/>
                    <a:pt x="2038" y="171"/>
                  </a:cubicBezTo>
                  <a:cubicBezTo>
                    <a:pt x="1925" y="313"/>
                    <a:pt x="1821" y="465"/>
                    <a:pt x="1726" y="622"/>
                  </a:cubicBezTo>
                  <a:cubicBezTo>
                    <a:pt x="1713" y="622"/>
                    <a:pt x="1701" y="623"/>
                    <a:pt x="1688" y="623"/>
                  </a:cubicBezTo>
                  <a:cubicBezTo>
                    <a:pt x="1530" y="623"/>
                    <a:pt x="1402" y="605"/>
                    <a:pt x="1300" y="577"/>
                  </a:cubicBezTo>
                  <a:cubicBezTo>
                    <a:pt x="1190" y="660"/>
                    <a:pt x="1084" y="747"/>
                    <a:pt x="984" y="841"/>
                  </a:cubicBezTo>
                  <a:lnTo>
                    <a:pt x="1061" y="874"/>
                  </a:lnTo>
                  <a:cubicBezTo>
                    <a:pt x="1062" y="877"/>
                    <a:pt x="1067" y="877"/>
                    <a:pt x="1068" y="879"/>
                  </a:cubicBezTo>
                  <a:cubicBezTo>
                    <a:pt x="1218" y="935"/>
                    <a:pt x="1376" y="964"/>
                    <a:pt x="1535" y="975"/>
                  </a:cubicBezTo>
                  <a:cubicBezTo>
                    <a:pt x="1494" y="1061"/>
                    <a:pt x="1455" y="1149"/>
                    <a:pt x="1418" y="1236"/>
                  </a:cubicBezTo>
                  <a:cubicBezTo>
                    <a:pt x="1096" y="1284"/>
                    <a:pt x="781" y="1367"/>
                    <a:pt x="475" y="1476"/>
                  </a:cubicBezTo>
                  <a:cubicBezTo>
                    <a:pt x="383" y="1625"/>
                    <a:pt x="304" y="1782"/>
                    <a:pt x="235" y="1945"/>
                  </a:cubicBezTo>
                  <a:lnTo>
                    <a:pt x="400" y="1883"/>
                  </a:lnTo>
                  <a:cubicBezTo>
                    <a:pt x="402" y="1883"/>
                    <a:pt x="405" y="1881"/>
                    <a:pt x="405" y="1881"/>
                  </a:cubicBezTo>
                  <a:cubicBezTo>
                    <a:pt x="688" y="1766"/>
                    <a:pt x="980" y="1679"/>
                    <a:pt x="1277" y="1620"/>
                  </a:cubicBezTo>
                  <a:lnTo>
                    <a:pt x="1277" y="1620"/>
                  </a:lnTo>
                  <a:cubicBezTo>
                    <a:pt x="1239" y="1737"/>
                    <a:pt x="1208" y="1853"/>
                    <a:pt x="1179" y="1975"/>
                  </a:cubicBezTo>
                  <a:cubicBezTo>
                    <a:pt x="677" y="2027"/>
                    <a:pt x="273" y="2362"/>
                    <a:pt x="5" y="2938"/>
                  </a:cubicBezTo>
                  <a:cubicBezTo>
                    <a:pt x="2" y="3007"/>
                    <a:pt x="0" y="3077"/>
                    <a:pt x="0" y="3143"/>
                  </a:cubicBezTo>
                  <a:cubicBezTo>
                    <a:pt x="0" y="3384"/>
                    <a:pt x="27" y="3621"/>
                    <a:pt x="78" y="3846"/>
                  </a:cubicBezTo>
                  <a:lnTo>
                    <a:pt x="184" y="3484"/>
                  </a:lnTo>
                  <a:cubicBezTo>
                    <a:pt x="409" y="2704"/>
                    <a:pt x="779" y="2425"/>
                    <a:pt x="1107" y="2348"/>
                  </a:cubicBezTo>
                  <a:lnTo>
                    <a:pt x="1107" y="2348"/>
                  </a:lnTo>
                  <a:cubicBezTo>
                    <a:pt x="1067" y="2607"/>
                    <a:pt x="1045" y="2875"/>
                    <a:pt x="1045" y="3143"/>
                  </a:cubicBezTo>
                  <a:cubicBezTo>
                    <a:pt x="1045" y="4261"/>
                    <a:pt x="1403" y="5326"/>
                    <a:pt x="2037" y="6117"/>
                  </a:cubicBezTo>
                  <a:cubicBezTo>
                    <a:pt x="2236" y="6195"/>
                    <a:pt x="2446" y="6252"/>
                    <a:pt x="2663" y="6288"/>
                  </a:cubicBezTo>
                  <a:lnTo>
                    <a:pt x="2492" y="6102"/>
                  </a:lnTo>
                  <a:cubicBezTo>
                    <a:pt x="1799" y="5362"/>
                    <a:pt x="1401" y="4283"/>
                    <a:pt x="1401" y="3143"/>
                  </a:cubicBezTo>
                  <a:cubicBezTo>
                    <a:pt x="1401" y="2871"/>
                    <a:pt x="1424" y="2603"/>
                    <a:pt x="1469" y="2340"/>
                  </a:cubicBezTo>
                  <a:cubicBezTo>
                    <a:pt x="2001" y="2458"/>
                    <a:pt x="2638" y="3195"/>
                    <a:pt x="3311" y="3972"/>
                  </a:cubicBezTo>
                  <a:cubicBezTo>
                    <a:pt x="3852" y="4597"/>
                    <a:pt x="4415" y="5245"/>
                    <a:pt x="5038" y="5735"/>
                  </a:cubicBezTo>
                  <a:cubicBezTo>
                    <a:pt x="5138" y="5662"/>
                    <a:pt x="5233" y="5587"/>
                    <a:pt x="5321" y="5505"/>
                  </a:cubicBezTo>
                  <a:lnTo>
                    <a:pt x="5298" y="5486"/>
                  </a:lnTo>
                  <a:cubicBezTo>
                    <a:pt x="5296" y="5483"/>
                    <a:pt x="5295" y="5483"/>
                    <a:pt x="5295" y="5481"/>
                  </a:cubicBezTo>
                  <a:cubicBezTo>
                    <a:pt x="4684" y="5012"/>
                    <a:pt x="4123" y="4364"/>
                    <a:pt x="3580" y="3739"/>
                  </a:cubicBezTo>
                  <a:cubicBezTo>
                    <a:pt x="2840" y="2884"/>
                    <a:pt x="2189" y="2133"/>
                    <a:pt x="1542" y="1992"/>
                  </a:cubicBezTo>
                  <a:cubicBezTo>
                    <a:pt x="1580" y="1844"/>
                    <a:pt x="1622" y="1703"/>
                    <a:pt x="1673" y="1561"/>
                  </a:cubicBezTo>
                  <a:cubicBezTo>
                    <a:pt x="1850" y="1541"/>
                    <a:pt x="2029" y="1532"/>
                    <a:pt x="2208" y="1532"/>
                  </a:cubicBezTo>
                  <a:cubicBezTo>
                    <a:pt x="3810" y="1532"/>
                    <a:pt x="5303" y="2327"/>
                    <a:pt x="6198" y="3664"/>
                  </a:cubicBezTo>
                  <a:lnTo>
                    <a:pt x="6301" y="3815"/>
                  </a:lnTo>
                  <a:cubicBezTo>
                    <a:pt x="6338" y="3644"/>
                    <a:pt x="6361" y="3468"/>
                    <a:pt x="6369" y="3288"/>
                  </a:cubicBezTo>
                  <a:cubicBezTo>
                    <a:pt x="5397" y="1961"/>
                    <a:pt x="3859" y="1176"/>
                    <a:pt x="2206" y="1176"/>
                  </a:cubicBezTo>
                  <a:cubicBezTo>
                    <a:pt x="2079" y="1176"/>
                    <a:pt x="1953" y="1180"/>
                    <a:pt x="1824" y="1190"/>
                  </a:cubicBezTo>
                  <a:cubicBezTo>
                    <a:pt x="1860" y="1113"/>
                    <a:pt x="1895" y="1040"/>
                    <a:pt x="1937" y="966"/>
                  </a:cubicBezTo>
                  <a:cubicBezTo>
                    <a:pt x="2170" y="941"/>
                    <a:pt x="2390" y="888"/>
                    <a:pt x="2575" y="834"/>
                  </a:cubicBezTo>
                  <a:cubicBezTo>
                    <a:pt x="3030" y="696"/>
                    <a:pt x="3485" y="627"/>
                    <a:pt x="3925" y="627"/>
                  </a:cubicBezTo>
                  <a:cubicBezTo>
                    <a:pt x="4327" y="627"/>
                    <a:pt x="4717" y="684"/>
                    <a:pt x="5085" y="799"/>
                  </a:cubicBezTo>
                  <a:lnTo>
                    <a:pt x="5483" y="936"/>
                  </a:lnTo>
                  <a:cubicBezTo>
                    <a:pt x="5254" y="698"/>
                    <a:pt x="4986" y="493"/>
                    <a:pt x="4690" y="335"/>
                  </a:cubicBezTo>
                  <a:cubicBezTo>
                    <a:pt x="4440" y="290"/>
                    <a:pt x="4184" y="268"/>
                    <a:pt x="3923" y="268"/>
                  </a:cubicBezTo>
                  <a:cubicBezTo>
                    <a:pt x="3449" y="268"/>
                    <a:pt x="2960" y="342"/>
                    <a:pt x="2470" y="490"/>
                  </a:cubicBezTo>
                  <a:cubicBezTo>
                    <a:pt x="2369" y="521"/>
                    <a:pt x="2276" y="544"/>
                    <a:pt x="2188" y="563"/>
                  </a:cubicBezTo>
                  <a:cubicBezTo>
                    <a:pt x="2282" y="429"/>
                    <a:pt x="2387" y="304"/>
                    <a:pt x="2497" y="185"/>
                  </a:cubicBezTo>
                  <a:lnTo>
                    <a:pt x="2666" y="0"/>
                  </a:ln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45"/>
            <p:cNvSpPr/>
            <p:nvPr/>
          </p:nvSpPr>
          <p:spPr>
            <a:xfrm>
              <a:off x="820484" y="2284445"/>
              <a:ext cx="70940" cy="135717"/>
            </a:xfrm>
            <a:custGeom>
              <a:rect b="b" l="l" r="r" t="t"/>
              <a:pathLst>
                <a:path extrusionOk="0" h="4580" w="2394">
                  <a:moveTo>
                    <a:pt x="224" y="1"/>
                  </a:moveTo>
                  <a:cubicBezTo>
                    <a:pt x="101" y="1"/>
                    <a:pt x="0" y="100"/>
                    <a:pt x="0" y="224"/>
                  </a:cubicBezTo>
                  <a:cubicBezTo>
                    <a:pt x="0" y="1681"/>
                    <a:pt x="602" y="2533"/>
                    <a:pt x="1181" y="3357"/>
                  </a:cubicBezTo>
                  <a:cubicBezTo>
                    <a:pt x="1413" y="3685"/>
                    <a:pt x="1632" y="3994"/>
                    <a:pt x="1808" y="4336"/>
                  </a:cubicBezTo>
                  <a:cubicBezTo>
                    <a:pt x="1825" y="4368"/>
                    <a:pt x="1840" y="4403"/>
                    <a:pt x="1856" y="4437"/>
                  </a:cubicBezTo>
                  <a:cubicBezTo>
                    <a:pt x="2033" y="4491"/>
                    <a:pt x="2212" y="4539"/>
                    <a:pt x="2394" y="4580"/>
                  </a:cubicBezTo>
                  <a:cubicBezTo>
                    <a:pt x="2346" y="4432"/>
                    <a:pt x="2283" y="4283"/>
                    <a:pt x="2206" y="4134"/>
                  </a:cubicBezTo>
                  <a:cubicBezTo>
                    <a:pt x="2016" y="3764"/>
                    <a:pt x="1778" y="3427"/>
                    <a:pt x="1547" y="3100"/>
                  </a:cubicBezTo>
                  <a:cubicBezTo>
                    <a:pt x="1007" y="2334"/>
                    <a:pt x="448" y="1541"/>
                    <a:pt x="448" y="224"/>
                  </a:cubicBezTo>
                  <a:cubicBezTo>
                    <a:pt x="448" y="102"/>
                    <a:pt x="348"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45"/>
            <p:cNvSpPr/>
            <p:nvPr/>
          </p:nvSpPr>
          <p:spPr>
            <a:xfrm>
              <a:off x="979670" y="2284445"/>
              <a:ext cx="71088" cy="135865"/>
            </a:xfrm>
            <a:custGeom>
              <a:rect b="b" l="l" r="r" t="t"/>
              <a:pathLst>
                <a:path extrusionOk="0" h="4585" w="2399">
                  <a:moveTo>
                    <a:pt x="2175" y="1"/>
                  </a:moveTo>
                  <a:cubicBezTo>
                    <a:pt x="2053" y="1"/>
                    <a:pt x="1952" y="100"/>
                    <a:pt x="1952" y="224"/>
                  </a:cubicBezTo>
                  <a:cubicBezTo>
                    <a:pt x="1952" y="1541"/>
                    <a:pt x="1393" y="2332"/>
                    <a:pt x="852" y="3100"/>
                  </a:cubicBezTo>
                  <a:cubicBezTo>
                    <a:pt x="620" y="3427"/>
                    <a:pt x="384" y="3764"/>
                    <a:pt x="193" y="4134"/>
                  </a:cubicBezTo>
                  <a:cubicBezTo>
                    <a:pt x="117" y="4283"/>
                    <a:pt x="53" y="4434"/>
                    <a:pt x="0" y="4585"/>
                  </a:cubicBezTo>
                  <a:cubicBezTo>
                    <a:pt x="184" y="4543"/>
                    <a:pt x="362" y="4496"/>
                    <a:pt x="536" y="4442"/>
                  </a:cubicBezTo>
                  <a:cubicBezTo>
                    <a:pt x="552" y="4407"/>
                    <a:pt x="571" y="4372"/>
                    <a:pt x="589" y="4334"/>
                  </a:cubicBezTo>
                  <a:cubicBezTo>
                    <a:pt x="766" y="3995"/>
                    <a:pt x="986" y="3685"/>
                    <a:pt x="1217" y="3357"/>
                  </a:cubicBezTo>
                  <a:cubicBezTo>
                    <a:pt x="1799" y="2533"/>
                    <a:pt x="2399" y="1682"/>
                    <a:pt x="2399" y="224"/>
                  </a:cubicBezTo>
                  <a:cubicBezTo>
                    <a:pt x="2399" y="102"/>
                    <a:pt x="2299" y="1"/>
                    <a:pt x="21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45"/>
            <p:cNvSpPr/>
            <p:nvPr/>
          </p:nvSpPr>
          <p:spPr>
            <a:xfrm>
              <a:off x="864607" y="2284445"/>
              <a:ext cx="47886" cy="139332"/>
            </a:xfrm>
            <a:custGeom>
              <a:rect b="b" l="l" r="r" t="t"/>
              <a:pathLst>
                <a:path extrusionOk="0" h="4702" w="1616">
                  <a:moveTo>
                    <a:pt x="224" y="1"/>
                  </a:moveTo>
                  <a:cubicBezTo>
                    <a:pt x="101" y="1"/>
                    <a:pt x="0" y="100"/>
                    <a:pt x="0" y="224"/>
                  </a:cubicBezTo>
                  <a:cubicBezTo>
                    <a:pt x="0" y="1656"/>
                    <a:pt x="350" y="2499"/>
                    <a:pt x="690" y="3313"/>
                  </a:cubicBezTo>
                  <a:cubicBezTo>
                    <a:pt x="827" y="3641"/>
                    <a:pt x="956" y="3952"/>
                    <a:pt x="1060" y="4299"/>
                  </a:cubicBezTo>
                  <a:cubicBezTo>
                    <a:pt x="1094" y="4409"/>
                    <a:pt x="1122" y="4522"/>
                    <a:pt x="1146" y="4633"/>
                  </a:cubicBezTo>
                  <a:cubicBezTo>
                    <a:pt x="1300" y="4662"/>
                    <a:pt x="1457" y="4682"/>
                    <a:pt x="1615" y="4701"/>
                  </a:cubicBezTo>
                  <a:cubicBezTo>
                    <a:pt x="1584" y="4525"/>
                    <a:pt x="1541" y="4347"/>
                    <a:pt x="1488" y="4170"/>
                  </a:cubicBezTo>
                  <a:cubicBezTo>
                    <a:pt x="1377" y="3803"/>
                    <a:pt x="1237" y="3467"/>
                    <a:pt x="1102" y="3142"/>
                  </a:cubicBezTo>
                  <a:cubicBezTo>
                    <a:pt x="779" y="2370"/>
                    <a:pt x="446" y="1566"/>
                    <a:pt x="446" y="224"/>
                  </a:cubicBezTo>
                  <a:cubicBezTo>
                    <a:pt x="446" y="102"/>
                    <a:pt x="347"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45"/>
            <p:cNvSpPr/>
            <p:nvPr/>
          </p:nvSpPr>
          <p:spPr>
            <a:xfrm>
              <a:off x="958779" y="2284445"/>
              <a:ext cx="47945" cy="139362"/>
            </a:xfrm>
            <a:custGeom>
              <a:rect b="b" l="l" r="r" t="t"/>
              <a:pathLst>
                <a:path extrusionOk="0" h="4703" w="1618">
                  <a:moveTo>
                    <a:pt x="1394" y="1"/>
                  </a:moveTo>
                  <a:cubicBezTo>
                    <a:pt x="1271" y="1"/>
                    <a:pt x="1170" y="100"/>
                    <a:pt x="1170" y="224"/>
                  </a:cubicBezTo>
                  <a:cubicBezTo>
                    <a:pt x="1170" y="1566"/>
                    <a:pt x="836" y="2366"/>
                    <a:pt x="515" y="3142"/>
                  </a:cubicBezTo>
                  <a:cubicBezTo>
                    <a:pt x="380" y="3467"/>
                    <a:pt x="239" y="3803"/>
                    <a:pt x="128" y="4170"/>
                  </a:cubicBezTo>
                  <a:cubicBezTo>
                    <a:pt x="76" y="4347"/>
                    <a:pt x="34" y="4525"/>
                    <a:pt x="1" y="4703"/>
                  </a:cubicBezTo>
                  <a:cubicBezTo>
                    <a:pt x="158" y="4686"/>
                    <a:pt x="315" y="4662"/>
                    <a:pt x="469" y="4633"/>
                  </a:cubicBezTo>
                  <a:cubicBezTo>
                    <a:pt x="492" y="4519"/>
                    <a:pt x="522" y="4409"/>
                    <a:pt x="554" y="4299"/>
                  </a:cubicBezTo>
                  <a:cubicBezTo>
                    <a:pt x="662" y="3955"/>
                    <a:pt x="789" y="3644"/>
                    <a:pt x="927" y="3313"/>
                  </a:cubicBezTo>
                  <a:cubicBezTo>
                    <a:pt x="1268" y="2499"/>
                    <a:pt x="1618" y="1656"/>
                    <a:pt x="1618" y="224"/>
                  </a:cubicBezTo>
                  <a:cubicBezTo>
                    <a:pt x="1618" y="102"/>
                    <a:pt x="1518" y="1"/>
                    <a:pt x="13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45"/>
            <p:cNvSpPr/>
            <p:nvPr/>
          </p:nvSpPr>
          <p:spPr>
            <a:xfrm>
              <a:off x="927872" y="2284445"/>
              <a:ext cx="15468" cy="140577"/>
            </a:xfrm>
            <a:custGeom>
              <a:rect b="b" l="l" r="r" t="t"/>
              <a:pathLst>
                <a:path extrusionOk="0" h="4744" w="522">
                  <a:moveTo>
                    <a:pt x="298" y="1"/>
                  </a:moveTo>
                  <a:cubicBezTo>
                    <a:pt x="175" y="1"/>
                    <a:pt x="74" y="100"/>
                    <a:pt x="1" y="224"/>
                  </a:cubicBezTo>
                  <a:lnTo>
                    <a:pt x="1" y="4740"/>
                  </a:lnTo>
                  <a:cubicBezTo>
                    <a:pt x="152" y="4743"/>
                    <a:pt x="228" y="4743"/>
                    <a:pt x="304" y="4743"/>
                  </a:cubicBezTo>
                  <a:cubicBezTo>
                    <a:pt x="377" y="4743"/>
                    <a:pt x="449" y="4742"/>
                    <a:pt x="522" y="4740"/>
                  </a:cubicBezTo>
                  <a:lnTo>
                    <a:pt x="522" y="224"/>
                  </a:lnTo>
                  <a:cubicBezTo>
                    <a:pt x="522" y="102"/>
                    <a:pt x="422" y="1"/>
                    <a:pt x="2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45"/>
            <p:cNvSpPr/>
            <p:nvPr/>
          </p:nvSpPr>
          <p:spPr>
            <a:xfrm>
              <a:off x="826233" y="2332213"/>
              <a:ext cx="221888" cy="13305"/>
            </a:xfrm>
            <a:custGeom>
              <a:rect b="b" l="l" r="r" t="t"/>
              <a:pathLst>
                <a:path extrusionOk="0" h="449" w="7488">
                  <a:moveTo>
                    <a:pt x="224" y="1"/>
                  </a:moveTo>
                  <a:cubicBezTo>
                    <a:pt x="100" y="1"/>
                    <a:pt x="0" y="102"/>
                    <a:pt x="0" y="224"/>
                  </a:cubicBezTo>
                  <a:cubicBezTo>
                    <a:pt x="0" y="349"/>
                    <a:pt x="101" y="448"/>
                    <a:pt x="224" y="448"/>
                  </a:cubicBezTo>
                  <a:lnTo>
                    <a:pt x="7264" y="448"/>
                  </a:lnTo>
                  <a:cubicBezTo>
                    <a:pt x="7388" y="448"/>
                    <a:pt x="7488" y="347"/>
                    <a:pt x="7488" y="224"/>
                  </a:cubicBezTo>
                  <a:cubicBezTo>
                    <a:pt x="7488" y="100"/>
                    <a:pt x="7387" y="1"/>
                    <a:pt x="72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45"/>
            <p:cNvSpPr/>
            <p:nvPr/>
          </p:nvSpPr>
          <p:spPr>
            <a:xfrm>
              <a:off x="854799" y="2380069"/>
              <a:ext cx="163897" cy="13305"/>
            </a:xfrm>
            <a:custGeom>
              <a:rect b="b" l="l" r="r" t="t"/>
              <a:pathLst>
                <a:path extrusionOk="0" h="449" w="5531">
                  <a:moveTo>
                    <a:pt x="224" y="1"/>
                  </a:moveTo>
                  <a:cubicBezTo>
                    <a:pt x="100" y="1"/>
                    <a:pt x="0" y="102"/>
                    <a:pt x="0" y="224"/>
                  </a:cubicBezTo>
                  <a:cubicBezTo>
                    <a:pt x="0" y="349"/>
                    <a:pt x="101" y="448"/>
                    <a:pt x="224" y="448"/>
                  </a:cubicBezTo>
                  <a:lnTo>
                    <a:pt x="5307" y="448"/>
                  </a:lnTo>
                  <a:cubicBezTo>
                    <a:pt x="5431" y="448"/>
                    <a:pt x="5531" y="349"/>
                    <a:pt x="5531" y="224"/>
                  </a:cubicBezTo>
                  <a:cubicBezTo>
                    <a:pt x="5531" y="100"/>
                    <a:pt x="5430" y="1"/>
                    <a:pt x="53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45"/>
            <p:cNvSpPr/>
            <p:nvPr/>
          </p:nvSpPr>
          <p:spPr>
            <a:xfrm>
              <a:off x="1035350" y="2270340"/>
              <a:ext cx="17661" cy="22669"/>
            </a:xfrm>
            <a:custGeom>
              <a:rect b="b" l="l" r="r" t="t"/>
              <a:pathLst>
                <a:path extrusionOk="0" h="765" w="596">
                  <a:moveTo>
                    <a:pt x="580" y="1"/>
                  </a:moveTo>
                  <a:cubicBezTo>
                    <a:pt x="527" y="26"/>
                    <a:pt x="471" y="37"/>
                    <a:pt x="411" y="37"/>
                  </a:cubicBezTo>
                  <a:lnTo>
                    <a:pt x="7" y="37"/>
                  </a:lnTo>
                  <a:cubicBezTo>
                    <a:pt x="3" y="57"/>
                    <a:pt x="0" y="76"/>
                    <a:pt x="0" y="97"/>
                  </a:cubicBezTo>
                  <a:lnTo>
                    <a:pt x="0" y="467"/>
                  </a:lnTo>
                  <a:cubicBezTo>
                    <a:pt x="0" y="630"/>
                    <a:pt x="133" y="764"/>
                    <a:pt x="299" y="764"/>
                  </a:cubicBezTo>
                  <a:cubicBezTo>
                    <a:pt x="462" y="764"/>
                    <a:pt x="596" y="632"/>
                    <a:pt x="596" y="467"/>
                  </a:cubicBezTo>
                  <a:lnTo>
                    <a:pt x="596" y="97"/>
                  </a:lnTo>
                  <a:cubicBezTo>
                    <a:pt x="596" y="65"/>
                    <a:pt x="590" y="32"/>
                    <a:pt x="580"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45"/>
            <p:cNvSpPr/>
            <p:nvPr/>
          </p:nvSpPr>
          <p:spPr>
            <a:xfrm>
              <a:off x="991316" y="2271407"/>
              <a:ext cx="17631" cy="21602"/>
            </a:xfrm>
            <a:custGeom>
              <a:rect b="b" l="l" r="r" t="t"/>
              <a:pathLst>
                <a:path extrusionOk="0" h="729" w="595">
                  <a:moveTo>
                    <a:pt x="7" y="1"/>
                  </a:moveTo>
                  <a:cubicBezTo>
                    <a:pt x="2" y="21"/>
                    <a:pt x="0" y="40"/>
                    <a:pt x="0" y="61"/>
                  </a:cubicBezTo>
                  <a:lnTo>
                    <a:pt x="0" y="431"/>
                  </a:lnTo>
                  <a:cubicBezTo>
                    <a:pt x="0" y="594"/>
                    <a:pt x="132" y="728"/>
                    <a:pt x="297" y="728"/>
                  </a:cubicBezTo>
                  <a:cubicBezTo>
                    <a:pt x="460" y="728"/>
                    <a:pt x="594" y="596"/>
                    <a:pt x="594" y="431"/>
                  </a:cubicBezTo>
                  <a:lnTo>
                    <a:pt x="594" y="61"/>
                  </a:lnTo>
                  <a:cubicBezTo>
                    <a:pt x="594" y="40"/>
                    <a:pt x="593" y="21"/>
                    <a:pt x="589"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45"/>
            <p:cNvSpPr/>
            <p:nvPr/>
          </p:nvSpPr>
          <p:spPr>
            <a:xfrm>
              <a:off x="927932" y="2271407"/>
              <a:ext cx="17631" cy="21602"/>
            </a:xfrm>
            <a:custGeom>
              <a:rect b="b" l="l" r="r" t="t"/>
              <a:pathLst>
                <a:path extrusionOk="0" h="729" w="595">
                  <a:moveTo>
                    <a:pt x="7" y="1"/>
                  </a:moveTo>
                  <a:cubicBezTo>
                    <a:pt x="2" y="21"/>
                    <a:pt x="0" y="40"/>
                    <a:pt x="0" y="61"/>
                  </a:cubicBezTo>
                  <a:lnTo>
                    <a:pt x="0" y="431"/>
                  </a:lnTo>
                  <a:cubicBezTo>
                    <a:pt x="0" y="594"/>
                    <a:pt x="134" y="728"/>
                    <a:pt x="297" y="728"/>
                  </a:cubicBezTo>
                  <a:cubicBezTo>
                    <a:pt x="461" y="728"/>
                    <a:pt x="594" y="596"/>
                    <a:pt x="594" y="431"/>
                  </a:cubicBezTo>
                  <a:lnTo>
                    <a:pt x="594" y="61"/>
                  </a:lnTo>
                  <a:cubicBezTo>
                    <a:pt x="594" y="40"/>
                    <a:pt x="593" y="21"/>
                    <a:pt x="590"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45"/>
            <p:cNvSpPr/>
            <p:nvPr/>
          </p:nvSpPr>
          <p:spPr>
            <a:xfrm>
              <a:off x="864607" y="2271407"/>
              <a:ext cx="17602" cy="21602"/>
            </a:xfrm>
            <a:custGeom>
              <a:rect b="b" l="l" r="r" t="t"/>
              <a:pathLst>
                <a:path extrusionOk="0" h="729" w="594">
                  <a:moveTo>
                    <a:pt x="6" y="1"/>
                  </a:moveTo>
                  <a:cubicBezTo>
                    <a:pt x="2" y="21"/>
                    <a:pt x="0" y="40"/>
                    <a:pt x="0" y="61"/>
                  </a:cubicBezTo>
                  <a:lnTo>
                    <a:pt x="0" y="431"/>
                  </a:lnTo>
                  <a:cubicBezTo>
                    <a:pt x="0" y="594"/>
                    <a:pt x="132" y="728"/>
                    <a:pt x="297" y="728"/>
                  </a:cubicBezTo>
                  <a:cubicBezTo>
                    <a:pt x="460" y="728"/>
                    <a:pt x="594" y="596"/>
                    <a:pt x="594" y="431"/>
                  </a:cubicBezTo>
                  <a:lnTo>
                    <a:pt x="594" y="61"/>
                  </a:lnTo>
                  <a:cubicBezTo>
                    <a:pt x="594" y="40"/>
                    <a:pt x="592" y="21"/>
                    <a:pt x="589"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45"/>
            <p:cNvSpPr/>
            <p:nvPr/>
          </p:nvSpPr>
          <p:spPr>
            <a:xfrm>
              <a:off x="820603" y="2270340"/>
              <a:ext cx="17631" cy="22669"/>
            </a:xfrm>
            <a:custGeom>
              <a:rect b="b" l="l" r="r" t="t"/>
              <a:pathLst>
                <a:path extrusionOk="0" h="765" w="595">
                  <a:moveTo>
                    <a:pt x="16" y="1"/>
                  </a:moveTo>
                  <a:cubicBezTo>
                    <a:pt x="7" y="32"/>
                    <a:pt x="1" y="63"/>
                    <a:pt x="1" y="97"/>
                  </a:cubicBezTo>
                  <a:lnTo>
                    <a:pt x="1" y="467"/>
                  </a:lnTo>
                  <a:cubicBezTo>
                    <a:pt x="1" y="630"/>
                    <a:pt x="133" y="764"/>
                    <a:pt x="298" y="764"/>
                  </a:cubicBezTo>
                  <a:cubicBezTo>
                    <a:pt x="461" y="764"/>
                    <a:pt x="594" y="632"/>
                    <a:pt x="594" y="467"/>
                  </a:cubicBezTo>
                  <a:lnTo>
                    <a:pt x="594" y="97"/>
                  </a:lnTo>
                  <a:cubicBezTo>
                    <a:pt x="594" y="79"/>
                    <a:pt x="593" y="57"/>
                    <a:pt x="590" y="37"/>
                  </a:cubicBezTo>
                  <a:lnTo>
                    <a:pt x="183" y="37"/>
                  </a:lnTo>
                  <a:cubicBezTo>
                    <a:pt x="123" y="37"/>
                    <a:pt x="66" y="24"/>
                    <a:pt x="16"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45"/>
            <p:cNvSpPr/>
            <p:nvPr/>
          </p:nvSpPr>
          <p:spPr>
            <a:xfrm>
              <a:off x="805372" y="2249479"/>
              <a:ext cx="262840" cy="23765"/>
            </a:xfrm>
            <a:custGeom>
              <a:rect b="b" l="l" r="r" t="t"/>
              <a:pathLst>
                <a:path extrusionOk="0" h="802" w="8870">
                  <a:moveTo>
                    <a:pt x="400" y="1"/>
                  </a:moveTo>
                  <a:cubicBezTo>
                    <a:pt x="179" y="1"/>
                    <a:pt x="0" y="180"/>
                    <a:pt x="0" y="402"/>
                  </a:cubicBezTo>
                  <a:cubicBezTo>
                    <a:pt x="0" y="623"/>
                    <a:pt x="179" y="801"/>
                    <a:pt x="400" y="801"/>
                  </a:cubicBezTo>
                  <a:lnTo>
                    <a:pt x="8469" y="801"/>
                  </a:lnTo>
                  <a:cubicBezTo>
                    <a:pt x="8691" y="801"/>
                    <a:pt x="8870" y="623"/>
                    <a:pt x="8870" y="402"/>
                  </a:cubicBezTo>
                  <a:cubicBezTo>
                    <a:pt x="8870" y="180"/>
                    <a:pt x="8691" y="1"/>
                    <a:pt x="8469"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5" name="Google Shape;10885;p45"/>
          <p:cNvGrpSpPr/>
          <p:nvPr/>
        </p:nvGrpSpPr>
        <p:grpSpPr>
          <a:xfrm>
            <a:off x="2068872" y="2751275"/>
            <a:ext cx="395683" cy="413373"/>
            <a:chOff x="2068872" y="2751275"/>
            <a:chExt cx="395683" cy="413373"/>
          </a:xfrm>
        </p:grpSpPr>
        <p:sp>
          <p:nvSpPr>
            <p:cNvPr id="10886" name="Google Shape;10886;p45"/>
            <p:cNvSpPr/>
            <p:nvPr/>
          </p:nvSpPr>
          <p:spPr>
            <a:xfrm>
              <a:off x="2068872" y="2769025"/>
              <a:ext cx="395683" cy="225296"/>
            </a:xfrm>
            <a:custGeom>
              <a:rect b="b" l="l" r="r" t="t"/>
              <a:pathLst>
                <a:path extrusionOk="0" h="7603" w="13353">
                  <a:moveTo>
                    <a:pt x="6677" y="0"/>
                  </a:moveTo>
                  <a:cubicBezTo>
                    <a:pt x="2990" y="0"/>
                    <a:pt x="0" y="2988"/>
                    <a:pt x="0" y="6676"/>
                  </a:cubicBezTo>
                  <a:cubicBezTo>
                    <a:pt x="0" y="6990"/>
                    <a:pt x="21" y="7300"/>
                    <a:pt x="64" y="7603"/>
                  </a:cubicBezTo>
                  <a:cubicBezTo>
                    <a:pt x="229" y="7314"/>
                    <a:pt x="521" y="7105"/>
                    <a:pt x="862" y="7079"/>
                  </a:cubicBezTo>
                  <a:cubicBezTo>
                    <a:pt x="889" y="7077"/>
                    <a:pt x="916" y="7075"/>
                    <a:pt x="943" y="7075"/>
                  </a:cubicBezTo>
                  <a:cubicBezTo>
                    <a:pt x="1179" y="7075"/>
                    <a:pt x="1395" y="7160"/>
                    <a:pt x="1563" y="7300"/>
                  </a:cubicBezTo>
                  <a:cubicBezTo>
                    <a:pt x="1621" y="7348"/>
                    <a:pt x="1692" y="7373"/>
                    <a:pt x="1763" y="7373"/>
                  </a:cubicBezTo>
                  <a:cubicBezTo>
                    <a:pt x="1834" y="7373"/>
                    <a:pt x="1905" y="7348"/>
                    <a:pt x="1964" y="7300"/>
                  </a:cubicBezTo>
                  <a:cubicBezTo>
                    <a:pt x="2133" y="7160"/>
                    <a:pt x="2351" y="7074"/>
                    <a:pt x="2585" y="7074"/>
                  </a:cubicBezTo>
                  <a:cubicBezTo>
                    <a:pt x="2823" y="7074"/>
                    <a:pt x="3041" y="7160"/>
                    <a:pt x="3207" y="7300"/>
                  </a:cubicBezTo>
                  <a:cubicBezTo>
                    <a:pt x="3265" y="7348"/>
                    <a:pt x="3337" y="7373"/>
                    <a:pt x="3408" y="7373"/>
                  </a:cubicBezTo>
                  <a:cubicBezTo>
                    <a:pt x="3479" y="7373"/>
                    <a:pt x="3550" y="7348"/>
                    <a:pt x="3608" y="7300"/>
                  </a:cubicBezTo>
                  <a:cubicBezTo>
                    <a:pt x="3778" y="7160"/>
                    <a:pt x="3995" y="7074"/>
                    <a:pt x="4230" y="7074"/>
                  </a:cubicBezTo>
                  <a:cubicBezTo>
                    <a:pt x="4466" y="7074"/>
                    <a:pt x="4684" y="7160"/>
                    <a:pt x="4852" y="7300"/>
                  </a:cubicBezTo>
                  <a:cubicBezTo>
                    <a:pt x="4910" y="7348"/>
                    <a:pt x="4982" y="7373"/>
                    <a:pt x="5053" y="7373"/>
                  </a:cubicBezTo>
                  <a:cubicBezTo>
                    <a:pt x="5124" y="7373"/>
                    <a:pt x="5194" y="7348"/>
                    <a:pt x="5251" y="7300"/>
                  </a:cubicBezTo>
                  <a:cubicBezTo>
                    <a:pt x="5421" y="7160"/>
                    <a:pt x="5638" y="7074"/>
                    <a:pt x="5873" y="7074"/>
                  </a:cubicBezTo>
                  <a:cubicBezTo>
                    <a:pt x="6111" y="7074"/>
                    <a:pt x="6328" y="7160"/>
                    <a:pt x="6495" y="7300"/>
                  </a:cubicBezTo>
                  <a:cubicBezTo>
                    <a:pt x="6553" y="7348"/>
                    <a:pt x="6625" y="7373"/>
                    <a:pt x="6696" y="7373"/>
                  </a:cubicBezTo>
                  <a:cubicBezTo>
                    <a:pt x="6767" y="7373"/>
                    <a:pt x="6838" y="7348"/>
                    <a:pt x="6896" y="7300"/>
                  </a:cubicBezTo>
                  <a:cubicBezTo>
                    <a:pt x="7065" y="7160"/>
                    <a:pt x="7280" y="7074"/>
                    <a:pt x="7518" y="7074"/>
                  </a:cubicBezTo>
                  <a:cubicBezTo>
                    <a:pt x="7754" y="7074"/>
                    <a:pt x="7971" y="7160"/>
                    <a:pt x="8139" y="7300"/>
                  </a:cubicBezTo>
                  <a:cubicBezTo>
                    <a:pt x="8198" y="7348"/>
                    <a:pt x="8269" y="7373"/>
                    <a:pt x="8340" y="7373"/>
                  </a:cubicBezTo>
                  <a:cubicBezTo>
                    <a:pt x="8411" y="7373"/>
                    <a:pt x="8482" y="7348"/>
                    <a:pt x="8539" y="7300"/>
                  </a:cubicBezTo>
                  <a:cubicBezTo>
                    <a:pt x="8708" y="7160"/>
                    <a:pt x="8924" y="7074"/>
                    <a:pt x="9161" y="7074"/>
                  </a:cubicBezTo>
                  <a:cubicBezTo>
                    <a:pt x="9398" y="7074"/>
                    <a:pt x="9616" y="7160"/>
                    <a:pt x="9782" y="7300"/>
                  </a:cubicBezTo>
                  <a:cubicBezTo>
                    <a:pt x="9841" y="7348"/>
                    <a:pt x="9912" y="7373"/>
                    <a:pt x="9983" y="7373"/>
                  </a:cubicBezTo>
                  <a:cubicBezTo>
                    <a:pt x="10055" y="7373"/>
                    <a:pt x="10126" y="7348"/>
                    <a:pt x="10183" y="7300"/>
                  </a:cubicBezTo>
                  <a:cubicBezTo>
                    <a:pt x="10353" y="7160"/>
                    <a:pt x="10570" y="7074"/>
                    <a:pt x="10805" y="7074"/>
                  </a:cubicBezTo>
                  <a:cubicBezTo>
                    <a:pt x="11041" y="7074"/>
                    <a:pt x="11259" y="7160"/>
                    <a:pt x="11427" y="7300"/>
                  </a:cubicBezTo>
                  <a:cubicBezTo>
                    <a:pt x="11485" y="7348"/>
                    <a:pt x="11557" y="7373"/>
                    <a:pt x="11628" y="7373"/>
                  </a:cubicBezTo>
                  <a:cubicBezTo>
                    <a:pt x="11700" y="7373"/>
                    <a:pt x="11771" y="7348"/>
                    <a:pt x="11830" y="7300"/>
                  </a:cubicBezTo>
                  <a:cubicBezTo>
                    <a:pt x="11997" y="7160"/>
                    <a:pt x="12215" y="7075"/>
                    <a:pt x="12451" y="7075"/>
                  </a:cubicBezTo>
                  <a:cubicBezTo>
                    <a:pt x="12478" y="7075"/>
                    <a:pt x="12505" y="7077"/>
                    <a:pt x="12532" y="7079"/>
                  </a:cubicBezTo>
                  <a:cubicBezTo>
                    <a:pt x="12857" y="7104"/>
                    <a:pt x="13138" y="7293"/>
                    <a:pt x="13294" y="7562"/>
                  </a:cubicBezTo>
                  <a:cubicBezTo>
                    <a:pt x="13333" y="7273"/>
                    <a:pt x="13353" y="6975"/>
                    <a:pt x="13353" y="6676"/>
                  </a:cubicBezTo>
                  <a:cubicBezTo>
                    <a:pt x="13353" y="2989"/>
                    <a:pt x="10364" y="0"/>
                    <a:pt x="6677"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45"/>
            <p:cNvSpPr/>
            <p:nvPr/>
          </p:nvSpPr>
          <p:spPr>
            <a:xfrm>
              <a:off x="2071361" y="2977016"/>
              <a:ext cx="392038" cy="95743"/>
            </a:xfrm>
            <a:custGeom>
              <a:rect b="b" l="l" r="r" t="t"/>
              <a:pathLst>
                <a:path extrusionOk="0" h="3231" w="13230">
                  <a:moveTo>
                    <a:pt x="2515" y="1"/>
                  </a:moveTo>
                  <a:cubicBezTo>
                    <a:pt x="2279" y="1"/>
                    <a:pt x="2061" y="86"/>
                    <a:pt x="1894" y="226"/>
                  </a:cubicBezTo>
                  <a:cubicBezTo>
                    <a:pt x="1835" y="274"/>
                    <a:pt x="1764" y="298"/>
                    <a:pt x="1693" y="298"/>
                  </a:cubicBezTo>
                  <a:cubicBezTo>
                    <a:pt x="1622" y="298"/>
                    <a:pt x="1551" y="274"/>
                    <a:pt x="1493" y="226"/>
                  </a:cubicBezTo>
                  <a:cubicBezTo>
                    <a:pt x="1325" y="87"/>
                    <a:pt x="1107" y="2"/>
                    <a:pt x="870" y="2"/>
                  </a:cubicBezTo>
                  <a:cubicBezTo>
                    <a:pt x="843" y="2"/>
                    <a:pt x="816" y="3"/>
                    <a:pt x="788" y="5"/>
                  </a:cubicBezTo>
                  <a:cubicBezTo>
                    <a:pt x="443" y="32"/>
                    <a:pt x="150" y="245"/>
                    <a:pt x="0" y="539"/>
                  </a:cubicBezTo>
                  <a:cubicBezTo>
                    <a:pt x="129" y="1521"/>
                    <a:pt x="471" y="2432"/>
                    <a:pt x="980" y="3231"/>
                  </a:cubicBezTo>
                  <a:lnTo>
                    <a:pt x="12244" y="3231"/>
                  </a:lnTo>
                  <a:cubicBezTo>
                    <a:pt x="12759" y="2421"/>
                    <a:pt x="13104" y="1493"/>
                    <a:pt x="13230" y="498"/>
                  </a:cubicBezTo>
                  <a:cubicBezTo>
                    <a:pt x="13075" y="225"/>
                    <a:pt x="12793" y="30"/>
                    <a:pt x="12462" y="5"/>
                  </a:cubicBezTo>
                  <a:cubicBezTo>
                    <a:pt x="12435" y="3"/>
                    <a:pt x="12408" y="2"/>
                    <a:pt x="12381" y="2"/>
                  </a:cubicBezTo>
                  <a:cubicBezTo>
                    <a:pt x="12145" y="2"/>
                    <a:pt x="11928" y="87"/>
                    <a:pt x="11759" y="226"/>
                  </a:cubicBezTo>
                  <a:cubicBezTo>
                    <a:pt x="11701" y="274"/>
                    <a:pt x="11630" y="298"/>
                    <a:pt x="11558" y="298"/>
                  </a:cubicBezTo>
                  <a:cubicBezTo>
                    <a:pt x="11487" y="298"/>
                    <a:pt x="11415" y="274"/>
                    <a:pt x="11357" y="226"/>
                  </a:cubicBezTo>
                  <a:cubicBezTo>
                    <a:pt x="11187" y="86"/>
                    <a:pt x="10970" y="1"/>
                    <a:pt x="10735" y="1"/>
                  </a:cubicBezTo>
                  <a:cubicBezTo>
                    <a:pt x="10497" y="1"/>
                    <a:pt x="10280" y="86"/>
                    <a:pt x="10113" y="226"/>
                  </a:cubicBezTo>
                  <a:cubicBezTo>
                    <a:pt x="10055" y="274"/>
                    <a:pt x="9984" y="298"/>
                    <a:pt x="9912" y="298"/>
                  </a:cubicBezTo>
                  <a:cubicBezTo>
                    <a:pt x="9841" y="298"/>
                    <a:pt x="9770" y="274"/>
                    <a:pt x="9712" y="226"/>
                  </a:cubicBezTo>
                  <a:cubicBezTo>
                    <a:pt x="9544" y="86"/>
                    <a:pt x="9328" y="1"/>
                    <a:pt x="9091" y="1"/>
                  </a:cubicBezTo>
                  <a:cubicBezTo>
                    <a:pt x="8854" y="1"/>
                    <a:pt x="8637" y="86"/>
                    <a:pt x="8469" y="226"/>
                  </a:cubicBezTo>
                  <a:cubicBezTo>
                    <a:pt x="8410" y="274"/>
                    <a:pt x="8339" y="298"/>
                    <a:pt x="8268" y="298"/>
                  </a:cubicBezTo>
                  <a:cubicBezTo>
                    <a:pt x="8198" y="298"/>
                    <a:pt x="8127" y="274"/>
                    <a:pt x="8069" y="226"/>
                  </a:cubicBezTo>
                  <a:cubicBezTo>
                    <a:pt x="7900" y="86"/>
                    <a:pt x="7682" y="1"/>
                    <a:pt x="7448" y="1"/>
                  </a:cubicBezTo>
                  <a:cubicBezTo>
                    <a:pt x="7210" y="1"/>
                    <a:pt x="6992" y="86"/>
                    <a:pt x="6826" y="226"/>
                  </a:cubicBezTo>
                  <a:cubicBezTo>
                    <a:pt x="6767" y="274"/>
                    <a:pt x="6696" y="298"/>
                    <a:pt x="6625" y="298"/>
                  </a:cubicBezTo>
                  <a:cubicBezTo>
                    <a:pt x="6553" y="298"/>
                    <a:pt x="6482" y="274"/>
                    <a:pt x="6425" y="226"/>
                  </a:cubicBezTo>
                  <a:cubicBezTo>
                    <a:pt x="6257" y="86"/>
                    <a:pt x="6039" y="1"/>
                    <a:pt x="5803" y="1"/>
                  </a:cubicBezTo>
                  <a:cubicBezTo>
                    <a:pt x="5567" y="1"/>
                    <a:pt x="5349" y="86"/>
                    <a:pt x="5181" y="226"/>
                  </a:cubicBezTo>
                  <a:cubicBezTo>
                    <a:pt x="5123" y="274"/>
                    <a:pt x="5052" y="298"/>
                    <a:pt x="4981" y="298"/>
                  </a:cubicBezTo>
                  <a:cubicBezTo>
                    <a:pt x="4910" y="298"/>
                    <a:pt x="4839" y="274"/>
                    <a:pt x="4782" y="226"/>
                  </a:cubicBezTo>
                  <a:cubicBezTo>
                    <a:pt x="4612" y="86"/>
                    <a:pt x="4395" y="1"/>
                    <a:pt x="4160" y="1"/>
                  </a:cubicBezTo>
                  <a:cubicBezTo>
                    <a:pt x="3922" y="1"/>
                    <a:pt x="3705" y="86"/>
                    <a:pt x="3538" y="226"/>
                  </a:cubicBezTo>
                  <a:cubicBezTo>
                    <a:pt x="3480" y="274"/>
                    <a:pt x="3408" y="298"/>
                    <a:pt x="3337" y="298"/>
                  </a:cubicBezTo>
                  <a:cubicBezTo>
                    <a:pt x="3266" y="298"/>
                    <a:pt x="3195" y="274"/>
                    <a:pt x="3137" y="226"/>
                  </a:cubicBezTo>
                  <a:cubicBezTo>
                    <a:pt x="2969" y="86"/>
                    <a:pt x="2752" y="1"/>
                    <a:pt x="2515"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45"/>
            <p:cNvSpPr/>
            <p:nvPr/>
          </p:nvSpPr>
          <p:spPr>
            <a:xfrm>
              <a:off x="2099542" y="3071899"/>
              <a:ext cx="335262" cy="92750"/>
            </a:xfrm>
            <a:custGeom>
              <a:rect b="b" l="l" r="r" t="t"/>
              <a:pathLst>
                <a:path extrusionOk="0" h="3130" w="11314">
                  <a:moveTo>
                    <a:pt x="1" y="1"/>
                  </a:moveTo>
                  <a:cubicBezTo>
                    <a:pt x="545" y="868"/>
                    <a:pt x="1281" y="1599"/>
                    <a:pt x="2152" y="2137"/>
                  </a:cubicBezTo>
                  <a:lnTo>
                    <a:pt x="4328" y="2998"/>
                  </a:lnTo>
                  <a:cubicBezTo>
                    <a:pt x="4757" y="3085"/>
                    <a:pt x="5200" y="3130"/>
                    <a:pt x="5657" y="3130"/>
                  </a:cubicBezTo>
                  <a:cubicBezTo>
                    <a:pt x="5805" y="3130"/>
                    <a:pt x="5952" y="3124"/>
                    <a:pt x="6097" y="3114"/>
                  </a:cubicBezTo>
                  <a:lnTo>
                    <a:pt x="6100" y="3114"/>
                  </a:lnTo>
                  <a:lnTo>
                    <a:pt x="8412" y="2535"/>
                  </a:lnTo>
                  <a:cubicBezTo>
                    <a:pt x="9608" y="1990"/>
                    <a:pt x="10619" y="1104"/>
                    <a:pt x="1131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45"/>
            <p:cNvSpPr/>
            <p:nvPr/>
          </p:nvSpPr>
          <p:spPr>
            <a:xfrm>
              <a:off x="2163251" y="3071632"/>
              <a:ext cx="76393" cy="89105"/>
            </a:xfrm>
            <a:custGeom>
              <a:rect b="b" l="l" r="r" t="t"/>
              <a:pathLst>
                <a:path extrusionOk="0" h="3007" w="2578">
                  <a:moveTo>
                    <a:pt x="546" y="0"/>
                  </a:moveTo>
                  <a:lnTo>
                    <a:pt x="546" y="0"/>
                  </a:lnTo>
                  <a:cubicBezTo>
                    <a:pt x="117" y="764"/>
                    <a:pt x="21" y="1751"/>
                    <a:pt x="0" y="2146"/>
                  </a:cubicBezTo>
                  <a:cubicBezTo>
                    <a:pt x="658" y="2551"/>
                    <a:pt x="1393" y="2848"/>
                    <a:pt x="2177" y="3007"/>
                  </a:cubicBezTo>
                  <a:cubicBezTo>
                    <a:pt x="2290" y="2812"/>
                    <a:pt x="2431" y="2565"/>
                    <a:pt x="2578" y="2289"/>
                  </a:cubicBezTo>
                  <a:cubicBezTo>
                    <a:pt x="1956" y="2054"/>
                    <a:pt x="1106" y="1623"/>
                    <a:pt x="709" y="933"/>
                  </a:cubicBezTo>
                  <a:cubicBezTo>
                    <a:pt x="530" y="621"/>
                    <a:pt x="498" y="302"/>
                    <a:pt x="546"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45"/>
            <p:cNvSpPr/>
            <p:nvPr/>
          </p:nvSpPr>
          <p:spPr>
            <a:xfrm>
              <a:off x="2259616" y="3096079"/>
              <a:ext cx="89194" cy="68155"/>
            </a:xfrm>
            <a:custGeom>
              <a:rect b="b" l="l" r="r" t="t"/>
              <a:pathLst>
                <a:path extrusionOk="0" h="2300" w="3010">
                  <a:moveTo>
                    <a:pt x="1331" y="1"/>
                  </a:moveTo>
                  <a:cubicBezTo>
                    <a:pt x="1349" y="30"/>
                    <a:pt x="1354" y="63"/>
                    <a:pt x="1345" y="97"/>
                  </a:cubicBezTo>
                  <a:cubicBezTo>
                    <a:pt x="1335" y="135"/>
                    <a:pt x="1307" y="166"/>
                    <a:pt x="1273" y="183"/>
                  </a:cubicBezTo>
                  <a:cubicBezTo>
                    <a:pt x="591" y="537"/>
                    <a:pt x="177" y="1294"/>
                    <a:pt x="31" y="1605"/>
                  </a:cubicBezTo>
                  <a:cubicBezTo>
                    <a:pt x="24" y="1621"/>
                    <a:pt x="14" y="1635"/>
                    <a:pt x="0" y="1647"/>
                  </a:cubicBezTo>
                  <a:cubicBezTo>
                    <a:pt x="271" y="1798"/>
                    <a:pt x="605" y="1931"/>
                    <a:pt x="802" y="2008"/>
                  </a:cubicBezTo>
                  <a:cubicBezTo>
                    <a:pt x="878" y="2034"/>
                    <a:pt x="896" y="2132"/>
                    <a:pt x="833" y="2183"/>
                  </a:cubicBezTo>
                  <a:lnTo>
                    <a:pt x="697" y="2300"/>
                  </a:lnTo>
                  <a:cubicBezTo>
                    <a:pt x="1516" y="2245"/>
                    <a:pt x="2298" y="2045"/>
                    <a:pt x="3010" y="1720"/>
                  </a:cubicBezTo>
                  <a:cubicBezTo>
                    <a:pt x="2596" y="1103"/>
                    <a:pt x="1740" y="344"/>
                    <a:pt x="1331"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45"/>
            <p:cNvSpPr/>
            <p:nvPr/>
          </p:nvSpPr>
          <p:spPr>
            <a:xfrm>
              <a:off x="2171311" y="3046208"/>
              <a:ext cx="130472" cy="100928"/>
            </a:xfrm>
            <a:custGeom>
              <a:rect b="b" l="l" r="r" t="t"/>
              <a:pathLst>
                <a:path extrusionOk="0" h="3406" w="4403">
                  <a:moveTo>
                    <a:pt x="600" y="0"/>
                  </a:moveTo>
                  <a:cubicBezTo>
                    <a:pt x="290" y="475"/>
                    <a:pt x="0" y="1177"/>
                    <a:pt x="383" y="1847"/>
                  </a:cubicBezTo>
                  <a:cubicBezTo>
                    <a:pt x="936" y="2817"/>
                    <a:pt x="2391" y="3276"/>
                    <a:pt x="2853" y="3400"/>
                  </a:cubicBezTo>
                  <a:cubicBezTo>
                    <a:pt x="2867" y="3404"/>
                    <a:pt x="2881" y="3405"/>
                    <a:pt x="2895" y="3405"/>
                  </a:cubicBezTo>
                  <a:cubicBezTo>
                    <a:pt x="2960" y="3405"/>
                    <a:pt x="3022" y="3368"/>
                    <a:pt x="3050" y="3307"/>
                  </a:cubicBezTo>
                  <a:cubicBezTo>
                    <a:pt x="3192" y="3005"/>
                    <a:pt x="3604" y="2250"/>
                    <a:pt x="4278" y="1902"/>
                  </a:cubicBezTo>
                  <a:cubicBezTo>
                    <a:pt x="4384" y="1847"/>
                    <a:pt x="4403" y="1707"/>
                    <a:pt x="4317" y="1625"/>
                  </a:cubicBezTo>
                  <a:cubicBezTo>
                    <a:pt x="3981" y="1303"/>
                    <a:pt x="3235" y="618"/>
                    <a:pt x="2480" y="106"/>
                  </a:cubicBezTo>
                  <a:cubicBezTo>
                    <a:pt x="2436" y="136"/>
                    <a:pt x="2388" y="154"/>
                    <a:pt x="2334" y="159"/>
                  </a:cubicBezTo>
                  <a:cubicBezTo>
                    <a:pt x="2190" y="171"/>
                    <a:pt x="2001" y="182"/>
                    <a:pt x="1791" y="182"/>
                  </a:cubicBezTo>
                  <a:cubicBezTo>
                    <a:pt x="1404" y="182"/>
                    <a:pt x="951" y="144"/>
                    <a:pt x="600"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45"/>
            <p:cNvSpPr/>
            <p:nvPr/>
          </p:nvSpPr>
          <p:spPr>
            <a:xfrm>
              <a:off x="2199729" y="3050593"/>
              <a:ext cx="79889" cy="79474"/>
            </a:xfrm>
            <a:custGeom>
              <a:rect b="b" l="l" r="r" t="t"/>
              <a:pathLst>
                <a:path extrusionOk="0" h="2682" w="2696">
                  <a:moveTo>
                    <a:pt x="249" y="0"/>
                  </a:moveTo>
                  <a:lnTo>
                    <a:pt x="249" y="0"/>
                  </a:lnTo>
                  <a:cubicBezTo>
                    <a:pt x="0" y="602"/>
                    <a:pt x="217" y="1306"/>
                    <a:pt x="767" y="1662"/>
                  </a:cubicBezTo>
                  <a:lnTo>
                    <a:pt x="2355" y="2681"/>
                  </a:lnTo>
                  <a:cubicBezTo>
                    <a:pt x="2450" y="2540"/>
                    <a:pt x="2564" y="2386"/>
                    <a:pt x="2696" y="2243"/>
                  </a:cubicBezTo>
                  <a:lnTo>
                    <a:pt x="1067" y="1199"/>
                  </a:lnTo>
                  <a:cubicBezTo>
                    <a:pt x="730" y="978"/>
                    <a:pt x="604" y="540"/>
                    <a:pt x="776" y="176"/>
                  </a:cubicBezTo>
                  <a:lnTo>
                    <a:pt x="841" y="34"/>
                  </a:lnTo>
                  <a:cubicBezTo>
                    <a:pt x="653" y="34"/>
                    <a:pt x="450" y="27"/>
                    <a:pt x="2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45"/>
            <p:cNvSpPr/>
            <p:nvPr/>
          </p:nvSpPr>
          <p:spPr>
            <a:xfrm>
              <a:off x="2152732" y="2751275"/>
              <a:ext cx="105669" cy="95713"/>
            </a:xfrm>
            <a:custGeom>
              <a:rect b="b" l="l" r="r" t="t"/>
              <a:pathLst>
                <a:path extrusionOk="0" h="3230" w="3566">
                  <a:moveTo>
                    <a:pt x="2817" y="0"/>
                  </a:moveTo>
                  <a:cubicBezTo>
                    <a:pt x="2123" y="0"/>
                    <a:pt x="1678" y="673"/>
                    <a:pt x="1702" y="1253"/>
                  </a:cubicBezTo>
                  <a:cubicBezTo>
                    <a:pt x="1736" y="2083"/>
                    <a:pt x="1074" y="1852"/>
                    <a:pt x="460" y="2150"/>
                  </a:cubicBezTo>
                  <a:cubicBezTo>
                    <a:pt x="1" y="2374"/>
                    <a:pt x="150" y="2926"/>
                    <a:pt x="256" y="3192"/>
                  </a:cubicBezTo>
                  <a:cubicBezTo>
                    <a:pt x="265" y="3217"/>
                    <a:pt x="287" y="3229"/>
                    <a:pt x="309" y="3229"/>
                  </a:cubicBezTo>
                  <a:cubicBezTo>
                    <a:pt x="331" y="3229"/>
                    <a:pt x="352" y="3218"/>
                    <a:pt x="363" y="3195"/>
                  </a:cubicBezTo>
                  <a:cubicBezTo>
                    <a:pt x="505" y="2898"/>
                    <a:pt x="963" y="2850"/>
                    <a:pt x="1245" y="2850"/>
                  </a:cubicBezTo>
                  <a:cubicBezTo>
                    <a:pt x="1381" y="2850"/>
                    <a:pt x="1476" y="2861"/>
                    <a:pt x="1476" y="2861"/>
                  </a:cubicBezTo>
                  <a:cubicBezTo>
                    <a:pt x="1476" y="2861"/>
                    <a:pt x="1496" y="2862"/>
                    <a:pt x="1532" y="2862"/>
                  </a:cubicBezTo>
                  <a:cubicBezTo>
                    <a:pt x="1730" y="2862"/>
                    <a:pt x="2401" y="2827"/>
                    <a:pt x="2734" y="2376"/>
                  </a:cubicBezTo>
                  <a:cubicBezTo>
                    <a:pt x="3125" y="1844"/>
                    <a:pt x="2642" y="1272"/>
                    <a:pt x="2836" y="848"/>
                  </a:cubicBezTo>
                  <a:cubicBezTo>
                    <a:pt x="2916" y="674"/>
                    <a:pt x="3079" y="613"/>
                    <a:pt x="3242" y="601"/>
                  </a:cubicBezTo>
                  <a:cubicBezTo>
                    <a:pt x="3270" y="431"/>
                    <a:pt x="3394" y="288"/>
                    <a:pt x="3565" y="240"/>
                  </a:cubicBezTo>
                  <a:cubicBezTo>
                    <a:pt x="3294" y="71"/>
                    <a:pt x="3042" y="0"/>
                    <a:pt x="2817"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45"/>
            <p:cNvSpPr/>
            <p:nvPr/>
          </p:nvSpPr>
          <p:spPr>
            <a:xfrm>
              <a:off x="2246608" y="2756906"/>
              <a:ext cx="23765" cy="21395"/>
            </a:xfrm>
            <a:custGeom>
              <a:rect b="b" l="l" r="r" t="t"/>
              <a:pathLst>
                <a:path extrusionOk="0" h="722" w="802">
                  <a:moveTo>
                    <a:pt x="484" y="0"/>
                  </a:moveTo>
                  <a:cubicBezTo>
                    <a:pt x="464" y="0"/>
                    <a:pt x="443" y="2"/>
                    <a:pt x="422" y="5"/>
                  </a:cubicBezTo>
                  <a:cubicBezTo>
                    <a:pt x="173" y="39"/>
                    <a:pt x="1" y="269"/>
                    <a:pt x="35" y="518"/>
                  </a:cubicBezTo>
                  <a:cubicBezTo>
                    <a:pt x="44" y="594"/>
                    <a:pt x="74" y="664"/>
                    <a:pt x="117" y="721"/>
                  </a:cubicBezTo>
                  <a:cubicBezTo>
                    <a:pt x="203" y="578"/>
                    <a:pt x="315" y="454"/>
                    <a:pt x="453" y="355"/>
                  </a:cubicBezTo>
                  <a:cubicBezTo>
                    <a:pt x="545" y="288"/>
                    <a:pt x="651" y="208"/>
                    <a:pt x="801" y="129"/>
                  </a:cubicBezTo>
                  <a:cubicBezTo>
                    <a:pt x="718" y="50"/>
                    <a:pt x="605" y="0"/>
                    <a:pt x="4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45"/>
            <p:cNvSpPr/>
            <p:nvPr/>
          </p:nvSpPr>
          <p:spPr>
            <a:xfrm>
              <a:off x="2235614" y="2752727"/>
              <a:ext cx="90349" cy="106647"/>
            </a:xfrm>
            <a:custGeom>
              <a:rect b="b" l="l" r="r" t="t"/>
              <a:pathLst>
                <a:path extrusionOk="0" h="3599" w="3049">
                  <a:moveTo>
                    <a:pt x="1945" y="0"/>
                  </a:moveTo>
                  <a:cubicBezTo>
                    <a:pt x="1855" y="0"/>
                    <a:pt x="1761" y="12"/>
                    <a:pt x="1665" y="39"/>
                  </a:cubicBezTo>
                  <a:cubicBezTo>
                    <a:pt x="1190" y="171"/>
                    <a:pt x="963" y="346"/>
                    <a:pt x="788" y="471"/>
                  </a:cubicBezTo>
                  <a:cubicBezTo>
                    <a:pt x="571" y="626"/>
                    <a:pt x="412" y="848"/>
                    <a:pt x="338" y="1105"/>
                  </a:cubicBezTo>
                  <a:lnTo>
                    <a:pt x="311" y="1198"/>
                  </a:lnTo>
                  <a:cubicBezTo>
                    <a:pt x="311" y="1198"/>
                    <a:pt x="0" y="1921"/>
                    <a:pt x="562" y="2572"/>
                  </a:cubicBezTo>
                  <a:cubicBezTo>
                    <a:pt x="1056" y="3152"/>
                    <a:pt x="1130" y="3377"/>
                    <a:pt x="1104" y="3598"/>
                  </a:cubicBezTo>
                  <a:cubicBezTo>
                    <a:pt x="1376" y="3179"/>
                    <a:pt x="1558" y="2711"/>
                    <a:pt x="1438" y="2523"/>
                  </a:cubicBezTo>
                  <a:cubicBezTo>
                    <a:pt x="1406" y="2471"/>
                    <a:pt x="1362" y="2423"/>
                    <a:pt x="1322" y="2375"/>
                  </a:cubicBezTo>
                  <a:cubicBezTo>
                    <a:pt x="1190" y="2223"/>
                    <a:pt x="1113" y="2123"/>
                    <a:pt x="1213" y="2010"/>
                  </a:cubicBezTo>
                  <a:cubicBezTo>
                    <a:pt x="1263" y="1949"/>
                    <a:pt x="1314" y="1918"/>
                    <a:pt x="1362" y="1918"/>
                  </a:cubicBezTo>
                  <a:cubicBezTo>
                    <a:pt x="1367" y="1918"/>
                    <a:pt x="1372" y="1919"/>
                    <a:pt x="1378" y="1919"/>
                  </a:cubicBezTo>
                  <a:cubicBezTo>
                    <a:pt x="1493" y="1935"/>
                    <a:pt x="1587" y="2114"/>
                    <a:pt x="1612" y="2170"/>
                  </a:cubicBezTo>
                  <a:cubicBezTo>
                    <a:pt x="1631" y="2206"/>
                    <a:pt x="1668" y="2229"/>
                    <a:pt x="1710" y="2229"/>
                  </a:cubicBezTo>
                  <a:cubicBezTo>
                    <a:pt x="1713" y="2229"/>
                    <a:pt x="1715" y="2229"/>
                    <a:pt x="1718" y="2229"/>
                  </a:cubicBezTo>
                  <a:cubicBezTo>
                    <a:pt x="1774" y="2223"/>
                    <a:pt x="1814" y="2165"/>
                    <a:pt x="1807" y="2108"/>
                  </a:cubicBezTo>
                  <a:cubicBezTo>
                    <a:pt x="1791" y="1991"/>
                    <a:pt x="2027" y="1919"/>
                    <a:pt x="2041" y="1804"/>
                  </a:cubicBezTo>
                  <a:cubicBezTo>
                    <a:pt x="2190" y="729"/>
                    <a:pt x="2794" y="632"/>
                    <a:pt x="2990" y="632"/>
                  </a:cubicBezTo>
                  <a:cubicBezTo>
                    <a:pt x="3006" y="632"/>
                    <a:pt x="3020" y="633"/>
                    <a:pt x="3030" y="634"/>
                  </a:cubicBezTo>
                  <a:lnTo>
                    <a:pt x="3049" y="584"/>
                  </a:lnTo>
                  <a:cubicBezTo>
                    <a:pt x="3049" y="584"/>
                    <a:pt x="2580" y="0"/>
                    <a:pt x="194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45"/>
            <p:cNvSpPr/>
            <p:nvPr/>
          </p:nvSpPr>
          <p:spPr>
            <a:xfrm>
              <a:off x="2262728" y="2769855"/>
              <a:ext cx="79267" cy="120871"/>
            </a:xfrm>
            <a:custGeom>
              <a:rect b="b" l="l" r="r" t="t"/>
              <a:pathLst>
                <a:path extrusionOk="0" h="4079" w="2675">
                  <a:moveTo>
                    <a:pt x="2082" y="1"/>
                  </a:moveTo>
                  <a:cubicBezTo>
                    <a:pt x="1893" y="1"/>
                    <a:pt x="1216" y="80"/>
                    <a:pt x="1063" y="1188"/>
                  </a:cubicBezTo>
                  <a:cubicBezTo>
                    <a:pt x="1045" y="1310"/>
                    <a:pt x="825" y="1416"/>
                    <a:pt x="842" y="1537"/>
                  </a:cubicBezTo>
                  <a:cubicBezTo>
                    <a:pt x="845" y="1567"/>
                    <a:pt x="826" y="1595"/>
                    <a:pt x="797" y="1598"/>
                  </a:cubicBezTo>
                  <a:cubicBezTo>
                    <a:pt x="794" y="1599"/>
                    <a:pt x="791" y="1599"/>
                    <a:pt x="788" y="1599"/>
                  </a:cubicBezTo>
                  <a:cubicBezTo>
                    <a:pt x="769" y="1599"/>
                    <a:pt x="750" y="1587"/>
                    <a:pt x="742" y="1568"/>
                  </a:cubicBezTo>
                  <a:cubicBezTo>
                    <a:pt x="703" y="1488"/>
                    <a:pt x="594" y="1291"/>
                    <a:pt x="446" y="1291"/>
                  </a:cubicBezTo>
                  <a:cubicBezTo>
                    <a:pt x="389" y="1291"/>
                    <a:pt x="326" y="1320"/>
                    <a:pt x="259" y="1397"/>
                  </a:cubicBezTo>
                  <a:cubicBezTo>
                    <a:pt x="82" y="1603"/>
                    <a:pt x="362" y="1784"/>
                    <a:pt x="480" y="1969"/>
                  </a:cubicBezTo>
                  <a:cubicBezTo>
                    <a:pt x="599" y="2154"/>
                    <a:pt x="360" y="2726"/>
                    <a:pt x="1" y="3201"/>
                  </a:cubicBezTo>
                  <a:lnTo>
                    <a:pt x="682" y="4079"/>
                  </a:lnTo>
                  <a:cubicBezTo>
                    <a:pt x="682" y="4079"/>
                    <a:pt x="912" y="3644"/>
                    <a:pt x="1137" y="3344"/>
                  </a:cubicBezTo>
                  <a:cubicBezTo>
                    <a:pt x="1194" y="3268"/>
                    <a:pt x="1258" y="3241"/>
                    <a:pt x="1327" y="3241"/>
                  </a:cubicBezTo>
                  <a:cubicBezTo>
                    <a:pt x="1480" y="3241"/>
                    <a:pt x="1655" y="3375"/>
                    <a:pt x="1818" y="3375"/>
                  </a:cubicBezTo>
                  <a:cubicBezTo>
                    <a:pt x="1868" y="3375"/>
                    <a:pt x="1917" y="3363"/>
                    <a:pt x="1964" y="3330"/>
                  </a:cubicBezTo>
                  <a:cubicBezTo>
                    <a:pt x="2233" y="3141"/>
                    <a:pt x="2039" y="2346"/>
                    <a:pt x="2319" y="2307"/>
                  </a:cubicBezTo>
                  <a:cubicBezTo>
                    <a:pt x="2598" y="2268"/>
                    <a:pt x="2675" y="2150"/>
                    <a:pt x="2511" y="1761"/>
                  </a:cubicBezTo>
                  <a:cubicBezTo>
                    <a:pt x="2348" y="1373"/>
                    <a:pt x="2573" y="755"/>
                    <a:pt x="2458" y="418"/>
                  </a:cubicBezTo>
                  <a:cubicBezTo>
                    <a:pt x="2343" y="82"/>
                    <a:pt x="2132" y="3"/>
                    <a:pt x="2132" y="3"/>
                  </a:cubicBezTo>
                  <a:cubicBezTo>
                    <a:pt x="2132" y="3"/>
                    <a:pt x="2114" y="1"/>
                    <a:pt x="2082"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45"/>
            <p:cNvSpPr/>
            <p:nvPr/>
          </p:nvSpPr>
          <p:spPr>
            <a:xfrm>
              <a:off x="2262728" y="2838513"/>
              <a:ext cx="42730" cy="52212"/>
            </a:xfrm>
            <a:custGeom>
              <a:rect b="b" l="l" r="r" t="t"/>
              <a:pathLst>
                <a:path extrusionOk="0" h="1762" w="1442">
                  <a:moveTo>
                    <a:pt x="1440" y="944"/>
                  </a:moveTo>
                  <a:cubicBezTo>
                    <a:pt x="1441" y="944"/>
                    <a:pt x="1441" y="944"/>
                    <a:pt x="1442" y="944"/>
                  </a:cubicBezTo>
                  <a:cubicBezTo>
                    <a:pt x="1441" y="944"/>
                    <a:pt x="1441" y="944"/>
                    <a:pt x="1440" y="944"/>
                  </a:cubicBezTo>
                  <a:close/>
                  <a:moveTo>
                    <a:pt x="475" y="1"/>
                  </a:moveTo>
                  <a:cubicBezTo>
                    <a:pt x="400" y="254"/>
                    <a:pt x="223" y="588"/>
                    <a:pt x="1" y="884"/>
                  </a:cubicBezTo>
                  <a:lnTo>
                    <a:pt x="682" y="1762"/>
                  </a:lnTo>
                  <a:cubicBezTo>
                    <a:pt x="682" y="1762"/>
                    <a:pt x="913" y="1327"/>
                    <a:pt x="1139" y="1028"/>
                  </a:cubicBezTo>
                  <a:cubicBezTo>
                    <a:pt x="1196" y="952"/>
                    <a:pt x="1261" y="925"/>
                    <a:pt x="1330" y="925"/>
                  </a:cubicBezTo>
                  <a:cubicBezTo>
                    <a:pt x="1366" y="925"/>
                    <a:pt x="1403" y="933"/>
                    <a:pt x="1440" y="944"/>
                  </a:cubicBezTo>
                  <a:lnTo>
                    <a:pt x="1440" y="944"/>
                  </a:lnTo>
                  <a:cubicBezTo>
                    <a:pt x="1439" y="943"/>
                    <a:pt x="1439" y="943"/>
                    <a:pt x="1439" y="943"/>
                  </a:cubicBezTo>
                  <a:cubicBezTo>
                    <a:pt x="724" y="727"/>
                    <a:pt x="522" y="304"/>
                    <a:pt x="475" y="1"/>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45"/>
            <p:cNvSpPr/>
            <p:nvPr/>
          </p:nvSpPr>
          <p:spPr>
            <a:xfrm>
              <a:off x="2279263" y="2878784"/>
              <a:ext cx="153526" cy="113789"/>
            </a:xfrm>
            <a:custGeom>
              <a:rect b="b" l="l" r="r" t="t"/>
              <a:pathLst>
                <a:path extrusionOk="0" h="3840" w="5181">
                  <a:moveTo>
                    <a:pt x="4355" y="1"/>
                  </a:moveTo>
                  <a:cubicBezTo>
                    <a:pt x="4344" y="1"/>
                    <a:pt x="4334" y="1"/>
                    <a:pt x="4324" y="2"/>
                  </a:cubicBezTo>
                  <a:cubicBezTo>
                    <a:pt x="4280" y="4"/>
                    <a:pt x="4252" y="4"/>
                    <a:pt x="4233" y="4"/>
                  </a:cubicBezTo>
                  <a:cubicBezTo>
                    <a:pt x="4212" y="4"/>
                    <a:pt x="4201" y="4"/>
                    <a:pt x="4190" y="4"/>
                  </a:cubicBezTo>
                  <a:cubicBezTo>
                    <a:pt x="4174" y="4"/>
                    <a:pt x="4158" y="5"/>
                    <a:pt x="4103" y="13"/>
                  </a:cubicBezTo>
                  <a:cubicBezTo>
                    <a:pt x="3868" y="45"/>
                    <a:pt x="3666" y="198"/>
                    <a:pt x="3567" y="415"/>
                  </a:cubicBezTo>
                  <a:cubicBezTo>
                    <a:pt x="3508" y="549"/>
                    <a:pt x="3441" y="695"/>
                    <a:pt x="3394" y="796"/>
                  </a:cubicBezTo>
                  <a:cubicBezTo>
                    <a:pt x="3289" y="1026"/>
                    <a:pt x="2045" y="2111"/>
                    <a:pt x="1499" y="2313"/>
                  </a:cubicBezTo>
                  <a:cubicBezTo>
                    <a:pt x="1486" y="2318"/>
                    <a:pt x="1472" y="2320"/>
                    <a:pt x="1458" y="2320"/>
                  </a:cubicBezTo>
                  <a:cubicBezTo>
                    <a:pt x="1288" y="2320"/>
                    <a:pt x="1062" y="1975"/>
                    <a:pt x="770" y="1527"/>
                  </a:cubicBezTo>
                  <a:cubicBezTo>
                    <a:pt x="769" y="1738"/>
                    <a:pt x="724" y="1942"/>
                    <a:pt x="610" y="2111"/>
                  </a:cubicBezTo>
                  <a:cubicBezTo>
                    <a:pt x="456" y="2340"/>
                    <a:pt x="234" y="2594"/>
                    <a:pt x="1" y="2898"/>
                  </a:cubicBezTo>
                  <a:cubicBezTo>
                    <a:pt x="296" y="3208"/>
                    <a:pt x="503" y="3420"/>
                    <a:pt x="503" y="3420"/>
                  </a:cubicBezTo>
                  <a:cubicBezTo>
                    <a:pt x="503" y="3420"/>
                    <a:pt x="891" y="3839"/>
                    <a:pt x="1382" y="3839"/>
                  </a:cubicBezTo>
                  <a:cubicBezTo>
                    <a:pt x="1477" y="3839"/>
                    <a:pt x="1577" y="3823"/>
                    <a:pt x="1678" y="3785"/>
                  </a:cubicBezTo>
                  <a:cubicBezTo>
                    <a:pt x="2211" y="3588"/>
                    <a:pt x="3362" y="2082"/>
                    <a:pt x="3963" y="1399"/>
                  </a:cubicBezTo>
                  <a:cubicBezTo>
                    <a:pt x="4063" y="1289"/>
                    <a:pt x="4193" y="1211"/>
                    <a:pt x="4338" y="1180"/>
                  </a:cubicBezTo>
                  <a:cubicBezTo>
                    <a:pt x="4563" y="1132"/>
                    <a:pt x="4691" y="1056"/>
                    <a:pt x="4885" y="843"/>
                  </a:cubicBezTo>
                  <a:cubicBezTo>
                    <a:pt x="5180" y="519"/>
                    <a:pt x="4826" y="1"/>
                    <a:pt x="4355"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45"/>
            <p:cNvSpPr/>
            <p:nvPr/>
          </p:nvSpPr>
          <p:spPr>
            <a:xfrm>
              <a:off x="2185683" y="2862279"/>
              <a:ext cx="126057" cy="191189"/>
            </a:xfrm>
            <a:custGeom>
              <a:rect b="b" l="l" r="r" t="t"/>
              <a:pathLst>
                <a:path extrusionOk="0" h="6452" w="4254">
                  <a:moveTo>
                    <a:pt x="2666" y="1"/>
                  </a:moveTo>
                  <a:cubicBezTo>
                    <a:pt x="2615" y="1"/>
                    <a:pt x="2563" y="23"/>
                    <a:pt x="2526" y="64"/>
                  </a:cubicBezTo>
                  <a:cubicBezTo>
                    <a:pt x="2363" y="256"/>
                    <a:pt x="1998" y="664"/>
                    <a:pt x="1504" y="1128"/>
                  </a:cubicBezTo>
                  <a:cubicBezTo>
                    <a:pt x="947" y="1650"/>
                    <a:pt x="1744" y="2385"/>
                    <a:pt x="3" y="6201"/>
                  </a:cubicBezTo>
                  <a:cubicBezTo>
                    <a:pt x="0" y="6209"/>
                    <a:pt x="3" y="6220"/>
                    <a:pt x="13" y="6225"/>
                  </a:cubicBezTo>
                  <a:cubicBezTo>
                    <a:pt x="375" y="6405"/>
                    <a:pt x="881" y="6452"/>
                    <a:pt x="1306" y="6452"/>
                  </a:cubicBezTo>
                  <a:cubicBezTo>
                    <a:pt x="1515" y="6452"/>
                    <a:pt x="1704" y="6440"/>
                    <a:pt x="1847" y="6428"/>
                  </a:cubicBezTo>
                  <a:cubicBezTo>
                    <a:pt x="1998" y="6416"/>
                    <a:pt x="2114" y="6295"/>
                    <a:pt x="2122" y="6142"/>
                  </a:cubicBezTo>
                  <a:cubicBezTo>
                    <a:pt x="2219" y="4311"/>
                    <a:pt x="3332" y="3368"/>
                    <a:pt x="3799" y="2670"/>
                  </a:cubicBezTo>
                  <a:cubicBezTo>
                    <a:pt x="4253" y="1993"/>
                    <a:pt x="3608" y="772"/>
                    <a:pt x="3513" y="584"/>
                  </a:cubicBezTo>
                  <a:cubicBezTo>
                    <a:pt x="3506" y="568"/>
                    <a:pt x="3492" y="560"/>
                    <a:pt x="3479" y="551"/>
                  </a:cubicBezTo>
                  <a:lnTo>
                    <a:pt x="2756" y="26"/>
                  </a:lnTo>
                  <a:cubicBezTo>
                    <a:pt x="2728" y="9"/>
                    <a:pt x="2697" y="1"/>
                    <a:pt x="26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45"/>
            <p:cNvSpPr/>
            <p:nvPr/>
          </p:nvSpPr>
          <p:spPr>
            <a:xfrm>
              <a:off x="2137827" y="2878310"/>
              <a:ext cx="155422" cy="202153"/>
            </a:xfrm>
            <a:custGeom>
              <a:rect b="b" l="l" r="r" t="t"/>
              <a:pathLst>
                <a:path extrusionOk="0" h="6822" w="5245">
                  <a:moveTo>
                    <a:pt x="3997" y="0"/>
                  </a:moveTo>
                  <a:cubicBezTo>
                    <a:pt x="3899" y="0"/>
                    <a:pt x="3790" y="15"/>
                    <a:pt x="3667" y="50"/>
                  </a:cubicBezTo>
                  <a:cubicBezTo>
                    <a:pt x="2795" y="301"/>
                    <a:pt x="736" y="1449"/>
                    <a:pt x="736" y="1449"/>
                  </a:cubicBezTo>
                  <a:cubicBezTo>
                    <a:pt x="736" y="1449"/>
                    <a:pt x="0" y="1802"/>
                    <a:pt x="39" y="2466"/>
                  </a:cubicBezTo>
                  <a:cubicBezTo>
                    <a:pt x="73" y="3033"/>
                    <a:pt x="691" y="4799"/>
                    <a:pt x="1165" y="5575"/>
                  </a:cubicBezTo>
                  <a:cubicBezTo>
                    <a:pt x="1242" y="5701"/>
                    <a:pt x="1278" y="5848"/>
                    <a:pt x="1264" y="5998"/>
                  </a:cubicBezTo>
                  <a:cubicBezTo>
                    <a:pt x="1244" y="6228"/>
                    <a:pt x="1280" y="6371"/>
                    <a:pt x="1427" y="6618"/>
                  </a:cubicBezTo>
                  <a:cubicBezTo>
                    <a:pt x="1511" y="6759"/>
                    <a:pt x="1646" y="6822"/>
                    <a:pt x="1790" y="6822"/>
                  </a:cubicBezTo>
                  <a:cubicBezTo>
                    <a:pt x="2043" y="6822"/>
                    <a:pt x="2322" y="6630"/>
                    <a:pt x="2400" y="6329"/>
                  </a:cubicBezTo>
                  <a:cubicBezTo>
                    <a:pt x="2441" y="6167"/>
                    <a:pt x="2433" y="6238"/>
                    <a:pt x="2455" y="6114"/>
                  </a:cubicBezTo>
                  <a:cubicBezTo>
                    <a:pt x="2494" y="5879"/>
                    <a:pt x="2407" y="5642"/>
                    <a:pt x="2228" y="5485"/>
                  </a:cubicBezTo>
                  <a:cubicBezTo>
                    <a:pt x="2117" y="5388"/>
                    <a:pt x="1996" y="5281"/>
                    <a:pt x="1915" y="5209"/>
                  </a:cubicBezTo>
                  <a:cubicBezTo>
                    <a:pt x="1724" y="5040"/>
                    <a:pt x="1365" y="3409"/>
                    <a:pt x="1332" y="2828"/>
                  </a:cubicBezTo>
                  <a:cubicBezTo>
                    <a:pt x="1295" y="2250"/>
                    <a:pt x="5245" y="2012"/>
                    <a:pt x="4740" y="565"/>
                  </a:cubicBezTo>
                  <a:cubicBezTo>
                    <a:pt x="4740" y="565"/>
                    <a:pt x="4592" y="0"/>
                    <a:pt x="3997"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1" name="Google Shape;10901;p45"/>
          <p:cNvGrpSpPr/>
          <p:nvPr/>
        </p:nvGrpSpPr>
        <p:grpSpPr>
          <a:xfrm>
            <a:off x="1406793" y="2751246"/>
            <a:ext cx="395683" cy="413462"/>
            <a:chOff x="1406793" y="2751246"/>
            <a:chExt cx="395683" cy="413462"/>
          </a:xfrm>
        </p:grpSpPr>
        <p:sp>
          <p:nvSpPr>
            <p:cNvPr id="10902" name="Google Shape;10902;p45"/>
            <p:cNvSpPr/>
            <p:nvPr/>
          </p:nvSpPr>
          <p:spPr>
            <a:xfrm>
              <a:off x="1406793" y="2769025"/>
              <a:ext cx="395683" cy="391712"/>
            </a:xfrm>
            <a:custGeom>
              <a:rect b="b" l="l" r="r" t="t"/>
              <a:pathLst>
                <a:path extrusionOk="0" h="13219" w="13353">
                  <a:moveTo>
                    <a:pt x="6676" y="0"/>
                  </a:moveTo>
                  <a:cubicBezTo>
                    <a:pt x="2991" y="0"/>
                    <a:pt x="0" y="2988"/>
                    <a:pt x="0" y="6676"/>
                  </a:cubicBezTo>
                  <a:cubicBezTo>
                    <a:pt x="0" y="8187"/>
                    <a:pt x="504" y="9581"/>
                    <a:pt x="1349" y="10701"/>
                  </a:cubicBezTo>
                  <a:lnTo>
                    <a:pt x="8010" y="13219"/>
                  </a:lnTo>
                  <a:cubicBezTo>
                    <a:pt x="11057" y="12600"/>
                    <a:pt x="13351" y="9905"/>
                    <a:pt x="13351" y="6676"/>
                  </a:cubicBezTo>
                  <a:cubicBezTo>
                    <a:pt x="13353" y="2988"/>
                    <a:pt x="10365" y="0"/>
                    <a:pt x="6676"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45"/>
            <p:cNvSpPr/>
            <p:nvPr/>
          </p:nvSpPr>
          <p:spPr>
            <a:xfrm>
              <a:off x="1698080" y="2959325"/>
              <a:ext cx="47649" cy="166772"/>
            </a:xfrm>
            <a:custGeom>
              <a:rect b="b" l="l" r="r" t="t"/>
              <a:pathLst>
                <a:path extrusionOk="0" h="5628" w="1608">
                  <a:moveTo>
                    <a:pt x="1340" y="0"/>
                  </a:moveTo>
                  <a:cubicBezTo>
                    <a:pt x="1249" y="0"/>
                    <a:pt x="1163" y="54"/>
                    <a:pt x="1124" y="142"/>
                  </a:cubicBezTo>
                  <a:cubicBezTo>
                    <a:pt x="725" y="1086"/>
                    <a:pt x="0" y="1933"/>
                    <a:pt x="523" y="3397"/>
                  </a:cubicBezTo>
                  <a:cubicBezTo>
                    <a:pt x="770" y="4090"/>
                    <a:pt x="874" y="4874"/>
                    <a:pt x="804" y="5628"/>
                  </a:cubicBezTo>
                  <a:cubicBezTo>
                    <a:pt x="973" y="5503"/>
                    <a:pt x="1137" y="5370"/>
                    <a:pt x="1294" y="5230"/>
                  </a:cubicBezTo>
                  <a:cubicBezTo>
                    <a:pt x="1301" y="4551"/>
                    <a:pt x="1186" y="3864"/>
                    <a:pt x="964" y="3239"/>
                  </a:cubicBezTo>
                  <a:cubicBezTo>
                    <a:pt x="515" y="1983"/>
                    <a:pt x="1137" y="1313"/>
                    <a:pt x="1556" y="324"/>
                  </a:cubicBezTo>
                  <a:cubicBezTo>
                    <a:pt x="1608" y="208"/>
                    <a:pt x="1550" y="69"/>
                    <a:pt x="1432" y="19"/>
                  </a:cubicBezTo>
                  <a:cubicBezTo>
                    <a:pt x="1402" y="7"/>
                    <a:pt x="1371" y="0"/>
                    <a:pt x="134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45"/>
            <p:cNvSpPr/>
            <p:nvPr/>
          </p:nvSpPr>
          <p:spPr>
            <a:xfrm>
              <a:off x="1708985" y="2837743"/>
              <a:ext cx="44715" cy="107359"/>
            </a:xfrm>
            <a:custGeom>
              <a:rect b="b" l="l" r="r" t="t"/>
              <a:pathLst>
                <a:path extrusionOk="0" h="3623" w="1509">
                  <a:moveTo>
                    <a:pt x="257" y="0"/>
                  </a:moveTo>
                  <a:cubicBezTo>
                    <a:pt x="241" y="0"/>
                    <a:pt x="226" y="2"/>
                    <a:pt x="211" y="5"/>
                  </a:cubicBezTo>
                  <a:cubicBezTo>
                    <a:pt x="85" y="30"/>
                    <a:pt x="1" y="154"/>
                    <a:pt x="27" y="280"/>
                  </a:cubicBezTo>
                  <a:cubicBezTo>
                    <a:pt x="105" y="676"/>
                    <a:pt x="263" y="1102"/>
                    <a:pt x="504" y="1542"/>
                  </a:cubicBezTo>
                  <a:cubicBezTo>
                    <a:pt x="876" y="2220"/>
                    <a:pt x="1034" y="2818"/>
                    <a:pt x="988" y="3370"/>
                  </a:cubicBezTo>
                  <a:cubicBezTo>
                    <a:pt x="977" y="3498"/>
                    <a:pt x="1073" y="3611"/>
                    <a:pt x="1202" y="3622"/>
                  </a:cubicBezTo>
                  <a:cubicBezTo>
                    <a:pt x="1209" y="3623"/>
                    <a:pt x="1216" y="3623"/>
                    <a:pt x="1222" y="3623"/>
                  </a:cubicBezTo>
                  <a:cubicBezTo>
                    <a:pt x="1344" y="3623"/>
                    <a:pt x="1445" y="3530"/>
                    <a:pt x="1454" y="3409"/>
                  </a:cubicBezTo>
                  <a:cubicBezTo>
                    <a:pt x="1509" y="2762"/>
                    <a:pt x="1331" y="2078"/>
                    <a:pt x="916" y="1317"/>
                  </a:cubicBezTo>
                  <a:cubicBezTo>
                    <a:pt x="700" y="917"/>
                    <a:pt x="554" y="540"/>
                    <a:pt x="487" y="190"/>
                  </a:cubicBezTo>
                  <a:cubicBezTo>
                    <a:pt x="465" y="78"/>
                    <a:pt x="368" y="0"/>
                    <a:pt x="257"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45"/>
            <p:cNvSpPr/>
            <p:nvPr/>
          </p:nvSpPr>
          <p:spPr>
            <a:xfrm>
              <a:off x="1742974" y="2817652"/>
              <a:ext cx="37870" cy="131272"/>
            </a:xfrm>
            <a:custGeom>
              <a:rect b="b" l="l" r="r" t="t"/>
              <a:pathLst>
                <a:path extrusionOk="0" h="4430" w="1278">
                  <a:moveTo>
                    <a:pt x="884" y="1"/>
                  </a:moveTo>
                  <a:cubicBezTo>
                    <a:pt x="783" y="1"/>
                    <a:pt x="691" y="66"/>
                    <a:pt x="662" y="167"/>
                  </a:cubicBezTo>
                  <a:cubicBezTo>
                    <a:pt x="553" y="523"/>
                    <a:pt x="402" y="1266"/>
                    <a:pt x="615" y="2234"/>
                  </a:cubicBezTo>
                  <a:cubicBezTo>
                    <a:pt x="784" y="3000"/>
                    <a:pt x="498" y="3468"/>
                    <a:pt x="75" y="4059"/>
                  </a:cubicBezTo>
                  <a:cubicBezTo>
                    <a:pt x="1" y="4165"/>
                    <a:pt x="26" y="4311"/>
                    <a:pt x="131" y="4385"/>
                  </a:cubicBezTo>
                  <a:cubicBezTo>
                    <a:pt x="173" y="4415"/>
                    <a:pt x="220" y="4429"/>
                    <a:pt x="268" y="4429"/>
                  </a:cubicBezTo>
                  <a:cubicBezTo>
                    <a:pt x="341" y="4429"/>
                    <a:pt x="413" y="4396"/>
                    <a:pt x="459" y="4333"/>
                  </a:cubicBezTo>
                  <a:cubicBezTo>
                    <a:pt x="937" y="3663"/>
                    <a:pt x="1277" y="3066"/>
                    <a:pt x="1073" y="2136"/>
                  </a:cubicBezTo>
                  <a:cubicBezTo>
                    <a:pt x="882" y="1270"/>
                    <a:pt x="1014" y="618"/>
                    <a:pt x="1109" y="305"/>
                  </a:cubicBezTo>
                  <a:cubicBezTo>
                    <a:pt x="1148" y="181"/>
                    <a:pt x="1078" y="49"/>
                    <a:pt x="954" y="11"/>
                  </a:cubicBezTo>
                  <a:cubicBezTo>
                    <a:pt x="930" y="4"/>
                    <a:pt x="907" y="1"/>
                    <a:pt x="884"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45"/>
            <p:cNvSpPr/>
            <p:nvPr/>
          </p:nvSpPr>
          <p:spPr>
            <a:xfrm>
              <a:off x="1445937" y="2806036"/>
              <a:ext cx="210480" cy="358672"/>
            </a:xfrm>
            <a:custGeom>
              <a:rect b="b" l="l" r="r" t="t"/>
              <a:pathLst>
                <a:path extrusionOk="0" h="12104" w="7103">
                  <a:moveTo>
                    <a:pt x="961" y="1"/>
                  </a:moveTo>
                  <a:cubicBezTo>
                    <a:pt x="433" y="1"/>
                    <a:pt x="0" y="431"/>
                    <a:pt x="0" y="960"/>
                  </a:cubicBezTo>
                  <a:lnTo>
                    <a:pt x="0" y="9413"/>
                  </a:lnTo>
                  <a:cubicBezTo>
                    <a:pt x="1216" y="11045"/>
                    <a:pt x="3164" y="12103"/>
                    <a:pt x="5355" y="12103"/>
                  </a:cubicBezTo>
                  <a:cubicBezTo>
                    <a:pt x="5830" y="12103"/>
                    <a:pt x="6290" y="12052"/>
                    <a:pt x="6737" y="11959"/>
                  </a:cubicBezTo>
                  <a:cubicBezTo>
                    <a:pt x="6958" y="11783"/>
                    <a:pt x="7103" y="11513"/>
                    <a:pt x="7103" y="11208"/>
                  </a:cubicBezTo>
                  <a:lnTo>
                    <a:pt x="7103" y="960"/>
                  </a:lnTo>
                  <a:cubicBezTo>
                    <a:pt x="7103" y="431"/>
                    <a:pt x="6670" y="1"/>
                    <a:pt x="6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45"/>
            <p:cNvSpPr/>
            <p:nvPr/>
          </p:nvSpPr>
          <p:spPr>
            <a:xfrm>
              <a:off x="1470947" y="2831016"/>
              <a:ext cx="160460" cy="124516"/>
            </a:xfrm>
            <a:custGeom>
              <a:rect b="b" l="l" r="r" t="t"/>
              <a:pathLst>
                <a:path extrusionOk="0" h="4202" w="5415">
                  <a:moveTo>
                    <a:pt x="117" y="0"/>
                  </a:moveTo>
                  <a:cubicBezTo>
                    <a:pt x="55" y="0"/>
                    <a:pt x="1" y="55"/>
                    <a:pt x="1" y="117"/>
                  </a:cubicBezTo>
                  <a:lnTo>
                    <a:pt x="1" y="4202"/>
                  </a:lnTo>
                  <a:lnTo>
                    <a:pt x="5415" y="4202"/>
                  </a:lnTo>
                  <a:lnTo>
                    <a:pt x="5415" y="117"/>
                  </a:lnTo>
                  <a:cubicBezTo>
                    <a:pt x="5415" y="55"/>
                    <a:pt x="5360" y="0"/>
                    <a:pt x="5298"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45"/>
            <p:cNvSpPr/>
            <p:nvPr/>
          </p:nvSpPr>
          <p:spPr>
            <a:xfrm>
              <a:off x="1471007" y="2953665"/>
              <a:ext cx="56302" cy="25039"/>
            </a:xfrm>
            <a:custGeom>
              <a:rect b="b" l="l" r="r" t="t"/>
              <a:pathLst>
                <a:path extrusionOk="0" h="845" w="1900">
                  <a:moveTo>
                    <a:pt x="0" y="1"/>
                  </a:moveTo>
                  <a:lnTo>
                    <a:pt x="0" y="728"/>
                  </a:lnTo>
                  <a:cubicBezTo>
                    <a:pt x="0" y="790"/>
                    <a:pt x="54" y="845"/>
                    <a:pt x="117" y="845"/>
                  </a:cubicBezTo>
                  <a:lnTo>
                    <a:pt x="1900" y="845"/>
                  </a:lnTo>
                  <a:lnTo>
                    <a:pt x="1900"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45"/>
            <p:cNvSpPr/>
            <p:nvPr/>
          </p:nvSpPr>
          <p:spPr>
            <a:xfrm>
              <a:off x="1575106" y="2953576"/>
              <a:ext cx="56302" cy="25099"/>
            </a:xfrm>
            <a:custGeom>
              <a:rect b="b" l="l" r="r" t="t"/>
              <a:pathLst>
                <a:path extrusionOk="0" h="847" w="1900">
                  <a:moveTo>
                    <a:pt x="0" y="1"/>
                  </a:moveTo>
                  <a:lnTo>
                    <a:pt x="0" y="4"/>
                  </a:lnTo>
                  <a:lnTo>
                    <a:pt x="0" y="846"/>
                  </a:lnTo>
                  <a:lnTo>
                    <a:pt x="1783" y="846"/>
                  </a:lnTo>
                  <a:cubicBezTo>
                    <a:pt x="1845" y="846"/>
                    <a:pt x="1900" y="792"/>
                    <a:pt x="1900" y="730"/>
                  </a:cubicBezTo>
                  <a:lnTo>
                    <a:pt x="1900"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45"/>
            <p:cNvSpPr/>
            <p:nvPr/>
          </p:nvSpPr>
          <p:spPr>
            <a:xfrm>
              <a:off x="1578365" y="2847581"/>
              <a:ext cx="31855" cy="13987"/>
            </a:xfrm>
            <a:custGeom>
              <a:rect b="b" l="l" r="r" t="t"/>
              <a:pathLst>
                <a:path extrusionOk="0" h="472" w="1075">
                  <a:moveTo>
                    <a:pt x="235" y="1"/>
                  </a:moveTo>
                  <a:cubicBezTo>
                    <a:pt x="106" y="1"/>
                    <a:pt x="0" y="107"/>
                    <a:pt x="0" y="236"/>
                  </a:cubicBezTo>
                  <a:cubicBezTo>
                    <a:pt x="0" y="366"/>
                    <a:pt x="106" y="472"/>
                    <a:pt x="235" y="472"/>
                  </a:cubicBezTo>
                  <a:lnTo>
                    <a:pt x="840" y="472"/>
                  </a:lnTo>
                  <a:cubicBezTo>
                    <a:pt x="967" y="472"/>
                    <a:pt x="1075" y="366"/>
                    <a:pt x="1075" y="236"/>
                  </a:cubicBezTo>
                  <a:cubicBezTo>
                    <a:pt x="1075" y="107"/>
                    <a:pt x="970" y="1"/>
                    <a:pt x="84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45"/>
            <p:cNvSpPr/>
            <p:nvPr/>
          </p:nvSpPr>
          <p:spPr>
            <a:xfrm>
              <a:off x="1578365" y="2868353"/>
              <a:ext cx="31855" cy="13987"/>
            </a:xfrm>
            <a:custGeom>
              <a:rect b="b" l="l" r="r" t="t"/>
              <a:pathLst>
                <a:path extrusionOk="0" h="472" w="1075">
                  <a:moveTo>
                    <a:pt x="235" y="1"/>
                  </a:moveTo>
                  <a:cubicBezTo>
                    <a:pt x="106" y="1"/>
                    <a:pt x="0" y="107"/>
                    <a:pt x="0" y="237"/>
                  </a:cubicBezTo>
                  <a:cubicBezTo>
                    <a:pt x="0" y="366"/>
                    <a:pt x="106" y="472"/>
                    <a:pt x="235" y="472"/>
                  </a:cubicBezTo>
                  <a:lnTo>
                    <a:pt x="840" y="472"/>
                  </a:lnTo>
                  <a:cubicBezTo>
                    <a:pt x="967" y="472"/>
                    <a:pt x="1075" y="366"/>
                    <a:pt x="1075" y="237"/>
                  </a:cubicBezTo>
                  <a:cubicBezTo>
                    <a:pt x="1075" y="107"/>
                    <a:pt x="970" y="1"/>
                    <a:pt x="84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45"/>
            <p:cNvSpPr/>
            <p:nvPr/>
          </p:nvSpPr>
          <p:spPr>
            <a:xfrm>
              <a:off x="1578365" y="2889185"/>
              <a:ext cx="31855" cy="13927"/>
            </a:xfrm>
            <a:custGeom>
              <a:rect b="b" l="l" r="r" t="t"/>
              <a:pathLst>
                <a:path extrusionOk="0" h="470" w="1075">
                  <a:moveTo>
                    <a:pt x="235" y="0"/>
                  </a:moveTo>
                  <a:cubicBezTo>
                    <a:pt x="106" y="0"/>
                    <a:pt x="0" y="105"/>
                    <a:pt x="0" y="235"/>
                  </a:cubicBezTo>
                  <a:cubicBezTo>
                    <a:pt x="0" y="366"/>
                    <a:pt x="106" y="470"/>
                    <a:pt x="235" y="470"/>
                  </a:cubicBezTo>
                  <a:lnTo>
                    <a:pt x="840" y="470"/>
                  </a:lnTo>
                  <a:cubicBezTo>
                    <a:pt x="967" y="470"/>
                    <a:pt x="1075" y="366"/>
                    <a:pt x="1075" y="235"/>
                  </a:cubicBezTo>
                  <a:cubicBezTo>
                    <a:pt x="1075" y="105"/>
                    <a:pt x="970" y="0"/>
                    <a:pt x="840"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45"/>
            <p:cNvSpPr/>
            <p:nvPr/>
          </p:nvSpPr>
          <p:spPr>
            <a:xfrm>
              <a:off x="1578365" y="2909957"/>
              <a:ext cx="31855" cy="13927"/>
            </a:xfrm>
            <a:custGeom>
              <a:rect b="b" l="l" r="r" t="t"/>
              <a:pathLst>
                <a:path extrusionOk="0" h="470" w="1075">
                  <a:moveTo>
                    <a:pt x="235" y="1"/>
                  </a:moveTo>
                  <a:cubicBezTo>
                    <a:pt x="106" y="1"/>
                    <a:pt x="0" y="105"/>
                    <a:pt x="0" y="235"/>
                  </a:cubicBezTo>
                  <a:cubicBezTo>
                    <a:pt x="0" y="366"/>
                    <a:pt x="106" y="470"/>
                    <a:pt x="235" y="470"/>
                  </a:cubicBezTo>
                  <a:lnTo>
                    <a:pt x="840" y="470"/>
                  </a:lnTo>
                  <a:cubicBezTo>
                    <a:pt x="967" y="470"/>
                    <a:pt x="1075" y="366"/>
                    <a:pt x="1075" y="235"/>
                  </a:cubicBezTo>
                  <a:cubicBezTo>
                    <a:pt x="1075" y="105"/>
                    <a:pt x="970" y="1"/>
                    <a:pt x="84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45"/>
            <p:cNvSpPr/>
            <p:nvPr/>
          </p:nvSpPr>
          <p:spPr>
            <a:xfrm>
              <a:off x="1578365" y="2930730"/>
              <a:ext cx="31855" cy="13987"/>
            </a:xfrm>
            <a:custGeom>
              <a:rect b="b" l="l" r="r" t="t"/>
              <a:pathLst>
                <a:path extrusionOk="0" h="472" w="1075">
                  <a:moveTo>
                    <a:pt x="235" y="1"/>
                  </a:moveTo>
                  <a:cubicBezTo>
                    <a:pt x="106" y="1"/>
                    <a:pt x="0" y="106"/>
                    <a:pt x="0" y="235"/>
                  </a:cubicBezTo>
                  <a:cubicBezTo>
                    <a:pt x="0" y="366"/>
                    <a:pt x="106" y="472"/>
                    <a:pt x="235" y="472"/>
                  </a:cubicBezTo>
                  <a:lnTo>
                    <a:pt x="840" y="472"/>
                  </a:lnTo>
                  <a:cubicBezTo>
                    <a:pt x="967" y="472"/>
                    <a:pt x="1075" y="366"/>
                    <a:pt x="1075" y="235"/>
                  </a:cubicBezTo>
                  <a:cubicBezTo>
                    <a:pt x="1075" y="106"/>
                    <a:pt x="970" y="1"/>
                    <a:pt x="84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45"/>
            <p:cNvSpPr/>
            <p:nvPr/>
          </p:nvSpPr>
          <p:spPr>
            <a:xfrm>
              <a:off x="1535250" y="2889185"/>
              <a:ext cx="31855" cy="13927"/>
            </a:xfrm>
            <a:custGeom>
              <a:rect b="b" l="l" r="r" t="t"/>
              <a:pathLst>
                <a:path extrusionOk="0" h="470" w="1075">
                  <a:moveTo>
                    <a:pt x="235" y="0"/>
                  </a:moveTo>
                  <a:cubicBezTo>
                    <a:pt x="105" y="0"/>
                    <a:pt x="0" y="105"/>
                    <a:pt x="0" y="235"/>
                  </a:cubicBezTo>
                  <a:cubicBezTo>
                    <a:pt x="0" y="366"/>
                    <a:pt x="105" y="470"/>
                    <a:pt x="235" y="470"/>
                  </a:cubicBezTo>
                  <a:lnTo>
                    <a:pt x="840" y="470"/>
                  </a:lnTo>
                  <a:cubicBezTo>
                    <a:pt x="967" y="470"/>
                    <a:pt x="1073" y="366"/>
                    <a:pt x="1075" y="235"/>
                  </a:cubicBezTo>
                  <a:cubicBezTo>
                    <a:pt x="1075" y="105"/>
                    <a:pt x="969" y="0"/>
                    <a:pt x="840"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45"/>
            <p:cNvSpPr/>
            <p:nvPr/>
          </p:nvSpPr>
          <p:spPr>
            <a:xfrm>
              <a:off x="1535250" y="2909957"/>
              <a:ext cx="31855" cy="13927"/>
            </a:xfrm>
            <a:custGeom>
              <a:rect b="b" l="l" r="r" t="t"/>
              <a:pathLst>
                <a:path extrusionOk="0" h="470" w="1075">
                  <a:moveTo>
                    <a:pt x="235" y="1"/>
                  </a:moveTo>
                  <a:cubicBezTo>
                    <a:pt x="105" y="1"/>
                    <a:pt x="0" y="105"/>
                    <a:pt x="0" y="235"/>
                  </a:cubicBezTo>
                  <a:cubicBezTo>
                    <a:pt x="0" y="366"/>
                    <a:pt x="105" y="470"/>
                    <a:pt x="235" y="470"/>
                  </a:cubicBezTo>
                  <a:lnTo>
                    <a:pt x="840" y="470"/>
                  </a:lnTo>
                  <a:cubicBezTo>
                    <a:pt x="967" y="470"/>
                    <a:pt x="1073" y="366"/>
                    <a:pt x="1075" y="235"/>
                  </a:cubicBezTo>
                  <a:cubicBezTo>
                    <a:pt x="1075" y="105"/>
                    <a:pt x="969" y="1"/>
                    <a:pt x="84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45"/>
            <p:cNvSpPr/>
            <p:nvPr/>
          </p:nvSpPr>
          <p:spPr>
            <a:xfrm>
              <a:off x="1535250" y="2930730"/>
              <a:ext cx="31855" cy="13987"/>
            </a:xfrm>
            <a:custGeom>
              <a:rect b="b" l="l" r="r" t="t"/>
              <a:pathLst>
                <a:path extrusionOk="0" h="472" w="1075">
                  <a:moveTo>
                    <a:pt x="235" y="1"/>
                  </a:moveTo>
                  <a:cubicBezTo>
                    <a:pt x="105" y="1"/>
                    <a:pt x="0" y="106"/>
                    <a:pt x="0" y="235"/>
                  </a:cubicBezTo>
                  <a:cubicBezTo>
                    <a:pt x="0" y="366"/>
                    <a:pt x="105" y="472"/>
                    <a:pt x="235" y="472"/>
                  </a:cubicBezTo>
                  <a:lnTo>
                    <a:pt x="840" y="472"/>
                  </a:lnTo>
                  <a:cubicBezTo>
                    <a:pt x="967" y="472"/>
                    <a:pt x="1073" y="366"/>
                    <a:pt x="1075" y="235"/>
                  </a:cubicBezTo>
                  <a:cubicBezTo>
                    <a:pt x="1075" y="106"/>
                    <a:pt x="969" y="1"/>
                    <a:pt x="84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45"/>
            <p:cNvSpPr/>
            <p:nvPr/>
          </p:nvSpPr>
          <p:spPr>
            <a:xfrm>
              <a:off x="1492135" y="2930730"/>
              <a:ext cx="31855" cy="13987"/>
            </a:xfrm>
            <a:custGeom>
              <a:rect b="b" l="l" r="r" t="t"/>
              <a:pathLst>
                <a:path extrusionOk="0" h="472" w="1075">
                  <a:moveTo>
                    <a:pt x="235" y="1"/>
                  </a:moveTo>
                  <a:cubicBezTo>
                    <a:pt x="105" y="1"/>
                    <a:pt x="1" y="106"/>
                    <a:pt x="1" y="235"/>
                  </a:cubicBezTo>
                  <a:cubicBezTo>
                    <a:pt x="1" y="366"/>
                    <a:pt x="105" y="472"/>
                    <a:pt x="235" y="472"/>
                  </a:cubicBezTo>
                  <a:lnTo>
                    <a:pt x="840" y="472"/>
                  </a:lnTo>
                  <a:cubicBezTo>
                    <a:pt x="967" y="472"/>
                    <a:pt x="1073" y="366"/>
                    <a:pt x="1075" y="235"/>
                  </a:cubicBezTo>
                  <a:cubicBezTo>
                    <a:pt x="1075" y="106"/>
                    <a:pt x="969" y="1"/>
                    <a:pt x="84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45"/>
            <p:cNvSpPr/>
            <p:nvPr/>
          </p:nvSpPr>
          <p:spPr>
            <a:xfrm>
              <a:off x="1484904" y="3006322"/>
              <a:ext cx="132487" cy="132457"/>
            </a:xfrm>
            <a:custGeom>
              <a:rect b="b" l="l" r="r" t="t"/>
              <a:pathLst>
                <a:path extrusionOk="0" h="4470" w="4471">
                  <a:moveTo>
                    <a:pt x="2237" y="0"/>
                  </a:moveTo>
                  <a:cubicBezTo>
                    <a:pt x="1002" y="0"/>
                    <a:pt x="0" y="1001"/>
                    <a:pt x="0" y="2236"/>
                  </a:cubicBezTo>
                  <a:cubicBezTo>
                    <a:pt x="0" y="3470"/>
                    <a:pt x="1003" y="4469"/>
                    <a:pt x="2237" y="4469"/>
                  </a:cubicBezTo>
                  <a:cubicBezTo>
                    <a:pt x="3472" y="4469"/>
                    <a:pt x="4471" y="3470"/>
                    <a:pt x="4471" y="2236"/>
                  </a:cubicBezTo>
                  <a:cubicBezTo>
                    <a:pt x="4471" y="1643"/>
                    <a:pt x="4236" y="1076"/>
                    <a:pt x="3817" y="655"/>
                  </a:cubicBezTo>
                  <a:cubicBezTo>
                    <a:pt x="3400" y="237"/>
                    <a:pt x="2830" y="0"/>
                    <a:pt x="2237"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45"/>
            <p:cNvSpPr/>
            <p:nvPr/>
          </p:nvSpPr>
          <p:spPr>
            <a:xfrm>
              <a:off x="1518122" y="3039481"/>
              <a:ext cx="66169" cy="66140"/>
            </a:xfrm>
            <a:custGeom>
              <a:rect b="b" l="l" r="r" t="t"/>
              <a:pathLst>
                <a:path extrusionOk="0" h="2232" w="2233">
                  <a:moveTo>
                    <a:pt x="1116" y="1"/>
                  </a:moveTo>
                  <a:cubicBezTo>
                    <a:pt x="501" y="1"/>
                    <a:pt x="0" y="501"/>
                    <a:pt x="0" y="1117"/>
                  </a:cubicBezTo>
                  <a:cubicBezTo>
                    <a:pt x="0" y="1732"/>
                    <a:pt x="501" y="2231"/>
                    <a:pt x="1116" y="2231"/>
                  </a:cubicBezTo>
                  <a:cubicBezTo>
                    <a:pt x="1732" y="2231"/>
                    <a:pt x="2232" y="1732"/>
                    <a:pt x="2232" y="1117"/>
                  </a:cubicBezTo>
                  <a:cubicBezTo>
                    <a:pt x="2232" y="501"/>
                    <a:pt x="1732" y="1"/>
                    <a:pt x="1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45"/>
            <p:cNvSpPr/>
            <p:nvPr/>
          </p:nvSpPr>
          <p:spPr>
            <a:xfrm>
              <a:off x="1525590" y="2953636"/>
              <a:ext cx="51175" cy="25039"/>
            </a:xfrm>
            <a:custGeom>
              <a:rect b="b" l="l" r="r" t="t"/>
              <a:pathLst>
                <a:path extrusionOk="0" h="845" w="1727">
                  <a:moveTo>
                    <a:pt x="0" y="0"/>
                  </a:moveTo>
                  <a:lnTo>
                    <a:pt x="0" y="844"/>
                  </a:lnTo>
                  <a:lnTo>
                    <a:pt x="1727" y="844"/>
                  </a:lnTo>
                  <a:lnTo>
                    <a:pt x="1727" y="0"/>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45"/>
            <p:cNvSpPr/>
            <p:nvPr/>
          </p:nvSpPr>
          <p:spPr>
            <a:xfrm>
              <a:off x="1464043" y="2824142"/>
              <a:ext cx="174269" cy="161467"/>
            </a:xfrm>
            <a:custGeom>
              <a:rect b="b" l="l" r="r" t="t"/>
              <a:pathLst>
                <a:path extrusionOk="0" h="5449" w="5881">
                  <a:moveTo>
                    <a:pt x="5413" y="467"/>
                  </a:moveTo>
                  <a:lnTo>
                    <a:pt x="5413" y="4981"/>
                  </a:lnTo>
                  <a:lnTo>
                    <a:pt x="468" y="4981"/>
                  </a:lnTo>
                  <a:lnTo>
                    <a:pt x="468" y="467"/>
                  </a:lnTo>
                  <a:close/>
                  <a:moveTo>
                    <a:pt x="350" y="1"/>
                  </a:moveTo>
                  <a:cubicBezTo>
                    <a:pt x="160" y="1"/>
                    <a:pt x="0" y="161"/>
                    <a:pt x="0" y="350"/>
                  </a:cubicBezTo>
                  <a:lnTo>
                    <a:pt x="0" y="5099"/>
                  </a:lnTo>
                  <a:cubicBezTo>
                    <a:pt x="0" y="5287"/>
                    <a:pt x="159" y="5449"/>
                    <a:pt x="350" y="5449"/>
                  </a:cubicBezTo>
                  <a:lnTo>
                    <a:pt x="5531" y="5449"/>
                  </a:lnTo>
                  <a:cubicBezTo>
                    <a:pt x="5722" y="5449"/>
                    <a:pt x="5881" y="5287"/>
                    <a:pt x="5881" y="5099"/>
                  </a:cubicBezTo>
                  <a:lnTo>
                    <a:pt x="5881" y="350"/>
                  </a:lnTo>
                  <a:cubicBezTo>
                    <a:pt x="5881" y="162"/>
                    <a:pt x="5722" y="1"/>
                    <a:pt x="553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45"/>
            <p:cNvSpPr/>
            <p:nvPr/>
          </p:nvSpPr>
          <p:spPr>
            <a:xfrm>
              <a:off x="1757997" y="2751246"/>
              <a:ext cx="42997" cy="89431"/>
            </a:xfrm>
            <a:custGeom>
              <a:rect b="b" l="l" r="r" t="t"/>
              <a:pathLst>
                <a:path extrusionOk="0" h="3018" w="1451">
                  <a:moveTo>
                    <a:pt x="596" y="1"/>
                  </a:moveTo>
                  <a:cubicBezTo>
                    <a:pt x="470" y="1"/>
                    <a:pt x="351" y="78"/>
                    <a:pt x="304" y="204"/>
                  </a:cubicBezTo>
                  <a:lnTo>
                    <a:pt x="32" y="933"/>
                  </a:lnTo>
                  <a:cubicBezTo>
                    <a:pt x="1" y="1015"/>
                    <a:pt x="1" y="1107"/>
                    <a:pt x="44" y="1184"/>
                  </a:cubicBezTo>
                  <a:cubicBezTo>
                    <a:pt x="85" y="1262"/>
                    <a:pt x="151" y="1318"/>
                    <a:pt x="238" y="1340"/>
                  </a:cubicBezTo>
                  <a:cubicBezTo>
                    <a:pt x="326" y="1368"/>
                    <a:pt x="458" y="1446"/>
                    <a:pt x="433" y="1652"/>
                  </a:cubicBezTo>
                  <a:lnTo>
                    <a:pt x="78" y="2597"/>
                  </a:lnTo>
                  <a:cubicBezTo>
                    <a:pt x="18" y="2759"/>
                    <a:pt x="100" y="2938"/>
                    <a:pt x="262" y="2997"/>
                  </a:cubicBezTo>
                  <a:cubicBezTo>
                    <a:pt x="298" y="3011"/>
                    <a:pt x="335" y="3017"/>
                    <a:pt x="371" y="3017"/>
                  </a:cubicBezTo>
                  <a:cubicBezTo>
                    <a:pt x="496" y="3017"/>
                    <a:pt x="614" y="2940"/>
                    <a:pt x="661" y="2815"/>
                  </a:cubicBezTo>
                  <a:lnTo>
                    <a:pt x="1025" y="1847"/>
                  </a:lnTo>
                  <a:cubicBezTo>
                    <a:pt x="1027" y="1844"/>
                    <a:pt x="1027" y="1839"/>
                    <a:pt x="1028" y="1836"/>
                  </a:cubicBezTo>
                  <a:lnTo>
                    <a:pt x="1258" y="1223"/>
                  </a:lnTo>
                  <a:cubicBezTo>
                    <a:pt x="1451" y="699"/>
                    <a:pt x="1229" y="218"/>
                    <a:pt x="705" y="20"/>
                  </a:cubicBezTo>
                  <a:cubicBezTo>
                    <a:pt x="669" y="7"/>
                    <a:pt x="632" y="1"/>
                    <a:pt x="5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45"/>
            <p:cNvSpPr/>
            <p:nvPr/>
          </p:nvSpPr>
          <p:spPr>
            <a:xfrm>
              <a:off x="1757997" y="2751246"/>
              <a:ext cx="42997" cy="54405"/>
            </a:xfrm>
            <a:custGeom>
              <a:rect b="b" l="l" r="r" t="t"/>
              <a:pathLst>
                <a:path extrusionOk="0" h="1836" w="1451">
                  <a:moveTo>
                    <a:pt x="596" y="1"/>
                  </a:moveTo>
                  <a:cubicBezTo>
                    <a:pt x="470" y="1"/>
                    <a:pt x="351" y="78"/>
                    <a:pt x="304" y="204"/>
                  </a:cubicBezTo>
                  <a:lnTo>
                    <a:pt x="32" y="933"/>
                  </a:lnTo>
                  <a:cubicBezTo>
                    <a:pt x="1" y="1015"/>
                    <a:pt x="1" y="1107"/>
                    <a:pt x="44" y="1184"/>
                  </a:cubicBezTo>
                  <a:cubicBezTo>
                    <a:pt x="85" y="1262"/>
                    <a:pt x="151" y="1318"/>
                    <a:pt x="238" y="1340"/>
                  </a:cubicBezTo>
                  <a:cubicBezTo>
                    <a:pt x="326" y="1368"/>
                    <a:pt x="458" y="1446"/>
                    <a:pt x="433" y="1652"/>
                  </a:cubicBezTo>
                  <a:cubicBezTo>
                    <a:pt x="522" y="1592"/>
                    <a:pt x="601" y="1569"/>
                    <a:pt x="670" y="1569"/>
                  </a:cubicBezTo>
                  <a:cubicBezTo>
                    <a:pt x="905" y="1569"/>
                    <a:pt x="1027" y="1836"/>
                    <a:pt x="1027" y="1836"/>
                  </a:cubicBezTo>
                  <a:lnTo>
                    <a:pt x="1257" y="1223"/>
                  </a:lnTo>
                  <a:cubicBezTo>
                    <a:pt x="1451" y="699"/>
                    <a:pt x="1229" y="218"/>
                    <a:pt x="705" y="20"/>
                  </a:cubicBezTo>
                  <a:cubicBezTo>
                    <a:pt x="669" y="7"/>
                    <a:pt x="632" y="1"/>
                    <a:pt x="59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45"/>
            <p:cNvSpPr/>
            <p:nvPr/>
          </p:nvSpPr>
          <p:spPr>
            <a:xfrm>
              <a:off x="1688954" y="2767336"/>
              <a:ext cx="42404" cy="89609"/>
            </a:xfrm>
            <a:custGeom>
              <a:rect b="b" l="l" r="r" t="t"/>
              <a:pathLst>
                <a:path extrusionOk="0" h="3024" w="1431">
                  <a:moveTo>
                    <a:pt x="880" y="0"/>
                  </a:moveTo>
                  <a:cubicBezTo>
                    <a:pt x="851" y="0"/>
                    <a:pt x="820" y="4"/>
                    <a:pt x="790" y="13"/>
                  </a:cubicBezTo>
                  <a:cubicBezTo>
                    <a:pt x="254" y="177"/>
                    <a:pt x="1" y="646"/>
                    <a:pt x="165" y="1179"/>
                  </a:cubicBezTo>
                  <a:lnTo>
                    <a:pt x="357" y="1804"/>
                  </a:lnTo>
                  <a:cubicBezTo>
                    <a:pt x="358" y="1807"/>
                    <a:pt x="358" y="1812"/>
                    <a:pt x="360" y="1815"/>
                  </a:cubicBezTo>
                  <a:lnTo>
                    <a:pt x="663" y="2804"/>
                  </a:lnTo>
                  <a:cubicBezTo>
                    <a:pt x="705" y="2937"/>
                    <a:pt x="829" y="3024"/>
                    <a:pt x="962" y="3024"/>
                  </a:cubicBezTo>
                  <a:cubicBezTo>
                    <a:pt x="991" y="3024"/>
                    <a:pt x="1022" y="3019"/>
                    <a:pt x="1051" y="3010"/>
                  </a:cubicBezTo>
                  <a:cubicBezTo>
                    <a:pt x="1215" y="2959"/>
                    <a:pt x="1308" y="2785"/>
                    <a:pt x="1258" y="2622"/>
                  </a:cubicBezTo>
                  <a:lnTo>
                    <a:pt x="963" y="1658"/>
                  </a:lnTo>
                  <a:cubicBezTo>
                    <a:pt x="949" y="1450"/>
                    <a:pt x="1087" y="1380"/>
                    <a:pt x="1174" y="1358"/>
                  </a:cubicBezTo>
                  <a:cubicBezTo>
                    <a:pt x="1261" y="1343"/>
                    <a:pt x="1331" y="1293"/>
                    <a:pt x="1378" y="1217"/>
                  </a:cubicBezTo>
                  <a:cubicBezTo>
                    <a:pt x="1424" y="1140"/>
                    <a:pt x="1431" y="1050"/>
                    <a:pt x="1406" y="965"/>
                  </a:cubicBezTo>
                  <a:lnTo>
                    <a:pt x="1179" y="220"/>
                  </a:lnTo>
                  <a:cubicBezTo>
                    <a:pt x="1137" y="87"/>
                    <a:pt x="1014" y="0"/>
                    <a:pt x="8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45"/>
            <p:cNvSpPr/>
            <p:nvPr/>
          </p:nvSpPr>
          <p:spPr>
            <a:xfrm>
              <a:off x="1688954" y="2767336"/>
              <a:ext cx="42374" cy="53427"/>
            </a:xfrm>
            <a:custGeom>
              <a:rect b="b" l="l" r="r" t="t"/>
              <a:pathLst>
                <a:path extrusionOk="0" h="1803" w="1430">
                  <a:moveTo>
                    <a:pt x="879" y="0"/>
                  </a:moveTo>
                  <a:cubicBezTo>
                    <a:pt x="849" y="0"/>
                    <a:pt x="819" y="4"/>
                    <a:pt x="789" y="13"/>
                  </a:cubicBezTo>
                  <a:cubicBezTo>
                    <a:pt x="252" y="177"/>
                    <a:pt x="1" y="648"/>
                    <a:pt x="164" y="1179"/>
                  </a:cubicBezTo>
                  <a:lnTo>
                    <a:pt x="355" y="1803"/>
                  </a:lnTo>
                  <a:cubicBezTo>
                    <a:pt x="456" y="1623"/>
                    <a:pt x="583" y="1572"/>
                    <a:pt x="696" y="1572"/>
                  </a:cubicBezTo>
                  <a:cubicBezTo>
                    <a:pt x="841" y="1572"/>
                    <a:pt x="961" y="1658"/>
                    <a:pt x="961" y="1658"/>
                  </a:cubicBezTo>
                  <a:cubicBezTo>
                    <a:pt x="947" y="1450"/>
                    <a:pt x="1086" y="1380"/>
                    <a:pt x="1173" y="1358"/>
                  </a:cubicBezTo>
                  <a:cubicBezTo>
                    <a:pt x="1260" y="1343"/>
                    <a:pt x="1330" y="1293"/>
                    <a:pt x="1376" y="1217"/>
                  </a:cubicBezTo>
                  <a:cubicBezTo>
                    <a:pt x="1423" y="1140"/>
                    <a:pt x="1429" y="1050"/>
                    <a:pt x="1404" y="965"/>
                  </a:cubicBezTo>
                  <a:lnTo>
                    <a:pt x="1177" y="220"/>
                  </a:lnTo>
                  <a:cubicBezTo>
                    <a:pt x="1135" y="87"/>
                    <a:pt x="1012" y="0"/>
                    <a:pt x="87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45"/>
            <p:cNvSpPr/>
            <p:nvPr/>
          </p:nvSpPr>
          <p:spPr>
            <a:xfrm>
              <a:off x="1540495" y="3016368"/>
              <a:ext cx="21365" cy="13927"/>
            </a:xfrm>
            <a:custGeom>
              <a:rect b="b" l="l" r="r" t="t"/>
              <a:pathLst>
                <a:path extrusionOk="0" h="470" w="721">
                  <a:moveTo>
                    <a:pt x="235" y="0"/>
                  </a:moveTo>
                  <a:cubicBezTo>
                    <a:pt x="105" y="0"/>
                    <a:pt x="1" y="104"/>
                    <a:pt x="1" y="235"/>
                  </a:cubicBezTo>
                  <a:cubicBezTo>
                    <a:pt x="1" y="365"/>
                    <a:pt x="105" y="470"/>
                    <a:pt x="235" y="470"/>
                  </a:cubicBezTo>
                  <a:lnTo>
                    <a:pt x="486" y="470"/>
                  </a:lnTo>
                  <a:cubicBezTo>
                    <a:pt x="616" y="470"/>
                    <a:pt x="720" y="365"/>
                    <a:pt x="720" y="235"/>
                  </a:cubicBezTo>
                  <a:cubicBezTo>
                    <a:pt x="720" y="104"/>
                    <a:pt x="616" y="0"/>
                    <a:pt x="486"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45"/>
            <p:cNvSpPr/>
            <p:nvPr/>
          </p:nvSpPr>
          <p:spPr>
            <a:xfrm>
              <a:off x="1540495" y="3114777"/>
              <a:ext cx="21365" cy="13987"/>
            </a:xfrm>
            <a:custGeom>
              <a:rect b="b" l="l" r="r" t="t"/>
              <a:pathLst>
                <a:path extrusionOk="0" h="472" w="721">
                  <a:moveTo>
                    <a:pt x="235" y="1"/>
                  </a:moveTo>
                  <a:cubicBezTo>
                    <a:pt x="105" y="1"/>
                    <a:pt x="1" y="107"/>
                    <a:pt x="1" y="237"/>
                  </a:cubicBezTo>
                  <a:cubicBezTo>
                    <a:pt x="1" y="366"/>
                    <a:pt x="105" y="472"/>
                    <a:pt x="235" y="472"/>
                  </a:cubicBezTo>
                  <a:lnTo>
                    <a:pt x="486" y="472"/>
                  </a:lnTo>
                  <a:cubicBezTo>
                    <a:pt x="616" y="472"/>
                    <a:pt x="720" y="366"/>
                    <a:pt x="720" y="237"/>
                  </a:cubicBezTo>
                  <a:cubicBezTo>
                    <a:pt x="720" y="107"/>
                    <a:pt x="616" y="1"/>
                    <a:pt x="486"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45"/>
            <p:cNvSpPr/>
            <p:nvPr/>
          </p:nvSpPr>
          <p:spPr>
            <a:xfrm>
              <a:off x="1491246" y="3065558"/>
              <a:ext cx="21424" cy="13987"/>
            </a:xfrm>
            <a:custGeom>
              <a:rect b="b" l="l" r="r" t="t"/>
              <a:pathLst>
                <a:path extrusionOk="0" h="472" w="723">
                  <a:moveTo>
                    <a:pt x="236" y="0"/>
                  </a:moveTo>
                  <a:cubicBezTo>
                    <a:pt x="105" y="0"/>
                    <a:pt x="1" y="106"/>
                    <a:pt x="1" y="237"/>
                  </a:cubicBezTo>
                  <a:cubicBezTo>
                    <a:pt x="1" y="367"/>
                    <a:pt x="105" y="471"/>
                    <a:pt x="236" y="471"/>
                  </a:cubicBezTo>
                  <a:lnTo>
                    <a:pt x="486" y="471"/>
                  </a:lnTo>
                  <a:cubicBezTo>
                    <a:pt x="617" y="471"/>
                    <a:pt x="722" y="366"/>
                    <a:pt x="721" y="237"/>
                  </a:cubicBezTo>
                  <a:cubicBezTo>
                    <a:pt x="721" y="106"/>
                    <a:pt x="617" y="0"/>
                    <a:pt x="486"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45"/>
            <p:cNvSpPr/>
            <p:nvPr/>
          </p:nvSpPr>
          <p:spPr>
            <a:xfrm>
              <a:off x="1589685" y="3065558"/>
              <a:ext cx="21424" cy="13987"/>
            </a:xfrm>
            <a:custGeom>
              <a:rect b="b" l="l" r="r" t="t"/>
              <a:pathLst>
                <a:path extrusionOk="0" h="472" w="723">
                  <a:moveTo>
                    <a:pt x="236" y="0"/>
                  </a:moveTo>
                  <a:cubicBezTo>
                    <a:pt x="106" y="0"/>
                    <a:pt x="1" y="106"/>
                    <a:pt x="1" y="237"/>
                  </a:cubicBezTo>
                  <a:cubicBezTo>
                    <a:pt x="1" y="367"/>
                    <a:pt x="106" y="471"/>
                    <a:pt x="236" y="471"/>
                  </a:cubicBezTo>
                  <a:lnTo>
                    <a:pt x="487" y="471"/>
                  </a:lnTo>
                  <a:cubicBezTo>
                    <a:pt x="618" y="471"/>
                    <a:pt x="722" y="366"/>
                    <a:pt x="722" y="237"/>
                  </a:cubicBezTo>
                  <a:cubicBezTo>
                    <a:pt x="722" y="106"/>
                    <a:pt x="616" y="0"/>
                    <a:pt x="48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45"/>
            <p:cNvSpPr/>
            <p:nvPr/>
          </p:nvSpPr>
          <p:spPr>
            <a:xfrm>
              <a:off x="1728187" y="2936330"/>
              <a:ext cx="28921" cy="32536"/>
            </a:xfrm>
            <a:custGeom>
              <a:rect b="b" l="l" r="r" t="t"/>
              <a:pathLst>
                <a:path extrusionOk="0" h="1098" w="976">
                  <a:moveTo>
                    <a:pt x="561" y="1"/>
                  </a:moveTo>
                  <a:cubicBezTo>
                    <a:pt x="417" y="1"/>
                    <a:pt x="280" y="88"/>
                    <a:pt x="223" y="230"/>
                  </a:cubicBezTo>
                  <a:lnTo>
                    <a:pt x="76" y="597"/>
                  </a:lnTo>
                  <a:cubicBezTo>
                    <a:pt x="1" y="783"/>
                    <a:pt x="91" y="998"/>
                    <a:pt x="278" y="1071"/>
                  </a:cubicBezTo>
                  <a:cubicBezTo>
                    <a:pt x="322" y="1089"/>
                    <a:pt x="368" y="1097"/>
                    <a:pt x="414" y="1097"/>
                  </a:cubicBezTo>
                  <a:cubicBezTo>
                    <a:pt x="559" y="1097"/>
                    <a:pt x="696" y="1010"/>
                    <a:pt x="752" y="869"/>
                  </a:cubicBezTo>
                  <a:lnTo>
                    <a:pt x="899" y="502"/>
                  </a:lnTo>
                  <a:cubicBezTo>
                    <a:pt x="976" y="317"/>
                    <a:pt x="884" y="104"/>
                    <a:pt x="697" y="28"/>
                  </a:cubicBezTo>
                  <a:cubicBezTo>
                    <a:pt x="653" y="9"/>
                    <a:pt x="607" y="1"/>
                    <a:pt x="5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2" name="Google Shape;10932;p45"/>
          <p:cNvGrpSpPr/>
          <p:nvPr/>
        </p:nvGrpSpPr>
        <p:grpSpPr>
          <a:xfrm>
            <a:off x="743677" y="2751275"/>
            <a:ext cx="395535" cy="413433"/>
            <a:chOff x="743677" y="2751275"/>
            <a:chExt cx="395535" cy="413433"/>
          </a:xfrm>
        </p:grpSpPr>
        <p:sp>
          <p:nvSpPr>
            <p:cNvPr id="10933" name="Google Shape;10933;p45"/>
            <p:cNvSpPr/>
            <p:nvPr/>
          </p:nvSpPr>
          <p:spPr>
            <a:xfrm>
              <a:off x="757634" y="2769025"/>
              <a:ext cx="367324" cy="133731"/>
            </a:xfrm>
            <a:custGeom>
              <a:rect b="b" l="l" r="r" t="t"/>
              <a:pathLst>
                <a:path extrusionOk="0" h="4513" w="12396">
                  <a:moveTo>
                    <a:pt x="6200" y="0"/>
                  </a:moveTo>
                  <a:cubicBezTo>
                    <a:pt x="3389" y="0"/>
                    <a:pt x="986" y="1735"/>
                    <a:pt x="1" y="4191"/>
                  </a:cubicBezTo>
                  <a:lnTo>
                    <a:pt x="27" y="4191"/>
                  </a:lnTo>
                  <a:cubicBezTo>
                    <a:pt x="268" y="4198"/>
                    <a:pt x="489" y="4289"/>
                    <a:pt x="663" y="4433"/>
                  </a:cubicBezTo>
                  <a:cubicBezTo>
                    <a:pt x="726" y="4486"/>
                    <a:pt x="802" y="4512"/>
                    <a:pt x="879" y="4512"/>
                  </a:cubicBezTo>
                  <a:cubicBezTo>
                    <a:pt x="956" y="4512"/>
                    <a:pt x="1032" y="4486"/>
                    <a:pt x="1095" y="4433"/>
                  </a:cubicBezTo>
                  <a:cubicBezTo>
                    <a:pt x="1279" y="4282"/>
                    <a:pt x="1512" y="4191"/>
                    <a:pt x="1767" y="4191"/>
                  </a:cubicBezTo>
                  <a:cubicBezTo>
                    <a:pt x="2020" y="4191"/>
                    <a:pt x="2256" y="4282"/>
                    <a:pt x="2437" y="4433"/>
                  </a:cubicBezTo>
                  <a:cubicBezTo>
                    <a:pt x="2500" y="4486"/>
                    <a:pt x="2576" y="4512"/>
                    <a:pt x="2653" y="4512"/>
                  </a:cubicBezTo>
                  <a:cubicBezTo>
                    <a:pt x="2729" y="4512"/>
                    <a:pt x="2806" y="4486"/>
                    <a:pt x="2869" y="4433"/>
                  </a:cubicBezTo>
                  <a:cubicBezTo>
                    <a:pt x="3052" y="4282"/>
                    <a:pt x="3285" y="4191"/>
                    <a:pt x="3540" y="4191"/>
                  </a:cubicBezTo>
                  <a:cubicBezTo>
                    <a:pt x="3795" y="4191"/>
                    <a:pt x="4030" y="4282"/>
                    <a:pt x="4210" y="4433"/>
                  </a:cubicBezTo>
                  <a:cubicBezTo>
                    <a:pt x="4273" y="4486"/>
                    <a:pt x="4350" y="4512"/>
                    <a:pt x="4426" y="4512"/>
                  </a:cubicBezTo>
                  <a:cubicBezTo>
                    <a:pt x="4503" y="4512"/>
                    <a:pt x="4580" y="4486"/>
                    <a:pt x="4644" y="4433"/>
                  </a:cubicBezTo>
                  <a:cubicBezTo>
                    <a:pt x="4826" y="4282"/>
                    <a:pt x="5059" y="4191"/>
                    <a:pt x="5314" y="4191"/>
                  </a:cubicBezTo>
                  <a:cubicBezTo>
                    <a:pt x="5569" y="4191"/>
                    <a:pt x="5803" y="4282"/>
                    <a:pt x="5984" y="4433"/>
                  </a:cubicBezTo>
                  <a:cubicBezTo>
                    <a:pt x="6047" y="4486"/>
                    <a:pt x="6124" y="4512"/>
                    <a:pt x="6201" y="4512"/>
                  </a:cubicBezTo>
                  <a:cubicBezTo>
                    <a:pt x="6278" y="4512"/>
                    <a:pt x="6354" y="4486"/>
                    <a:pt x="6417" y="4433"/>
                  </a:cubicBezTo>
                  <a:cubicBezTo>
                    <a:pt x="6599" y="4282"/>
                    <a:pt x="6832" y="4191"/>
                    <a:pt x="7087" y="4191"/>
                  </a:cubicBezTo>
                  <a:cubicBezTo>
                    <a:pt x="7342" y="4191"/>
                    <a:pt x="7577" y="4282"/>
                    <a:pt x="7757" y="4433"/>
                  </a:cubicBezTo>
                  <a:cubicBezTo>
                    <a:pt x="7821" y="4486"/>
                    <a:pt x="7898" y="4512"/>
                    <a:pt x="7975" y="4512"/>
                  </a:cubicBezTo>
                  <a:cubicBezTo>
                    <a:pt x="8052" y="4512"/>
                    <a:pt x="8128" y="4486"/>
                    <a:pt x="8191" y="4433"/>
                  </a:cubicBezTo>
                  <a:cubicBezTo>
                    <a:pt x="8374" y="4282"/>
                    <a:pt x="8608" y="4191"/>
                    <a:pt x="8861" y="4191"/>
                  </a:cubicBezTo>
                  <a:cubicBezTo>
                    <a:pt x="9116" y="4191"/>
                    <a:pt x="9351" y="4282"/>
                    <a:pt x="9532" y="4433"/>
                  </a:cubicBezTo>
                  <a:cubicBezTo>
                    <a:pt x="9595" y="4486"/>
                    <a:pt x="9672" y="4512"/>
                    <a:pt x="9749" y="4512"/>
                  </a:cubicBezTo>
                  <a:cubicBezTo>
                    <a:pt x="9825" y="4512"/>
                    <a:pt x="9902" y="4486"/>
                    <a:pt x="9965" y="4433"/>
                  </a:cubicBezTo>
                  <a:cubicBezTo>
                    <a:pt x="10148" y="4282"/>
                    <a:pt x="10381" y="4191"/>
                    <a:pt x="10636" y="4191"/>
                  </a:cubicBezTo>
                  <a:cubicBezTo>
                    <a:pt x="10889" y="4191"/>
                    <a:pt x="11126" y="4282"/>
                    <a:pt x="11306" y="4433"/>
                  </a:cubicBezTo>
                  <a:cubicBezTo>
                    <a:pt x="11369" y="4486"/>
                    <a:pt x="11446" y="4512"/>
                    <a:pt x="11522" y="4512"/>
                  </a:cubicBezTo>
                  <a:cubicBezTo>
                    <a:pt x="11599" y="4512"/>
                    <a:pt x="11676" y="4486"/>
                    <a:pt x="11740" y="4433"/>
                  </a:cubicBezTo>
                  <a:cubicBezTo>
                    <a:pt x="11912" y="4290"/>
                    <a:pt x="12133" y="4200"/>
                    <a:pt x="12374" y="4191"/>
                  </a:cubicBezTo>
                  <a:lnTo>
                    <a:pt x="12396" y="4189"/>
                  </a:lnTo>
                  <a:cubicBezTo>
                    <a:pt x="11409" y="1733"/>
                    <a:pt x="9007" y="0"/>
                    <a:pt x="6200"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45"/>
            <p:cNvSpPr/>
            <p:nvPr/>
          </p:nvSpPr>
          <p:spPr>
            <a:xfrm>
              <a:off x="745929" y="2997107"/>
              <a:ext cx="391001" cy="167601"/>
            </a:xfrm>
            <a:custGeom>
              <a:rect b="b" l="l" r="r" t="t"/>
              <a:pathLst>
                <a:path extrusionOk="0" h="5656" w="13195">
                  <a:moveTo>
                    <a:pt x="1" y="0"/>
                  </a:moveTo>
                  <a:lnTo>
                    <a:pt x="1" y="4"/>
                  </a:lnTo>
                  <a:lnTo>
                    <a:pt x="1" y="4"/>
                  </a:lnTo>
                  <a:cubicBezTo>
                    <a:pt x="1" y="3"/>
                    <a:pt x="1" y="1"/>
                    <a:pt x="1" y="0"/>
                  </a:cubicBezTo>
                  <a:close/>
                  <a:moveTo>
                    <a:pt x="1" y="4"/>
                  </a:moveTo>
                  <a:lnTo>
                    <a:pt x="1" y="4"/>
                  </a:lnTo>
                  <a:cubicBezTo>
                    <a:pt x="243" y="1571"/>
                    <a:pt x="1028" y="2958"/>
                    <a:pt x="2159" y="3964"/>
                  </a:cubicBezTo>
                  <a:lnTo>
                    <a:pt x="3128" y="4684"/>
                  </a:lnTo>
                  <a:cubicBezTo>
                    <a:pt x="4139" y="5299"/>
                    <a:pt x="5326" y="5655"/>
                    <a:pt x="6596" y="5655"/>
                  </a:cubicBezTo>
                  <a:cubicBezTo>
                    <a:pt x="9937" y="5655"/>
                    <a:pt x="12702" y="3203"/>
                    <a:pt x="13195" y="4"/>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45"/>
            <p:cNvSpPr/>
            <p:nvPr/>
          </p:nvSpPr>
          <p:spPr>
            <a:xfrm>
              <a:off x="745929" y="2997107"/>
              <a:ext cx="390971" cy="31707"/>
            </a:xfrm>
            <a:custGeom>
              <a:rect b="b" l="l" r="r" t="t"/>
              <a:pathLst>
                <a:path extrusionOk="0" h="1070" w="13194">
                  <a:moveTo>
                    <a:pt x="1" y="0"/>
                  </a:moveTo>
                  <a:cubicBezTo>
                    <a:pt x="57" y="367"/>
                    <a:pt x="144" y="726"/>
                    <a:pt x="257" y="1070"/>
                  </a:cubicBezTo>
                  <a:lnTo>
                    <a:pt x="12937" y="1070"/>
                  </a:lnTo>
                  <a:cubicBezTo>
                    <a:pt x="13052" y="726"/>
                    <a:pt x="13137" y="367"/>
                    <a:pt x="13193"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45"/>
            <p:cNvSpPr/>
            <p:nvPr/>
          </p:nvSpPr>
          <p:spPr>
            <a:xfrm>
              <a:off x="743677" y="2891615"/>
              <a:ext cx="395535" cy="107121"/>
            </a:xfrm>
            <a:custGeom>
              <a:rect b="b" l="l" r="r" t="t"/>
              <a:pathLst>
                <a:path extrusionOk="0" h="3615" w="13348">
                  <a:moveTo>
                    <a:pt x="500" y="1"/>
                  </a:moveTo>
                  <a:cubicBezTo>
                    <a:pt x="178" y="784"/>
                    <a:pt x="1" y="1641"/>
                    <a:pt x="1" y="2539"/>
                  </a:cubicBezTo>
                  <a:cubicBezTo>
                    <a:pt x="1" y="2906"/>
                    <a:pt x="30" y="3265"/>
                    <a:pt x="88" y="3615"/>
                  </a:cubicBezTo>
                  <a:lnTo>
                    <a:pt x="13266" y="3615"/>
                  </a:lnTo>
                  <a:cubicBezTo>
                    <a:pt x="13318" y="3264"/>
                    <a:pt x="13347" y="2904"/>
                    <a:pt x="13347" y="2539"/>
                  </a:cubicBezTo>
                  <a:cubicBezTo>
                    <a:pt x="13347" y="1639"/>
                    <a:pt x="13168" y="783"/>
                    <a:pt x="12848" y="1"/>
                  </a:cubicBezTo>
                  <a:cubicBezTo>
                    <a:pt x="12607" y="9"/>
                    <a:pt x="12385" y="99"/>
                    <a:pt x="12212" y="245"/>
                  </a:cubicBezTo>
                  <a:cubicBezTo>
                    <a:pt x="12149" y="297"/>
                    <a:pt x="12072" y="323"/>
                    <a:pt x="11995" y="323"/>
                  </a:cubicBezTo>
                  <a:cubicBezTo>
                    <a:pt x="11919" y="323"/>
                    <a:pt x="11842" y="297"/>
                    <a:pt x="11779" y="245"/>
                  </a:cubicBezTo>
                  <a:cubicBezTo>
                    <a:pt x="11597" y="93"/>
                    <a:pt x="11364" y="1"/>
                    <a:pt x="11109" y="1"/>
                  </a:cubicBezTo>
                  <a:cubicBezTo>
                    <a:pt x="10854" y="1"/>
                    <a:pt x="10619" y="93"/>
                    <a:pt x="10439" y="245"/>
                  </a:cubicBezTo>
                  <a:cubicBezTo>
                    <a:pt x="10375" y="297"/>
                    <a:pt x="10298" y="323"/>
                    <a:pt x="10221" y="323"/>
                  </a:cubicBezTo>
                  <a:cubicBezTo>
                    <a:pt x="10145" y="323"/>
                    <a:pt x="10068" y="297"/>
                    <a:pt x="10005" y="245"/>
                  </a:cubicBezTo>
                  <a:cubicBezTo>
                    <a:pt x="9822" y="93"/>
                    <a:pt x="9588" y="1"/>
                    <a:pt x="9335" y="1"/>
                  </a:cubicBezTo>
                  <a:cubicBezTo>
                    <a:pt x="9080" y="1"/>
                    <a:pt x="8845" y="93"/>
                    <a:pt x="8664" y="245"/>
                  </a:cubicBezTo>
                  <a:cubicBezTo>
                    <a:pt x="8601" y="297"/>
                    <a:pt x="8524" y="323"/>
                    <a:pt x="8448" y="323"/>
                  </a:cubicBezTo>
                  <a:cubicBezTo>
                    <a:pt x="8371" y="323"/>
                    <a:pt x="8294" y="297"/>
                    <a:pt x="8231" y="245"/>
                  </a:cubicBezTo>
                  <a:cubicBezTo>
                    <a:pt x="8048" y="93"/>
                    <a:pt x="7815" y="1"/>
                    <a:pt x="7561" y="1"/>
                  </a:cubicBezTo>
                  <a:cubicBezTo>
                    <a:pt x="7307" y="1"/>
                    <a:pt x="7070" y="93"/>
                    <a:pt x="6890" y="245"/>
                  </a:cubicBezTo>
                  <a:cubicBezTo>
                    <a:pt x="6827" y="297"/>
                    <a:pt x="6750" y="323"/>
                    <a:pt x="6674" y="323"/>
                  </a:cubicBezTo>
                  <a:cubicBezTo>
                    <a:pt x="6597" y="323"/>
                    <a:pt x="6521" y="297"/>
                    <a:pt x="6458" y="245"/>
                  </a:cubicBezTo>
                  <a:cubicBezTo>
                    <a:pt x="6274" y="93"/>
                    <a:pt x="6041" y="1"/>
                    <a:pt x="5786" y="1"/>
                  </a:cubicBezTo>
                  <a:cubicBezTo>
                    <a:pt x="5533" y="1"/>
                    <a:pt x="5297" y="93"/>
                    <a:pt x="5116" y="245"/>
                  </a:cubicBezTo>
                  <a:cubicBezTo>
                    <a:pt x="5053" y="297"/>
                    <a:pt x="4977" y="323"/>
                    <a:pt x="4900" y="323"/>
                  </a:cubicBezTo>
                  <a:cubicBezTo>
                    <a:pt x="4823" y="323"/>
                    <a:pt x="4746" y="297"/>
                    <a:pt x="4683" y="245"/>
                  </a:cubicBezTo>
                  <a:cubicBezTo>
                    <a:pt x="4501" y="93"/>
                    <a:pt x="4268" y="1"/>
                    <a:pt x="4013" y="1"/>
                  </a:cubicBezTo>
                  <a:cubicBezTo>
                    <a:pt x="3758" y="1"/>
                    <a:pt x="3523" y="93"/>
                    <a:pt x="3343" y="245"/>
                  </a:cubicBezTo>
                  <a:cubicBezTo>
                    <a:pt x="3280" y="297"/>
                    <a:pt x="3203" y="323"/>
                    <a:pt x="3126" y="323"/>
                  </a:cubicBezTo>
                  <a:cubicBezTo>
                    <a:pt x="3049" y="323"/>
                    <a:pt x="2972" y="297"/>
                    <a:pt x="2909" y="245"/>
                  </a:cubicBezTo>
                  <a:cubicBezTo>
                    <a:pt x="2727" y="93"/>
                    <a:pt x="2494" y="1"/>
                    <a:pt x="2239" y="1"/>
                  </a:cubicBezTo>
                  <a:cubicBezTo>
                    <a:pt x="1984" y="1"/>
                    <a:pt x="1750" y="93"/>
                    <a:pt x="1569" y="245"/>
                  </a:cubicBezTo>
                  <a:cubicBezTo>
                    <a:pt x="1505" y="297"/>
                    <a:pt x="1429" y="323"/>
                    <a:pt x="1352" y="323"/>
                  </a:cubicBezTo>
                  <a:cubicBezTo>
                    <a:pt x="1275" y="323"/>
                    <a:pt x="1198" y="297"/>
                    <a:pt x="1136" y="245"/>
                  </a:cubicBezTo>
                  <a:cubicBezTo>
                    <a:pt x="963" y="100"/>
                    <a:pt x="741" y="12"/>
                    <a:pt x="500"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45"/>
            <p:cNvSpPr/>
            <p:nvPr/>
          </p:nvSpPr>
          <p:spPr>
            <a:xfrm>
              <a:off x="836812" y="2751275"/>
              <a:ext cx="228733" cy="331765"/>
            </a:xfrm>
            <a:custGeom>
              <a:rect b="b" l="l" r="r" t="t"/>
              <a:pathLst>
                <a:path extrusionOk="0" h="11196" w="7719">
                  <a:moveTo>
                    <a:pt x="5982" y="0"/>
                  </a:moveTo>
                  <a:cubicBezTo>
                    <a:pt x="5457" y="0"/>
                    <a:pt x="4946" y="272"/>
                    <a:pt x="4664" y="759"/>
                  </a:cubicBezTo>
                  <a:lnTo>
                    <a:pt x="1983" y="5408"/>
                  </a:lnTo>
                  <a:cubicBezTo>
                    <a:pt x="1625" y="6027"/>
                    <a:pt x="1319" y="6672"/>
                    <a:pt x="1064" y="7340"/>
                  </a:cubicBezTo>
                  <a:cubicBezTo>
                    <a:pt x="859" y="7883"/>
                    <a:pt x="758" y="8301"/>
                    <a:pt x="607" y="8825"/>
                  </a:cubicBezTo>
                  <a:cubicBezTo>
                    <a:pt x="442" y="9400"/>
                    <a:pt x="240" y="9961"/>
                    <a:pt x="1" y="10510"/>
                  </a:cubicBezTo>
                  <a:lnTo>
                    <a:pt x="1190" y="11195"/>
                  </a:lnTo>
                  <a:cubicBezTo>
                    <a:pt x="1544" y="10717"/>
                    <a:pt x="1931" y="10260"/>
                    <a:pt x="2346" y="9829"/>
                  </a:cubicBezTo>
                  <a:cubicBezTo>
                    <a:pt x="2727" y="9436"/>
                    <a:pt x="3038" y="9140"/>
                    <a:pt x="3403" y="8691"/>
                  </a:cubicBezTo>
                  <a:cubicBezTo>
                    <a:pt x="3854" y="8138"/>
                    <a:pt x="4260" y="7549"/>
                    <a:pt x="4617" y="6929"/>
                  </a:cubicBezTo>
                  <a:lnTo>
                    <a:pt x="5235" y="5864"/>
                  </a:lnTo>
                  <a:cubicBezTo>
                    <a:pt x="4664" y="5225"/>
                    <a:pt x="4538" y="4267"/>
                    <a:pt x="4989" y="3489"/>
                  </a:cubicBezTo>
                  <a:cubicBezTo>
                    <a:pt x="5367" y="2833"/>
                    <a:pt x="6054" y="2467"/>
                    <a:pt x="6759" y="2467"/>
                  </a:cubicBezTo>
                  <a:cubicBezTo>
                    <a:pt x="6895" y="2467"/>
                    <a:pt x="7033" y="2481"/>
                    <a:pt x="7167" y="2511"/>
                  </a:cubicBezTo>
                  <a:lnTo>
                    <a:pt x="7299" y="2281"/>
                  </a:lnTo>
                  <a:cubicBezTo>
                    <a:pt x="7719" y="1555"/>
                    <a:pt x="7470" y="624"/>
                    <a:pt x="6741" y="204"/>
                  </a:cubicBezTo>
                  <a:cubicBezTo>
                    <a:pt x="6502" y="66"/>
                    <a:pt x="6240" y="0"/>
                    <a:pt x="5982"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45"/>
            <p:cNvSpPr/>
            <p:nvPr/>
          </p:nvSpPr>
          <p:spPr>
            <a:xfrm>
              <a:off x="967076" y="2823460"/>
              <a:ext cx="140162" cy="122827"/>
            </a:xfrm>
            <a:custGeom>
              <a:rect b="b" l="l" r="r" t="t"/>
              <a:pathLst>
                <a:path extrusionOk="0" h="4145" w="4730">
                  <a:moveTo>
                    <a:pt x="2363" y="1"/>
                  </a:moveTo>
                  <a:cubicBezTo>
                    <a:pt x="2055" y="1"/>
                    <a:pt x="1743" y="70"/>
                    <a:pt x="1448" y="215"/>
                  </a:cubicBezTo>
                  <a:cubicBezTo>
                    <a:pt x="422" y="722"/>
                    <a:pt x="1" y="1964"/>
                    <a:pt x="507" y="2989"/>
                  </a:cubicBezTo>
                  <a:cubicBezTo>
                    <a:pt x="869" y="3720"/>
                    <a:pt x="1603" y="4145"/>
                    <a:pt x="2367" y="4145"/>
                  </a:cubicBezTo>
                  <a:cubicBezTo>
                    <a:pt x="2675" y="4145"/>
                    <a:pt x="2987" y="4076"/>
                    <a:pt x="3282" y="3930"/>
                  </a:cubicBezTo>
                  <a:cubicBezTo>
                    <a:pt x="4308" y="3423"/>
                    <a:pt x="4729" y="2181"/>
                    <a:pt x="4223" y="1155"/>
                  </a:cubicBezTo>
                  <a:cubicBezTo>
                    <a:pt x="3861" y="424"/>
                    <a:pt x="3127" y="1"/>
                    <a:pt x="23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45"/>
            <p:cNvSpPr/>
            <p:nvPr/>
          </p:nvSpPr>
          <p:spPr>
            <a:xfrm>
              <a:off x="974692" y="2823697"/>
              <a:ext cx="58465" cy="65369"/>
            </a:xfrm>
            <a:custGeom>
              <a:rect b="b" l="l" r="r" t="t"/>
              <a:pathLst>
                <a:path extrusionOk="0" h="2206" w="1973">
                  <a:moveTo>
                    <a:pt x="1935" y="0"/>
                  </a:moveTo>
                  <a:cubicBezTo>
                    <a:pt x="1410" y="44"/>
                    <a:pt x="902" y="285"/>
                    <a:pt x="532" y="714"/>
                  </a:cubicBezTo>
                  <a:cubicBezTo>
                    <a:pt x="163" y="1143"/>
                    <a:pt x="0" y="1682"/>
                    <a:pt x="38" y="2206"/>
                  </a:cubicBezTo>
                  <a:cubicBezTo>
                    <a:pt x="561" y="2164"/>
                    <a:pt x="1071" y="1923"/>
                    <a:pt x="1440" y="1492"/>
                  </a:cubicBezTo>
                  <a:cubicBezTo>
                    <a:pt x="1811" y="1063"/>
                    <a:pt x="1973" y="525"/>
                    <a:pt x="1935"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45"/>
            <p:cNvSpPr/>
            <p:nvPr/>
          </p:nvSpPr>
          <p:spPr>
            <a:xfrm>
              <a:off x="1034372" y="2878517"/>
              <a:ext cx="71148" cy="69399"/>
            </a:xfrm>
            <a:custGeom>
              <a:rect b="b" l="l" r="r" t="t"/>
              <a:pathLst>
                <a:path extrusionOk="0" h="2342" w="2401">
                  <a:moveTo>
                    <a:pt x="1945" y="1"/>
                  </a:moveTo>
                  <a:cubicBezTo>
                    <a:pt x="1638" y="1"/>
                    <a:pt x="1161" y="302"/>
                    <a:pt x="747" y="782"/>
                  </a:cubicBezTo>
                  <a:cubicBezTo>
                    <a:pt x="223" y="1389"/>
                    <a:pt x="1" y="2058"/>
                    <a:pt x="251" y="2274"/>
                  </a:cubicBezTo>
                  <a:cubicBezTo>
                    <a:pt x="304" y="2320"/>
                    <a:pt x="374" y="2341"/>
                    <a:pt x="456" y="2341"/>
                  </a:cubicBezTo>
                  <a:cubicBezTo>
                    <a:pt x="763" y="2341"/>
                    <a:pt x="1240" y="2040"/>
                    <a:pt x="1655" y="1560"/>
                  </a:cubicBezTo>
                  <a:cubicBezTo>
                    <a:pt x="2178" y="953"/>
                    <a:pt x="2401" y="284"/>
                    <a:pt x="2150" y="68"/>
                  </a:cubicBezTo>
                  <a:cubicBezTo>
                    <a:pt x="2097" y="23"/>
                    <a:pt x="2027" y="1"/>
                    <a:pt x="1945"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45"/>
            <p:cNvSpPr/>
            <p:nvPr/>
          </p:nvSpPr>
          <p:spPr>
            <a:xfrm>
              <a:off x="1004591" y="2856708"/>
              <a:ext cx="25217" cy="22165"/>
            </a:xfrm>
            <a:custGeom>
              <a:rect b="b" l="l" r="r" t="t"/>
              <a:pathLst>
                <a:path extrusionOk="0" h="748" w="851">
                  <a:moveTo>
                    <a:pt x="251" y="0"/>
                  </a:moveTo>
                  <a:cubicBezTo>
                    <a:pt x="187" y="0"/>
                    <a:pt x="125" y="27"/>
                    <a:pt x="81" y="78"/>
                  </a:cubicBezTo>
                  <a:cubicBezTo>
                    <a:pt x="0" y="172"/>
                    <a:pt x="11" y="313"/>
                    <a:pt x="104" y="392"/>
                  </a:cubicBezTo>
                  <a:lnTo>
                    <a:pt x="454" y="694"/>
                  </a:lnTo>
                  <a:cubicBezTo>
                    <a:pt x="496" y="730"/>
                    <a:pt x="548" y="747"/>
                    <a:pt x="600" y="747"/>
                  </a:cubicBezTo>
                  <a:cubicBezTo>
                    <a:pt x="663" y="747"/>
                    <a:pt x="725" y="722"/>
                    <a:pt x="769" y="671"/>
                  </a:cubicBezTo>
                  <a:cubicBezTo>
                    <a:pt x="850" y="577"/>
                    <a:pt x="839" y="436"/>
                    <a:pt x="746" y="355"/>
                  </a:cubicBezTo>
                  <a:lnTo>
                    <a:pt x="396" y="55"/>
                  </a:lnTo>
                  <a:cubicBezTo>
                    <a:pt x="355" y="18"/>
                    <a:pt x="303" y="0"/>
                    <a:pt x="251"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45"/>
            <p:cNvSpPr/>
            <p:nvPr/>
          </p:nvSpPr>
          <p:spPr>
            <a:xfrm>
              <a:off x="1014992" y="2838039"/>
              <a:ext cx="28032" cy="17572"/>
            </a:xfrm>
            <a:custGeom>
              <a:rect b="b" l="l" r="r" t="t"/>
              <a:pathLst>
                <a:path extrusionOk="0" h="593" w="946">
                  <a:moveTo>
                    <a:pt x="251" y="1"/>
                  </a:moveTo>
                  <a:cubicBezTo>
                    <a:pt x="157" y="1"/>
                    <a:pt x="70" y="60"/>
                    <a:pt x="39" y="153"/>
                  </a:cubicBezTo>
                  <a:cubicBezTo>
                    <a:pt x="0" y="270"/>
                    <a:pt x="64" y="397"/>
                    <a:pt x="181" y="436"/>
                  </a:cubicBezTo>
                  <a:lnTo>
                    <a:pt x="625" y="581"/>
                  </a:lnTo>
                  <a:cubicBezTo>
                    <a:pt x="648" y="589"/>
                    <a:pt x="672" y="592"/>
                    <a:pt x="695" y="592"/>
                  </a:cubicBezTo>
                  <a:cubicBezTo>
                    <a:pt x="788" y="592"/>
                    <a:pt x="875" y="533"/>
                    <a:pt x="907" y="439"/>
                  </a:cubicBezTo>
                  <a:cubicBezTo>
                    <a:pt x="945" y="323"/>
                    <a:pt x="882" y="197"/>
                    <a:pt x="765" y="158"/>
                  </a:cubicBezTo>
                  <a:lnTo>
                    <a:pt x="321" y="12"/>
                  </a:lnTo>
                  <a:cubicBezTo>
                    <a:pt x="297" y="4"/>
                    <a:pt x="274" y="1"/>
                    <a:pt x="251"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45"/>
            <p:cNvSpPr/>
            <p:nvPr/>
          </p:nvSpPr>
          <p:spPr>
            <a:xfrm>
              <a:off x="987434" y="2869776"/>
              <a:ext cx="21543" cy="25691"/>
            </a:xfrm>
            <a:custGeom>
              <a:rect b="b" l="l" r="r" t="t"/>
              <a:pathLst>
                <a:path extrusionOk="0" h="867" w="727">
                  <a:moveTo>
                    <a:pt x="259" y="1"/>
                  </a:moveTo>
                  <a:cubicBezTo>
                    <a:pt x="224" y="1"/>
                    <a:pt x="189" y="9"/>
                    <a:pt x="156" y="26"/>
                  </a:cubicBezTo>
                  <a:cubicBezTo>
                    <a:pt x="46" y="80"/>
                    <a:pt x="1" y="214"/>
                    <a:pt x="58" y="324"/>
                  </a:cubicBezTo>
                  <a:lnTo>
                    <a:pt x="270" y="743"/>
                  </a:lnTo>
                  <a:cubicBezTo>
                    <a:pt x="310" y="821"/>
                    <a:pt x="389" y="867"/>
                    <a:pt x="472" y="867"/>
                  </a:cubicBezTo>
                  <a:cubicBezTo>
                    <a:pt x="505" y="867"/>
                    <a:pt x="539" y="859"/>
                    <a:pt x="571" y="844"/>
                  </a:cubicBezTo>
                  <a:cubicBezTo>
                    <a:pt x="682" y="786"/>
                    <a:pt x="727" y="652"/>
                    <a:pt x="669" y="542"/>
                  </a:cubicBezTo>
                  <a:lnTo>
                    <a:pt x="458" y="124"/>
                  </a:lnTo>
                  <a:cubicBezTo>
                    <a:pt x="418" y="46"/>
                    <a:pt x="341" y="1"/>
                    <a:pt x="259"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45"/>
            <p:cNvSpPr/>
            <p:nvPr/>
          </p:nvSpPr>
          <p:spPr>
            <a:xfrm>
              <a:off x="1043824" y="2890489"/>
              <a:ext cx="26966" cy="22224"/>
            </a:xfrm>
            <a:custGeom>
              <a:rect b="b" l="l" r="r" t="t"/>
              <a:pathLst>
                <a:path extrusionOk="0" h="750" w="910">
                  <a:moveTo>
                    <a:pt x="252" y="0"/>
                  </a:moveTo>
                  <a:cubicBezTo>
                    <a:pt x="189" y="0"/>
                    <a:pt x="126" y="27"/>
                    <a:pt x="81" y="78"/>
                  </a:cubicBezTo>
                  <a:cubicBezTo>
                    <a:pt x="0" y="171"/>
                    <a:pt x="11" y="314"/>
                    <a:pt x="105" y="393"/>
                  </a:cubicBezTo>
                  <a:lnTo>
                    <a:pt x="454" y="695"/>
                  </a:lnTo>
                  <a:cubicBezTo>
                    <a:pt x="487" y="721"/>
                    <a:pt x="523" y="737"/>
                    <a:pt x="560" y="745"/>
                  </a:cubicBezTo>
                  <a:cubicBezTo>
                    <a:pt x="576" y="748"/>
                    <a:pt x="591" y="749"/>
                    <a:pt x="606" y="749"/>
                  </a:cubicBezTo>
                  <a:cubicBezTo>
                    <a:pt x="802" y="749"/>
                    <a:pt x="910" y="495"/>
                    <a:pt x="747" y="356"/>
                  </a:cubicBezTo>
                  <a:lnTo>
                    <a:pt x="397" y="54"/>
                  </a:lnTo>
                  <a:cubicBezTo>
                    <a:pt x="355" y="18"/>
                    <a:pt x="303" y="0"/>
                    <a:pt x="252"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45"/>
            <p:cNvSpPr/>
            <p:nvPr/>
          </p:nvSpPr>
          <p:spPr>
            <a:xfrm>
              <a:off x="1064745" y="2873924"/>
              <a:ext cx="21424" cy="25691"/>
            </a:xfrm>
            <a:custGeom>
              <a:rect b="b" l="l" r="r" t="t"/>
              <a:pathLst>
                <a:path extrusionOk="0" h="867" w="723">
                  <a:moveTo>
                    <a:pt x="257" y="1"/>
                  </a:moveTo>
                  <a:cubicBezTo>
                    <a:pt x="223" y="1"/>
                    <a:pt x="188" y="9"/>
                    <a:pt x="156" y="26"/>
                  </a:cubicBezTo>
                  <a:cubicBezTo>
                    <a:pt x="44" y="82"/>
                    <a:pt x="0" y="215"/>
                    <a:pt x="56" y="326"/>
                  </a:cubicBezTo>
                  <a:lnTo>
                    <a:pt x="267" y="744"/>
                  </a:lnTo>
                  <a:cubicBezTo>
                    <a:pt x="308" y="822"/>
                    <a:pt x="388" y="867"/>
                    <a:pt x="469" y="867"/>
                  </a:cubicBezTo>
                  <a:cubicBezTo>
                    <a:pt x="503" y="867"/>
                    <a:pt x="536" y="859"/>
                    <a:pt x="567" y="843"/>
                  </a:cubicBezTo>
                  <a:cubicBezTo>
                    <a:pt x="678" y="787"/>
                    <a:pt x="723" y="652"/>
                    <a:pt x="665" y="542"/>
                  </a:cubicBezTo>
                  <a:lnTo>
                    <a:pt x="454" y="124"/>
                  </a:lnTo>
                  <a:cubicBezTo>
                    <a:pt x="416" y="46"/>
                    <a:pt x="338" y="1"/>
                    <a:pt x="257"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45"/>
            <p:cNvSpPr/>
            <p:nvPr/>
          </p:nvSpPr>
          <p:spPr>
            <a:xfrm>
              <a:off x="1030608" y="2913869"/>
              <a:ext cx="28032" cy="17572"/>
            </a:xfrm>
            <a:custGeom>
              <a:rect b="b" l="l" r="r" t="t"/>
              <a:pathLst>
                <a:path extrusionOk="0" h="593" w="946">
                  <a:moveTo>
                    <a:pt x="251" y="0"/>
                  </a:moveTo>
                  <a:cubicBezTo>
                    <a:pt x="158" y="0"/>
                    <a:pt x="70" y="61"/>
                    <a:pt x="39" y="155"/>
                  </a:cubicBezTo>
                  <a:cubicBezTo>
                    <a:pt x="0" y="271"/>
                    <a:pt x="64" y="397"/>
                    <a:pt x="181" y="436"/>
                  </a:cubicBezTo>
                  <a:lnTo>
                    <a:pt x="625" y="582"/>
                  </a:lnTo>
                  <a:cubicBezTo>
                    <a:pt x="647" y="589"/>
                    <a:pt x="670" y="592"/>
                    <a:pt x="693" y="592"/>
                  </a:cubicBezTo>
                  <a:cubicBezTo>
                    <a:pt x="788" y="592"/>
                    <a:pt x="878" y="534"/>
                    <a:pt x="907" y="442"/>
                  </a:cubicBezTo>
                  <a:cubicBezTo>
                    <a:pt x="945" y="326"/>
                    <a:pt x="882" y="198"/>
                    <a:pt x="765" y="159"/>
                  </a:cubicBezTo>
                  <a:lnTo>
                    <a:pt x="320" y="12"/>
                  </a:lnTo>
                  <a:cubicBezTo>
                    <a:pt x="298" y="4"/>
                    <a:pt x="274" y="0"/>
                    <a:pt x="251"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45"/>
            <p:cNvSpPr/>
            <p:nvPr/>
          </p:nvSpPr>
          <p:spPr>
            <a:xfrm>
              <a:off x="809817" y="3061498"/>
              <a:ext cx="63058" cy="74378"/>
            </a:xfrm>
            <a:custGeom>
              <a:rect b="b" l="l" r="r" t="t"/>
              <a:pathLst>
                <a:path extrusionOk="0" h="2510" w="2128">
                  <a:moveTo>
                    <a:pt x="930" y="1"/>
                  </a:moveTo>
                  <a:cubicBezTo>
                    <a:pt x="721" y="482"/>
                    <a:pt x="484" y="955"/>
                    <a:pt x="220" y="1409"/>
                  </a:cubicBezTo>
                  <a:lnTo>
                    <a:pt x="1" y="1790"/>
                  </a:lnTo>
                  <a:cubicBezTo>
                    <a:pt x="303" y="2059"/>
                    <a:pt x="627" y="2299"/>
                    <a:pt x="971" y="2509"/>
                  </a:cubicBezTo>
                  <a:lnTo>
                    <a:pt x="1260" y="2009"/>
                  </a:lnTo>
                  <a:cubicBezTo>
                    <a:pt x="1523" y="1553"/>
                    <a:pt x="1813" y="1113"/>
                    <a:pt x="2127" y="692"/>
                  </a:cubicBezTo>
                  <a:lnTo>
                    <a:pt x="930"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8" name="Google Shape;10948;p45"/>
          <p:cNvGrpSpPr/>
          <p:nvPr/>
        </p:nvGrpSpPr>
        <p:grpSpPr>
          <a:xfrm>
            <a:off x="8019996" y="2011678"/>
            <a:ext cx="395683" cy="413344"/>
            <a:chOff x="8019996" y="2011678"/>
            <a:chExt cx="395683" cy="413344"/>
          </a:xfrm>
        </p:grpSpPr>
        <p:sp>
          <p:nvSpPr>
            <p:cNvPr id="10949" name="Google Shape;10949;p45"/>
            <p:cNvSpPr/>
            <p:nvPr/>
          </p:nvSpPr>
          <p:spPr>
            <a:xfrm>
              <a:off x="8019996" y="2029368"/>
              <a:ext cx="395683" cy="357546"/>
            </a:xfrm>
            <a:custGeom>
              <a:rect b="b" l="l" r="r" t="t"/>
              <a:pathLst>
                <a:path extrusionOk="0" h="12066" w="13353">
                  <a:moveTo>
                    <a:pt x="6676" y="0"/>
                  </a:moveTo>
                  <a:cubicBezTo>
                    <a:pt x="2991" y="0"/>
                    <a:pt x="0" y="2989"/>
                    <a:pt x="0" y="6676"/>
                  </a:cubicBezTo>
                  <a:cubicBezTo>
                    <a:pt x="3" y="8890"/>
                    <a:pt x="1080" y="10850"/>
                    <a:pt x="2737" y="12066"/>
                  </a:cubicBezTo>
                  <a:lnTo>
                    <a:pt x="10671" y="12027"/>
                  </a:lnTo>
                  <a:cubicBezTo>
                    <a:pt x="12299" y="10810"/>
                    <a:pt x="13352" y="8867"/>
                    <a:pt x="13352" y="6676"/>
                  </a:cubicBezTo>
                  <a:cubicBezTo>
                    <a:pt x="13352" y="2991"/>
                    <a:pt x="10363" y="0"/>
                    <a:pt x="6676"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45"/>
            <p:cNvSpPr/>
            <p:nvPr/>
          </p:nvSpPr>
          <p:spPr>
            <a:xfrm>
              <a:off x="8100004" y="2320834"/>
              <a:ext cx="237327" cy="104188"/>
            </a:xfrm>
            <a:custGeom>
              <a:rect b="b" l="l" r="r" t="t"/>
              <a:pathLst>
                <a:path extrusionOk="0" h="3516" w="8009">
                  <a:moveTo>
                    <a:pt x="1861" y="1"/>
                  </a:moveTo>
                  <a:cubicBezTo>
                    <a:pt x="1841" y="546"/>
                    <a:pt x="1739" y="1320"/>
                    <a:pt x="1348" y="1752"/>
                  </a:cubicBezTo>
                  <a:lnTo>
                    <a:pt x="1348" y="1751"/>
                  </a:lnTo>
                  <a:cubicBezTo>
                    <a:pt x="1321" y="1779"/>
                    <a:pt x="1290" y="1797"/>
                    <a:pt x="1254" y="1807"/>
                  </a:cubicBezTo>
                  <a:cubicBezTo>
                    <a:pt x="821" y="1911"/>
                    <a:pt x="404" y="2043"/>
                    <a:pt x="0" y="2202"/>
                  </a:cubicBezTo>
                  <a:cubicBezTo>
                    <a:pt x="1111" y="3027"/>
                    <a:pt x="2487" y="3515"/>
                    <a:pt x="3978" y="3515"/>
                  </a:cubicBezTo>
                  <a:cubicBezTo>
                    <a:pt x="5492" y="3515"/>
                    <a:pt x="6889" y="3010"/>
                    <a:pt x="8008" y="2161"/>
                  </a:cubicBezTo>
                  <a:cubicBezTo>
                    <a:pt x="7637" y="2020"/>
                    <a:pt x="7255" y="1900"/>
                    <a:pt x="6858" y="1807"/>
                  </a:cubicBezTo>
                  <a:cubicBezTo>
                    <a:pt x="6822" y="1799"/>
                    <a:pt x="6790" y="1780"/>
                    <a:pt x="6765" y="1751"/>
                  </a:cubicBezTo>
                  <a:lnTo>
                    <a:pt x="6765" y="1752"/>
                  </a:lnTo>
                  <a:cubicBezTo>
                    <a:pt x="6372" y="1320"/>
                    <a:pt x="6271" y="546"/>
                    <a:pt x="6252" y="1"/>
                  </a:cubicBezTo>
                  <a:cubicBezTo>
                    <a:pt x="5655" y="694"/>
                    <a:pt x="4977" y="1166"/>
                    <a:pt x="4056" y="1166"/>
                  </a:cubicBezTo>
                  <a:cubicBezTo>
                    <a:pt x="3135" y="1166"/>
                    <a:pt x="2456" y="694"/>
                    <a:pt x="1861" y="1"/>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45"/>
            <p:cNvSpPr/>
            <p:nvPr/>
          </p:nvSpPr>
          <p:spPr>
            <a:xfrm>
              <a:off x="8124362" y="2103450"/>
              <a:ext cx="191693" cy="257358"/>
            </a:xfrm>
            <a:custGeom>
              <a:rect b="b" l="l" r="r" t="t"/>
              <a:pathLst>
                <a:path extrusionOk="0" h="8685" w="6469">
                  <a:moveTo>
                    <a:pt x="4690" y="1"/>
                  </a:moveTo>
                  <a:cubicBezTo>
                    <a:pt x="4317" y="1"/>
                    <a:pt x="3953" y="91"/>
                    <a:pt x="3683" y="182"/>
                  </a:cubicBezTo>
                  <a:cubicBezTo>
                    <a:pt x="3537" y="231"/>
                    <a:pt x="3385" y="255"/>
                    <a:pt x="3234" y="255"/>
                  </a:cubicBezTo>
                  <a:cubicBezTo>
                    <a:pt x="3083" y="255"/>
                    <a:pt x="2932" y="231"/>
                    <a:pt x="2787" y="182"/>
                  </a:cubicBezTo>
                  <a:cubicBezTo>
                    <a:pt x="2517" y="91"/>
                    <a:pt x="2152" y="2"/>
                    <a:pt x="1780" y="2"/>
                  </a:cubicBezTo>
                  <a:cubicBezTo>
                    <a:pt x="1537" y="2"/>
                    <a:pt x="1291" y="40"/>
                    <a:pt x="1065" y="141"/>
                  </a:cubicBezTo>
                  <a:cubicBezTo>
                    <a:pt x="389" y="444"/>
                    <a:pt x="372" y="1453"/>
                    <a:pt x="409" y="1966"/>
                  </a:cubicBezTo>
                  <a:cubicBezTo>
                    <a:pt x="422" y="2143"/>
                    <a:pt x="378" y="2319"/>
                    <a:pt x="282" y="2470"/>
                  </a:cubicBezTo>
                  <a:cubicBezTo>
                    <a:pt x="227" y="2557"/>
                    <a:pt x="184" y="2648"/>
                    <a:pt x="148" y="2737"/>
                  </a:cubicBezTo>
                  <a:cubicBezTo>
                    <a:pt x="33" y="3031"/>
                    <a:pt x="0" y="3350"/>
                    <a:pt x="44" y="3662"/>
                  </a:cubicBezTo>
                  <a:lnTo>
                    <a:pt x="202" y="4822"/>
                  </a:lnTo>
                  <a:cubicBezTo>
                    <a:pt x="202" y="6489"/>
                    <a:pt x="1093" y="7624"/>
                    <a:pt x="1850" y="8210"/>
                  </a:cubicBezTo>
                  <a:cubicBezTo>
                    <a:pt x="2245" y="8518"/>
                    <a:pt x="2733" y="8684"/>
                    <a:pt x="3235" y="8684"/>
                  </a:cubicBezTo>
                  <a:cubicBezTo>
                    <a:pt x="3737" y="8684"/>
                    <a:pt x="4225" y="8518"/>
                    <a:pt x="4622" y="8210"/>
                  </a:cubicBezTo>
                  <a:cubicBezTo>
                    <a:pt x="5379" y="7623"/>
                    <a:pt x="6269" y="6489"/>
                    <a:pt x="6269" y="4822"/>
                  </a:cubicBezTo>
                  <a:lnTo>
                    <a:pt x="6428" y="3662"/>
                  </a:lnTo>
                  <a:cubicBezTo>
                    <a:pt x="6468" y="3356"/>
                    <a:pt x="6436" y="3039"/>
                    <a:pt x="6325" y="2746"/>
                  </a:cubicBezTo>
                  <a:cubicBezTo>
                    <a:pt x="6290" y="2653"/>
                    <a:pt x="6243" y="2558"/>
                    <a:pt x="6187" y="2470"/>
                  </a:cubicBezTo>
                  <a:cubicBezTo>
                    <a:pt x="6091" y="2317"/>
                    <a:pt x="6049" y="2139"/>
                    <a:pt x="6061" y="1960"/>
                  </a:cubicBezTo>
                  <a:cubicBezTo>
                    <a:pt x="6098" y="1447"/>
                    <a:pt x="6078" y="443"/>
                    <a:pt x="5404" y="141"/>
                  </a:cubicBezTo>
                  <a:cubicBezTo>
                    <a:pt x="5178" y="39"/>
                    <a:pt x="4932" y="1"/>
                    <a:pt x="4690"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45"/>
            <p:cNvSpPr/>
            <p:nvPr/>
          </p:nvSpPr>
          <p:spPr>
            <a:xfrm>
              <a:off x="8100301" y="2043325"/>
              <a:ext cx="243461" cy="152163"/>
            </a:xfrm>
            <a:custGeom>
              <a:rect b="b" l="l" r="r" t="t"/>
              <a:pathLst>
                <a:path extrusionOk="0" h="5135" w="8216">
                  <a:moveTo>
                    <a:pt x="4001" y="0"/>
                  </a:moveTo>
                  <a:cubicBezTo>
                    <a:pt x="3790" y="0"/>
                    <a:pt x="3581" y="14"/>
                    <a:pt x="3377" y="42"/>
                  </a:cubicBezTo>
                  <a:cubicBezTo>
                    <a:pt x="1366" y="317"/>
                    <a:pt x="1175" y="1457"/>
                    <a:pt x="1175" y="1875"/>
                  </a:cubicBezTo>
                  <a:cubicBezTo>
                    <a:pt x="1175" y="1962"/>
                    <a:pt x="1125" y="2044"/>
                    <a:pt x="1046" y="2083"/>
                  </a:cubicBezTo>
                  <a:cubicBezTo>
                    <a:pt x="1" y="2591"/>
                    <a:pt x="564" y="5044"/>
                    <a:pt x="564" y="5044"/>
                  </a:cubicBezTo>
                  <a:cubicBezTo>
                    <a:pt x="669" y="5052"/>
                    <a:pt x="780" y="5094"/>
                    <a:pt x="861" y="5133"/>
                  </a:cubicBezTo>
                  <a:cubicBezTo>
                    <a:pt x="881" y="5009"/>
                    <a:pt x="913" y="4884"/>
                    <a:pt x="960" y="4766"/>
                  </a:cubicBezTo>
                  <a:cubicBezTo>
                    <a:pt x="996" y="4674"/>
                    <a:pt x="1039" y="4584"/>
                    <a:pt x="1094" y="4499"/>
                  </a:cubicBezTo>
                  <a:cubicBezTo>
                    <a:pt x="1190" y="4348"/>
                    <a:pt x="1234" y="4172"/>
                    <a:pt x="1221" y="3995"/>
                  </a:cubicBezTo>
                  <a:cubicBezTo>
                    <a:pt x="1184" y="3484"/>
                    <a:pt x="1201" y="2475"/>
                    <a:pt x="1877" y="2170"/>
                  </a:cubicBezTo>
                  <a:cubicBezTo>
                    <a:pt x="2103" y="2068"/>
                    <a:pt x="2349" y="2030"/>
                    <a:pt x="2592" y="2030"/>
                  </a:cubicBezTo>
                  <a:cubicBezTo>
                    <a:pt x="2964" y="2030"/>
                    <a:pt x="3328" y="2120"/>
                    <a:pt x="3599" y="2211"/>
                  </a:cubicBezTo>
                  <a:cubicBezTo>
                    <a:pt x="3745" y="2260"/>
                    <a:pt x="3896" y="2284"/>
                    <a:pt x="4048" y="2284"/>
                  </a:cubicBezTo>
                  <a:cubicBezTo>
                    <a:pt x="4199" y="2284"/>
                    <a:pt x="4350" y="2260"/>
                    <a:pt x="4495" y="2211"/>
                  </a:cubicBezTo>
                  <a:cubicBezTo>
                    <a:pt x="4765" y="2120"/>
                    <a:pt x="5129" y="2031"/>
                    <a:pt x="5501" y="2031"/>
                  </a:cubicBezTo>
                  <a:cubicBezTo>
                    <a:pt x="5744" y="2031"/>
                    <a:pt x="5990" y="2069"/>
                    <a:pt x="6216" y="2170"/>
                  </a:cubicBezTo>
                  <a:cubicBezTo>
                    <a:pt x="6890" y="2473"/>
                    <a:pt x="6910" y="3476"/>
                    <a:pt x="6873" y="3990"/>
                  </a:cubicBezTo>
                  <a:cubicBezTo>
                    <a:pt x="6859" y="4169"/>
                    <a:pt x="6903" y="4348"/>
                    <a:pt x="6999" y="4500"/>
                  </a:cubicBezTo>
                  <a:cubicBezTo>
                    <a:pt x="7055" y="4589"/>
                    <a:pt x="7102" y="4684"/>
                    <a:pt x="7137" y="4777"/>
                  </a:cubicBezTo>
                  <a:cubicBezTo>
                    <a:pt x="7182" y="4894"/>
                    <a:pt x="7213" y="5015"/>
                    <a:pt x="7232" y="5134"/>
                  </a:cubicBezTo>
                  <a:cubicBezTo>
                    <a:pt x="7322" y="5091"/>
                    <a:pt x="7445" y="5044"/>
                    <a:pt x="7560" y="5044"/>
                  </a:cubicBezTo>
                  <a:cubicBezTo>
                    <a:pt x="7577" y="5044"/>
                    <a:pt x="7593" y="5045"/>
                    <a:pt x="7610" y="5047"/>
                  </a:cubicBezTo>
                  <a:cubicBezTo>
                    <a:pt x="7625" y="4511"/>
                    <a:pt x="7674" y="3933"/>
                    <a:pt x="7674" y="3933"/>
                  </a:cubicBezTo>
                  <a:cubicBezTo>
                    <a:pt x="8216" y="1289"/>
                    <a:pt x="6028" y="0"/>
                    <a:pt x="4001"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45"/>
            <p:cNvSpPr/>
            <p:nvPr/>
          </p:nvSpPr>
          <p:spPr>
            <a:xfrm>
              <a:off x="8100301" y="2043355"/>
              <a:ext cx="121049" cy="152074"/>
            </a:xfrm>
            <a:custGeom>
              <a:rect b="b" l="l" r="r" t="t"/>
              <a:pathLst>
                <a:path extrusionOk="0" h="5132" w="4085">
                  <a:moveTo>
                    <a:pt x="4013" y="0"/>
                  </a:moveTo>
                  <a:cubicBezTo>
                    <a:pt x="3797" y="0"/>
                    <a:pt x="3584" y="13"/>
                    <a:pt x="3377" y="41"/>
                  </a:cubicBezTo>
                  <a:cubicBezTo>
                    <a:pt x="1366" y="316"/>
                    <a:pt x="1175" y="1456"/>
                    <a:pt x="1175" y="1874"/>
                  </a:cubicBezTo>
                  <a:cubicBezTo>
                    <a:pt x="1175" y="1961"/>
                    <a:pt x="1125" y="2043"/>
                    <a:pt x="1046" y="2082"/>
                  </a:cubicBezTo>
                  <a:cubicBezTo>
                    <a:pt x="1" y="2590"/>
                    <a:pt x="564" y="5043"/>
                    <a:pt x="564" y="5043"/>
                  </a:cubicBezTo>
                  <a:cubicBezTo>
                    <a:pt x="669" y="5051"/>
                    <a:pt x="780" y="5093"/>
                    <a:pt x="861" y="5132"/>
                  </a:cubicBezTo>
                  <a:cubicBezTo>
                    <a:pt x="881" y="5008"/>
                    <a:pt x="913" y="4883"/>
                    <a:pt x="960" y="4765"/>
                  </a:cubicBezTo>
                  <a:cubicBezTo>
                    <a:pt x="996" y="4673"/>
                    <a:pt x="1039" y="4583"/>
                    <a:pt x="1094" y="4498"/>
                  </a:cubicBezTo>
                  <a:cubicBezTo>
                    <a:pt x="1190" y="4347"/>
                    <a:pt x="1234" y="4171"/>
                    <a:pt x="1221" y="3994"/>
                  </a:cubicBezTo>
                  <a:cubicBezTo>
                    <a:pt x="1184" y="3483"/>
                    <a:pt x="1201" y="2474"/>
                    <a:pt x="1877" y="2169"/>
                  </a:cubicBezTo>
                  <a:cubicBezTo>
                    <a:pt x="2103" y="2067"/>
                    <a:pt x="2348" y="2029"/>
                    <a:pt x="2590" y="2029"/>
                  </a:cubicBezTo>
                  <a:cubicBezTo>
                    <a:pt x="2895" y="2029"/>
                    <a:pt x="3193" y="2090"/>
                    <a:pt x="3441" y="2161"/>
                  </a:cubicBezTo>
                  <a:cubicBezTo>
                    <a:pt x="2679" y="647"/>
                    <a:pt x="4028" y="26"/>
                    <a:pt x="4084" y="1"/>
                  </a:cubicBezTo>
                  <a:cubicBezTo>
                    <a:pt x="4061" y="1"/>
                    <a:pt x="4037" y="0"/>
                    <a:pt x="4013"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45"/>
            <p:cNvSpPr/>
            <p:nvPr/>
          </p:nvSpPr>
          <p:spPr>
            <a:xfrm>
              <a:off x="8258686" y="2026968"/>
              <a:ext cx="79711" cy="55768"/>
            </a:xfrm>
            <a:custGeom>
              <a:rect b="b" l="l" r="r" t="t"/>
              <a:pathLst>
                <a:path extrusionOk="0" h="1882" w="2690">
                  <a:moveTo>
                    <a:pt x="0" y="0"/>
                  </a:moveTo>
                  <a:lnTo>
                    <a:pt x="0" y="0"/>
                  </a:lnTo>
                  <a:cubicBezTo>
                    <a:pt x="3" y="4"/>
                    <a:pt x="5" y="7"/>
                    <a:pt x="6" y="10"/>
                  </a:cubicBezTo>
                  <a:lnTo>
                    <a:pt x="689" y="1311"/>
                  </a:lnTo>
                  <a:cubicBezTo>
                    <a:pt x="1286" y="1418"/>
                    <a:pt x="1876" y="1574"/>
                    <a:pt x="2456" y="1780"/>
                  </a:cubicBezTo>
                  <a:lnTo>
                    <a:pt x="2501" y="1796"/>
                  </a:lnTo>
                  <a:cubicBezTo>
                    <a:pt x="2566" y="1819"/>
                    <a:pt x="2630" y="1847"/>
                    <a:pt x="2689" y="1881"/>
                  </a:cubicBezTo>
                  <a:cubicBezTo>
                    <a:pt x="2050" y="972"/>
                    <a:pt x="1104" y="294"/>
                    <a:pt x="0"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45"/>
            <p:cNvSpPr/>
            <p:nvPr/>
          </p:nvSpPr>
          <p:spPr>
            <a:xfrm>
              <a:off x="8106820" y="2026998"/>
              <a:ext cx="78496" cy="54346"/>
            </a:xfrm>
            <a:custGeom>
              <a:rect b="b" l="l" r="r" t="t"/>
              <a:pathLst>
                <a:path extrusionOk="0" h="1834" w="2649">
                  <a:moveTo>
                    <a:pt x="2649" y="1"/>
                  </a:moveTo>
                  <a:lnTo>
                    <a:pt x="2649" y="1"/>
                  </a:lnTo>
                  <a:cubicBezTo>
                    <a:pt x="1565" y="290"/>
                    <a:pt x="636" y="949"/>
                    <a:pt x="0" y="1834"/>
                  </a:cubicBezTo>
                  <a:cubicBezTo>
                    <a:pt x="48" y="1807"/>
                    <a:pt x="100" y="1787"/>
                    <a:pt x="151" y="1768"/>
                  </a:cubicBezTo>
                  <a:lnTo>
                    <a:pt x="188" y="1757"/>
                  </a:lnTo>
                  <a:cubicBezTo>
                    <a:pt x="773" y="1554"/>
                    <a:pt x="1370" y="1402"/>
                    <a:pt x="1968" y="1299"/>
                  </a:cubicBezTo>
                  <a:lnTo>
                    <a:pt x="2644" y="9"/>
                  </a:lnTo>
                  <a:cubicBezTo>
                    <a:pt x="2646" y="7"/>
                    <a:pt x="2646" y="6"/>
                    <a:pt x="2649"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45"/>
            <p:cNvSpPr/>
            <p:nvPr/>
          </p:nvSpPr>
          <p:spPr>
            <a:xfrm>
              <a:off x="8063230" y="2126267"/>
              <a:ext cx="36270" cy="115833"/>
            </a:xfrm>
            <a:custGeom>
              <a:rect b="b" l="l" r="r" t="t"/>
              <a:pathLst>
                <a:path extrusionOk="0" h="3909" w="1224">
                  <a:moveTo>
                    <a:pt x="727" y="1"/>
                  </a:moveTo>
                  <a:cubicBezTo>
                    <a:pt x="305" y="138"/>
                    <a:pt x="1" y="554"/>
                    <a:pt x="10" y="1039"/>
                  </a:cubicBezTo>
                  <a:lnTo>
                    <a:pt x="47" y="2869"/>
                  </a:lnTo>
                  <a:cubicBezTo>
                    <a:pt x="58" y="3445"/>
                    <a:pt x="510" y="3909"/>
                    <a:pt x="1057" y="3909"/>
                  </a:cubicBezTo>
                  <a:cubicBezTo>
                    <a:pt x="1065" y="3909"/>
                    <a:pt x="1073" y="3909"/>
                    <a:pt x="1081" y="3909"/>
                  </a:cubicBezTo>
                  <a:lnTo>
                    <a:pt x="1224" y="3904"/>
                  </a:lnTo>
                  <a:cubicBezTo>
                    <a:pt x="1037" y="2764"/>
                    <a:pt x="1036" y="1648"/>
                    <a:pt x="1061" y="980"/>
                  </a:cubicBezTo>
                  <a:cubicBezTo>
                    <a:pt x="1036" y="969"/>
                    <a:pt x="1013" y="955"/>
                    <a:pt x="989" y="938"/>
                  </a:cubicBezTo>
                  <a:cubicBezTo>
                    <a:pt x="832" y="831"/>
                    <a:pt x="736" y="663"/>
                    <a:pt x="727" y="480"/>
                  </a:cubicBezTo>
                  <a:lnTo>
                    <a:pt x="727" y="445"/>
                  </a:lnTo>
                  <a:lnTo>
                    <a:pt x="727" y="1"/>
                  </a:ln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45"/>
            <p:cNvSpPr/>
            <p:nvPr/>
          </p:nvSpPr>
          <p:spPr>
            <a:xfrm>
              <a:off x="8341568" y="2127689"/>
              <a:ext cx="35648" cy="114470"/>
            </a:xfrm>
            <a:custGeom>
              <a:rect b="b" l="l" r="r" t="t"/>
              <a:pathLst>
                <a:path extrusionOk="0" h="3863" w="1203">
                  <a:moveTo>
                    <a:pt x="598" y="1"/>
                  </a:moveTo>
                  <a:lnTo>
                    <a:pt x="598" y="397"/>
                  </a:lnTo>
                  <a:lnTo>
                    <a:pt x="598" y="432"/>
                  </a:lnTo>
                  <a:cubicBezTo>
                    <a:pt x="589" y="616"/>
                    <a:pt x="494" y="784"/>
                    <a:pt x="335" y="889"/>
                  </a:cubicBezTo>
                  <a:cubicBezTo>
                    <a:pt x="284" y="924"/>
                    <a:pt x="225" y="951"/>
                    <a:pt x="167" y="971"/>
                  </a:cubicBezTo>
                  <a:cubicBezTo>
                    <a:pt x="191" y="1642"/>
                    <a:pt x="184" y="2738"/>
                    <a:pt x="1" y="3861"/>
                  </a:cubicBezTo>
                  <a:lnTo>
                    <a:pt x="122" y="3862"/>
                  </a:lnTo>
                  <a:cubicBezTo>
                    <a:pt x="129" y="3862"/>
                    <a:pt x="135" y="3862"/>
                    <a:pt x="141" y="3862"/>
                  </a:cubicBezTo>
                  <a:cubicBezTo>
                    <a:pt x="688" y="3862"/>
                    <a:pt x="1144" y="3398"/>
                    <a:pt x="1156" y="2822"/>
                  </a:cubicBezTo>
                  <a:lnTo>
                    <a:pt x="1193" y="993"/>
                  </a:lnTo>
                  <a:cubicBezTo>
                    <a:pt x="1203" y="556"/>
                    <a:pt x="955" y="172"/>
                    <a:pt x="598"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45"/>
            <p:cNvSpPr/>
            <p:nvPr/>
          </p:nvSpPr>
          <p:spPr>
            <a:xfrm>
              <a:off x="8091974" y="2150002"/>
              <a:ext cx="257240" cy="222451"/>
            </a:xfrm>
            <a:custGeom>
              <a:rect b="b" l="l" r="r" t="t"/>
              <a:pathLst>
                <a:path extrusionOk="0" h="7507" w="8681">
                  <a:moveTo>
                    <a:pt x="7564" y="0"/>
                  </a:moveTo>
                  <a:lnTo>
                    <a:pt x="7564" y="0"/>
                  </a:lnTo>
                  <a:cubicBezTo>
                    <a:pt x="7622" y="243"/>
                    <a:pt x="7650" y="544"/>
                    <a:pt x="7606" y="914"/>
                  </a:cubicBezTo>
                  <a:cubicBezTo>
                    <a:pt x="7457" y="2212"/>
                    <a:pt x="5586" y="2509"/>
                    <a:pt x="6116" y="3732"/>
                  </a:cubicBezTo>
                  <a:cubicBezTo>
                    <a:pt x="6647" y="4957"/>
                    <a:pt x="6291" y="6810"/>
                    <a:pt x="4341" y="6810"/>
                  </a:cubicBezTo>
                  <a:cubicBezTo>
                    <a:pt x="2390" y="6810"/>
                    <a:pt x="2034" y="4957"/>
                    <a:pt x="2564" y="3732"/>
                  </a:cubicBezTo>
                  <a:cubicBezTo>
                    <a:pt x="3095" y="2509"/>
                    <a:pt x="1222" y="2212"/>
                    <a:pt x="1075" y="914"/>
                  </a:cubicBezTo>
                  <a:cubicBezTo>
                    <a:pt x="1033" y="560"/>
                    <a:pt x="1056" y="266"/>
                    <a:pt x="1109" y="30"/>
                  </a:cubicBezTo>
                  <a:lnTo>
                    <a:pt x="1109" y="30"/>
                  </a:lnTo>
                  <a:cubicBezTo>
                    <a:pt x="932" y="80"/>
                    <a:pt x="756" y="137"/>
                    <a:pt x="580" y="196"/>
                  </a:cubicBezTo>
                  <a:cubicBezTo>
                    <a:pt x="510" y="221"/>
                    <a:pt x="439" y="232"/>
                    <a:pt x="369" y="232"/>
                  </a:cubicBezTo>
                  <a:cubicBezTo>
                    <a:pt x="253" y="232"/>
                    <a:pt x="141" y="201"/>
                    <a:pt x="44" y="146"/>
                  </a:cubicBezTo>
                  <a:lnTo>
                    <a:pt x="44" y="146"/>
                  </a:lnTo>
                  <a:cubicBezTo>
                    <a:pt x="1" y="1259"/>
                    <a:pt x="24" y="3697"/>
                    <a:pt x="905" y="5365"/>
                  </a:cubicBezTo>
                  <a:cubicBezTo>
                    <a:pt x="1994" y="7434"/>
                    <a:pt x="4030" y="7507"/>
                    <a:pt x="4310" y="7507"/>
                  </a:cubicBezTo>
                  <a:cubicBezTo>
                    <a:pt x="4331" y="7507"/>
                    <a:pt x="4342" y="7507"/>
                    <a:pt x="4342" y="7507"/>
                  </a:cubicBezTo>
                  <a:cubicBezTo>
                    <a:pt x="4342" y="7507"/>
                    <a:pt x="4353" y="7507"/>
                    <a:pt x="4374" y="7507"/>
                  </a:cubicBezTo>
                  <a:cubicBezTo>
                    <a:pt x="4654" y="7507"/>
                    <a:pt x="6689" y="7434"/>
                    <a:pt x="7779" y="5365"/>
                  </a:cubicBezTo>
                  <a:cubicBezTo>
                    <a:pt x="8648" y="3717"/>
                    <a:pt x="8680" y="1323"/>
                    <a:pt x="8640" y="191"/>
                  </a:cubicBezTo>
                  <a:lnTo>
                    <a:pt x="8640" y="191"/>
                  </a:lnTo>
                  <a:cubicBezTo>
                    <a:pt x="8567" y="218"/>
                    <a:pt x="8490" y="232"/>
                    <a:pt x="8411" y="232"/>
                  </a:cubicBezTo>
                  <a:cubicBezTo>
                    <a:pt x="8340" y="232"/>
                    <a:pt x="8268" y="220"/>
                    <a:pt x="8197" y="196"/>
                  </a:cubicBezTo>
                  <a:cubicBezTo>
                    <a:pt x="7987" y="125"/>
                    <a:pt x="7776" y="61"/>
                    <a:pt x="7564"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45"/>
            <p:cNvSpPr/>
            <p:nvPr/>
          </p:nvSpPr>
          <p:spPr>
            <a:xfrm>
              <a:off x="8162173" y="2011678"/>
              <a:ext cx="119775" cy="56183"/>
            </a:xfrm>
            <a:custGeom>
              <a:rect b="b" l="l" r="r" t="t"/>
              <a:pathLst>
                <a:path extrusionOk="0" h="1896" w="4042">
                  <a:moveTo>
                    <a:pt x="2018" y="0"/>
                  </a:moveTo>
                  <a:cubicBezTo>
                    <a:pt x="1770" y="0"/>
                    <a:pt x="1522" y="22"/>
                    <a:pt x="1275" y="66"/>
                  </a:cubicBezTo>
                  <a:cubicBezTo>
                    <a:pt x="1050" y="106"/>
                    <a:pt x="852" y="260"/>
                    <a:pt x="734" y="485"/>
                  </a:cubicBezTo>
                  <a:lnTo>
                    <a:pt x="1" y="1883"/>
                  </a:lnTo>
                  <a:cubicBezTo>
                    <a:pt x="658" y="1766"/>
                    <a:pt x="1321" y="1708"/>
                    <a:pt x="1983" y="1708"/>
                  </a:cubicBezTo>
                  <a:cubicBezTo>
                    <a:pt x="2672" y="1708"/>
                    <a:pt x="3360" y="1771"/>
                    <a:pt x="4042" y="1895"/>
                  </a:cubicBezTo>
                  <a:lnTo>
                    <a:pt x="3302" y="485"/>
                  </a:lnTo>
                  <a:cubicBezTo>
                    <a:pt x="3184" y="260"/>
                    <a:pt x="2985" y="105"/>
                    <a:pt x="2760" y="66"/>
                  </a:cubicBezTo>
                  <a:cubicBezTo>
                    <a:pt x="2514" y="22"/>
                    <a:pt x="2266" y="0"/>
                    <a:pt x="2018"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45"/>
            <p:cNvSpPr/>
            <p:nvPr/>
          </p:nvSpPr>
          <p:spPr>
            <a:xfrm>
              <a:off x="8083588" y="2061075"/>
              <a:ext cx="276827" cy="97343"/>
            </a:xfrm>
            <a:custGeom>
              <a:rect b="b" l="l" r="r" t="t"/>
              <a:pathLst>
                <a:path extrusionOk="0" h="3285" w="9342">
                  <a:moveTo>
                    <a:pt x="4638" y="0"/>
                  </a:moveTo>
                  <a:cubicBezTo>
                    <a:pt x="3403" y="0"/>
                    <a:pt x="2169" y="178"/>
                    <a:pt x="972" y="534"/>
                  </a:cubicBezTo>
                  <a:lnTo>
                    <a:pt x="935" y="545"/>
                  </a:lnTo>
                  <a:cubicBezTo>
                    <a:pt x="553" y="660"/>
                    <a:pt x="235" y="940"/>
                    <a:pt x="92" y="1313"/>
                  </a:cubicBezTo>
                  <a:cubicBezTo>
                    <a:pt x="33" y="1464"/>
                    <a:pt x="1" y="1632"/>
                    <a:pt x="1" y="1803"/>
                  </a:cubicBezTo>
                  <a:lnTo>
                    <a:pt x="1" y="2645"/>
                  </a:lnTo>
                  <a:lnTo>
                    <a:pt x="1" y="2681"/>
                  </a:lnTo>
                  <a:cubicBezTo>
                    <a:pt x="19" y="3032"/>
                    <a:pt x="318" y="3284"/>
                    <a:pt x="648" y="3284"/>
                  </a:cubicBezTo>
                  <a:cubicBezTo>
                    <a:pt x="718" y="3284"/>
                    <a:pt x="790" y="3273"/>
                    <a:pt x="860" y="3248"/>
                  </a:cubicBezTo>
                  <a:cubicBezTo>
                    <a:pt x="2095" y="2826"/>
                    <a:pt x="3382" y="2615"/>
                    <a:pt x="4669" y="2615"/>
                  </a:cubicBezTo>
                  <a:cubicBezTo>
                    <a:pt x="5956" y="2615"/>
                    <a:pt x="7244" y="2826"/>
                    <a:pt x="8478" y="3248"/>
                  </a:cubicBezTo>
                  <a:cubicBezTo>
                    <a:pt x="8549" y="3273"/>
                    <a:pt x="8621" y="3284"/>
                    <a:pt x="8691" y="3284"/>
                  </a:cubicBezTo>
                  <a:cubicBezTo>
                    <a:pt x="9021" y="3284"/>
                    <a:pt x="9320" y="3032"/>
                    <a:pt x="9337" y="2681"/>
                  </a:cubicBezTo>
                  <a:lnTo>
                    <a:pt x="9337" y="2645"/>
                  </a:lnTo>
                  <a:lnTo>
                    <a:pt x="9337" y="1803"/>
                  </a:lnTo>
                  <a:cubicBezTo>
                    <a:pt x="9341" y="1786"/>
                    <a:pt x="9341" y="1770"/>
                    <a:pt x="9340" y="1752"/>
                  </a:cubicBezTo>
                  <a:cubicBezTo>
                    <a:pt x="9319" y="1200"/>
                    <a:pt x="8937" y="726"/>
                    <a:pt x="8409" y="567"/>
                  </a:cubicBezTo>
                  <a:lnTo>
                    <a:pt x="8363" y="553"/>
                  </a:lnTo>
                  <a:cubicBezTo>
                    <a:pt x="7148" y="185"/>
                    <a:pt x="5893" y="0"/>
                    <a:pt x="4638"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45"/>
            <p:cNvSpPr/>
            <p:nvPr/>
          </p:nvSpPr>
          <p:spPr>
            <a:xfrm>
              <a:off x="8184872" y="2085700"/>
              <a:ext cx="74615" cy="29633"/>
            </a:xfrm>
            <a:custGeom>
              <a:rect b="b" l="l" r="r" t="t"/>
              <a:pathLst>
                <a:path extrusionOk="0" h="1000" w="2518">
                  <a:moveTo>
                    <a:pt x="1220" y="0"/>
                  </a:moveTo>
                  <a:cubicBezTo>
                    <a:pt x="859" y="0"/>
                    <a:pt x="494" y="17"/>
                    <a:pt x="135" y="49"/>
                  </a:cubicBezTo>
                  <a:cubicBezTo>
                    <a:pt x="58" y="56"/>
                    <a:pt x="1" y="118"/>
                    <a:pt x="1" y="196"/>
                  </a:cubicBezTo>
                  <a:lnTo>
                    <a:pt x="1" y="851"/>
                  </a:lnTo>
                  <a:cubicBezTo>
                    <a:pt x="1" y="891"/>
                    <a:pt x="18" y="933"/>
                    <a:pt x="49" y="959"/>
                  </a:cubicBezTo>
                  <a:cubicBezTo>
                    <a:pt x="76" y="984"/>
                    <a:pt x="111" y="999"/>
                    <a:pt x="148" y="999"/>
                  </a:cubicBezTo>
                  <a:cubicBezTo>
                    <a:pt x="153" y="999"/>
                    <a:pt x="158" y="999"/>
                    <a:pt x="163" y="998"/>
                  </a:cubicBezTo>
                  <a:cubicBezTo>
                    <a:pt x="528" y="967"/>
                    <a:pt x="895" y="950"/>
                    <a:pt x="1254" y="950"/>
                  </a:cubicBezTo>
                  <a:cubicBezTo>
                    <a:pt x="1617" y="950"/>
                    <a:pt x="1986" y="966"/>
                    <a:pt x="2354" y="998"/>
                  </a:cubicBezTo>
                  <a:lnTo>
                    <a:pt x="2367" y="998"/>
                  </a:lnTo>
                  <a:cubicBezTo>
                    <a:pt x="2404" y="998"/>
                    <a:pt x="2441" y="984"/>
                    <a:pt x="2468" y="959"/>
                  </a:cubicBezTo>
                  <a:cubicBezTo>
                    <a:pt x="2499" y="933"/>
                    <a:pt x="2517" y="891"/>
                    <a:pt x="2517" y="851"/>
                  </a:cubicBezTo>
                  <a:lnTo>
                    <a:pt x="2517" y="202"/>
                  </a:lnTo>
                  <a:cubicBezTo>
                    <a:pt x="2514" y="128"/>
                    <a:pt x="2457" y="64"/>
                    <a:pt x="2381" y="56"/>
                  </a:cubicBezTo>
                  <a:cubicBezTo>
                    <a:pt x="1994" y="17"/>
                    <a:pt x="1602" y="0"/>
                    <a:pt x="1220"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45"/>
            <p:cNvSpPr/>
            <p:nvPr/>
          </p:nvSpPr>
          <p:spPr>
            <a:xfrm>
              <a:off x="8174945" y="2075743"/>
              <a:ext cx="94439" cy="50316"/>
            </a:xfrm>
            <a:custGeom>
              <a:rect b="b" l="l" r="r" t="t"/>
              <a:pathLst>
                <a:path extrusionOk="0" h="1698" w="3187">
                  <a:moveTo>
                    <a:pt x="1556" y="375"/>
                  </a:moveTo>
                  <a:cubicBezTo>
                    <a:pt x="1938" y="375"/>
                    <a:pt x="2329" y="394"/>
                    <a:pt x="2716" y="431"/>
                  </a:cubicBezTo>
                  <a:cubicBezTo>
                    <a:pt x="2772" y="437"/>
                    <a:pt x="2815" y="486"/>
                    <a:pt x="2815" y="541"/>
                  </a:cubicBezTo>
                  <a:lnTo>
                    <a:pt x="2815" y="1190"/>
                  </a:lnTo>
                  <a:lnTo>
                    <a:pt x="2814" y="1190"/>
                  </a:lnTo>
                  <a:cubicBezTo>
                    <a:pt x="2814" y="1251"/>
                    <a:pt x="2762" y="1301"/>
                    <a:pt x="2703" y="1301"/>
                  </a:cubicBezTo>
                  <a:cubicBezTo>
                    <a:pt x="2699" y="1301"/>
                    <a:pt x="2696" y="1300"/>
                    <a:pt x="2692" y="1300"/>
                  </a:cubicBezTo>
                  <a:cubicBezTo>
                    <a:pt x="2324" y="1267"/>
                    <a:pt x="1954" y="1250"/>
                    <a:pt x="1589" y="1250"/>
                  </a:cubicBezTo>
                  <a:cubicBezTo>
                    <a:pt x="1225" y="1250"/>
                    <a:pt x="858" y="1267"/>
                    <a:pt x="493" y="1300"/>
                  </a:cubicBezTo>
                  <a:cubicBezTo>
                    <a:pt x="489" y="1300"/>
                    <a:pt x="486" y="1301"/>
                    <a:pt x="482" y="1301"/>
                  </a:cubicBezTo>
                  <a:cubicBezTo>
                    <a:pt x="423" y="1301"/>
                    <a:pt x="373" y="1251"/>
                    <a:pt x="373" y="1190"/>
                  </a:cubicBezTo>
                  <a:lnTo>
                    <a:pt x="373" y="534"/>
                  </a:lnTo>
                  <a:cubicBezTo>
                    <a:pt x="373" y="478"/>
                    <a:pt x="415" y="430"/>
                    <a:pt x="474" y="423"/>
                  </a:cubicBezTo>
                  <a:cubicBezTo>
                    <a:pt x="833" y="391"/>
                    <a:pt x="1197" y="375"/>
                    <a:pt x="1556" y="375"/>
                  </a:cubicBezTo>
                  <a:close/>
                  <a:moveTo>
                    <a:pt x="1555" y="1"/>
                  </a:moveTo>
                  <a:cubicBezTo>
                    <a:pt x="1144" y="1"/>
                    <a:pt x="731" y="21"/>
                    <a:pt x="322" y="63"/>
                  </a:cubicBezTo>
                  <a:cubicBezTo>
                    <a:pt x="140" y="80"/>
                    <a:pt x="0" y="235"/>
                    <a:pt x="0" y="420"/>
                  </a:cubicBezTo>
                  <a:lnTo>
                    <a:pt x="0" y="1442"/>
                  </a:lnTo>
                  <a:cubicBezTo>
                    <a:pt x="0" y="1487"/>
                    <a:pt x="9" y="1532"/>
                    <a:pt x="31" y="1571"/>
                  </a:cubicBezTo>
                  <a:cubicBezTo>
                    <a:pt x="78" y="1651"/>
                    <a:pt x="160" y="1696"/>
                    <a:pt x="249" y="1696"/>
                  </a:cubicBezTo>
                  <a:cubicBezTo>
                    <a:pt x="258" y="1696"/>
                    <a:pt x="266" y="1696"/>
                    <a:pt x="275" y="1695"/>
                  </a:cubicBezTo>
                  <a:cubicBezTo>
                    <a:pt x="712" y="1648"/>
                    <a:pt x="1155" y="1625"/>
                    <a:pt x="1590" y="1625"/>
                  </a:cubicBezTo>
                  <a:cubicBezTo>
                    <a:pt x="2029" y="1625"/>
                    <a:pt x="2473" y="1648"/>
                    <a:pt x="2912" y="1696"/>
                  </a:cubicBezTo>
                  <a:cubicBezTo>
                    <a:pt x="2922" y="1698"/>
                    <a:pt x="2930" y="1698"/>
                    <a:pt x="2940" y="1698"/>
                  </a:cubicBezTo>
                  <a:cubicBezTo>
                    <a:pt x="3027" y="1698"/>
                    <a:pt x="3111" y="1651"/>
                    <a:pt x="3156" y="1572"/>
                  </a:cubicBezTo>
                  <a:cubicBezTo>
                    <a:pt x="3176" y="1533"/>
                    <a:pt x="3187" y="1488"/>
                    <a:pt x="3187" y="1443"/>
                  </a:cubicBezTo>
                  <a:lnTo>
                    <a:pt x="3187" y="428"/>
                  </a:lnTo>
                  <a:cubicBezTo>
                    <a:pt x="3187" y="245"/>
                    <a:pt x="3048" y="89"/>
                    <a:pt x="2865" y="71"/>
                  </a:cubicBezTo>
                  <a:cubicBezTo>
                    <a:pt x="2428" y="24"/>
                    <a:pt x="1990" y="1"/>
                    <a:pt x="15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3" name="Google Shape;10963;p45"/>
          <p:cNvGrpSpPr/>
          <p:nvPr/>
        </p:nvGrpSpPr>
        <p:grpSpPr>
          <a:xfrm>
            <a:off x="7360584" y="2011619"/>
            <a:ext cx="395683" cy="413433"/>
            <a:chOff x="7360584" y="2011619"/>
            <a:chExt cx="395683" cy="413433"/>
          </a:xfrm>
        </p:grpSpPr>
        <p:sp>
          <p:nvSpPr>
            <p:cNvPr id="10964" name="Google Shape;10964;p45"/>
            <p:cNvSpPr/>
            <p:nvPr/>
          </p:nvSpPr>
          <p:spPr>
            <a:xfrm>
              <a:off x="7360584" y="2044777"/>
              <a:ext cx="395683" cy="362494"/>
            </a:xfrm>
            <a:custGeom>
              <a:rect b="b" l="l" r="r" t="t"/>
              <a:pathLst>
                <a:path extrusionOk="0" h="12233" w="13353">
                  <a:moveTo>
                    <a:pt x="2974" y="1"/>
                  </a:moveTo>
                  <a:cubicBezTo>
                    <a:pt x="1181" y="1198"/>
                    <a:pt x="0" y="3240"/>
                    <a:pt x="0" y="5556"/>
                  </a:cubicBezTo>
                  <a:cubicBezTo>
                    <a:pt x="0" y="9242"/>
                    <a:pt x="2988" y="12233"/>
                    <a:pt x="6676" y="12233"/>
                  </a:cubicBezTo>
                  <a:cubicBezTo>
                    <a:pt x="10362" y="12233"/>
                    <a:pt x="13352" y="9244"/>
                    <a:pt x="13352" y="5556"/>
                  </a:cubicBezTo>
                  <a:cubicBezTo>
                    <a:pt x="13349" y="3240"/>
                    <a:pt x="12171" y="1198"/>
                    <a:pt x="1037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45"/>
            <p:cNvSpPr/>
            <p:nvPr/>
          </p:nvSpPr>
          <p:spPr>
            <a:xfrm>
              <a:off x="7394277" y="2117881"/>
              <a:ext cx="328180" cy="284976"/>
            </a:xfrm>
            <a:custGeom>
              <a:rect b="b" l="l" r="r" t="t"/>
              <a:pathLst>
                <a:path extrusionOk="0" h="9617" w="11075">
                  <a:moveTo>
                    <a:pt x="4373" y="1"/>
                  </a:moveTo>
                  <a:cubicBezTo>
                    <a:pt x="3663" y="2134"/>
                    <a:pt x="1" y="3756"/>
                    <a:pt x="668" y="6857"/>
                  </a:cubicBezTo>
                  <a:cubicBezTo>
                    <a:pt x="965" y="8241"/>
                    <a:pt x="1813" y="9091"/>
                    <a:pt x="2721" y="9616"/>
                  </a:cubicBezTo>
                  <a:cubicBezTo>
                    <a:pt x="2827" y="9556"/>
                    <a:pt x="2932" y="9498"/>
                    <a:pt x="3040" y="9447"/>
                  </a:cubicBezTo>
                  <a:cubicBezTo>
                    <a:pt x="3825" y="9061"/>
                    <a:pt x="4682" y="8868"/>
                    <a:pt x="5538" y="8868"/>
                  </a:cubicBezTo>
                  <a:cubicBezTo>
                    <a:pt x="6394" y="8868"/>
                    <a:pt x="7250" y="9061"/>
                    <a:pt x="8036" y="9447"/>
                  </a:cubicBezTo>
                  <a:cubicBezTo>
                    <a:pt x="8143" y="9500"/>
                    <a:pt x="8247" y="9556"/>
                    <a:pt x="8354" y="9616"/>
                  </a:cubicBezTo>
                  <a:cubicBezTo>
                    <a:pt x="9262" y="9094"/>
                    <a:pt x="10111" y="8242"/>
                    <a:pt x="10408" y="6857"/>
                  </a:cubicBezTo>
                  <a:cubicBezTo>
                    <a:pt x="11075" y="3756"/>
                    <a:pt x="7412" y="2134"/>
                    <a:pt x="6702" y="1"/>
                  </a:cubicBezTo>
                  <a:cubicBezTo>
                    <a:pt x="6319" y="58"/>
                    <a:pt x="5928" y="86"/>
                    <a:pt x="5538" y="86"/>
                  </a:cubicBezTo>
                  <a:cubicBezTo>
                    <a:pt x="5147" y="86"/>
                    <a:pt x="4757" y="58"/>
                    <a:pt x="4373"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45"/>
            <p:cNvSpPr/>
            <p:nvPr/>
          </p:nvSpPr>
          <p:spPr>
            <a:xfrm>
              <a:off x="7522556" y="2034762"/>
              <a:ext cx="71681" cy="46671"/>
            </a:xfrm>
            <a:custGeom>
              <a:rect b="b" l="l" r="r" t="t"/>
              <a:pathLst>
                <a:path extrusionOk="0" h="1575" w="2419">
                  <a:moveTo>
                    <a:pt x="2111" y="1"/>
                  </a:moveTo>
                  <a:cubicBezTo>
                    <a:pt x="2103" y="1"/>
                    <a:pt x="2096" y="1"/>
                    <a:pt x="2088" y="2"/>
                  </a:cubicBezTo>
                  <a:cubicBezTo>
                    <a:pt x="1921" y="13"/>
                    <a:pt x="1795" y="157"/>
                    <a:pt x="1806" y="323"/>
                  </a:cubicBezTo>
                  <a:cubicBezTo>
                    <a:pt x="1809" y="337"/>
                    <a:pt x="1809" y="351"/>
                    <a:pt x="1809" y="365"/>
                  </a:cubicBezTo>
                  <a:cubicBezTo>
                    <a:pt x="1809" y="695"/>
                    <a:pt x="1540" y="965"/>
                    <a:pt x="1207" y="965"/>
                  </a:cubicBezTo>
                  <a:cubicBezTo>
                    <a:pt x="878" y="965"/>
                    <a:pt x="607" y="697"/>
                    <a:pt x="607" y="365"/>
                  </a:cubicBezTo>
                  <a:cubicBezTo>
                    <a:pt x="607" y="351"/>
                    <a:pt x="609" y="337"/>
                    <a:pt x="609" y="323"/>
                  </a:cubicBezTo>
                  <a:cubicBezTo>
                    <a:pt x="621" y="157"/>
                    <a:pt x="495" y="13"/>
                    <a:pt x="327" y="2"/>
                  </a:cubicBezTo>
                  <a:cubicBezTo>
                    <a:pt x="322" y="1"/>
                    <a:pt x="316" y="1"/>
                    <a:pt x="310" y="1"/>
                  </a:cubicBezTo>
                  <a:cubicBezTo>
                    <a:pt x="151" y="1"/>
                    <a:pt x="16" y="124"/>
                    <a:pt x="6" y="285"/>
                  </a:cubicBezTo>
                  <a:cubicBezTo>
                    <a:pt x="2" y="316"/>
                    <a:pt x="1" y="342"/>
                    <a:pt x="1" y="367"/>
                  </a:cubicBezTo>
                  <a:cubicBezTo>
                    <a:pt x="1" y="1034"/>
                    <a:pt x="543" y="1575"/>
                    <a:pt x="1210" y="1575"/>
                  </a:cubicBezTo>
                  <a:cubicBezTo>
                    <a:pt x="1876" y="1575"/>
                    <a:pt x="2418" y="1034"/>
                    <a:pt x="2415" y="367"/>
                  </a:cubicBezTo>
                  <a:cubicBezTo>
                    <a:pt x="2415" y="342"/>
                    <a:pt x="2412" y="314"/>
                    <a:pt x="2410" y="285"/>
                  </a:cubicBezTo>
                  <a:cubicBezTo>
                    <a:pt x="2400" y="124"/>
                    <a:pt x="2268" y="1"/>
                    <a:pt x="2111"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45"/>
            <p:cNvSpPr/>
            <p:nvPr/>
          </p:nvSpPr>
          <p:spPr>
            <a:xfrm>
              <a:off x="7447497" y="2011619"/>
              <a:ext cx="221799" cy="34018"/>
            </a:xfrm>
            <a:custGeom>
              <a:rect b="b" l="l" r="r" t="t"/>
              <a:pathLst>
                <a:path extrusionOk="0" h="1148" w="7485">
                  <a:moveTo>
                    <a:pt x="3743" y="1"/>
                  </a:moveTo>
                  <a:cubicBezTo>
                    <a:pt x="2355" y="1"/>
                    <a:pt x="1067" y="425"/>
                    <a:pt x="0" y="1148"/>
                  </a:cubicBezTo>
                  <a:lnTo>
                    <a:pt x="7485" y="1148"/>
                  </a:lnTo>
                  <a:cubicBezTo>
                    <a:pt x="6418" y="422"/>
                    <a:pt x="5130" y="1"/>
                    <a:pt x="3743"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45"/>
            <p:cNvSpPr/>
            <p:nvPr/>
          </p:nvSpPr>
          <p:spPr>
            <a:xfrm>
              <a:off x="7549432" y="2059979"/>
              <a:ext cx="17987" cy="49783"/>
            </a:xfrm>
            <a:custGeom>
              <a:rect b="b" l="l" r="r" t="t"/>
              <a:pathLst>
                <a:path extrusionOk="0" h="1680" w="607">
                  <a:moveTo>
                    <a:pt x="303" y="1"/>
                  </a:moveTo>
                  <a:cubicBezTo>
                    <a:pt x="135" y="1"/>
                    <a:pt x="0" y="138"/>
                    <a:pt x="0" y="304"/>
                  </a:cubicBezTo>
                  <a:lnTo>
                    <a:pt x="0" y="1377"/>
                  </a:lnTo>
                  <a:cubicBezTo>
                    <a:pt x="0" y="1544"/>
                    <a:pt x="135" y="1680"/>
                    <a:pt x="303" y="1680"/>
                  </a:cubicBezTo>
                  <a:cubicBezTo>
                    <a:pt x="470" y="1680"/>
                    <a:pt x="606" y="1546"/>
                    <a:pt x="606" y="1377"/>
                  </a:cubicBezTo>
                  <a:lnTo>
                    <a:pt x="606" y="304"/>
                  </a:lnTo>
                  <a:cubicBezTo>
                    <a:pt x="606" y="138"/>
                    <a:pt x="470" y="1"/>
                    <a:pt x="3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45"/>
            <p:cNvSpPr/>
            <p:nvPr/>
          </p:nvSpPr>
          <p:spPr>
            <a:xfrm>
              <a:off x="7477099" y="2119777"/>
              <a:ext cx="162623" cy="268885"/>
            </a:xfrm>
            <a:custGeom>
              <a:rect b="b" l="l" r="r" t="t"/>
              <a:pathLst>
                <a:path extrusionOk="0" h="9074" w="5488">
                  <a:moveTo>
                    <a:pt x="2155" y="1"/>
                  </a:moveTo>
                  <a:cubicBezTo>
                    <a:pt x="1777" y="2101"/>
                    <a:pt x="1" y="3723"/>
                    <a:pt x="327" y="6793"/>
                  </a:cubicBezTo>
                  <a:cubicBezTo>
                    <a:pt x="436" y="7818"/>
                    <a:pt x="696" y="8550"/>
                    <a:pt x="1006" y="9074"/>
                  </a:cubicBezTo>
                  <a:cubicBezTo>
                    <a:pt x="1571" y="8893"/>
                    <a:pt x="2157" y="8802"/>
                    <a:pt x="2744" y="8802"/>
                  </a:cubicBezTo>
                  <a:cubicBezTo>
                    <a:pt x="3331" y="8802"/>
                    <a:pt x="3918" y="8893"/>
                    <a:pt x="4482" y="9074"/>
                  </a:cubicBezTo>
                  <a:cubicBezTo>
                    <a:pt x="4793" y="8550"/>
                    <a:pt x="5051" y="7818"/>
                    <a:pt x="5163" y="6793"/>
                  </a:cubicBezTo>
                  <a:cubicBezTo>
                    <a:pt x="5488" y="3725"/>
                    <a:pt x="3710" y="2102"/>
                    <a:pt x="3332" y="1"/>
                  </a:cubicBezTo>
                  <a:cubicBezTo>
                    <a:pt x="3136" y="15"/>
                    <a:pt x="2939" y="23"/>
                    <a:pt x="2743" y="23"/>
                  </a:cubicBezTo>
                  <a:cubicBezTo>
                    <a:pt x="2546" y="23"/>
                    <a:pt x="2350" y="15"/>
                    <a:pt x="2155"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45"/>
            <p:cNvSpPr/>
            <p:nvPr/>
          </p:nvSpPr>
          <p:spPr>
            <a:xfrm>
              <a:off x="7523208" y="2097197"/>
              <a:ext cx="70288" cy="25039"/>
            </a:xfrm>
            <a:custGeom>
              <a:rect b="b" l="l" r="r" t="t"/>
              <a:pathLst>
                <a:path extrusionOk="0" h="845" w="2372">
                  <a:moveTo>
                    <a:pt x="755" y="1"/>
                  </a:moveTo>
                  <a:cubicBezTo>
                    <a:pt x="434" y="1"/>
                    <a:pt x="150" y="214"/>
                    <a:pt x="72" y="525"/>
                  </a:cubicBezTo>
                  <a:cubicBezTo>
                    <a:pt x="54" y="602"/>
                    <a:pt x="29" y="680"/>
                    <a:pt x="1" y="756"/>
                  </a:cubicBezTo>
                  <a:cubicBezTo>
                    <a:pt x="392" y="815"/>
                    <a:pt x="790" y="845"/>
                    <a:pt x="1188" y="845"/>
                  </a:cubicBezTo>
                  <a:cubicBezTo>
                    <a:pt x="1585" y="845"/>
                    <a:pt x="1982" y="815"/>
                    <a:pt x="2371" y="756"/>
                  </a:cubicBezTo>
                  <a:cubicBezTo>
                    <a:pt x="2343" y="680"/>
                    <a:pt x="2318" y="602"/>
                    <a:pt x="2300" y="525"/>
                  </a:cubicBezTo>
                  <a:cubicBezTo>
                    <a:pt x="2222" y="214"/>
                    <a:pt x="1937" y="1"/>
                    <a:pt x="1617"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45"/>
            <p:cNvSpPr/>
            <p:nvPr/>
          </p:nvSpPr>
          <p:spPr>
            <a:xfrm>
              <a:off x="7473425" y="2378765"/>
              <a:ext cx="169913" cy="46286"/>
            </a:xfrm>
            <a:custGeom>
              <a:rect b="b" l="l" r="r" t="t"/>
              <a:pathLst>
                <a:path extrusionOk="0" h="1562" w="5734">
                  <a:moveTo>
                    <a:pt x="2867" y="0"/>
                  </a:moveTo>
                  <a:cubicBezTo>
                    <a:pt x="2011" y="0"/>
                    <a:pt x="1154" y="194"/>
                    <a:pt x="369" y="581"/>
                  </a:cubicBezTo>
                  <a:cubicBezTo>
                    <a:pt x="244" y="641"/>
                    <a:pt x="122" y="708"/>
                    <a:pt x="0" y="781"/>
                  </a:cubicBezTo>
                  <a:cubicBezTo>
                    <a:pt x="122" y="853"/>
                    <a:pt x="246" y="921"/>
                    <a:pt x="369" y="982"/>
                  </a:cubicBezTo>
                  <a:cubicBezTo>
                    <a:pt x="1156" y="1368"/>
                    <a:pt x="2012" y="1561"/>
                    <a:pt x="2868" y="1561"/>
                  </a:cubicBezTo>
                  <a:cubicBezTo>
                    <a:pt x="3724" y="1561"/>
                    <a:pt x="4579" y="1368"/>
                    <a:pt x="5365" y="982"/>
                  </a:cubicBezTo>
                  <a:cubicBezTo>
                    <a:pt x="5489" y="921"/>
                    <a:pt x="5612" y="853"/>
                    <a:pt x="5733" y="781"/>
                  </a:cubicBezTo>
                  <a:cubicBezTo>
                    <a:pt x="5612" y="710"/>
                    <a:pt x="5487" y="641"/>
                    <a:pt x="5365" y="581"/>
                  </a:cubicBezTo>
                  <a:cubicBezTo>
                    <a:pt x="4579" y="194"/>
                    <a:pt x="3723" y="0"/>
                    <a:pt x="2867"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2" name="Google Shape;10972;p45"/>
          <p:cNvGrpSpPr/>
          <p:nvPr/>
        </p:nvGrpSpPr>
        <p:grpSpPr>
          <a:xfrm>
            <a:off x="6700461" y="2011619"/>
            <a:ext cx="395742" cy="413403"/>
            <a:chOff x="6700461" y="2011619"/>
            <a:chExt cx="395742" cy="413403"/>
          </a:xfrm>
        </p:grpSpPr>
        <p:sp>
          <p:nvSpPr>
            <p:cNvPr id="10973" name="Google Shape;10973;p45"/>
            <p:cNvSpPr/>
            <p:nvPr/>
          </p:nvSpPr>
          <p:spPr>
            <a:xfrm>
              <a:off x="6700461" y="2029368"/>
              <a:ext cx="395742" cy="358790"/>
            </a:xfrm>
            <a:custGeom>
              <a:rect b="b" l="l" r="r" t="t"/>
              <a:pathLst>
                <a:path extrusionOk="0" h="12108" w="13355">
                  <a:moveTo>
                    <a:pt x="6678" y="0"/>
                  </a:moveTo>
                  <a:cubicBezTo>
                    <a:pt x="2990" y="0"/>
                    <a:pt x="1" y="2989"/>
                    <a:pt x="1" y="6676"/>
                  </a:cubicBezTo>
                  <a:cubicBezTo>
                    <a:pt x="1" y="8915"/>
                    <a:pt x="1103" y="10897"/>
                    <a:pt x="2796" y="12108"/>
                  </a:cubicBezTo>
                  <a:lnTo>
                    <a:pt x="10614" y="12069"/>
                  </a:lnTo>
                  <a:cubicBezTo>
                    <a:pt x="12276" y="10855"/>
                    <a:pt x="13355" y="8892"/>
                    <a:pt x="13355" y="6676"/>
                  </a:cubicBezTo>
                  <a:cubicBezTo>
                    <a:pt x="13355" y="2991"/>
                    <a:pt x="10366" y="0"/>
                    <a:pt x="6678"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45"/>
            <p:cNvSpPr/>
            <p:nvPr/>
          </p:nvSpPr>
          <p:spPr>
            <a:xfrm>
              <a:off x="6788085" y="2326642"/>
              <a:ext cx="222303" cy="98380"/>
            </a:xfrm>
            <a:custGeom>
              <a:rect b="b" l="l" r="r" t="t"/>
              <a:pathLst>
                <a:path extrusionOk="0" h="3320" w="7502">
                  <a:moveTo>
                    <a:pt x="1727" y="0"/>
                  </a:moveTo>
                  <a:cubicBezTo>
                    <a:pt x="1710" y="544"/>
                    <a:pt x="1612" y="1315"/>
                    <a:pt x="1244" y="1749"/>
                  </a:cubicBezTo>
                  <a:lnTo>
                    <a:pt x="1244" y="1748"/>
                  </a:lnTo>
                  <a:cubicBezTo>
                    <a:pt x="1220" y="1774"/>
                    <a:pt x="1189" y="1794"/>
                    <a:pt x="1157" y="1804"/>
                  </a:cubicBezTo>
                  <a:cubicBezTo>
                    <a:pt x="756" y="1905"/>
                    <a:pt x="373" y="2034"/>
                    <a:pt x="0" y="2186"/>
                  </a:cubicBezTo>
                  <a:cubicBezTo>
                    <a:pt x="1060" y="2901"/>
                    <a:pt x="2343" y="3319"/>
                    <a:pt x="3721" y="3319"/>
                  </a:cubicBezTo>
                  <a:cubicBezTo>
                    <a:pt x="5125" y="3319"/>
                    <a:pt x="6428" y="2885"/>
                    <a:pt x="7502" y="2146"/>
                  </a:cubicBezTo>
                  <a:cubicBezTo>
                    <a:pt x="7160" y="2010"/>
                    <a:pt x="6810" y="1895"/>
                    <a:pt x="6445" y="1804"/>
                  </a:cubicBezTo>
                  <a:cubicBezTo>
                    <a:pt x="6411" y="1796"/>
                    <a:pt x="6381" y="1777"/>
                    <a:pt x="6358" y="1748"/>
                  </a:cubicBezTo>
                  <a:lnTo>
                    <a:pt x="6358" y="1749"/>
                  </a:lnTo>
                  <a:cubicBezTo>
                    <a:pt x="5986" y="1315"/>
                    <a:pt x="5891" y="544"/>
                    <a:pt x="5874" y="0"/>
                  </a:cubicBezTo>
                  <a:cubicBezTo>
                    <a:pt x="5312" y="692"/>
                    <a:pt x="4671" y="1165"/>
                    <a:pt x="3801" y="1165"/>
                  </a:cubicBezTo>
                  <a:cubicBezTo>
                    <a:pt x="2930" y="1165"/>
                    <a:pt x="2288" y="694"/>
                    <a:pt x="1727" y="0"/>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45"/>
            <p:cNvSpPr/>
            <p:nvPr/>
          </p:nvSpPr>
          <p:spPr>
            <a:xfrm>
              <a:off x="6803612" y="2156225"/>
              <a:ext cx="194063" cy="207250"/>
            </a:xfrm>
            <a:custGeom>
              <a:rect b="b" l="l" r="r" t="t"/>
              <a:pathLst>
                <a:path extrusionOk="0" h="6994" w="6549">
                  <a:moveTo>
                    <a:pt x="404" y="0"/>
                  </a:moveTo>
                  <a:cubicBezTo>
                    <a:pt x="407" y="69"/>
                    <a:pt x="410" y="131"/>
                    <a:pt x="415" y="188"/>
                  </a:cubicBezTo>
                  <a:cubicBezTo>
                    <a:pt x="427" y="367"/>
                    <a:pt x="384" y="547"/>
                    <a:pt x="286" y="700"/>
                  </a:cubicBezTo>
                  <a:cubicBezTo>
                    <a:pt x="230" y="787"/>
                    <a:pt x="185" y="880"/>
                    <a:pt x="151" y="972"/>
                  </a:cubicBezTo>
                  <a:cubicBezTo>
                    <a:pt x="34" y="1269"/>
                    <a:pt x="0" y="1592"/>
                    <a:pt x="44" y="1907"/>
                  </a:cubicBezTo>
                  <a:lnTo>
                    <a:pt x="205" y="3083"/>
                  </a:lnTo>
                  <a:cubicBezTo>
                    <a:pt x="205" y="4771"/>
                    <a:pt x="1105" y="5916"/>
                    <a:pt x="1872" y="6513"/>
                  </a:cubicBezTo>
                  <a:cubicBezTo>
                    <a:pt x="2271" y="6824"/>
                    <a:pt x="2765" y="6993"/>
                    <a:pt x="3275" y="6993"/>
                  </a:cubicBezTo>
                  <a:cubicBezTo>
                    <a:pt x="3783" y="6993"/>
                    <a:pt x="4278" y="6824"/>
                    <a:pt x="4677" y="6513"/>
                  </a:cubicBezTo>
                  <a:cubicBezTo>
                    <a:pt x="5445" y="5919"/>
                    <a:pt x="6345" y="4771"/>
                    <a:pt x="6345" y="3083"/>
                  </a:cubicBezTo>
                  <a:lnTo>
                    <a:pt x="6505" y="1907"/>
                  </a:lnTo>
                  <a:cubicBezTo>
                    <a:pt x="6549" y="1595"/>
                    <a:pt x="6515" y="1275"/>
                    <a:pt x="6403" y="979"/>
                  </a:cubicBezTo>
                  <a:cubicBezTo>
                    <a:pt x="6370" y="883"/>
                    <a:pt x="6323" y="787"/>
                    <a:pt x="6264" y="698"/>
                  </a:cubicBezTo>
                  <a:cubicBezTo>
                    <a:pt x="6168" y="544"/>
                    <a:pt x="6124" y="364"/>
                    <a:pt x="6137" y="184"/>
                  </a:cubicBezTo>
                  <a:cubicBezTo>
                    <a:pt x="6140" y="126"/>
                    <a:pt x="6145" y="64"/>
                    <a:pt x="6146"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45"/>
            <p:cNvSpPr/>
            <p:nvPr/>
          </p:nvSpPr>
          <p:spPr>
            <a:xfrm>
              <a:off x="6782217" y="2377876"/>
              <a:ext cx="70496" cy="41841"/>
            </a:xfrm>
            <a:custGeom>
              <a:rect b="b" l="l" r="r" t="t"/>
              <a:pathLst>
                <a:path extrusionOk="0" h="1412" w="2379">
                  <a:moveTo>
                    <a:pt x="1019" y="0"/>
                  </a:moveTo>
                  <a:cubicBezTo>
                    <a:pt x="986" y="0"/>
                    <a:pt x="953" y="5"/>
                    <a:pt x="919" y="14"/>
                  </a:cubicBezTo>
                  <a:cubicBezTo>
                    <a:pt x="604" y="99"/>
                    <a:pt x="299" y="204"/>
                    <a:pt x="1" y="320"/>
                  </a:cubicBezTo>
                  <a:cubicBezTo>
                    <a:pt x="703" y="828"/>
                    <a:pt x="1510" y="1206"/>
                    <a:pt x="2379" y="1411"/>
                  </a:cubicBezTo>
                  <a:cubicBezTo>
                    <a:pt x="1840" y="959"/>
                    <a:pt x="1515" y="480"/>
                    <a:pt x="1355" y="196"/>
                  </a:cubicBezTo>
                  <a:cubicBezTo>
                    <a:pt x="1284" y="74"/>
                    <a:pt x="1154" y="0"/>
                    <a:pt x="10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45"/>
            <p:cNvSpPr/>
            <p:nvPr/>
          </p:nvSpPr>
          <p:spPr>
            <a:xfrm>
              <a:off x="6946144" y="2377254"/>
              <a:ext cx="69962" cy="41960"/>
            </a:xfrm>
            <a:custGeom>
              <a:rect b="b" l="l" r="r" t="t"/>
              <a:pathLst>
                <a:path extrusionOk="0" h="1416" w="2361">
                  <a:moveTo>
                    <a:pt x="1362" y="1"/>
                  </a:moveTo>
                  <a:cubicBezTo>
                    <a:pt x="1227" y="1"/>
                    <a:pt x="1097" y="74"/>
                    <a:pt x="1027" y="195"/>
                  </a:cubicBezTo>
                  <a:cubicBezTo>
                    <a:pt x="862" y="484"/>
                    <a:pt x="537" y="960"/>
                    <a:pt x="1" y="1415"/>
                  </a:cubicBezTo>
                  <a:cubicBezTo>
                    <a:pt x="867" y="1199"/>
                    <a:pt x="1664" y="817"/>
                    <a:pt x="2361" y="302"/>
                  </a:cubicBezTo>
                  <a:cubicBezTo>
                    <a:pt x="1911" y="133"/>
                    <a:pt x="1630" y="57"/>
                    <a:pt x="1451" y="12"/>
                  </a:cubicBezTo>
                  <a:cubicBezTo>
                    <a:pt x="1422" y="4"/>
                    <a:pt x="1392" y="1"/>
                    <a:pt x="13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45"/>
            <p:cNvSpPr/>
            <p:nvPr/>
          </p:nvSpPr>
          <p:spPr>
            <a:xfrm>
              <a:off x="6887739" y="2011619"/>
              <a:ext cx="28358" cy="13572"/>
            </a:xfrm>
            <a:custGeom>
              <a:rect b="b" l="l" r="r" t="t"/>
              <a:pathLst>
                <a:path extrusionOk="0" h="458" w="957">
                  <a:moveTo>
                    <a:pt x="478" y="1"/>
                  </a:moveTo>
                  <a:cubicBezTo>
                    <a:pt x="222" y="1"/>
                    <a:pt x="12" y="203"/>
                    <a:pt x="1" y="458"/>
                  </a:cubicBezTo>
                  <a:cubicBezTo>
                    <a:pt x="32" y="456"/>
                    <a:pt x="65" y="456"/>
                    <a:pt x="99" y="456"/>
                  </a:cubicBezTo>
                  <a:lnTo>
                    <a:pt x="851" y="456"/>
                  </a:lnTo>
                  <a:cubicBezTo>
                    <a:pt x="887" y="456"/>
                    <a:pt x="921" y="456"/>
                    <a:pt x="957" y="458"/>
                  </a:cubicBezTo>
                  <a:cubicBezTo>
                    <a:pt x="944" y="203"/>
                    <a:pt x="735" y="1"/>
                    <a:pt x="478"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45"/>
            <p:cNvSpPr/>
            <p:nvPr/>
          </p:nvSpPr>
          <p:spPr>
            <a:xfrm>
              <a:off x="6780765" y="2024331"/>
              <a:ext cx="242068" cy="131865"/>
            </a:xfrm>
            <a:custGeom>
              <a:rect b="b" l="l" r="r" t="t"/>
              <a:pathLst>
                <a:path extrusionOk="0" h="4450" w="8169">
                  <a:moveTo>
                    <a:pt x="3709" y="1"/>
                  </a:moveTo>
                  <a:cubicBezTo>
                    <a:pt x="1702" y="1"/>
                    <a:pt x="54" y="1607"/>
                    <a:pt x="0" y="3590"/>
                  </a:cubicBezTo>
                  <a:lnTo>
                    <a:pt x="0" y="4450"/>
                  </a:lnTo>
                  <a:lnTo>
                    <a:pt x="8168" y="4450"/>
                  </a:lnTo>
                  <a:lnTo>
                    <a:pt x="8168" y="3590"/>
                  </a:lnTo>
                  <a:cubicBezTo>
                    <a:pt x="8116" y="1607"/>
                    <a:pt x="6468" y="1"/>
                    <a:pt x="4461"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45"/>
            <p:cNvSpPr/>
            <p:nvPr/>
          </p:nvSpPr>
          <p:spPr>
            <a:xfrm>
              <a:off x="6780706" y="2024390"/>
              <a:ext cx="121167" cy="131805"/>
            </a:xfrm>
            <a:custGeom>
              <a:rect b="b" l="l" r="r" t="t"/>
              <a:pathLst>
                <a:path extrusionOk="0" h="4448" w="4089">
                  <a:moveTo>
                    <a:pt x="3709" y="0"/>
                  </a:moveTo>
                  <a:cubicBezTo>
                    <a:pt x="1703" y="0"/>
                    <a:pt x="55" y="1605"/>
                    <a:pt x="0" y="3588"/>
                  </a:cubicBezTo>
                  <a:lnTo>
                    <a:pt x="0" y="4448"/>
                  </a:lnTo>
                  <a:lnTo>
                    <a:pt x="2612" y="4448"/>
                  </a:lnTo>
                  <a:cubicBezTo>
                    <a:pt x="2514" y="4171"/>
                    <a:pt x="2519" y="3796"/>
                    <a:pt x="2931" y="3383"/>
                  </a:cubicBezTo>
                  <a:cubicBezTo>
                    <a:pt x="2931" y="3383"/>
                    <a:pt x="2909" y="919"/>
                    <a:pt x="4089"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45"/>
            <p:cNvSpPr/>
            <p:nvPr/>
          </p:nvSpPr>
          <p:spPr>
            <a:xfrm>
              <a:off x="6821391" y="2024331"/>
              <a:ext cx="160667" cy="131865"/>
            </a:xfrm>
            <a:custGeom>
              <a:rect b="b" l="l" r="r" t="t"/>
              <a:pathLst>
                <a:path extrusionOk="0" h="4450" w="5422">
                  <a:moveTo>
                    <a:pt x="2462" y="1"/>
                  </a:moveTo>
                  <a:cubicBezTo>
                    <a:pt x="1130" y="1"/>
                    <a:pt x="37" y="1607"/>
                    <a:pt x="0" y="3590"/>
                  </a:cubicBezTo>
                  <a:lnTo>
                    <a:pt x="0" y="4450"/>
                  </a:lnTo>
                  <a:lnTo>
                    <a:pt x="5422" y="4450"/>
                  </a:lnTo>
                  <a:lnTo>
                    <a:pt x="5422" y="3590"/>
                  </a:lnTo>
                  <a:cubicBezTo>
                    <a:pt x="5389" y="1607"/>
                    <a:pt x="4295" y="1"/>
                    <a:pt x="2963"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45"/>
            <p:cNvSpPr/>
            <p:nvPr/>
          </p:nvSpPr>
          <p:spPr>
            <a:xfrm>
              <a:off x="6987096" y="2144194"/>
              <a:ext cx="52272" cy="131539"/>
            </a:xfrm>
            <a:custGeom>
              <a:rect b="b" l="l" r="r" t="t"/>
              <a:pathLst>
                <a:path extrusionOk="0" h="4439" w="1764">
                  <a:moveTo>
                    <a:pt x="310" y="0"/>
                  </a:moveTo>
                  <a:cubicBezTo>
                    <a:pt x="139" y="0"/>
                    <a:pt x="1" y="140"/>
                    <a:pt x="1" y="310"/>
                  </a:cubicBezTo>
                  <a:lnTo>
                    <a:pt x="1" y="4129"/>
                  </a:lnTo>
                  <a:cubicBezTo>
                    <a:pt x="1" y="4300"/>
                    <a:pt x="141" y="4438"/>
                    <a:pt x="310" y="4438"/>
                  </a:cubicBezTo>
                  <a:lnTo>
                    <a:pt x="800" y="4438"/>
                  </a:lnTo>
                  <a:cubicBezTo>
                    <a:pt x="1330" y="4438"/>
                    <a:pt x="1764" y="4005"/>
                    <a:pt x="1764" y="3475"/>
                  </a:cubicBezTo>
                  <a:lnTo>
                    <a:pt x="1764" y="964"/>
                  </a:lnTo>
                  <a:cubicBezTo>
                    <a:pt x="1764" y="434"/>
                    <a:pt x="1330" y="0"/>
                    <a:pt x="800"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45"/>
            <p:cNvSpPr/>
            <p:nvPr/>
          </p:nvSpPr>
          <p:spPr>
            <a:xfrm>
              <a:off x="6762749" y="2144194"/>
              <a:ext cx="52242" cy="131539"/>
            </a:xfrm>
            <a:custGeom>
              <a:rect b="b" l="l" r="r" t="t"/>
              <a:pathLst>
                <a:path extrusionOk="0" h="4439" w="1763">
                  <a:moveTo>
                    <a:pt x="964" y="0"/>
                  </a:moveTo>
                  <a:cubicBezTo>
                    <a:pt x="434" y="0"/>
                    <a:pt x="0" y="434"/>
                    <a:pt x="0" y="964"/>
                  </a:cubicBezTo>
                  <a:lnTo>
                    <a:pt x="0" y="3475"/>
                  </a:lnTo>
                  <a:cubicBezTo>
                    <a:pt x="0" y="4005"/>
                    <a:pt x="434" y="4438"/>
                    <a:pt x="964" y="4438"/>
                  </a:cubicBezTo>
                  <a:lnTo>
                    <a:pt x="1454" y="4438"/>
                  </a:lnTo>
                  <a:cubicBezTo>
                    <a:pt x="1623" y="4438"/>
                    <a:pt x="1763" y="4300"/>
                    <a:pt x="1763" y="4129"/>
                  </a:cubicBezTo>
                  <a:lnTo>
                    <a:pt x="1763" y="310"/>
                  </a:lnTo>
                  <a:cubicBezTo>
                    <a:pt x="1763" y="140"/>
                    <a:pt x="1625" y="0"/>
                    <a:pt x="1454"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45"/>
            <p:cNvSpPr/>
            <p:nvPr/>
          </p:nvSpPr>
          <p:spPr>
            <a:xfrm>
              <a:off x="6795226" y="2121259"/>
              <a:ext cx="213147" cy="48627"/>
            </a:xfrm>
            <a:custGeom>
              <a:rect b="b" l="l" r="r" t="t"/>
              <a:pathLst>
                <a:path extrusionOk="0" h="1641" w="7193">
                  <a:moveTo>
                    <a:pt x="3597" y="0"/>
                  </a:moveTo>
                  <a:cubicBezTo>
                    <a:pt x="2324" y="0"/>
                    <a:pt x="1153" y="400"/>
                    <a:pt x="229" y="1065"/>
                  </a:cubicBezTo>
                  <a:cubicBezTo>
                    <a:pt x="0" y="1231"/>
                    <a:pt x="112" y="1592"/>
                    <a:pt x="395" y="1600"/>
                  </a:cubicBezTo>
                  <a:cubicBezTo>
                    <a:pt x="1438" y="1628"/>
                    <a:pt x="2509" y="1640"/>
                    <a:pt x="3597" y="1640"/>
                  </a:cubicBezTo>
                  <a:cubicBezTo>
                    <a:pt x="4685" y="1640"/>
                    <a:pt x="5753" y="1628"/>
                    <a:pt x="6799" y="1600"/>
                  </a:cubicBezTo>
                  <a:cubicBezTo>
                    <a:pt x="7080" y="1594"/>
                    <a:pt x="7192" y="1231"/>
                    <a:pt x="6964" y="1065"/>
                  </a:cubicBezTo>
                  <a:cubicBezTo>
                    <a:pt x="6039" y="400"/>
                    <a:pt x="4869" y="0"/>
                    <a:pt x="359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5" name="Google Shape;10985;p45"/>
          <p:cNvGrpSpPr/>
          <p:nvPr/>
        </p:nvGrpSpPr>
        <p:grpSpPr>
          <a:xfrm>
            <a:off x="8015433" y="1330841"/>
            <a:ext cx="408573" cy="413433"/>
            <a:chOff x="8015433" y="1330841"/>
            <a:chExt cx="408573" cy="413433"/>
          </a:xfrm>
        </p:grpSpPr>
        <p:sp>
          <p:nvSpPr>
            <p:cNvPr id="10986" name="Google Shape;10986;p45"/>
            <p:cNvSpPr/>
            <p:nvPr/>
          </p:nvSpPr>
          <p:spPr>
            <a:xfrm>
              <a:off x="8015611" y="1348591"/>
              <a:ext cx="395683" cy="385222"/>
            </a:xfrm>
            <a:custGeom>
              <a:rect b="b" l="l" r="r" t="t"/>
              <a:pathLst>
                <a:path extrusionOk="0" h="13000" w="13353">
                  <a:moveTo>
                    <a:pt x="6677" y="0"/>
                  </a:moveTo>
                  <a:cubicBezTo>
                    <a:pt x="2990" y="0"/>
                    <a:pt x="0" y="2989"/>
                    <a:pt x="0" y="6676"/>
                  </a:cubicBezTo>
                  <a:cubicBezTo>
                    <a:pt x="0" y="9193"/>
                    <a:pt x="1393" y="11383"/>
                    <a:pt x="3450" y="12521"/>
                  </a:cubicBezTo>
                  <a:lnTo>
                    <a:pt x="8825" y="13000"/>
                  </a:lnTo>
                  <a:cubicBezTo>
                    <a:pt x="11458" y="12106"/>
                    <a:pt x="13353" y="9613"/>
                    <a:pt x="13353" y="6676"/>
                  </a:cubicBezTo>
                  <a:cubicBezTo>
                    <a:pt x="13353" y="2991"/>
                    <a:pt x="10362" y="0"/>
                    <a:pt x="6677"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45"/>
            <p:cNvSpPr/>
            <p:nvPr/>
          </p:nvSpPr>
          <p:spPr>
            <a:xfrm>
              <a:off x="8041213" y="1550063"/>
              <a:ext cx="135628" cy="103832"/>
            </a:xfrm>
            <a:custGeom>
              <a:rect b="b" l="l" r="r" t="t"/>
              <a:pathLst>
                <a:path extrusionOk="0" h="3504" w="4577">
                  <a:moveTo>
                    <a:pt x="427" y="0"/>
                  </a:moveTo>
                  <a:cubicBezTo>
                    <a:pt x="190" y="0"/>
                    <a:pt x="1" y="193"/>
                    <a:pt x="1" y="426"/>
                  </a:cubicBezTo>
                  <a:lnTo>
                    <a:pt x="1" y="3078"/>
                  </a:lnTo>
                  <a:cubicBezTo>
                    <a:pt x="1" y="3311"/>
                    <a:pt x="193" y="3504"/>
                    <a:pt x="427" y="3504"/>
                  </a:cubicBezTo>
                  <a:lnTo>
                    <a:pt x="3904" y="3504"/>
                  </a:lnTo>
                  <a:lnTo>
                    <a:pt x="4258" y="2896"/>
                  </a:lnTo>
                  <a:cubicBezTo>
                    <a:pt x="4308" y="2807"/>
                    <a:pt x="4390" y="2745"/>
                    <a:pt x="4490" y="2719"/>
                  </a:cubicBezTo>
                  <a:lnTo>
                    <a:pt x="4577" y="2695"/>
                  </a:lnTo>
                  <a:lnTo>
                    <a:pt x="4504" y="2639"/>
                  </a:lnTo>
                  <a:cubicBezTo>
                    <a:pt x="4017" y="2251"/>
                    <a:pt x="3803" y="1642"/>
                    <a:pt x="3870" y="832"/>
                  </a:cubicBezTo>
                  <a:cubicBezTo>
                    <a:pt x="3893" y="552"/>
                    <a:pt x="3949" y="274"/>
                    <a:pt x="4036"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45"/>
            <p:cNvSpPr/>
            <p:nvPr/>
          </p:nvSpPr>
          <p:spPr>
            <a:xfrm>
              <a:off x="8072920" y="1583755"/>
              <a:ext cx="50138" cy="36418"/>
            </a:xfrm>
            <a:custGeom>
              <a:rect b="b" l="l" r="r" t="t"/>
              <a:pathLst>
                <a:path extrusionOk="0" h="1229" w="1692">
                  <a:moveTo>
                    <a:pt x="614" y="1"/>
                  </a:moveTo>
                  <a:cubicBezTo>
                    <a:pt x="275" y="1"/>
                    <a:pt x="0" y="278"/>
                    <a:pt x="0" y="615"/>
                  </a:cubicBezTo>
                  <a:cubicBezTo>
                    <a:pt x="0" y="954"/>
                    <a:pt x="275" y="1229"/>
                    <a:pt x="614" y="1229"/>
                  </a:cubicBezTo>
                  <a:lnTo>
                    <a:pt x="1691" y="1229"/>
                  </a:lnTo>
                  <a:cubicBezTo>
                    <a:pt x="1624" y="1171"/>
                    <a:pt x="1579" y="1084"/>
                    <a:pt x="1579" y="990"/>
                  </a:cubicBezTo>
                  <a:lnTo>
                    <a:pt x="1579" y="243"/>
                  </a:lnTo>
                  <a:cubicBezTo>
                    <a:pt x="1579" y="145"/>
                    <a:pt x="1624" y="60"/>
                    <a:pt x="169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45"/>
            <p:cNvSpPr/>
            <p:nvPr/>
          </p:nvSpPr>
          <p:spPr>
            <a:xfrm>
              <a:off x="8015433" y="1394551"/>
              <a:ext cx="222214" cy="159867"/>
            </a:xfrm>
            <a:custGeom>
              <a:rect b="b" l="l" r="r" t="t"/>
              <a:pathLst>
                <a:path extrusionOk="0" h="5395" w="7499">
                  <a:moveTo>
                    <a:pt x="0" y="0"/>
                  </a:moveTo>
                  <a:lnTo>
                    <a:pt x="0" y="2991"/>
                  </a:lnTo>
                  <a:cubicBezTo>
                    <a:pt x="0" y="3457"/>
                    <a:pt x="98" y="3921"/>
                    <a:pt x="297" y="4343"/>
                  </a:cubicBezTo>
                  <a:cubicBezTo>
                    <a:pt x="543" y="4859"/>
                    <a:pt x="970" y="5394"/>
                    <a:pt x="1688" y="5394"/>
                  </a:cubicBezTo>
                  <a:lnTo>
                    <a:pt x="4864" y="5394"/>
                  </a:lnTo>
                  <a:cubicBezTo>
                    <a:pt x="4949" y="5085"/>
                    <a:pt x="5077" y="4782"/>
                    <a:pt x="5240" y="4499"/>
                  </a:cubicBezTo>
                  <a:lnTo>
                    <a:pt x="5776" y="3569"/>
                  </a:lnTo>
                  <a:cubicBezTo>
                    <a:pt x="5896" y="3364"/>
                    <a:pt x="6111" y="3249"/>
                    <a:pt x="6333" y="3249"/>
                  </a:cubicBezTo>
                  <a:cubicBezTo>
                    <a:pt x="6442" y="3249"/>
                    <a:pt x="6552" y="3276"/>
                    <a:pt x="6652" y="3335"/>
                  </a:cubicBezTo>
                  <a:cubicBezTo>
                    <a:pt x="6956" y="3512"/>
                    <a:pt x="7063" y="3904"/>
                    <a:pt x="6886" y="4208"/>
                  </a:cubicBezTo>
                  <a:lnTo>
                    <a:pt x="6927" y="4231"/>
                  </a:lnTo>
                  <a:lnTo>
                    <a:pt x="6966" y="4255"/>
                  </a:lnTo>
                  <a:lnTo>
                    <a:pt x="7314" y="3652"/>
                  </a:lnTo>
                  <a:cubicBezTo>
                    <a:pt x="7438" y="3266"/>
                    <a:pt x="7499" y="2864"/>
                    <a:pt x="7499" y="2458"/>
                  </a:cubicBezTo>
                  <a:lnTo>
                    <a:pt x="7499" y="1385"/>
                  </a:lnTo>
                  <a:cubicBezTo>
                    <a:pt x="7499" y="1006"/>
                    <a:pt x="7191" y="698"/>
                    <a:pt x="6810" y="698"/>
                  </a:cubicBezTo>
                  <a:cubicBezTo>
                    <a:pt x="6432" y="698"/>
                    <a:pt x="6123" y="1005"/>
                    <a:pt x="6123" y="1385"/>
                  </a:cubicBezTo>
                  <a:lnTo>
                    <a:pt x="6123" y="0"/>
                  </a:lnTo>
                  <a:lnTo>
                    <a:pt x="6121" y="0"/>
                  </a:lnTo>
                  <a:cubicBezTo>
                    <a:pt x="6095" y="485"/>
                    <a:pt x="5689" y="874"/>
                    <a:pt x="5198" y="874"/>
                  </a:cubicBezTo>
                  <a:lnTo>
                    <a:pt x="925" y="874"/>
                  </a:lnTo>
                  <a:cubicBezTo>
                    <a:pt x="434" y="874"/>
                    <a:pt x="30" y="485"/>
                    <a:pt x="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45"/>
            <p:cNvSpPr/>
            <p:nvPr/>
          </p:nvSpPr>
          <p:spPr>
            <a:xfrm>
              <a:off x="8132600" y="1416420"/>
              <a:ext cx="78141" cy="103210"/>
            </a:xfrm>
            <a:custGeom>
              <a:rect b="b" l="l" r="r" t="t"/>
              <a:pathLst>
                <a:path extrusionOk="0" h="3483" w="2637">
                  <a:moveTo>
                    <a:pt x="2637" y="1"/>
                  </a:moveTo>
                  <a:cubicBezTo>
                    <a:pt x="2374" y="89"/>
                    <a:pt x="2188" y="330"/>
                    <a:pt x="2175" y="616"/>
                  </a:cubicBezTo>
                  <a:lnTo>
                    <a:pt x="2175" y="1353"/>
                  </a:lnTo>
                  <a:cubicBezTo>
                    <a:pt x="2175" y="1439"/>
                    <a:pt x="2116" y="1512"/>
                    <a:pt x="2032" y="1533"/>
                  </a:cubicBezTo>
                  <a:cubicBezTo>
                    <a:pt x="1449" y="1672"/>
                    <a:pt x="419" y="2068"/>
                    <a:pt x="41" y="3179"/>
                  </a:cubicBezTo>
                  <a:cubicBezTo>
                    <a:pt x="1" y="3299"/>
                    <a:pt x="64" y="3430"/>
                    <a:pt x="186" y="3470"/>
                  </a:cubicBezTo>
                  <a:cubicBezTo>
                    <a:pt x="210" y="3478"/>
                    <a:pt x="234" y="3483"/>
                    <a:pt x="259" y="3483"/>
                  </a:cubicBezTo>
                  <a:cubicBezTo>
                    <a:pt x="353" y="3483"/>
                    <a:pt x="444" y="3422"/>
                    <a:pt x="476" y="3327"/>
                  </a:cubicBezTo>
                  <a:cubicBezTo>
                    <a:pt x="781" y="2426"/>
                    <a:pt x="1650" y="2098"/>
                    <a:pt x="2139" y="1983"/>
                  </a:cubicBezTo>
                  <a:cubicBezTo>
                    <a:pt x="2433" y="1913"/>
                    <a:pt x="2637" y="1656"/>
                    <a:pt x="2637" y="1355"/>
                  </a:cubicBezTo>
                  <a:lnTo>
                    <a:pt x="2637" y="1"/>
                  </a:ln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45"/>
            <p:cNvSpPr/>
            <p:nvPr/>
          </p:nvSpPr>
          <p:spPr>
            <a:xfrm>
              <a:off x="8118228" y="1581592"/>
              <a:ext cx="50375" cy="40804"/>
            </a:xfrm>
            <a:custGeom>
              <a:rect b="b" l="l" r="r" t="t"/>
              <a:pathLst>
                <a:path extrusionOk="0" h="1377" w="1700">
                  <a:moveTo>
                    <a:pt x="316" y="1"/>
                  </a:moveTo>
                  <a:cubicBezTo>
                    <a:pt x="144" y="1"/>
                    <a:pt x="1" y="142"/>
                    <a:pt x="1" y="316"/>
                  </a:cubicBezTo>
                  <a:lnTo>
                    <a:pt x="1" y="1063"/>
                  </a:lnTo>
                  <a:cubicBezTo>
                    <a:pt x="1" y="1235"/>
                    <a:pt x="144" y="1376"/>
                    <a:pt x="316" y="1376"/>
                  </a:cubicBezTo>
                  <a:lnTo>
                    <a:pt x="1700" y="1375"/>
                  </a:lnTo>
                  <a:cubicBezTo>
                    <a:pt x="1401" y="1035"/>
                    <a:pt x="1255" y="574"/>
                    <a:pt x="1263"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45"/>
            <p:cNvSpPr/>
            <p:nvPr/>
          </p:nvSpPr>
          <p:spPr>
            <a:xfrm>
              <a:off x="8152809" y="1484367"/>
              <a:ext cx="245565" cy="209265"/>
            </a:xfrm>
            <a:custGeom>
              <a:rect b="b" l="l" r="r" t="t"/>
              <a:pathLst>
                <a:path extrusionOk="0" h="7062" w="8287">
                  <a:moveTo>
                    <a:pt x="2985" y="0"/>
                  </a:moveTo>
                  <a:lnTo>
                    <a:pt x="2293" y="1197"/>
                  </a:lnTo>
                  <a:lnTo>
                    <a:pt x="2293" y="1197"/>
                  </a:lnTo>
                  <a:cubicBezTo>
                    <a:pt x="2481" y="870"/>
                    <a:pt x="2367" y="452"/>
                    <a:pt x="2040" y="263"/>
                  </a:cubicBezTo>
                  <a:cubicBezTo>
                    <a:pt x="1932" y="200"/>
                    <a:pt x="1814" y="170"/>
                    <a:pt x="1697" y="170"/>
                  </a:cubicBezTo>
                  <a:cubicBezTo>
                    <a:pt x="1460" y="170"/>
                    <a:pt x="1229" y="293"/>
                    <a:pt x="1100" y="512"/>
                  </a:cubicBezTo>
                  <a:lnTo>
                    <a:pt x="564" y="1440"/>
                  </a:lnTo>
                  <a:cubicBezTo>
                    <a:pt x="281" y="1930"/>
                    <a:pt x="102" y="2475"/>
                    <a:pt x="57" y="3041"/>
                  </a:cubicBezTo>
                  <a:cubicBezTo>
                    <a:pt x="1" y="3745"/>
                    <a:pt x="136" y="4580"/>
                    <a:pt x="934" y="5040"/>
                  </a:cubicBezTo>
                  <a:cubicBezTo>
                    <a:pt x="1249" y="5223"/>
                    <a:pt x="1520" y="5379"/>
                    <a:pt x="1751" y="5512"/>
                  </a:cubicBezTo>
                  <a:cubicBezTo>
                    <a:pt x="2824" y="6133"/>
                    <a:pt x="2939" y="6198"/>
                    <a:pt x="2939" y="6198"/>
                  </a:cubicBezTo>
                  <a:cubicBezTo>
                    <a:pt x="2939" y="6198"/>
                    <a:pt x="3052" y="6265"/>
                    <a:pt x="4125" y="6885"/>
                  </a:cubicBezTo>
                  <a:cubicBezTo>
                    <a:pt x="4343" y="7010"/>
                    <a:pt x="4562" y="7061"/>
                    <a:pt x="4775" y="7061"/>
                  </a:cubicBezTo>
                  <a:cubicBezTo>
                    <a:pt x="5174" y="7061"/>
                    <a:pt x="5551" y="6882"/>
                    <a:pt x="5856" y="6670"/>
                  </a:cubicBezTo>
                  <a:cubicBezTo>
                    <a:pt x="6242" y="6405"/>
                    <a:pt x="6558" y="6053"/>
                    <a:pt x="6791" y="5649"/>
                  </a:cubicBezTo>
                  <a:lnTo>
                    <a:pt x="8286" y="3058"/>
                  </a:lnTo>
                  <a:lnTo>
                    <a:pt x="8283" y="3058"/>
                  </a:lnTo>
                  <a:cubicBezTo>
                    <a:pt x="8108" y="3327"/>
                    <a:pt x="7811" y="3476"/>
                    <a:pt x="7507" y="3476"/>
                  </a:cubicBezTo>
                  <a:cubicBezTo>
                    <a:pt x="7350" y="3476"/>
                    <a:pt x="7192" y="3437"/>
                    <a:pt x="7047" y="3353"/>
                  </a:cubicBezTo>
                  <a:lnTo>
                    <a:pt x="3348" y="1219"/>
                  </a:lnTo>
                  <a:cubicBezTo>
                    <a:pt x="2923" y="974"/>
                    <a:pt x="2768" y="434"/>
                    <a:pt x="298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45"/>
            <p:cNvSpPr/>
            <p:nvPr/>
          </p:nvSpPr>
          <p:spPr>
            <a:xfrm>
              <a:off x="8152809" y="1484367"/>
              <a:ext cx="245565" cy="209265"/>
            </a:xfrm>
            <a:custGeom>
              <a:rect b="b" l="l" r="r" t="t"/>
              <a:pathLst>
                <a:path extrusionOk="0" h="7062" w="8287">
                  <a:moveTo>
                    <a:pt x="2985" y="0"/>
                  </a:moveTo>
                  <a:lnTo>
                    <a:pt x="2293" y="1197"/>
                  </a:lnTo>
                  <a:lnTo>
                    <a:pt x="2293" y="1197"/>
                  </a:lnTo>
                  <a:cubicBezTo>
                    <a:pt x="2481" y="870"/>
                    <a:pt x="2367" y="452"/>
                    <a:pt x="2040" y="263"/>
                  </a:cubicBezTo>
                  <a:cubicBezTo>
                    <a:pt x="1932" y="200"/>
                    <a:pt x="1814" y="170"/>
                    <a:pt x="1697" y="170"/>
                  </a:cubicBezTo>
                  <a:cubicBezTo>
                    <a:pt x="1460" y="170"/>
                    <a:pt x="1229" y="293"/>
                    <a:pt x="1100" y="512"/>
                  </a:cubicBezTo>
                  <a:lnTo>
                    <a:pt x="564" y="1440"/>
                  </a:lnTo>
                  <a:cubicBezTo>
                    <a:pt x="281" y="1930"/>
                    <a:pt x="102" y="2475"/>
                    <a:pt x="57" y="3041"/>
                  </a:cubicBezTo>
                  <a:cubicBezTo>
                    <a:pt x="1" y="3745"/>
                    <a:pt x="136" y="4580"/>
                    <a:pt x="934" y="5040"/>
                  </a:cubicBezTo>
                  <a:cubicBezTo>
                    <a:pt x="1249" y="5223"/>
                    <a:pt x="1520" y="5379"/>
                    <a:pt x="1751" y="5512"/>
                  </a:cubicBezTo>
                  <a:cubicBezTo>
                    <a:pt x="2824" y="6133"/>
                    <a:pt x="2939" y="6198"/>
                    <a:pt x="2939" y="6198"/>
                  </a:cubicBezTo>
                  <a:cubicBezTo>
                    <a:pt x="2939" y="6198"/>
                    <a:pt x="3052" y="6265"/>
                    <a:pt x="4125" y="6885"/>
                  </a:cubicBezTo>
                  <a:cubicBezTo>
                    <a:pt x="4343" y="7010"/>
                    <a:pt x="4562" y="7061"/>
                    <a:pt x="4775" y="7061"/>
                  </a:cubicBezTo>
                  <a:cubicBezTo>
                    <a:pt x="5174" y="7061"/>
                    <a:pt x="5551" y="6882"/>
                    <a:pt x="5856" y="6670"/>
                  </a:cubicBezTo>
                  <a:cubicBezTo>
                    <a:pt x="6242" y="6405"/>
                    <a:pt x="6558" y="6053"/>
                    <a:pt x="6791" y="5649"/>
                  </a:cubicBezTo>
                  <a:lnTo>
                    <a:pt x="8286" y="3058"/>
                  </a:lnTo>
                  <a:lnTo>
                    <a:pt x="8283" y="3058"/>
                  </a:lnTo>
                  <a:cubicBezTo>
                    <a:pt x="8108" y="3327"/>
                    <a:pt x="7811" y="3476"/>
                    <a:pt x="7507" y="3476"/>
                  </a:cubicBezTo>
                  <a:cubicBezTo>
                    <a:pt x="7350" y="3476"/>
                    <a:pt x="7192" y="3437"/>
                    <a:pt x="7047" y="3353"/>
                  </a:cubicBezTo>
                  <a:lnTo>
                    <a:pt x="3348" y="1219"/>
                  </a:lnTo>
                  <a:cubicBezTo>
                    <a:pt x="2923" y="974"/>
                    <a:pt x="2768" y="434"/>
                    <a:pt x="298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45"/>
            <p:cNvSpPr/>
            <p:nvPr/>
          </p:nvSpPr>
          <p:spPr>
            <a:xfrm>
              <a:off x="8192072" y="1496428"/>
              <a:ext cx="50820" cy="128872"/>
            </a:xfrm>
            <a:custGeom>
              <a:rect b="b" l="l" r="r" t="t"/>
              <a:pathLst>
                <a:path extrusionOk="0" h="4349" w="1715">
                  <a:moveTo>
                    <a:pt x="893" y="1"/>
                  </a:moveTo>
                  <a:lnTo>
                    <a:pt x="150" y="1286"/>
                  </a:lnTo>
                  <a:cubicBezTo>
                    <a:pt x="0" y="1546"/>
                    <a:pt x="47" y="1872"/>
                    <a:pt x="266" y="2079"/>
                  </a:cubicBezTo>
                  <a:cubicBezTo>
                    <a:pt x="635" y="2424"/>
                    <a:pt x="1219" y="3141"/>
                    <a:pt x="1034" y="4073"/>
                  </a:cubicBezTo>
                  <a:cubicBezTo>
                    <a:pt x="1009" y="4198"/>
                    <a:pt x="1088" y="4320"/>
                    <a:pt x="1214" y="4344"/>
                  </a:cubicBezTo>
                  <a:cubicBezTo>
                    <a:pt x="1230" y="4348"/>
                    <a:pt x="1245" y="4348"/>
                    <a:pt x="1259" y="4348"/>
                  </a:cubicBezTo>
                  <a:cubicBezTo>
                    <a:pt x="1367" y="4348"/>
                    <a:pt x="1463" y="4272"/>
                    <a:pt x="1485" y="4163"/>
                  </a:cubicBezTo>
                  <a:cubicBezTo>
                    <a:pt x="1715" y="3013"/>
                    <a:pt x="1018" y="2152"/>
                    <a:pt x="582" y="1742"/>
                  </a:cubicBezTo>
                  <a:cubicBezTo>
                    <a:pt x="520" y="1684"/>
                    <a:pt x="506" y="1589"/>
                    <a:pt x="549" y="1515"/>
                  </a:cubicBezTo>
                  <a:lnTo>
                    <a:pt x="987" y="755"/>
                  </a:lnTo>
                  <a:cubicBezTo>
                    <a:pt x="1112" y="503"/>
                    <a:pt x="1070" y="206"/>
                    <a:pt x="893"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45"/>
            <p:cNvSpPr/>
            <p:nvPr/>
          </p:nvSpPr>
          <p:spPr>
            <a:xfrm>
              <a:off x="8117813" y="1628885"/>
              <a:ext cx="177736" cy="115389"/>
            </a:xfrm>
            <a:custGeom>
              <a:rect b="b" l="l" r="r" t="t"/>
              <a:pathLst>
                <a:path extrusionOk="0" h="3894" w="5998">
                  <a:moveTo>
                    <a:pt x="2002" y="1"/>
                  </a:moveTo>
                  <a:cubicBezTo>
                    <a:pt x="1855" y="1"/>
                    <a:pt x="1711" y="77"/>
                    <a:pt x="1633" y="213"/>
                  </a:cubicBezTo>
                  <a:lnTo>
                    <a:pt x="1" y="3062"/>
                  </a:lnTo>
                  <a:cubicBezTo>
                    <a:pt x="957" y="3590"/>
                    <a:pt x="2056" y="3893"/>
                    <a:pt x="3228" y="3893"/>
                  </a:cubicBezTo>
                  <a:cubicBezTo>
                    <a:pt x="3980" y="3893"/>
                    <a:pt x="4703" y="3769"/>
                    <a:pt x="5376" y="3541"/>
                  </a:cubicBezTo>
                  <a:lnTo>
                    <a:pt x="5881" y="2665"/>
                  </a:lnTo>
                  <a:cubicBezTo>
                    <a:pt x="5998" y="2462"/>
                    <a:pt x="5928" y="2199"/>
                    <a:pt x="5724" y="2083"/>
                  </a:cubicBezTo>
                  <a:lnTo>
                    <a:pt x="2213" y="57"/>
                  </a:lnTo>
                  <a:cubicBezTo>
                    <a:pt x="2146" y="19"/>
                    <a:pt x="2074" y="1"/>
                    <a:pt x="20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45"/>
            <p:cNvSpPr/>
            <p:nvPr/>
          </p:nvSpPr>
          <p:spPr>
            <a:xfrm>
              <a:off x="8233706" y="1439267"/>
              <a:ext cx="190300" cy="149466"/>
            </a:xfrm>
            <a:custGeom>
              <a:rect b="b" l="l" r="r" t="t"/>
              <a:pathLst>
                <a:path extrusionOk="0" h="5044" w="6422">
                  <a:moveTo>
                    <a:pt x="1671" y="0"/>
                  </a:moveTo>
                  <a:cubicBezTo>
                    <a:pt x="1351" y="0"/>
                    <a:pt x="1038" y="166"/>
                    <a:pt x="866" y="461"/>
                  </a:cubicBezTo>
                  <a:lnTo>
                    <a:pt x="255" y="1522"/>
                  </a:lnTo>
                  <a:cubicBezTo>
                    <a:pt x="1" y="1964"/>
                    <a:pt x="154" y="2531"/>
                    <a:pt x="593" y="2785"/>
                  </a:cubicBezTo>
                  <a:lnTo>
                    <a:pt x="4292" y="4920"/>
                  </a:lnTo>
                  <a:cubicBezTo>
                    <a:pt x="4437" y="5004"/>
                    <a:pt x="4596" y="5044"/>
                    <a:pt x="4752" y="5044"/>
                  </a:cubicBezTo>
                  <a:cubicBezTo>
                    <a:pt x="5072" y="5044"/>
                    <a:pt x="5385" y="4878"/>
                    <a:pt x="5556" y="4583"/>
                  </a:cubicBezTo>
                  <a:lnTo>
                    <a:pt x="6167" y="3521"/>
                  </a:lnTo>
                  <a:cubicBezTo>
                    <a:pt x="6422" y="3080"/>
                    <a:pt x="6268" y="2513"/>
                    <a:pt x="5830" y="2259"/>
                  </a:cubicBezTo>
                  <a:lnTo>
                    <a:pt x="2130" y="124"/>
                  </a:lnTo>
                  <a:cubicBezTo>
                    <a:pt x="1986" y="40"/>
                    <a:pt x="1827" y="0"/>
                    <a:pt x="167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45"/>
            <p:cNvSpPr/>
            <p:nvPr/>
          </p:nvSpPr>
          <p:spPr>
            <a:xfrm>
              <a:off x="8192517" y="1685246"/>
              <a:ext cx="57517" cy="49901"/>
            </a:xfrm>
            <a:custGeom>
              <a:rect b="b" l="l" r="r" t="t"/>
              <a:pathLst>
                <a:path extrusionOk="0" h="1684" w="1941">
                  <a:moveTo>
                    <a:pt x="613" y="0"/>
                  </a:moveTo>
                  <a:cubicBezTo>
                    <a:pt x="643" y="84"/>
                    <a:pt x="638" y="181"/>
                    <a:pt x="590" y="265"/>
                  </a:cubicBezTo>
                  <a:lnTo>
                    <a:pt x="217" y="910"/>
                  </a:lnTo>
                  <a:cubicBezTo>
                    <a:pt x="169" y="994"/>
                    <a:pt x="86" y="1048"/>
                    <a:pt x="1" y="1063"/>
                  </a:cubicBezTo>
                  <a:lnTo>
                    <a:pt x="935" y="1603"/>
                  </a:lnTo>
                  <a:cubicBezTo>
                    <a:pt x="1031" y="1658"/>
                    <a:pt x="1136" y="1684"/>
                    <a:pt x="1239" y="1684"/>
                  </a:cubicBezTo>
                  <a:cubicBezTo>
                    <a:pt x="1452" y="1684"/>
                    <a:pt x="1659" y="1574"/>
                    <a:pt x="1773" y="1377"/>
                  </a:cubicBezTo>
                  <a:cubicBezTo>
                    <a:pt x="1941" y="1087"/>
                    <a:pt x="1840" y="709"/>
                    <a:pt x="1548" y="541"/>
                  </a:cubicBezTo>
                  <a:lnTo>
                    <a:pt x="613" y="0"/>
                  </a:ln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45"/>
            <p:cNvSpPr/>
            <p:nvPr/>
          </p:nvSpPr>
          <p:spPr>
            <a:xfrm>
              <a:off x="8131415" y="1650932"/>
              <a:ext cx="82467" cy="66762"/>
            </a:xfrm>
            <a:custGeom>
              <a:rect b="b" l="l" r="r" t="t"/>
              <a:pathLst>
                <a:path extrusionOk="0" h="2253" w="2783">
                  <a:moveTo>
                    <a:pt x="731" y="1"/>
                  </a:moveTo>
                  <a:cubicBezTo>
                    <a:pt x="622" y="1"/>
                    <a:pt x="516" y="57"/>
                    <a:pt x="459" y="157"/>
                  </a:cubicBezTo>
                  <a:lnTo>
                    <a:pt x="86" y="802"/>
                  </a:lnTo>
                  <a:cubicBezTo>
                    <a:pt x="0" y="953"/>
                    <a:pt x="51" y="1144"/>
                    <a:pt x="199" y="1233"/>
                  </a:cubicBezTo>
                  <a:lnTo>
                    <a:pt x="1892" y="2209"/>
                  </a:lnTo>
                  <a:cubicBezTo>
                    <a:pt x="1941" y="2238"/>
                    <a:pt x="1996" y="2252"/>
                    <a:pt x="2049" y="2252"/>
                  </a:cubicBezTo>
                  <a:cubicBezTo>
                    <a:pt x="2158" y="2252"/>
                    <a:pt x="2264" y="2195"/>
                    <a:pt x="2321" y="2096"/>
                  </a:cubicBezTo>
                  <a:lnTo>
                    <a:pt x="2694" y="1449"/>
                  </a:lnTo>
                  <a:cubicBezTo>
                    <a:pt x="2783" y="1300"/>
                    <a:pt x="2730" y="1105"/>
                    <a:pt x="2581" y="1020"/>
                  </a:cubicBezTo>
                  <a:lnTo>
                    <a:pt x="888" y="44"/>
                  </a:lnTo>
                  <a:cubicBezTo>
                    <a:pt x="838" y="14"/>
                    <a:pt x="784" y="1"/>
                    <a:pt x="731"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45"/>
            <p:cNvSpPr/>
            <p:nvPr/>
          </p:nvSpPr>
          <p:spPr>
            <a:xfrm>
              <a:off x="8015611" y="1330841"/>
              <a:ext cx="181469" cy="91179"/>
            </a:xfrm>
            <a:custGeom>
              <a:rect b="b" l="l" r="r" t="t"/>
              <a:pathLst>
                <a:path extrusionOk="0" h="3077" w="6124">
                  <a:moveTo>
                    <a:pt x="925" y="1"/>
                  </a:moveTo>
                  <a:cubicBezTo>
                    <a:pt x="415" y="1"/>
                    <a:pt x="0" y="417"/>
                    <a:pt x="0" y="925"/>
                  </a:cubicBezTo>
                  <a:lnTo>
                    <a:pt x="0" y="2152"/>
                  </a:lnTo>
                  <a:cubicBezTo>
                    <a:pt x="0" y="2662"/>
                    <a:pt x="415" y="3077"/>
                    <a:pt x="925" y="3077"/>
                  </a:cubicBezTo>
                  <a:lnTo>
                    <a:pt x="5198" y="3077"/>
                  </a:lnTo>
                  <a:cubicBezTo>
                    <a:pt x="5707" y="3077"/>
                    <a:pt x="6123" y="2660"/>
                    <a:pt x="6123" y="2152"/>
                  </a:cubicBezTo>
                  <a:lnTo>
                    <a:pt x="6123" y="925"/>
                  </a:lnTo>
                  <a:cubicBezTo>
                    <a:pt x="6120" y="417"/>
                    <a:pt x="5705" y="1"/>
                    <a:pt x="5198"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0" name="Google Shape;11000;p45"/>
          <p:cNvGrpSpPr/>
          <p:nvPr/>
        </p:nvGrpSpPr>
        <p:grpSpPr>
          <a:xfrm>
            <a:off x="4710520" y="4148596"/>
            <a:ext cx="413344" cy="413433"/>
            <a:chOff x="4710520" y="4148596"/>
            <a:chExt cx="413344" cy="413433"/>
          </a:xfrm>
        </p:grpSpPr>
        <p:sp>
          <p:nvSpPr>
            <p:cNvPr id="11001" name="Google Shape;11001;p45"/>
            <p:cNvSpPr/>
            <p:nvPr/>
          </p:nvSpPr>
          <p:spPr>
            <a:xfrm>
              <a:off x="4710520" y="4166316"/>
              <a:ext cx="395712" cy="395712"/>
            </a:xfrm>
            <a:custGeom>
              <a:rect b="b" l="l" r="r" t="t"/>
              <a:pathLst>
                <a:path extrusionOk="0" h="13354" w="13354">
                  <a:moveTo>
                    <a:pt x="6675" y="1"/>
                  </a:moveTo>
                  <a:cubicBezTo>
                    <a:pt x="4906" y="1"/>
                    <a:pt x="3301" y="688"/>
                    <a:pt x="2105" y="1810"/>
                  </a:cubicBezTo>
                  <a:lnTo>
                    <a:pt x="1549" y="2401"/>
                  </a:lnTo>
                  <a:cubicBezTo>
                    <a:pt x="582" y="3559"/>
                    <a:pt x="1" y="5049"/>
                    <a:pt x="1" y="6677"/>
                  </a:cubicBezTo>
                  <a:cubicBezTo>
                    <a:pt x="1" y="6943"/>
                    <a:pt x="16" y="7205"/>
                    <a:pt x="47" y="7463"/>
                  </a:cubicBezTo>
                  <a:lnTo>
                    <a:pt x="1720" y="11147"/>
                  </a:lnTo>
                  <a:cubicBezTo>
                    <a:pt x="2942" y="12503"/>
                    <a:pt x="4711" y="13353"/>
                    <a:pt x="6677" y="13353"/>
                  </a:cubicBezTo>
                  <a:cubicBezTo>
                    <a:pt x="10362" y="13353"/>
                    <a:pt x="13353" y="10365"/>
                    <a:pt x="13353" y="6677"/>
                  </a:cubicBezTo>
                  <a:cubicBezTo>
                    <a:pt x="13350" y="2991"/>
                    <a:pt x="10361" y="1"/>
                    <a:pt x="6675"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45"/>
            <p:cNvSpPr/>
            <p:nvPr/>
          </p:nvSpPr>
          <p:spPr>
            <a:xfrm>
              <a:off x="4991644" y="4410755"/>
              <a:ext cx="101254" cy="12297"/>
            </a:xfrm>
            <a:custGeom>
              <a:rect b="b" l="l" r="r" t="t"/>
              <a:pathLst>
                <a:path extrusionOk="0" h="415" w="3417">
                  <a:moveTo>
                    <a:pt x="206" y="1"/>
                  </a:moveTo>
                  <a:cubicBezTo>
                    <a:pt x="91" y="1"/>
                    <a:pt x="0" y="93"/>
                    <a:pt x="0" y="208"/>
                  </a:cubicBezTo>
                  <a:cubicBezTo>
                    <a:pt x="0" y="323"/>
                    <a:pt x="91" y="414"/>
                    <a:pt x="206" y="414"/>
                  </a:cubicBezTo>
                  <a:lnTo>
                    <a:pt x="3212" y="414"/>
                  </a:lnTo>
                  <a:cubicBezTo>
                    <a:pt x="3325" y="414"/>
                    <a:pt x="3417" y="323"/>
                    <a:pt x="3417" y="208"/>
                  </a:cubicBezTo>
                  <a:cubicBezTo>
                    <a:pt x="3417" y="93"/>
                    <a:pt x="3325" y="1"/>
                    <a:pt x="32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45"/>
            <p:cNvSpPr/>
            <p:nvPr/>
          </p:nvSpPr>
          <p:spPr>
            <a:xfrm>
              <a:off x="4870328" y="4410755"/>
              <a:ext cx="101314" cy="12297"/>
            </a:xfrm>
            <a:custGeom>
              <a:rect b="b" l="l" r="r" t="t"/>
              <a:pathLst>
                <a:path extrusionOk="0" h="415" w="3419">
                  <a:moveTo>
                    <a:pt x="205" y="1"/>
                  </a:moveTo>
                  <a:cubicBezTo>
                    <a:pt x="92" y="1"/>
                    <a:pt x="0" y="93"/>
                    <a:pt x="0" y="208"/>
                  </a:cubicBezTo>
                  <a:cubicBezTo>
                    <a:pt x="0" y="323"/>
                    <a:pt x="92" y="414"/>
                    <a:pt x="205" y="414"/>
                  </a:cubicBezTo>
                  <a:lnTo>
                    <a:pt x="3211" y="414"/>
                  </a:lnTo>
                  <a:cubicBezTo>
                    <a:pt x="3326" y="414"/>
                    <a:pt x="3418" y="323"/>
                    <a:pt x="3418" y="208"/>
                  </a:cubicBezTo>
                  <a:cubicBezTo>
                    <a:pt x="3418" y="93"/>
                    <a:pt x="3326" y="1"/>
                    <a:pt x="32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45"/>
            <p:cNvSpPr/>
            <p:nvPr/>
          </p:nvSpPr>
          <p:spPr>
            <a:xfrm>
              <a:off x="4986399" y="4336407"/>
              <a:ext cx="76333" cy="75207"/>
            </a:xfrm>
            <a:custGeom>
              <a:rect b="b" l="l" r="r" t="t"/>
              <a:pathLst>
                <a:path extrusionOk="0" h="2538" w="2576">
                  <a:moveTo>
                    <a:pt x="2351" y="1"/>
                  </a:moveTo>
                  <a:cubicBezTo>
                    <a:pt x="2298" y="1"/>
                    <a:pt x="2246" y="21"/>
                    <a:pt x="2206" y="60"/>
                  </a:cubicBezTo>
                  <a:lnTo>
                    <a:pt x="79" y="2187"/>
                  </a:lnTo>
                  <a:cubicBezTo>
                    <a:pt x="0" y="2267"/>
                    <a:pt x="0" y="2398"/>
                    <a:pt x="79" y="2477"/>
                  </a:cubicBezTo>
                  <a:cubicBezTo>
                    <a:pt x="120" y="2519"/>
                    <a:pt x="173" y="2538"/>
                    <a:pt x="226" y="2538"/>
                  </a:cubicBezTo>
                  <a:cubicBezTo>
                    <a:pt x="278" y="2538"/>
                    <a:pt x="330" y="2519"/>
                    <a:pt x="372" y="2477"/>
                  </a:cubicBezTo>
                  <a:lnTo>
                    <a:pt x="2497" y="352"/>
                  </a:lnTo>
                  <a:cubicBezTo>
                    <a:pt x="2576" y="270"/>
                    <a:pt x="2576" y="141"/>
                    <a:pt x="2497" y="60"/>
                  </a:cubicBezTo>
                  <a:cubicBezTo>
                    <a:pt x="2456" y="21"/>
                    <a:pt x="2403" y="1"/>
                    <a:pt x="23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45"/>
            <p:cNvSpPr/>
            <p:nvPr/>
          </p:nvSpPr>
          <p:spPr>
            <a:xfrm>
              <a:off x="4900583" y="4422193"/>
              <a:ext cx="76393" cy="75237"/>
            </a:xfrm>
            <a:custGeom>
              <a:rect b="b" l="l" r="r" t="t"/>
              <a:pathLst>
                <a:path extrusionOk="0" h="2539" w="2578">
                  <a:moveTo>
                    <a:pt x="2351" y="0"/>
                  </a:moveTo>
                  <a:cubicBezTo>
                    <a:pt x="2298" y="0"/>
                    <a:pt x="2246" y="21"/>
                    <a:pt x="2206" y="61"/>
                  </a:cubicBezTo>
                  <a:lnTo>
                    <a:pt x="81" y="2186"/>
                  </a:lnTo>
                  <a:cubicBezTo>
                    <a:pt x="0" y="2268"/>
                    <a:pt x="0" y="2397"/>
                    <a:pt x="81" y="2478"/>
                  </a:cubicBezTo>
                  <a:cubicBezTo>
                    <a:pt x="122" y="2519"/>
                    <a:pt x="174" y="2539"/>
                    <a:pt x="226" y="2539"/>
                  </a:cubicBezTo>
                  <a:cubicBezTo>
                    <a:pt x="279" y="2539"/>
                    <a:pt x="331" y="2517"/>
                    <a:pt x="372" y="2478"/>
                  </a:cubicBezTo>
                  <a:lnTo>
                    <a:pt x="2498" y="352"/>
                  </a:lnTo>
                  <a:cubicBezTo>
                    <a:pt x="2577" y="271"/>
                    <a:pt x="2577" y="140"/>
                    <a:pt x="2498" y="61"/>
                  </a:cubicBezTo>
                  <a:cubicBezTo>
                    <a:pt x="2457" y="21"/>
                    <a:pt x="2404" y="0"/>
                    <a:pt x="23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45"/>
            <p:cNvSpPr/>
            <p:nvPr/>
          </p:nvSpPr>
          <p:spPr>
            <a:xfrm>
              <a:off x="4975524" y="4305619"/>
              <a:ext cx="12238" cy="101314"/>
            </a:xfrm>
            <a:custGeom>
              <a:rect b="b" l="l" r="r" t="t"/>
              <a:pathLst>
                <a:path extrusionOk="0" h="3419" w="413">
                  <a:moveTo>
                    <a:pt x="205" y="0"/>
                  </a:moveTo>
                  <a:cubicBezTo>
                    <a:pt x="90" y="0"/>
                    <a:pt x="0" y="92"/>
                    <a:pt x="0" y="205"/>
                  </a:cubicBezTo>
                  <a:lnTo>
                    <a:pt x="0" y="3212"/>
                  </a:lnTo>
                  <a:cubicBezTo>
                    <a:pt x="0" y="3327"/>
                    <a:pt x="90" y="3418"/>
                    <a:pt x="205" y="3418"/>
                  </a:cubicBezTo>
                  <a:cubicBezTo>
                    <a:pt x="321" y="3418"/>
                    <a:pt x="412" y="3325"/>
                    <a:pt x="412" y="3212"/>
                  </a:cubicBezTo>
                  <a:lnTo>
                    <a:pt x="412" y="205"/>
                  </a:lnTo>
                  <a:cubicBezTo>
                    <a:pt x="412" y="90"/>
                    <a:pt x="321" y="0"/>
                    <a:pt x="2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45"/>
            <p:cNvSpPr/>
            <p:nvPr/>
          </p:nvSpPr>
          <p:spPr>
            <a:xfrm>
              <a:off x="4975524" y="4426875"/>
              <a:ext cx="12238" cy="101343"/>
            </a:xfrm>
            <a:custGeom>
              <a:rect b="b" l="l" r="r" t="t"/>
              <a:pathLst>
                <a:path extrusionOk="0" h="3420" w="413">
                  <a:moveTo>
                    <a:pt x="205" y="1"/>
                  </a:moveTo>
                  <a:cubicBezTo>
                    <a:pt x="90" y="1"/>
                    <a:pt x="0" y="93"/>
                    <a:pt x="0" y="208"/>
                  </a:cubicBezTo>
                  <a:lnTo>
                    <a:pt x="0" y="3214"/>
                  </a:lnTo>
                  <a:cubicBezTo>
                    <a:pt x="0" y="3329"/>
                    <a:pt x="90" y="3419"/>
                    <a:pt x="205" y="3419"/>
                  </a:cubicBezTo>
                  <a:cubicBezTo>
                    <a:pt x="321" y="3419"/>
                    <a:pt x="412" y="3329"/>
                    <a:pt x="412" y="3214"/>
                  </a:cubicBezTo>
                  <a:lnTo>
                    <a:pt x="412" y="208"/>
                  </a:lnTo>
                  <a:cubicBezTo>
                    <a:pt x="412" y="93"/>
                    <a:pt x="321" y="1"/>
                    <a:pt x="2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45"/>
            <p:cNvSpPr/>
            <p:nvPr/>
          </p:nvSpPr>
          <p:spPr>
            <a:xfrm>
              <a:off x="4900524" y="4336407"/>
              <a:ext cx="76393" cy="75207"/>
            </a:xfrm>
            <a:custGeom>
              <a:rect b="b" l="l" r="r" t="t"/>
              <a:pathLst>
                <a:path extrusionOk="0" h="2538" w="2578">
                  <a:moveTo>
                    <a:pt x="226" y="1"/>
                  </a:moveTo>
                  <a:cubicBezTo>
                    <a:pt x="173" y="1"/>
                    <a:pt x="120" y="21"/>
                    <a:pt x="80" y="60"/>
                  </a:cubicBezTo>
                  <a:cubicBezTo>
                    <a:pt x="1" y="143"/>
                    <a:pt x="1" y="272"/>
                    <a:pt x="80" y="352"/>
                  </a:cubicBezTo>
                  <a:lnTo>
                    <a:pt x="2206" y="2477"/>
                  </a:lnTo>
                  <a:cubicBezTo>
                    <a:pt x="2247" y="2519"/>
                    <a:pt x="2300" y="2538"/>
                    <a:pt x="2353" y="2538"/>
                  </a:cubicBezTo>
                  <a:cubicBezTo>
                    <a:pt x="2404" y="2538"/>
                    <a:pt x="2457" y="2519"/>
                    <a:pt x="2497" y="2477"/>
                  </a:cubicBezTo>
                  <a:cubicBezTo>
                    <a:pt x="2578" y="2396"/>
                    <a:pt x="2578" y="2266"/>
                    <a:pt x="2497" y="2187"/>
                  </a:cubicBezTo>
                  <a:lnTo>
                    <a:pt x="372" y="60"/>
                  </a:lnTo>
                  <a:cubicBezTo>
                    <a:pt x="331" y="21"/>
                    <a:pt x="278" y="1"/>
                    <a:pt x="2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45"/>
            <p:cNvSpPr/>
            <p:nvPr/>
          </p:nvSpPr>
          <p:spPr>
            <a:xfrm>
              <a:off x="4986340" y="4422193"/>
              <a:ext cx="76363" cy="75237"/>
            </a:xfrm>
            <a:custGeom>
              <a:rect b="b" l="l" r="r" t="t"/>
              <a:pathLst>
                <a:path extrusionOk="0" h="2539" w="2577">
                  <a:moveTo>
                    <a:pt x="225" y="0"/>
                  </a:moveTo>
                  <a:cubicBezTo>
                    <a:pt x="172" y="0"/>
                    <a:pt x="120" y="21"/>
                    <a:pt x="80" y="61"/>
                  </a:cubicBezTo>
                  <a:cubicBezTo>
                    <a:pt x="1" y="142"/>
                    <a:pt x="1" y="272"/>
                    <a:pt x="80" y="352"/>
                  </a:cubicBezTo>
                  <a:lnTo>
                    <a:pt x="2205" y="2478"/>
                  </a:lnTo>
                  <a:cubicBezTo>
                    <a:pt x="2247" y="2519"/>
                    <a:pt x="2298" y="2539"/>
                    <a:pt x="2351" y="2539"/>
                  </a:cubicBezTo>
                  <a:cubicBezTo>
                    <a:pt x="2404" y="2539"/>
                    <a:pt x="2457" y="2517"/>
                    <a:pt x="2497" y="2478"/>
                  </a:cubicBezTo>
                  <a:cubicBezTo>
                    <a:pt x="2576" y="2396"/>
                    <a:pt x="2576" y="2267"/>
                    <a:pt x="2497" y="2186"/>
                  </a:cubicBezTo>
                  <a:lnTo>
                    <a:pt x="371" y="61"/>
                  </a:lnTo>
                  <a:cubicBezTo>
                    <a:pt x="330" y="21"/>
                    <a:pt x="277"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45"/>
            <p:cNvSpPr/>
            <p:nvPr/>
          </p:nvSpPr>
          <p:spPr>
            <a:xfrm>
              <a:off x="4847571" y="4282861"/>
              <a:ext cx="268144" cy="268085"/>
            </a:xfrm>
            <a:custGeom>
              <a:rect b="b" l="l" r="r" t="t"/>
              <a:pathLst>
                <a:path extrusionOk="0" h="9047" w="9049">
                  <a:moveTo>
                    <a:pt x="4523" y="973"/>
                  </a:moveTo>
                  <a:cubicBezTo>
                    <a:pt x="6484" y="973"/>
                    <a:pt x="8074" y="2564"/>
                    <a:pt x="8074" y="4524"/>
                  </a:cubicBezTo>
                  <a:cubicBezTo>
                    <a:pt x="8074" y="6484"/>
                    <a:pt x="6484" y="8074"/>
                    <a:pt x="4523" y="8074"/>
                  </a:cubicBezTo>
                  <a:cubicBezTo>
                    <a:pt x="2563" y="8074"/>
                    <a:pt x="973" y="6484"/>
                    <a:pt x="973" y="4524"/>
                  </a:cubicBezTo>
                  <a:cubicBezTo>
                    <a:pt x="973" y="2564"/>
                    <a:pt x="2563" y="973"/>
                    <a:pt x="4523" y="973"/>
                  </a:cubicBezTo>
                  <a:close/>
                  <a:moveTo>
                    <a:pt x="4523" y="0"/>
                  </a:moveTo>
                  <a:cubicBezTo>
                    <a:pt x="2026" y="0"/>
                    <a:pt x="0" y="2026"/>
                    <a:pt x="0" y="4524"/>
                  </a:cubicBezTo>
                  <a:cubicBezTo>
                    <a:pt x="0" y="7023"/>
                    <a:pt x="2026" y="9047"/>
                    <a:pt x="4523" y="9047"/>
                  </a:cubicBezTo>
                  <a:cubicBezTo>
                    <a:pt x="7023" y="9047"/>
                    <a:pt x="9047" y="7023"/>
                    <a:pt x="9047" y="4524"/>
                  </a:cubicBezTo>
                  <a:cubicBezTo>
                    <a:pt x="9048" y="2026"/>
                    <a:pt x="7023" y="0"/>
                    <a:pt x="4523"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45"/>
            <p:cNvSpPr/>
            <p:nvPr/>
          </p:nvSpPr>
          <p:spPr>
            <a:xfrm>
              <a:off x="4839451" y="4274741"/>
              <a:ext cx="284413" cy="284413"/>
            </a:xfrm>
            <a:custGeom>
              <a:rect b="b" l="l" r="r" t="t"/>
              <a:pathLst>
                <a:path extrusionOk="0" h="9598" w="9598">
                  <a:moveTo>
                    <a:pt x="4797" y="548"/>
                  </a:moveTo>
                  <a:cubicBezTo>
                    <a:pt x="7142" y="548"/>
                    <a:pt x="9047" y="2455"/>
                    <a:pt x="9047" y="4798"/>
                  </a:cubicBezTo>
                  <a:cubicBezTo>
                    <a:pt x="9047" y="7140"/>
                    <a:pt x="7140" y="9047"/>
                    <a:pt x="4797" y="9047"/>
                  </a:cubicBezTo>
                  <a:cubicBezTo>
                    <a:pt x="2455" y="9047"/>
                    <a:pt x="548" y="7142"/>
                    <a:pt x="548" y="4798"/>
                  </a:cubicBezTo>
                  <a:cubicBezTo>
                    <a:pt x="548" y="2455"/>
                    <a:pt x="2455" y="548"/>
                    <a:pt x="4797" y="548"/>
                  </a:cubicBezTo>
                  <a:close/>
                  <a:moveTo>
                    <a:pt x="4797" y="1"/>
                  </a:moveTo>
                  <a:cubicBezTo>
                    <a:pt x="2153" y="1"/>
                    <a:pt x="1" y="2154"/>
                    <a:pt x="1" y="4799"/>
                  </a:cubicBezTo>
                  <a:cubicBezTo>
                    <a:pt x="1" y="7445"/>
                    <a:pt x="2152" y="9598"/>
                    <a:pt x="4797" y="9598"/>
                  </a:cubicBezTo>
                  <a:cubicBezTo>
                    <a:pt x="7445" y="9598"/>
                    <a:pt x="9598" y="7445"/>
                    <a:pt x="9594" y="4799"/>
                  </a:cubicBezTo>
                  <a:cubicBezTo>
                    <a:pt x="9594" y="2154"/>
                    <a:pt x="7442" y="1"/>
                    <a:pt x="4797"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45"/>
            <p:cNvSpPr/>
            <p:nvPr/>
          </p:nvSpPr>
          <p:spPr>
            <a:xfrm>
              <a:off x="4898361" y="4269259"/>
              <a:ext cx="87920" cy="142088"/>
            </a:xfrm>
            <a:custGeom>
              <a:rect b="b" l="l" r="r" t="t"/>
              <a:pathLst>
                <a:path extrusionOk="0" h="4795" w="2967">
                  <a:moveTo>
                    <a:pt x="994" y="0"/>
                  </a:moveTo>
                  <a:cubicBezTo>
                    <a:pt x="981" y="0"/>
                    <a:pt x="967" y="3"/>
                    <a:pt x="954" y="9"/>
                  </a:cubicBezTo>
                  <a:lnTo>
                    <a:pt x="304" y="281"/>
                  </a:lnTo>
                  <a:lnTo>
                    <a:pt x="1" y="568"/>
                  </a:lnTo>
                  <a:lnTo>
                    <a:pt x="402" y="980"/>
                  </a:lnTo>
                  <a:cubicBezTo>
                    <a:pt x="602" y="1184"/>
                    <a:pt x="767" y="1417"/>
                    <a:pt x="894" y="1673"/>
                  </a:cubicBezTo>
                  <a:lnTo>
                    <a:pt x="2290" y="4708"/>
                  </a:lnTo>
                  <a:cubicBezTo>
                    <a:pt x="2306" y="4740"/>
                    <a:pt x="2326" y="4770"/>
                    <a:pt x="2349" y="4795"/>
                  </a:cubicBezTo>
                  <a:cubicBezTo>
                    <a:pt x="2430" y="4608"/>
                    <a:pt x="2615" y="4477"/>
                    <a:pt x="2831" y="4477"/>
                  </a:cubicBezTo>
                  <a:cubicBezTo>
                    <a:pt x="2878" y="4477"/>
                    <a:pt x="2925" y="4485"/>
                    <a:pt x="2966" y="4498"/>
                  </a:cubicBezTo>
                  <a:cubicBezTo>
                    <a:pt x="2963" y="4470"/>
                    <a:pt x="2956" y="4440"/>
                    <a:pt x="2943" y="4415"/>
                  </a:cubicBezTo>
                  <a:lnTo>
                    <a:pt x="1089" y="63"/>
                  </a:lnTo>
                  <a:cubicBezTo>
                    <a:pt x="1072" y="23"/>
                    <a:pt x="1034" y="0"/>
                    <a:pt x="994"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45"/>
            <p:cNvSpPr/>
            <p:nvPr/>
          </p:nvSpPr>
          <p:spPr>
            <a:xfrm>
              <a:off x="4866802" y="4192156"/>
              <a:ext cx="39322" cy="24773"/>
            </a:xfrm>
            <a:custGeom>
              <a:rect b="b" l="l" r="r" t="t"/>
              <a:pathLst>
                <a:path extrusionOk="0" h="836" w="1327">
                  <a:moveTo>
                    <a:pt x="1122" y="1"/>
                  </a:moveTo>
                  <a:lnTo>
                    <a:pt x="24" y="164"/>
                  </a:lnTo>
                  <a:cubicBezTo>
                    <a:pt x="16" y="165"/>
                    <a:pt x="9" y="165"/>
                    <a:pt x="1" y="165"/>
                  </a:cubicBezTo>
                  <a:cubicBezTo>
                    <a:pt x="72" y="290"/>
                    <a:pt x="138" y="419"/>
                    <a:pt x="195" y="552"/>
                  </a:cubicBezTo>
                  <a:lnTo>
                    <a:pt x="307" y="835"/>
                  </a:lnTo>
                  <a:cubicBezTo>
                    <a:pt x="455" y="812"/>
                    <a:pt x="601" y="778"/>
                    <a:pt x="742" y="737"/>
                  </a:cubicBezTo>
                  <a:lnTo>
                    <a:pt x="1322" y="566"/>
                  </a:lnTo>
                  <a:cubicBezTo>
                    <a:pt x="1324" y="566"/>
                    <a:pt x="1325" y="566"/>
                    <a:pt x="1327" y="565"/>
                  </a:cubicBezTo>
                  <a:lnTo>
                    <a:pt x="1122" y="1"/>
                  </a:lnTo>
                  <a:close/>
                </a:path>
              </a:pathLst>
            </a:custGeom>
            <a:solidFill>
              <a:srgbClr val="2123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45"/>
            <p:cNvSpPr/>
            <p:nvPr/>
          </p:nvSpPr>
          <p:spPr>
            <a:xfrm>
              <a:off x="4756391" y="4207268"/>
              <a:ext cx="173172" cy="213058"/>
            </a:xfrm>
            <a:custGeom>
              <a:rect b="b" l="l" r="r" t="t"/>
              <a:pathLst>
                <a:path extrusionOk="0" h="7190" w="5844">
                  <a:moveTo>
                    <a:pt x="5041" y="1"/>
                  </a:moveTo>
                  <a:cubicBezTo>
                    <a:pt x="5034" y="1"/>
                    <a:pt x="5027" y="2"/>
                    <a:pt x="5020" y="4"/>
                  </a:cubicBezTo>
                  <a:lnTo>
                    <a:pt x="4442" y="175"/>
                  </a:lnTo>
                  <a:cubicBezTo>
                    <a:pt x="4182" y="251"/>
                    <a:pt x="3915" y="297"/>
                    <a:pt x="3645" y="311"/>
                  </a:cubicBezTo>
                  <a:lnTo>
                    <a:pt x="557" y="430"/>
                  </a:lnTo>
                  <a:cubicBezTo>
                    <a:pt x="362" y="614"/>
                    <a:pt x="175" y="812"/>
                    <a:pt x="1" y="1020"/>
                  </a:cubicBezTo>
                  <a:cubicBezTo>
                    <a:pt x="1530" y="983"/>
                    <a:pt x="3317" y="941"/>
                    <a:pt x="3575" y="941"/>
                  </a:cubicBezTo>
                  <a:cubicBezTo>
                    <a:pt x="3589" y="941"/>
                    <a:pt x="3599" y="941"/>
                    <a:pt x="3613" y="942"/>
                  </a:cubicBezTo>
                  <a:cubicBezTo>
                    <a:pt x="4072" y="966"/>
                    <a:pt x="4304" y="1515"/>
                    <a:pt x="4011" y="1869"/>
                  </a:cubicBezTo>
                  <a:lnTo>
                    <a:pt x="77" y="6706"/>
                  </a:lnTo>
                  <a:lnTo>
                    <a:pt x="77" y="6742"/>
                  </a:lnTo>
                  <a:cubicBezTo>
                    <a:pt x="245" y="6862"/>
                    <a:pt x="386" y="7012"/>
                    <a:pt x="491" y="7190"/>
                  </a:cubicBezTo>
                  <a:lnTo>
                    <a:pt x="4807" y="2677"/>
                  </a:lnTo>
                  <a:cubicBezTo>
                    <a:pt x="4997" y="2480"/>
                    <a:pt x="5232" y="2327"/>
                    <a:pt x="5493" y="2237"/>
                  </a:cubicBezTo>
                  <a:lnTo>
                    <a:pt x="5780" y="2136"/>
                  </a:lnTo>
                  <a:cubicBezTo>
                    <a:pt x="5822" y="2121"/>
                    <a:pt x="5844" y="2074"/>
                    <a:pt x="5828" y="2031"/>
                  </a:cubicBezTo>
                  <a:lnTo>
                    <a:pt x="5120" y="55"/>
                  </a:lnTo>
                  <a:cubicBezTo>
                    <a:pt x="5107" y="21"/>
                    <a:pt x="5075" y="1"/>
                    <a:pt x="5041"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45"/>
            <p:cNvSpPr/>
            <p:nvPr/>
          </p:nvSpPr>
          <p:spPr>
            <a:xfrm>
              <a:off x="4711824" y="4382841"/>
              <a:ext cx="83060" cy="113818"/>
            </a:xfrm>
            <a:custGeom>
              <a:rect b="b" l="l" r="r" t="t"/>
              <a:pathLst>
                <a:path extrusionOk="0" h="3841" w="2803">
                  <a:moveTo>
                    <a:pt x="779" y="1"/>
                  </a:moveTo>
                  <a:cubicBezTo>
                    <a:pt x="502" y="1"/>
                    <a:pt x="241" y="55"/>
                    <a:pt x="0" y="156"/>
                  </a:cubicBezTo>
                  <a:cubicBezTo>
                    <a:pt x="165" y="1566"/>
                    <a:pt x="770" y="2842"/>
                    <a:pt x="1673" y="3840"/>
                  </a:cubicBezTo>
                  <a:cubicBezTo>
                    <a:pt x="2341" y="3511"/>
                    <a:pt x="2803" y="2821"/>
                    <a:pt x="2803" y="2025"/>
                  </a:cubicBezTo>
                  <a:cubicBezTo>
                    <a:pt x="2803" y="907"/>
                    <a:pt x="1898" y="1"/>
                    <a:pt x="77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45"/>
            <p:cNvSpPr/>
            <p:nvPr/>
          </p:nvSpPr>
          <p:spPr>
            <a:xfrm>
              <a:off x="4944647" y="4148596"/>
              <a:ext cx="36241" cy="35678"/>
            </a:xfrm>
            <a:custGeom>
              <a:rect b="b" l="l" r="r" t="t"/>
              <a:pathLst>
                <a:path extrusionOk="0" h="1204" w="1223">
                  <a:moveTo>
                    <a:pt x="881" y="0"/>
                  </a:moveTo>
                  <a:cubicBezTo>
                    <a:pt x="747" y="0"/>
                    <a:pt x="630" y="86"/>
                    <a:pt x="592" y="212"/>
                  </a:cubicBezTo>
                  <a:cubicBezTo>
                    <a:pt x="514" y="480"/>
                    <a:pt x="229" y="678"/>
                    <a:pt x="1" y="801"/>
                  </a:cubicBezTo>
                  <a:cubicBezTo>
                    <a:pt x="187" y="888"/>
                    <a:pt x="347" y="1026"/>
                    <a:pt x="467" y="1203"/>
                  </a:cubicBezTo>
                  <a:lnTo>
                    <a:pt x="721" y="1026"/>
                  </a:lnTo>
                  <a:cubicBezTo>
                    <a:pt x="944" y="871"/>
                    <a:pt x="1106" y="642"/>
                    <a:pt x="1174" y="378"/>
                  </a:cubicBezTo>
                  <a:cubicBezTo>
                    <a:pt x="1223" y="191"/>
                    <a:pt x="1083" y="5"/>
                    <a:pt x="888" y="0"/>
                  </a:cubicBezTo>
                  <a:cubicBezTo>
                    <a:pt x="886" y="0"/>
                    <a:pt x="884" y="0"/>
                    <a:pt x="881"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45"/>
            <p:cNvSpPr/>
            <p:nvPr/>
          </p:nvSpPr>
          <p:spPr>
            <a:xfrm>
              <a:off x="4966753" y="4158849"/>
              <a:ext cx="29840" cy="70792"/>
            </a:xfrm>
            <a:custGeom>
              <a:rect b="b" l="l" r="r" t="t"/>
              <a:pathLst>
                <a:path extrusionOk="0" h="2389" w="1007">
                  <a:moveTo>
                    <a:pt x="232" y="1"/>
                  </a:moveTo>
                  <a:cubicBezTo>
                    <a:pt x="191" y="1"/>
                    <a:pt x="149" y="13"/>
                    <a:pt x="113" y="40"/>
                  </a:cubicBezTo>
                  <a:cubicBezTo>
                    <a:pt x="21" y="105"/>
                    <a:pt x="1" y="236"/>
                    <a:pt x="66" y="327"/>
                  </a:cubicBezTo>
                  <a:lnTo>
                    <a:pt x="430" y="832"/>
                  </a:lnTo>
                  <a:lnTo>
                    <a:pt x="430" y="842"/>
                  </a:lnTo>
                  <a:cubicBezTo>
                    <a:pt x="357" y="1109"/>
                    <a:pt x="229" y="1785"/>
                    <a:pt x="607" y="2303"/>
                  </a:cubicBezTo>
                  <a:cubicBezTo>
                    <a:pt x="648" y="2359"/>
                    <a:pt x="710" y="2388"/>
                    <a:pt x="774" y="2388"/>
                  </a:cubicBezTo>
                  <a:cubicBezTo>
                    <a:pt x="817" y="2388"/>
                    <a:pt x="857" y="2376"/>
                    <a:pt x="896" y="2345"/>
                  </a:cubicBezTo>
                  <a:cubicBezTo>
                    <a:pt x="986" y="2278"/>
                    <a:pt x="1007" y="2149"/>
                    <a:pt x="940" y="2057"/>
                  </a:cubicBezTo>
                  <a:cubicBezTo>
                    <a:pt x="660" y="1673"/>
                    <a:pt x="783" y="1109"/>
                    <a:pt x="828" y="946"/>
                  </a:cubicBezTo>
                  <a:cubicBezTo>
                    <a:pt x="859" y="834"/>
                    <a:pt x="842" y="711"/>
                    <a:pt x="780" y="612"/>
                  </a:cubicBezTo>
                  <a:cubicBezTo>
                    <a:pt x="778" y="609"/>
                    <a:pt x="775" y="604"/>
                    <a:pt x="772" y="601"/>
                  </a:cubicBezTo>
                  <a:lnTo>
                    <a:pt x="400" y="86"/>
                  </a:lnTo>
                  <a:cubicBezTo>
                    <a:pt x="360" y="31"/>
                    <a:pt x="297" y="1"/>
                    <a:pt x="232" y="1"/>
                  </a:cubicBezTo>
                  <a:close/>
                </a:path>
              </a:pathLst>
            </a:custGeom>
            <a:solidFill>
              <a:srgbClr val="2123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45"/>
            <p:cNvSpPr/>
            <p:nvPr/>
          </p:nvSpPr>
          <p:spPr>
            <a:xfrm>
              <a:off x="4854890" y="4166020"/>
              <a:ext cx="63532" cy="32714"/>
            </a:xfrm>
            <a:custGeom>
              <a:rect b="b" l="l" r="r" t="t"/>
              <a:pathLst>
                <a:path extrusionOk="0" h="1104" w="2144">
                  <a:moveTo>
                    <a:pt x="1794" y="1"/>
                  </a:moveTo>
                  <a:cubicBezTo>
                    <a:pt x="1778" y="1"/>
                    <a:pt x="1762" y="2"/>
                    <a:pt x="1746" y="4"/>
                  </a:cubicBezTo>
                  <a:lnTo>
                    <a:pt x="296" y="220"/>
                  </a:lnTo>
                  <a:cubicBezTo>
                    <a:pt x="120" y="245"/>
                    <a:pt x="0" y="412"/>
                    <a:pt x="25" y="584"/>
                  </a:cubicBezTo>
                  <a:lnTo>
                    <a:pt x="62" y="831"/>
                  </a:lnTo>
                  <a:cubicBezTo>
                    <a:pt x="85" y="990"/>
                    <a:pt x="224" y="1104"/>
                    <a:pt x="379" y="1104"/>
                  </a:cubicBezTo>
                  <a:cubicBezTo>
                    <a:pt x="394" y="1104"/>
                    <a:pt x="409" y="1102"/>
                    <a:pt x="425" y="1100"/>
                  </a:cubicBezTo>
                  <a:lnTo>
                    <a:pt x="1876" y="884"/>
                  </a:lnTo>
                  <a:cubicBezTo>
                    <a:pt x="2013" y="864"/>
                    <a:pt x="2116" y="763"/>
                    <a:pt x="2144" y="639"/>
                  </a:cubicBezTo>
                  <a:lnTo>
                    <a:pt x="2144" y="639"/>
                  </a:lnTo>
                  <a:lnTo>
                    <a:pt x="1936" y="670"/>
                  </a:lnTo>
                  <a:cubicBezTo>
                    <a:pt x="1924" y="671"/>
                    <a:pt x="1913" y="672"/>
                    <a:pt x="1901" y="672"/>
                  </a:cubicBezTo>
                  <a:cubicBezTo>
                    <a:pt x="1784" y="672"/>
                    <a:pt x="1679" y="587"/>
                    <a:pt x="1662" y="468"/>
                  </a:cubicBezTo>
                  <a:cubicBezTo>
                    <a:pt x="1642" y="337"/>
                    <a:pt x="1733" y="213"/>
                    <a:pt x="1862" y="194"/>
                  </a:cubicBezTo>
                  <a:lnTo>
                    <a:pt x="2071" y="163"/>
                  </a:lnTo>
                  <a:cubicBezTo>
                    <a:pt x="2015" y="64"/>
                    <a:pt x="1910" y="1"/>
                    <a:pt x="179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45"/>
            <p:cNvSpPr/>
            <p:nvPr/>
          </p:nvSpPr>
          <p:spPr>
            <a:xfrm>
              <a:off x="4964056" y="4400739"/>
              <a:ext cx="35500" cy="32329"/>
            </a:xfrm>
            <a:custGeom>
              <a:rect b="b" l="l" r="r" t="t"/>
              <a:pathLst>
                <a:path extrusionOk="0" h="1091" w="1198">
                  <a:moveTo>
                    <a:pt x="596" y="1"/>
                  </a:moveTo>
                  <a:cubicBezTo>
                    <a:pt x="349" y="1"/>
                    <a:pt x="126" y="170"/>
                    <a:pt x="69" y="421"/>
                  </a:cubicBezTo>
                  <a:cubicBezTo>
                    <a:pt x="0" y="715"/>
                    <a:pt x="181" y="1009"/>
                    <a:pt x="474" y="1076"/>
                  </a:cubicBezTo>
                  <a:cubicBezTo>
                    <a:pt x="516" y="1085"/>
                    <a:pt x="558" y="1090"/>
                    <a:pt x="599" y="1090"/>
                  </a:cubicBezTo>
                  <a:cubicBezTo>
                    <a:pt x="846" y="1090"/>
                    <a:pt x="1070" y="922"/>
                    <a:pt x="1129" y="670"/>
                  </a:cubicBezTo>
                  <a:cubicBezTo>
                    <a:pt x="1197" y="376"/>
                    <a:pt x="1017" y="84"/>
                    <a:pt x="723" y="16"/>
                  </a:cubicBezTo>
                  <a:cubicBezTo>
                    <a:pt x="681" y="5"/>
                    <a:pt x="638" y="1"/>
                    <a:pt x="59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45"/>
            <p:cNvSpPr/>
            <p:nvPr/>
          </p:nvSpPr>
          <p:spPr>
            <a:xfrm>
              <a:off x="4715262" y="4402428"/>
              <a:ext cx="60065" cy="78467"/>
            </a:xfrm>
            <a:custGeom>
              <a:rect b="b" l="l" r="r" t="t"/>
              <a:pathLst>
                <a:path extrusionOk="0" h="2648" w="2027">
                  <a:moveTo>
                    <a:pt x="663" y="1"/>
                  </a:moveTo>
                  <a:cubicBezTo>
                    <a:pt x="422" y="1"/>
                    <a:pt x="197" y="63"/>
                    <a:pt x="1" y="175"/>
                  </a:cubicBezTo>
                  <a:cubicBezTo>
                    <a:pt x="204" y="1084"/>
                    <a:pt x="593" y="1920"/>
                    <a:pt x="1123" y="2648"/>
                  </a:cubicBezTo>
                  <a:cubicBezTo>
                    <a:pt x="1650" y="2460"/>
                    <a:pt x="2025" y="1956"/>
                    <a:pt x="2025" y="1365"/>
                  </a:cubicBezTo>
                  <a:cubicBezTo>
                    <a:pt x="2026" y="611"/>
                    <a:pt x="1417" y="1"/>
                    <a:pt x="663"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45"/>
            <p:cNvSpPr/>
            <p:nvPr/>
          </p:nvSpPr>
          <p:spPr>
            <a:xfrm>
              <a:off x="4897205" y="4168213"/>
              <a:ext cx="68718" cy="84956"/>
            </a:xfrm>
            <a:custGeom>
              <a:rect b="b" l="l" r="r" t="t"/>
              <a:pathLst>
                <a:path extrusionOk="0" h="2867" w="2319">
                  <a:moveTo>
                    <a:pt x="1142" y="0"/>
                  </a:moveTo>
                  <a:cubicBezTo>
                    <a:pt x="1087" y="0"/>
                    <a:pt x="1030" y="4"/>
                    <a:pt x="974" y="13"/>
                  </a:cubicBezTo>
                  <a:lnTo>
                    <a:pt x="436" y="92"/>
                  </a:lnTo>
                  <a:cubicBezTo>
                    <a:pt x="290" y="114"/>
                    <a:pt x="189" y="249"/>
                    <a:pt x="211" y="395"/>
                  </a:cubicBezTo>
                  <a:cubicBezTo>
                    <a:pt x="229" y="528"/>
                    <a:pt x="344" y="624"/>
                    <a:pt x="474" y="624"/>
                  </a:cubicBezTo>
                  <a:cubicBezTo>
                    <a:pt x="487" y="624"/>
                    <a:pt x="500" y="623"/>
                    <a:pt x="514" y="621"/>
                  </a:cubicBezTo>
                  <a:lnTo>
                    <a:pt x="1052" y="541"/>
                  </a:lnTo>
                  <a:cubicBezTo>
                    <a:pt x="1081" y="537"/>
                    <a:pt x="1111" y="535"/>
                    <a:pt x="1141" y="535"/>
                  </a:cubicBezTo>
                  <a:cubicBezTo>
                    <a:pt x="1346" y="535"/>
                    <a:pt x="1540" y="640"/>
                    <a:pt x="1652" y="816"/>
                  </a:cubicBezTo>
                  <a:cubicBezTo>
                    <a:pt x="1739" y="953"/>
                    <a:pt x="1767" y="1116"/>
                    <a:pt x="1729" y="1275"/>
                  </a:cubicBezTo>
                  <a:cubicBezTo>
                    <a:pt x="1565" y="1992"/>
                    <a:pt x="1171" y="2197"/>
                    <a:pt x="873" y="2240"/>
                  </a:cubicBezTo>
                  <a:lnTo>
                    <a:pt x="246" y="2334"/>
                  </a:lnTo>
                  <a:cubicBezTo>
                    <a:pt x="102" y="2355"/>
                    <a:pt x="1" y="2492"/>
                    <a:pt x="21" y="2638"/>
                  </a:cubicBezTo>
                  <a:cubicBezTo>
                    <a:pt x="41" y="2770"/>
                    <a:pt x="157" y="2866"/>
                    <a:pt x="287" y="2866"/>
                  </a:cubicBezTo>
                  <a:cubicBezTo>
                    <a:pt x="299" y="2866"/>
                    <a:pt x="312" y="2865"/>
                    <a:pt x="324" y="2864"/>
                  </a:cubicBezTo>
                  <a:lnTo>
                    <a:pt x="951" y="2770"/>
                  </a:lnTo>
                  <a:cubicBezTo>
                    <a:pt x="1607" y="2671"/>
                    <a:pt x="2068" y="2183"/>
                    <a:pt x="2250" y="1393"/>
                  </a:cubicBezTo>
                  <a:cubicBezTo>
                    <a:pt x="2318" y="1095"/>
                    <a:pt x="2267" y="790"/>
                    <a:pt x="2104" y="530"/>
                  </a:cubicBezTo>
                  <a:cubicBezTo>
                    <a:pt x="1893" y="198"/>
                    <a:pt x="1529" y="0"/>
                    <a:pt x="114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2" name="Google Shape;11022;p45"/>
          <p:cNvGrpSpPr/>
          <p:nvPr/>
        </p:nvGrpSpPr>
        <p:grpSpPr>
          <a:xfrm>
            <a:off x="6039390" y="2011619"/>
            <a:ext cx="395712" cy="413433"/>
            <a:chOff x="6039390" y="2011619"/>
            <a:chExt cx="395712" cy="413433"/>
          </a:xfrm>
        </p:grpSpPr>
        <p:sp>
          <p:nvSpPr>
            <p:cNvPr id="11023" name="Google Shape;11023;p45"/>
            <p:cNvSpPr/>
            <p:nvPr/>
          </p:nvSpPr>
          <p:spPr>
            <a:xfrm>
              <a:off x="6039390" y="2029368"/>
              <a:ext cx="395712" cy="372273"/>
            </a:xfrm>
            <a:custGeom>
              <a:rect b="b" l="l" r="r" t="t"/>
              <a:pathLst>
                <a:path extrusionOk="0" h="12563" w="13354">
                  <a:moveTo>
                    <a:pt x="6677" y="0"/>
                  </a:moveTo>
                  <a:cubicBezTo>
                    <a:pt x="2988" y="0"/>
                    <a:pt x="1" y="2989"/>
                    <a:pt x="1" y="6676"/>
                  </a:cubicBezTo>
                  <a:cubicBezTo>
                    <a:pt x="1" y="8422"/>
                    <a:pt x="669" y="10008"/>
                    <a:pt x="1765" y="11198"/>
                  </a:cubicBezTo>
                  <a:cubicBezTo>
                    <a:pt x="2264" y="11426"/>
                    <a:pt x="4891" y="12563"/>
                    <a:pt x="7870" y="12563"/>
                  </a:cubicBezTo>
                  <a:cubicBezTo>
                    <a:pt x="8670" y="12563"/>
                    <a:pt x="9496" y="12481"/>
                    <a:pt x="10313" y="12277"/>
                  </a:cubicBezTo>
                  <a:cubicBezTo>
                    <a:pt x="12142" y="11085"/>
                    <a:pt x="13353" y="9024"/>
                    <a:pt x="13353" y="6676"/>
                  </a:cubicBezTo>
                  <a:cubicBezTo>
                    <a:pt x="13353" y="2991"/>
                    <a:pt x="10366" y="0"/>
                    <a:pt x="6677"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45"/>
            <p:cNvSpPr/>
            <p:nvPr/>
          </p:nvSpPr>
          <p:spPr>
            <a:xfrm>
              <a:off x="6182870" y="2040421"/>
              <a:ext cx="55354" cy="57961"/>
            </a:xfrm>
            <a:custGeom>
              <a:rect b="b" l="l" r="r" t="t"/>
              <a:pathLst>
                <a:path extrusionOk="0" h="1956" w="1868">
                  <a:moveTo>
                    <a:pt x="223" y="0"/>
                  </a:moveTo>
                  <a:cubicBezTo>
                    <a:pt x="100" y="0"/>
                    <a:pt x="1" y="100"/>
                    <a:pt x="1" y="223"/>
                  </a:cubicBezTo>
                  <a:cubicBezTo>
                    <a:pt x="1" y="344"/>
                    <a:pt x="100" y="443"/>
                    <a:pt x="223" y="443"/>
                  </a:cubicBezTo>
                  <a:lnTo>
                    <a:pt x="888" y="443"/>
                  </a:lnTo>
                  <a:cubicBezTo>
                    <a:pt x="1182" y="443"/>
                    <a:pt x="1423" y="684"/>
                    <a:pt x="1423" y="978"/>
                  </a:cubicBezTo>
                  <a:cubicBezTo>
                    <a:pt x="1423" y="1272"/>
                    <a:pt x="1184" y="1513"/>
                    <a:pt x="888" y="1513"/>
                  </a:cubicBezTo>
                  <a:lnTo>
                    <a:pt x="271" y="1513"/>
                  </a:lnTo>
                  <a:cubicBezTo>
                    <a:pt x="148" y="1513"/>
                    <a:pt x="49" y="1611"/>
                    <a:pt x="49" y="1733"/>
                  </a:cubicBezTo>
                  <a:cubicBezTo>
                    <a:pt x="49" y="1856"/>
                    <a:pt x="148" y="1956"/>
                    <a:pt x="271" y="1956"/>
                  </a:cubicBezTo>
                  <a:lnTo>
                    <a:pt x="888" y="1956"/>
                  </a:lnTo>
                  <a:cubicBezTo>
                    <a:pt x="1429" y="1956"/>
                    <a:pt x="1868" y="1521"/>
                    <a:pt x="1868" y="980"/>
                  </a:cubicBezTo>
                  <a:cubicBezTo>
                    <a:pt x="1868" y="440"/>
                    <a:pt x="1429" y="0"/>
                    <a:pt x="888"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45"/>
            <p:cNvSpPr/>
            <p:nvPr/>
          </p:nvSpPr>
          <p:spPr>
            <a:xfrm>
              <a:off x="6150897" y="2057401"/>
              <a:ext cx="29514" cy="27410"/>
            </a:xfrm>
            <a:custGeom>
              <a:rect b="b" l="l" r="r" t="t"/>
              <a:pathLst>
                <a:path extrusionOk="0" h="925" w="996">
                  <a:moveTo>
                    <a:pt x="1" y="1"/>
                  </a:moveTo>
                  <a:lnTo>
                    <a:pt x="1" y="924"/>
                  </a:lnTo>
                  <a:lnTo>
                    <a:pt x="996" y="924"/>
                  </a:lnTo>
                  <a:lnTo>
                    <a:pt x="996" y="1"/>
                  </a:ln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45"/>
            <p:cNvSpPr/>
            <p:nvPr/>
          </p:nvSpPr>
          <p:spPr>
            <a:xfrm>
              <a:off x="6103929" y="2210393"/>
              <a:ext cx="123419" cy="34463"/>
            </a:xfrm>
            <a:custGeom>
              <a:rect b="b" l="l" r="r" t="t"/>
              <a:pathLst>
                <a:path extrusionOk="0" h="1163" w="4165">
                  <a:moveTo>
                    <a:pt x="0" y="0"/>
                  </a:moveTo>
                  <a:lnTo>
                    <a:pt x="0" y="1163"/>
                  </a:lnTo>
                  <a:cubicBezTo>
                    <a:pt x="125" y="1099"/>
                    <a:pt x="263" y="1063"/>
                    <a:pt x="411" y="1063"/>
                  </a:cubicBezTo>
                  <a:lnTo>
                    <a:pt x="3754" y="1063"/>
                  </a:lnTo>
                  <a:cubicBezTo>
                    <a:pt x="3902" y="1063"/>
                    <a:pt x="4040" y="1101"/>
                    <a:pt x="4165" y="1163"/>
                  </a:cubicBezTo>
                  <a:lnTo>
                    <a:pt x="4165" y="0"/>
                  </a:lnTo>
                  <a:cubicBezTo>
                    <a:pt x="4042" y="62"/>
                    <a:pt x="3902" y="100"/>
                    <a:pt x="3754" y="100"/>
                  </a:cubicBezTo>
                  <a:lnTo>
                    <a:pt x="411" y="100"/>
                  </a:lnTo>
                  <a:cubicBezTo>
                    <a:pt x="263" y="100"/>
                    <a:pt x="125" y="62"/>
                    <a:pt x="0"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45"/>
            <p:cNvSpPr/>
            <p:nvPr/>
          </p:nvSpPr>
          <p:spPr>
            <a:xfrm>
              <a:off x="6107189" y="2082974"/>
              <a:ext cx="116930" cy="34018"/>
            </a:xfrm>
            <a:custGeom>
              <a:rect b="b" l="l" r="r" t="t"/>
              <a:pathLst>
                <a:path extrusionOk="0" h="1148" w="3946">
                  <a:moveTo>
                    <a:pt x="1356" y="1"/>
                  </a:moveTo>
                  <a:cubicBezTo>
                    <a:pt x="679" y="1"/>
                    <a:pt x="110" y="498"/>
                    <a:pt x="1" y="1148"/>
                  </a:cubicBezTo>
                  <a:cubicBezTo>
                    <a:pt x="119" y="1090"/>
                    <a:pt x="251" y="1058"/>
                    <a:pt x="391" y="1058"/>
                  </a:cubicBezTo>
                  <a:lnTo>
                    <a:pt x="3556" y="1058"/>
                  </a:lnTo>
                  <a:cubicBezTo>
                    <a:pt x="3696" y="1058"/>
                    <a:pt x="3828" y="1089"/>
                    <a:pt x="3946" y="1148"/>
                  </a:cubicBezTo>
                  <a:cubicBezTo>
                    <a:pt x="3837" y="500"/>
                    <a:pt x="3270" y="1"/>
                    <a:pt x="2592"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45"/>
            <p:cNvSpPr/>
            <p:nvPr/>
          </p:nvSpPr>
          <p:spPr>
            <a:xfrm>
              <a:off x="6153445" y="2011619"/>
              <a:ext cx="24447" cy="24269"/>
            </a:xfrm>
            <a:custGeom>
              <a:rect b="b" l="l" r="r" t="t"/>
              <a:pathLst>
                <a:path extrusionOk="0" h="819" w="825">
                  <a:moveTo>
                    <a:pt x="412" y="1"/>
                  </a:moveTo>
                  <a:cubicBezTo>
                    <a:pt x="185" y="1"/>
                    <a:pt x="0" y="186"/>
                    <a:pt x="0" y="413"/>
                  </a:cubicBezTo>
                  <a:lnTo>
                    <a:pt x="0" y="818"/>
                  </a:lnTo>
                  <a:lnTo>
                    <a:pt x="824" y="818"/>
                  </a:lnTo>
                  <a:lnTo>
                    <a:pt x="824" y="413"/>
                  </a:lnTo>
                  <a:cubicBezTo>
                    <a:pt x="824" y="186"/>
                    <a:pt x="641" y="1"/>
                    <a:pt x="412"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45"/>
            <p:cNvSpPr/>
            <p:nvPr/>
          </p:nvSpPr>
          <p:spPr>
            <a:xfrm>
              <a:off x="6252833" y="2033339"/>
              <a:ext cx="143392" cy="130620"/>
            </a:xfrm>
            <a:custGeom>
              <a:rect b="b" l="l" r="r" t="t"/>
              <a:pathLst>
                <a:path extrusionOk="0" h="4408" w="4839">
                  <a:moveTo>
                    <a:pt x="2420" y="1"/>
                  </a:moveTo>
                  <a:cubicBezTo>
                    <a:pt x="1856" y="1"/>
                    <a:pt x="1292" y="216"/>
                    <a:pt x="862" y="647"/>
                  </a:cubicBezTo>
                  <a:cubicBezTo>
                    <a:pt x="1" y="1506"/>
                    <a:pt x="1" y="2902"/>
                    <a:pt x="862" y="3763"/>
                  </a:cubicBezTo>
                  <a:cubicBezTo>
                    <a:pt x="1292" y="4193"/>
                    <a:pt x="1856" y="4408"/>
                    <a:pt x="2420" y="4408"/>
                  </a:cubicBezTo>
                  <a:cubicBezTo>
                    <a:pt x="2983" y="4408"/>
                    <a:pt x="3547" y="4193"/>
                    <a:pt x="3977" y="3763"/>
                  </a:cubicBezTo>
                  <a:cubicBezTo>
                    <a:pt x="4838" y="2902"/>
                    <a:pt x="4838" y="1506"/>
                    <a:pt x="3977" y="647"/>
                  </a:cubicBezTo>
                  <a:cubicBezTo>
                    <a:pt x="3547" y="216"/>
                    <a:pt x="2983" y="1"/>
                    <a:pt x="242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45"/>
            <p:cNvSpPr/>
            <p:nvPr/>
          </p:nvSpPr>
          <p:spPr>
            <a:xfrm>
              <a:off x="6275176" y="2055149"/>
              <a:ext cx="98824" cy="87208"/>
            </a:xfrm>
            <a:custGeom>
              <a:rect b="b" l="l" r="r" t="t"/>
              <a:pathLst>
                <a:path extrusionOk="0" h="2943" w="3335">
                  <a:moveTo>
                    <a:pt x="1668" y="1"/>
                  </a:moveTo>
                  <a:cubicBezTo>
                    <a:pt x="1487" y="1"/>
                    <a:pt x="1302" y="35"/>
                    <a:pt x="1123" y="106"/>
                  </a:cubicBezTo>
                  <a:cubicBezTo>
                    <a:pt x="369" y="408"/>
                    <a:pt x="1" y="1263"/>
                    <a:pt x="302" y="2017"/>
                  </a:cubicBezTo>
                  <a:cubicBezTo>
                    <a:pt x="531" y="2592"/>
                    <a:pt x="1083" y="2943"/>
                    <a:pt x="1667" y="2943"/>
                  </a:cubicBezTo>
                  <a:cubicBezTo>
                    <a:pt x="1848" y="2943"/>
                    <a:pt x="2032" y="2909"/>
                    <a:pt x="2211" y="2838"/>
                  </a:cubicBezTo>
                  <a:cubicBezTo>
                    <a:pt x="2965" y="2538"/>
                    <a:pt x="3335" y="1683"/>
                    <a:pt x="3033" y="929"/>
                  </a:cubicBezTo>
                  <a:cubicBezTo>
                    <a:pt x="2803" y="351"/>
                    <a:pt x="2252" y="1"/>
                    <a:pt x="16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45"/>
            <p:cNvSpPr/>
            <p:nvPr/>
          </p:nvSpPr>
          <p:spPr>
            <a:xfrm>
              <a:off x="6303326" y="2092041"/>
              <a:ext cx="27855" cy="13216"/>
            </a:xfrm>
            <a:custGeom>
              <a:rect b="b" l="l" r="r" t="t"/>
              <a:pathLst>
                <a:path extrusionOk="0" h="446" w="940">
                  <a:moveTo>
                    <a:pt x="223" y="1"/>
                  </a:moveTo>
                  <a:cubicBezTo>
                    <a:pt x="100" y="1"/>
                    <a:pt x="0" y="100"/>
                    <a:pt x="0" y="223"/>
                  </a:cubicBezTo>
                  <a:cubicBezTo>
                    <a:pt x="0" y="346"/>
                    <a:pt x="100" y="445"/>
                    <a:pt x="223" y="445"/>
                  </a:cubicBezTo>
                  <a:lnTo>
                    <a:pt x="717" y="445"/>
                  </a:lnTo>
                  <a:cubicBezTo>
                    <a:pt x="840" y="445"/>
                    <a:pt x="939" y="346"/>
                    <a:pt x="939" y="223"/>
                  </a:cubicBezTo>
                  <a:cubicBezTo>
                    <a:pt x="939" y="100"/>
                    <a:pt x="840" y="1"/>
                    <a:pt x="717"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45"/>
            <p:cNvSpPr/>
            <p:nvPr/>
          </p:nvSpPr>
          <p:spPr>
            <a:xfrm>
              <a:off x="6318024" y="2071743"/>
              <a:ext cx="13157" cy="33514"/>
            </a:xfrm>
            <a:custGeom>
              <a:rect b="b" l="l" r="r" t="t"/>
              <a:pathLst>
                <a:path extrusionOk="0" h="1131" w="444">
                  <a:moveTo>
                    <a:pt x="221" y="0"/>
                  </a:moveTo>
                  <a:cubicBezTo>
                    <a:pt x="100" y="0"/>
                    <a:pt x="0" y="100"/>
                    <a:pt x="0" y="223"/>
                  </a:cubicBezTo>
                  <a:lnTo>
                    <a:pt x="0" y="908"/>
                  </a:lnTo>
                  <a:cubicBezTo>
                    <a:pt x="0" y="1031"/>
                    <a:pt x="100" y="1130"/>
                    <a:pt x="221" y="1130"/>
                  </a:cubicBezTo>
                  <a:cubicBezTo>
                    <a:pt x="344" y="1130"/>
                    <a:pt x="443" y="1031"/>
                    <a:pt x="443" y="908"/>
                  </a:cubicBezTo>
                  <a:lnTo>
                    <a:pt x="443" y="223"/>
                  </a:lnTo>
                  <a:cubicBezTo>
                    <a:pt x="443" y="100"/>
                    <a:pt x="344" y="0"/>
                    <a:pt x="22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45"/>
            <p:cNvSpPr/>
            <p:nvPr/>
          </p:nvSpPr>
          <p:spPr>
            <a:xfrm>
              <a:off x="6089143" y="2239255"/>
              <a:ext cx="152963" cy="185796"/>
            </a:xfrm>
            <a:custGeom>
              <a:rect b="b" l="l" r="r" t="t"/>
              <a:pathLst>
                <a:path extrusionOk="0" h="6270" w="5162">
                  <a:moveTo>
                    <a:pt x="910" y="1"/>
                  </a:moveTo>
                  <a:cubicBezTo>
                    <a:pt x="411" y="1"/>
                    <a:pt x="0" y="408"/>
                    <a:pt x="0" y="910"/>
                  </a:cubicBezTo>
                  <a:lnTo>
                    <a:pt x="0" y="4020"/>
                  </a:lnTo>
                  <a:cubicBezTo>
                    <a:pt x="1222" y="5399"/>
                    <a:pt x="3008" y="6270"/>
                    <a:pt x="4998" y="6270"/>
                  </a:cubicBezTo>
                  <a:cubicBezTo>
                    <a:pt x="5052" y="6270"/>
                    <a:pt x="5107" y="6270"/>
                    <a:pt x="5161" y="6268"/>
                  </a:cubicBezTo>
                  <a:lnTo>
                    <a:pt x="5161" y="912"/>
                  </a:lnTo>
                  <a:cubicBezTo>
                    <a:pt x="5161" y="410"/>
                    <a:pt x="4754" y="1"/>
                    <a:pt x="425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45"/>
            <p:cNvSpPr/>
            <p:nvPr/>
          </p:nvSpPr>
          <p:spPr>
            <a:xfrm>
              <a:off x="6089143" y="2112606"/>
              <a:ext cx="152993" cy="103417"/>
            </a:xfrm>
            <a:custGeom>
              <a:rect b="b" l="l" r="r" t="t"/>
              <a:pathLst>
                <a:path extrusionOk="0" h="3490" w="5163">
                  <a:moveTo>
                    <a:pt x="910" y="0"/>
                  </a:moveTo>
                  <a:cubicBezTo>
                    <a:pt x="411" y="0"/>
                    <a:pt x="0" y="407"/>
                    <a:pt x="0" y="909"/>
                  </a:cubicBezTo>
                  <a:lnTo>
                    <a:pt x="0" y="2580"/>
                  </a:lnTo>
                  <a:cubicBezTo>
                    <a:pt x="0" y="3079"/>
                    <a:pt x="409" y="3490"/>
                    <a:pt x="910" y="3490"/>
                  </a:cubicBezTo>
                  <a:lnTo>
                    <a:pt x="4253" y="3490"/>
                  </a:lnTo>
                  <a:cubicBezTo>
                    <a:pt x="4754" y="3490"/>
                    <a:pt x="5163" y="3081"/>
                    <a:pt x="5163" y="2580"/>
                  </a:cubicBezTo>
                  <a:lnTo>
                    <a:pt x="5163" y="909"/>
                  </a:lnTo>
                  <a:cubicBezTo>
                    <a:pt x="5161" y="407"/>
                    <a:pt x="4754" y="0"/>
                    <a:pt x="4253"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45"/>
            <p:cNvSpPr/>
            <p:nvPr/>
          </p:nvSpPr>
          <p:spPr>
            <a:xfrm>
              <a:off x="6259470" y="2267140"/>
              <a:ext cx="53605" cy="117256"/>
            </a:xfrm>
            <a:custGeom>
              <a:rect b="b" l="l" r="r" t="t"/>
              <a:pathLst>
                <a:path extrusionOk="0" h="3957" w="1809">
                  <a:moveTo>
                    <a:pt x="312" y="0"/>
                  </a:moveTo>
                  <a:cubicBezTo>
                    <a:pt x="120" y="423"/>
                    <a:pt x="1" y="1283"/>
                    <a:pt x="1" y="1977"/>
                  </a:cubicBezTo>
                  <a:cubicBezTo>
                    <a:pt x="1" y="2674"/>
                    <a:pt x="120" y="3532"/>
                    <a:pt x="312" y="3956"/>
                  </a:cubicBezTo>
                  <a:lnTo>
                    <a:pt x="1498" y="3956"/>
                  </a:lnTo>
                  <a:cubicBezTo>
                    <a:pt x="1689" y="3532"/>
                    <a:pt x="1808" y="2674"/>
                    <a:pt x="1808" y="1977"/>
                  </a:cubicBezTo>
                  <a:cubicBezTo>
                    <a:pt x="1807" y="1284"/>
                    <a:pt x="1689" y="423"/>
                    <a:pt x="1498"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45"/>
            <p:cNvSpPr/>
            <p:nvPr/>
          </p:nvSpPr>
          <p:spPr>
            <a:xfrm>
              <a:off x="6138836" y="2034139"/>
              <a:ext cx="53635" cy="24447"/>
            </a:xfrm>
            <a:custGeom>
              <a:rect b="b" l="l" r="r" t="t"/>
              <a:pathLst>
                <a:path extrusionOk="0" h="825" w="1810">
                  <a:moveTo>
                    <a:pt x="413" y="1"/>
                  </a:moveTo>
                  <a:cubicBezTo>
                    <a:pt x="184" y="1"/>
                    <a:pt x="1" y="186"/>
                    <a:pt x="1" y="413"/>
                  </a:cubicBezTo>
                  <a:cubicBezTo>
                    <a:pt x="1" y="640"/>
                    <a:pt x="184" y="825"/>
                    <a:pt x="413" y="825"/>
                  </a:cubicBezTo>
                  <a:lnTo>
                    <a:pt x="1398" y="825"/>
                  </a:lnTo>
                  <a:cubicBezTo>
                    <a:pt x="1625" y="825"/>
                    <a:pt x="1810" y="640"/>
                    <a:pt x="1810" y="413"/>
                  </a:cubicBezTo>
                  <a:cubicBezTo>
                    <a:pt x="1810" y="186"/>
                    <a:pt x="1625" y="1"/>
                    <a:pt x="13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45"/>
            <p:cNvSpPr/>
            <p:nvPr/>
          </p:nvSpPr>
          <p:spPr>
            <a:xfrm>
              <a:off x="6274435" y="2048481"/>
              <a:ext cx="100306" cy="100336"/>
            </a:xfrm>
            <a:custGeom>
              <a:rect b="b" l="l" r="r" t="t"/>
              <a:pathLst>
                <a:path extrusionOk="0" h="3386" w="3385">
                  <a:moveTo>
                    <a:pt x="1692" y="443"/>
                  </a:moveTo>
                  <a:cubicBezTo>
                    <a:pt x="2381" y="443"/>
                    <a:pt x="2940" y="1003"/>
                    <a:pt x="2940" y="1692"/>
                  </a:cubicBezTo>
                  <a:cubicBezTo>
                    <a:pt x="2940" y="2379"/>
                    <a:pt x="2381" y="2938"/>
                    <a:pt x="1692" y="2938"/>
                  </a:cubicBezTo>
                  <a:cubicBezTo>
                    <a:pt x="1005" y="2938"/>
                    <a:pt x="445" y="2379"/>
                    <a:pt x="445" y="1692"/>
                  </a:cubicBezTo>
                  <a:cubicBezTo>
                    <a:pt x="445" y="1003"/>
                    <a:pt x="1005" y="443"/>
                    <a:pt x="1692" y="443"/>
                  </a:cubicBezTo>
                  <a:close/>
                  <a:moveTo>
                    <a:pt x="1692" y="0"/>
                  </a:moveTo>
                  <a:cubicBezTo>
                    <a:pt x="759" y="0"/>
                    <a:pt x="1" y="760"/>
                    <a:pt x="1" y="1693"/>
                  </a:cubicBezTo>
                  <a:cubicBezTo>
                    <a:pt x="1" y="2626"/>
                    <a:pt x="759" y="3386"/>
                    <a:pt x="1692" y="3386"/>
                  </a:cubicBezTo>
                  <a:cubicBezTo>
                    <a:pt x="2625" y="3386"/>
                    <a:pt x="3385" y="2626"/>
                    <a:pt x="3385" y="1693"/>
                  </a:cubicBezTo>
                  <a:cubicBezTo>
                    <a:pt x="3385" y="760"/>
                    <a:pt x="2625" y="0"/>
                    <a:pt x="1692"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45"/>
            <p:cNvSpPr/>
            <p:nvPr/>
          </p:nvSpPr>
          <p:spPr>
            <a:xfrm>
              <a:off x="6220830" y="2188139"/>
              <a:ext cx="130887" cy="80393"/>
            </a:xfrm>
            <a:custGeom>
              <a:rect b="b" l="l" r="r" t="t"/>
              <a:pathLst>
                <a:path extrusionOk="0" h="2713" w="4417">
                  <a:moveTo>
                    <a:pt x="563" y="0"/>
                  </a:moveTo>
                  <a:cubicBezTo>
                    <a:pt x="252" y="0"/>
                    <a:pt x="1" y="252"/>
                    <a:pt x="1" y="565"/>
                  </a:cubicBezTo>
                  <a:lnTo>
                    <a:pt x="1" y="2147"/>
                  </a:lnTo>
                  <a:cubicBezTo>
                    <a:pt x="1" y="2458"/>
                    <a:pt x="252" y="2713"/>
                    <a:pt x="563" y="2713"/>
                  </a:cubicBezTo>
                  <a:lnTo>
                    <a:pt x="3851" y="2713"/>
                  </a:lnTo>
                  <a:cubicBezTo>
                    <a:pt x="4162" y="2713"/>
                    <a:pt x="4415" y="2459"/>
                    <a:pt x="4415" y="2147"/>
                  </a:cubicBezTo>
                  <a:lnTo>
                    <a:pt x="4415" y="565"/>
                  </a:lnTo>
                  <a:cubicBezTo>
                    <a:pt x="4417" y="252"/>
                    <a:pt x="4162" y="0"/>
                    <a:pt x="385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45"/>
            <p:cNvSpPr/>
            <p:nvPr/>
          </p:nvSpPr>
          <p:spPr>
            <a:xfrm>
              <a:off x="6220830" y="2383032"/>
              <a:ext cx="128072" cy="41989"/>
            </a:xfrm>
            <a:custGeom>
              <a:rect b="b" l="l" r="r" t="t"/>
              <a:pathLst>
                <a:path extrusionOk="0" h="1417" w="4322">
                  <a:moveTo>
                    <a:pt x="563" y="0"/>
                  </a:moveTo>
                  <a:cubicBezTo>
                    <a:pt x="252" y="0"/>
                    <a:pt x="1" y="252"/>
                    <a:pt x="1" y="566"/>
                  </a:cubicBezTo>
                  <a:lnTo>
                    <a:pt x="1" y="1394"/>
                  </a:lnTo>
                  <a:cubicBezTo>
                    <a:pt x="182" y="1408"/>
                    <a:pt x="367" y="1416"/>
                    <a:pt x="554" y="1416"/>
                  </a:cubicBezTo>
                  <a:cubicBezTo>
                    <a:pt x="1951" y="1416"/>
                    <a:pt x="3249" y="987"/>
                    <a:pt x="4322" y="252"/>
                  </a:cubicBezTo>
                  <a:cubicBezTo>
                    <a:pt x="4221" y="101"/>
                    <a:pt x="4047" y="0"/>
                    <a:pt x="385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45"/>
            <p:cNvSpPr/>
            <p:nvPr/>
          </p:nvSpPr>
          <p:spPr>
            <a:xfrm>
              <a:off x="6348872" y="2167693"/>
              <a:ext cx="86231" cy="202509"/>
            </a:xfrm>
            <a:custGeom>
              <a:rect b="b" l="l" r="r" t="t"/>
              <a:pathLst>
                <a:path extrusionOk="0" h="6834" w="2910">
                  <a:moveTo>
                    <a:pt x="2443" y="0"/>
                  </a:moveTo>
                  <a:cubicBezTo>
                    <a:pt x="1775" y="0"/>
                    <a:pt x="873" y="172"/>
                    <a:pt x="873" y="1102"/>
                  </a:cubicBezTo>
                  <a:cubicBezTo>
                    <a:pt x="873" y="2310"/>
                    <a:pt x="1366" y="3583"/>
                    <a:pt x="478" y="4228"/>
                  </a:cubicBezTo>
                  <a:cubicBezTo>
                    <a:pt x="201" y="4430"/>
                    <a:pt x="37" y="4755"/>
                    <a:pt x="27" y="5099"/>
                  </a:cubicBezTo>
                  <a:cubicBezTo>
                    <a:pt x="27" y="5117"/>
                    <a:pt x="26" y="5139"/>
                    <a:pt x="26" y="5159"/>
                  </a:cubicBezTo>
                  <a:cubicBezTo>
                    <a:pt x="1" y="5762"/>
                    <a:pt x="270" y="6336"/>
                    <a:pt x="733" y="6726"/>
                  </a:cubicBezTo>
                  <a:cubicBezTo>
                    <a:pt x="772" y="6760"/>
                    <a:pt x="811" y="6795"/>
                    <a:pt x="845" y="6833"/>
                  </a:cubicBezTo>
                  <a:cubicBezTo>
                    <a:pt x="2116" y="5619"/>
                    <a:pt x="2909" y="3905"/>
                    <a:pt x="2909" y="2008"/>
                  </a:cubicBezTo>
                  <a:cubicBezTo>
                    <a:pt x="2909" y="1309"/>
                    <a:pt x="2800" y="637"/>
                    <a:pt x="2603" y="3"/>
                  </a:cubicBezTo>
                  <a:cubicBezTo>
                    <a:pt x="2551" y="1"/>
                    <a:pt x="2498" y="0"/>
                    <a:pt x="2443"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1" name="Google Shape;11041;p45"/>
          <p:cNvGrpSpPr/>
          <p:nvPr/>
        </p:nvGrpSpPr>
        <p:grpSpPr>
          <a:xfrm>
            <a:off x="5377726" y="2011619"/>
            <a:ext cx="395683" cy="413403"/>
            <a:chOff x="5377726" y="2011619"/>
            <a:chExt cx="395683" cy="413403"/>
          </a:xfrm>
        </p:grpSpPr>
        <p:sp>
          <p:nvSpPr>
            <p:cNvPr id="11042" name="Google Shape;11042;p45"/>
            <p:cNvSpPr/>
            <p:nvPr/>
          </p:nvSpPr>
          <p:spPr>
            <a:xfrm>
              <a:off x="5377726" y="2029368"/>
              <a:ext cx="395683" cy="331528"/>
            </a:xfrm>
            <a:custGeom>
              <a:rect b="b" l="l" r="r" t="t"/>
              <a:pathLst>
                <a:path extrusionOk="0" h="11188" w="13353">
                  <a:moveTo>
                    <a:pt x="6677" y="0"/>
                  </a:moveTo>
                  <a:cubicBezTo>
                    <a:pt x="2991" y="0"/>
                    <a:pt x="0" y="2989"/>
                    <a:pt x="0" y="6676"/>
                  </a:cubicBezTo>
                  <a:cubicBezTo>
                    <a:pt x="0" y="8416"/>
                    <a:pt x="666" y="10000"/>
                    <a:pt x="1755" y="11187"/>
                  </a:cubicBezTo>
                  <a:lnTo>
                    <a:pt x="11598" y="11187"/>
                  </a:lnTo>
                  <a:cubicBezTo>
                    <a:pt x="12689" y="10000"/>
                    <a:pt x="13353" y="8416"/>
                    <a:pt x="13353" y="6676"/>
                  </a:cubicBezTo>
                  <a:cubicBezTo>
                    <a:pt x="13353" y="2991"/>
                    <a:pt x="10365" y="0"/>
                    <a:pt x="6677"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45"/>
            <p:cNvSpPr/>
            <p:nvPr/>
          </p:nvSpPr>
          <p:spPr>
            <a:xfrm>
              <a:off x="5504760" y="2018493"/>
              <a:ext cx="141762" cy="113996"/>
            </a:xfrm>
            <a:custGeom>
              <a:rect b="b" l="l" r="r" t="t"/>
              <a:pathLst>
                <a:path extrusionOk="0" h="3847" w="4784">
                  <a:moveTo>
                    <a:pt x="47" y="0"/>
                  </a:moveTo>
                  <a:lnTo>
                    <a:pt x="1" y="69"/>
                  </a:lnTo>
                  <a:cubicBezTo>
                    <a:pt x="4" y="754"/>
                    <a:pt x="112" y="2287"/>
                    <a:pt x="944" y="3204"/>
                  </a:cubicBezTo>
                  <a:cubicBezTo>
                    <a:pt x="1314" y="3613"/>
                    <a:pt x="1839" y="3846"/>
                    <a:pt x="2391" y="3846"/>
                  </a:cubicBezTo>
                  <a:cubicBezTo>
                    <a:pt x="2943" y="3846"/>
                    <a:pt x="3470" y="3613"/>
                    <a:pt x="3840" y="3204"/>
                  </a:cubicBezTo>
                  <a:cubicBezTo>
                    <a:pt x="4673" y="2285"/>
                    <a:pt x="4779" y="747"/>
                    <a:pt x="4784" y="63"/>
                  </a:cubicBezTo>
                  <a:lnTo>
                    <a:pt x="4737" y="0"/>
                  </a:lnTo>
                  <a:cubicBezTo>
                    <a:pt x="4063" y="580"/>
                    <a:pt x="3228" y="870"/>
                    <a:pt x="2392" y="870"/>
                  </a:cubicBezTo>
                  <a:cubicBezTo>
                    <a:pt x="1557" y="870"/>
                    <a:pt x="721" y="580"/>
                    <a:pt x="47"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45"/>
            <p:cNvSpPr/>
            <p:nvPr/>
          </p:nvSpPr>
          <p:spPr>
            <a:xfrm>
              <a:off x="5504760" y="2018493"/>
              <a:ext cx="141762" cy="45693"/>
            </a:xfrm>
            <a:custGeom>
              <a:rect b="b" l="l" r="r" t="t"/>
              <a:pathLst>
                <a:path extrusionOk="0" h="1542" w="4784">
                  <a:moveTo>
                    <a:pt x="47" y="0"/>
                  </a:moveTo>
                  <a:lnTo>
                    <a:pt x="1" y="69"/>
                  </a:lnTo>
                  <a:cubicBezTo>
                    <a:pt x="2" y="249"/>
                    <a:pt x="10" y="489"/>
                    <a:pt x="36" y="761"/>
                  </a:cubicBezTo>
                  <a:cubicBezTo>
                    <a:pt x="733" y="1281"/>
                    <a:pt x="1562" y="1542"/>
                    <a:pt x="2391" y="1542"/>
                  </a:cubicBezTo>
                  <a:cubicBezTo>
                    <a:pt x="3220" y="1542"/>
                    <a:pt x="4049" y="1281"/>
                    <a:pt x="4746" y="761"/>
                  </a:cubicBezTo>
                  <a:cubicBezTo>
                    <a:pt x="4774" y="487"/>
                    <a:pt x="4782" y="246"/>
                    <a:pt x="4784" y="63"/>
                  </a:cubicBezTo>
                  <a:lnTo>
                    <a:pt x="4737" y="0"/>
                  </a:lnTo>
                  <a:cubicBezTo>
                    <a:pt x="4063" y="580"/>
                    <a:pt x="3228" y="870"/>
                    <a:pt x="2392" y="870"/>
                  </a:cubicBezTo>
                  <a:cubicBezTo>
                    <a:pt x="1557" y="870"/>
                    <a:pt x="721" y="580"/>
                    <a:pt x="47"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45"/>
            <p:cNvSpPr/>
            <p:nvPr/>
          </p:nvSpPr>
          <p:spPr>
            <a:xfrm>
              <a:off x="5558099" y="2042851"/>
              <a:ext cx="32685" cy="26462"/>
            </a:xfrm>
            <a:custGeom>
              <a:rect b="b" l="l" r="r" t="t"/>
              <a:pathLst>
                <a:path extrusionOk="0" h="893" w="1103">
                  <a:moveTo>
                    <a:pt x="1" y="1"/>
                  </a:moveTo>
                  <a:lnTo>
                    <a:pt x="1" y="641"/>
                  </a:lnTo>
                  <a:cubicBezTo>
                    <a:pt x="1" y="779"/>
                    <a:pt x="114" y="893"/>
                    <a:pt x="252" y="893"/>
                  </a:cubicBezTo>
                  <a:lnTo>
                    <a:pt x="852" y="893"/>
                  </a:lnTo>
                  <a:cubicBezTo>
                    <a:pt x="991" y="893"/>
                    <a:pt x="1103" y="779"/>
                    <a:pt x="1103" y="641"/>
                  </a:cubicBezTo>
                  <a:lnTo>
                    <a:pt x="1103" y="12"/>
                  </a:lnTo>
                  <a:cubicBezTo>
                    <a:pt x="931" y="36"/>
                    <a:pt x="758" y="49"/>
                    <a:pt x="585" y="49"/>
                  </a:cubicBezTo>
                  <a:cubicBezTo>
                    <a:pt x="389" y="49"/>
                    <a:pt x="194" y="33"/>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45"/>
            <p:cNvSpPr/>
            <p:nvPr/>
          </p:nvSpPr>
          <p:spPr>
            <a:xfrm>
              <a:off x="5421908" y="2011619"/>
              <a:ext cx="307378" cy="413403"/>
            </a:xfrm>
            <a:custGeom>
              <a:rect b="b" l="l" r="r" t="t"/>
              <a:pathLst>
                <a:path extrusionOk="0" h="13951" w="10373">
                  <a:moveTo>
                    <a:pt x="2613" y="0"/>
                  </a:moveTo>
                  <a:cubicBezTo>
                    <a:pt x="2590" y="0"/>
                    <a:pt x="2567" y="4"/>
                    <a:pt x="2543" y="12"/>
                  </a:cubicBezTo>
                  <a:lnTo>
                    <a:pt x="1710" y="271"/>
                  </a:lnTo>
                  <a:cubicBezTo>
                    <a:pt x="1601" y="307"/>
                    <a:pt x="1533" y="416"/>
                    <a:pt x="1550" y="528"/>
                  </a:cubicBezTo>
                  <a:cubicBezTo>
                    <a:pt x="2106" y="3994"/>
                    <a:pt x="1045" y="5360"/>
                    <a:pt x="392" y="5858"/>
                  </a:cubicBezTo>
                  <a:cubicBezTo>
                    <a:pt x="132" y="6055"/>
                    <a:pt x="0" y="6382"/>
                    <a:pt x="59" y="6707"/>
                  </a:cubicBezTo>
                  <a:cubicBezTo>
                    <a:pt x="336" y="8238"/>
                    <a:pt x="330" y="10148"/>
                    <a:pt x="243" y="11758"/>
                  </a:cubicBezTo>
                  <a:cubicBezTo>
                    <a:pt x="1464" y="13105"/>
                    <a:pt x="3227" y="13950"/>
                    <a:pt x="5189" y="13950"/>
                  </a:cubicBezTo>
                  <a:cubicBezTo>
                    <a:pt x="7150" y="13950"/>
                    <a:pt x="8915" y="13105"/>
                    <a:pt x="10137" y="11758"/>
                  </a:cubicBezTo>
                  <a:cubicBezTo>
                    <a:pt x="10048" y="10148"/>
                    <a:pt x="10040" y="8238"/>
                    <a:pt x="10315" y="6707"/>
                  </a:cubicBezTo>
                  <a:cubicBezTo>
                    <a:pt x="10373" y="6385"/>
                    <a:pt x="10244" y="6058"/>
                    <a:pt x="9983" y="5858"/>
                  </a:cubicBezTo>
                  <a:cubicBezTo>
                    <a:pt x="9330" y="5360"/>
                    <a:pt x="8270" y="3994"/>
                    <a:pt x="8825" y="528"/>
                  </a:cubicBezTo>
                  <a:cubicBezTo>
                    <a:pt x="8842" y="414"/>
                    <a:pt x="8776" y="304"/>
                    <a:pt x="8666" y="271"/>
                  </a:cubicBezTo>
                  <a:lnTo>
                    <a:pt x="7831" y="12"/>
                  </a:lnTo>
                  <a:cubicBezTo>
                    <a:pt x="7808" y="4"/>
                    <a:pt x="7784" y="0"/>
                    <a:pt x="7761" y="0"/>
                  </a:cubicBezTo>
                  <a:cubicBezTo>
                    <a:pt x="7639" y="0"/>
                    <a:pt x="7533" y="102"/>
                    <a:pt x="7533" y="232"/>
                  </a:cubicBezTo>
                  <a:cubicBezTo>
                    <a:pt x="7534" y="902"/>
                    <a:pt x="7443" y="2472"/>
                    <a:pt x="6600" y="3405"/>
                  </a:cubicBezTo>
                  <a:cubicBezTo>
                    <a:pt x="6222" y="3822"/>
                    <a:pt x="5705" y="4031"/>
                    <a:pt x="5188" y="4031"/>
                  </a:cubicBezTo>
                  <a:cubicBezTo>
                    <a:pt x="4670" y="4031"/>
                    <a:pt x="4153" y="3822"/>
                    <a:pt x="3774" y="3405"/>
                  </a:cubicBezTo>
                  <a:cubicBezTo>
                    <a:pt x="2932" y="2475"/>
                    <a:pt x="2840" y="902"/>
                    <a:pt x="2842" y="232"/>
                  </a:cubicBezTo>
                  <a:cubicBezTo>
                    <a:pt x="2842" y="102"/>
                    <a:pt x="2736" y="0"/>
                    <a:pt x="2613"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45"/>
            <p:cNvSpPr/>
            <p:nvPr/>
          </p:nvSpPr>
          <p:spPr>
            <a:xfrm>
              <a:off x="5486121" y="2200348"/>
              <a:ext cx="176669" cy="140636"/>
            </a:xfrm>
            <a:custGeom>
              <a:rect b="b" l="l" r="r" t="t"/>
              <a:pathLst>
                <a:path extrusionOk="0" h="4746" w="5962">
                  <a:moveTo>
                    <a:pt x="763" y="0"/>
                  </a:moveTo>
                  <a:cubicBezTo>
                    <a:pt x="344" y="0"/>
                    <a:pt x="0" y="344"/>
                    <a:pt x="0" y="763"/>
                  </a:cubicBezTo>
                  <a:lnTo>
                    <a:pt x="0" y="3983"/>
                  </a:lnTo>
                  <a:cubicBezTo>
                    <a:pt x="0" y="4402"/>
                    <a:pt x="344" y="4746"/>
                    <a:pt x="763" y="4746"/>
                  </a:cubicBezTo>
                  <a:lnTo>
                    <a:pt x="5196" y="4746"/>
                  </a:lnTo>
                  <a:cubicBezTo>
                    <a:pt x="5616" y="4746"/>
                    <a:pt x="5960" y="4402"/>
                    <a:pt x="5960" y="3983"/>
                  </a:cubicBezTo>
                  <a:lnTo>
                    <a:pt x="5960" y="763"/>
                  </a:lnTo>
                  <a:cubicBezTo>
                    <a:pt x="5961" y="344"/>
                    <a:pt x="5616" y="0"/>
                    <a:pt x="51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45"/>
            <p:cNvSpPr/>
            <p:nvPr/>
          </p:nvSpPr>
          <p:spPr>
            <a:xfrm>
              <a:off x="5621631" y="2155840"/>
              <a:ext cx="31648" cy="13661"/>
            </a:xfrm>
            <a:custGeom>
              <a:rect b="b" l="l" r="r" t="t"/>
              <a:pathLst>
                <a:path extrusionOk="0" h="461" w="1068">
                  <a:moveTo>
                    <a:pt x="230" y="1"/>
                  </a:moveTo>
                  <a:cubicBezTo>
                    <a:pt x="103" y="1"/>
                    <a:pt x="0" y="105"/>
                    <a:pt x="0" y="231"/>
                  </a:cubicBezTo>
                  <a:cubicBezTo>
                    <a:pt x="0" y="357"/>
                    <a:pt x="103" y="461"/>
                    <a:pt x="230" y="461"/>
                  </a:cubicBezTo>
                  <a:lnTo>
                    <a:pt x="840" y="461"/>
                  </a:lnTo>
                  <a:cubicBezTo>
                    <a:pt x="965" y="461"/>
                    <a:pt x="1068" y="357"/>
                    <a:pt x="1068" y="231"/>
                  </a:cubicBezTo>
                  <a:cubicBezTo>
                    <a:pt x="1068" y="105"/>
                    <a:pt x="965" y="1"/>
                    <a:pt x="840" y="1"/>
                  </a:cubicBezTo>
                  <a:close/>
                </a:path>
              </a:pathLst>
            </a:custGeom>
            <a:solidFill>
              <a:srgbClr val="FFFA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45"/>
            <p:cNvSpPr/>
            <p:nvPr/>
          </p:nvSpPr>
          <p:spPr>
            <a:xfrm>
              <a:off x="5479276" y="2193532"/>
              <a:ext cx="190270" cy="154267"/>
            </a:xfrm>
            <a:custGeom>
              <a:rect b="b" l="l" r="r" t="t"/>
              <a:pathLst>
                <a:path extrusionOk="0" h="5206" w="6421">
                  <a:moveTo>
                    <a:pt x="5427" y="457"/>
                  </a:moveTo>
                  <a:cubicBezTo>
                    <a:pt x="5721" y="457"/>
                    <a:pt x="5962" y="697"/>
                    <a:pt x="5962" y="992"/>
                  </a:cubicBezTo>
                  <a:lnTo>
                    <a:pt x="5962" y="4211"/>
                  </a:lnTo>
                  <a:cubicBezTo>
                    <a:pt x="5962" y="4505"/>
                    <a:pt x="5723" y="4746"/>
                    <a:pt x="5427" y="4746"/>
                  </a:cubicBezTo>
                  <a:lnTo>
                    <a:pt x="994" y="4746"/>
                  </a:lnTo>
                  <a:cubicBezTo>
                    <a:pt x="700" y="4746"/>
                    <a:pt x="460" y="4506"/>
                    <a:pt x="460" y="4211"/>
                  </a:cubicBezTo>
                  <a:lnTo>
                    <a:pt x="460" y="992"/>
                  </a:lnTo>
                  <a:cubicBezTo>
                    <a:pt x="460" y="698"/>
                    <a:pt x="699" y="457"/>
                    <a:pt x="994" y="457"/>
                  </a:cubicBezTo>
                  <a:close/>
                  <a:moveTo>
                    <a:pt x="994" y="0"/>
                  </a:moveTo>
                  <a:cubicBezTo>
                    <a:pt x="446" y="0"/>
                    <a:pt x="1" y="445"/>
                    <a:pt x="1" y="993"/>
                  </a:cubicBezTo>
                  <a:lnTo>
                    <a:pt x="1" y="4213"/>
                  </a:lnTo>
                  <a:cubicBezTo>
                    <a:pt x="1" y="4760"/>
                    <a:pt x="446" y="5206"/>
                    <a:pt x="994" y="5206"/>
                  </a:cubicBezTo>
                  <a:lnTo>
                    <a:pt x="5427" y="5206"/>
                  </a:lnTo>
                  <a:cubicBezTo>
                    <a:pt x="5976" y="5206"/>
                    <a:pt x="6421" y="4760"/>
                    <a:pt x="6421" y="4213"/>
                  </a:cubicBezTo>
                  <a:lnTo>
                    <a:pt x="6421" y="993"/>
                  </a:lnTo>
                  <a:cubicBezTo>
                    <a:pt x="6421" y="445"/>
                    <a:pt x="5976" y="0"/>
                    <a:pt x="5427"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45"/>
            <p:cNvSpPr/>
            <p:nvPr/>
          </p:nvSpPr>
          <p:spPr>
            <a:xfrm>
              <a:off x="5517324" y="2225121"/>
              <a:ext cx="60510" cy="92839"/>
            </a:xfrm>
            <a:custGeom>
              <a:rect b="b" l="l" r="r" t="t"/>
              <a:pathLst>
                <a:path extrusionOk="0" h="3133" w="2042">
                  <a:moveTo>
                    <a:pt x="1021" y="551"/>
                  </a:moveTo>
                  <a:cubicBezTo>
                    <a:pt x="1280" y="551"/>
                    <a:pt x="1492" y="761"/>
                    <a:pt x="1492" y="1022"/>
                  </a:cubicBezTo>
                  <a:lnTo>
                    <a:pt x="1492" y="2113"/>
                  </a:lnTo>
                  <a:cubicBezTo>
                    <a:pt x="1492" y="2371"/>
                    <a:pt x="1282" y="2584"/>
                    <a:pt x="1021" y="2584"/>
                  </a:cubicBezTo>
                  <a:cubicBezTo>
                    <a:pt x="763" y="2584"/>
                    <a:pt x="551" y="2373"/>
                    <a:pt x="551" y="2113"/>
                  </a:cubicBezTo>
                  <a:lnTo>
                    <a:pt x="551" y="1022"/>
                  </a:lnTo>
                  <a:cubicBezTo>
                    <a:pt x="551" y="762"/>
                    <a:pt x="761" y="551"/>
                    <a:pt x="1021" y="551"/>
                  </a:cubicBezTo>
                  <a:close/>
                  <a:moveTo>
                    <a:pt x="1022" y="1"/>
                  </a:moveTo>
                  <a:cubicBezTo>
                    <a:pt x="458" y="1"/>
                    <a:pt x="1" y="459"/>
                    <a:pt x="1" y="1022"/>
                  </a:cubicBezTo>
                  <a:lnTo>
                    <a:pt x="1" y="2113"/>
                  </a:lnTo>
                  <a:cubicBezTo>
                    <a:pt x="1" y="2677"/>
                    <a:pt x="459" y="3133"/>
                    <a:pt x="1022" y="3133"/>
                  </a:cubicBezTo>
                  <a:cubicBezTo>
                    <a:pt x="1585" y="3133"/>
                    <a:pt x="2042" y="2674"/>
                    <a:pt x="2042" y="2113"/>
                  </a:cubicBezTo>
                  <a:lnTo>
                    <a:pt x="2042" y="1022"/>
                  </a:lnTo>
                  <a:cubicBezTo>
                    <a:pt x="2042" y="458"/>
                    <a:pt x="1585" y="1"/>
                    <a:pt x="102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45"/>
            <p:cNvSpPr/>
            <p:nvPr/>
          </p:nvSpPr>
          <p:spPr>
            <a:xfrm>
              <a:off x="5586161" y="2225269"/>
              <a:ext cx="41900" cy="92602"/>
            </a:xfrm>
            <a:custGeom>
              <a:rect b="b" l="l" r="r" t="t"/>
              <a:pathLst>
                <a:path extrusionOk="0" h="3125" w="1414">
                  <a:moveTo>
                    <a:pt x="705" y="1"/>
                  </a:moveTo>
                  <a:cubicBezTo>
                    <a:pt x="586" y="1"/>
                    <a:pt x="486" y="75"/>
                    <a:pt x="445" y="179"/>
                  </a:cubicBezTo>
                  <a:cubicBezTo>
                    <a:pt x="428" y="226"/>
                    <a:pt x="386" y="257"/>
                    <a:pt x="336" y="257"/>
                  </a:cubicBezTo>
                  <a:lnTo>
                    <a:pt x="300" y="257"/>
                  </a:lnTo>
                  <a:cubicBezTo>
                    <a:pt x="148" y="257"/>
                    <a:pt x="17" y="375"/>
                    <a:pt x="16" y="527"/>
                  </a:cubicBezTo>
                  <a:cubicBezTo>
                    <a:pt x="14" y="683"/>
                    <a:pt x="139" y="807"/>
                    <a:pt x="292" y="807"/>
                  </a:cubicBezTo>
                  <a:lnTo>
                    <a:pt x="313" y="807"/>
                  </a:lnTo>
                  <a:cubicBezTo>
                    <a:pt x="378" y="807"/>
                    <a:pt x="429" y="858"/>
                    <a:pt x="429" y="924"/>
                  </a:cubicBezTo>
                  <a:lnTo>
                    <a:pt x="429" y="2451"/>
                  </a:lnTo>
                  <a:cubicBezTo>
                    <a:pt x="429" y="2520"/>
                    <a:pt x="375" y="2574"/>
                    <a:pt x="308" y="2574"/>
                  </a:cubicBezTo>
                  <a:lnTo>
                    <a:pt x="286" y="2574"/>
                  </a:lnTo>
                  <a:cubicBezTo>
                    <a:pt x="134" y="2574"/>
                    <a:pt x="5" y="2692"/>
                    <a:pt x="2" y="2845"/>
                  </a:cubicBezTo>
                  <a:cubicBezTo>
                    <a:pt x="0" y="3000"/>
                    <a:pt x="125" y="3125"/>
                    <a:pt x="278" y="3125"/>
                  </a:cubicBezTo>
                  <a:lnTo>
                    <a:pt x="1135" y="3125"/>
                  </a:lnTo>
                  <a:cubicBezTo>
                    <a:pt x="1289" y="3125"/>
                    <a:pt x="1413" y="2999"/>
                    <a:pt x="1412" y="2845"/>
                  </a:cubicBezTo>
                  <a:cubicBezTo>
                    <a:pt x="1405" y="2696"/>
                    <a:pt x="1275" y="2576"/>
                    <a:pt x="1124" y="2576"/>
                  </a:cubicBezTo>
                  <a:lnTo>
                    <a:pt x="1102" y="2576"/>
                  </a:lnTo>
                  <a:cubicBezTo>
                    <a:pt x="1034" y="2576"/>
                    <a:pt x="979" y="2521"/>
                    <a:pt x="979" y="2453"/>
                  </a:cubicBezTo>
                  <a:lnTo>
                    <a:pt x="979" y="286"/>
                  </a:lnTo>
                  <a:cubicBezTo>
                    <a:pt x="979" y="142"/>
                    <a:pt x="872" y="16"/>
                    <a:pt x="729" y="2"/>
                  </a:cubicBezTo>
                  <a:cubicBezTo>
                    <a:pt x="721" y="1"/>
                    <a:pt x="713" y="1"/>
                    <a:pt x="70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2" name="Google Shape;11052;p45"/>
          <p:cNvGrpSpPr/>
          <p:nvPr/>
        </p:nvGrpSpPr>
        <p:grpSpPr>
          <a:xfrm>
            <a:off x="4719292" y="2011619"/>
            <a:ext cx="395683" cy="413433"/>
            <a:chOff x="4719292" y="2011619"/>
            <a:chExt cx="395683" cy="413433"/>
          </a:xfrm>
        </p:grpSpPr>
        <p:sp>
          <p:nvSpPr>
            <p:cNvPr id="11053" name="Google Shape;11053;p45"/>
            <p:cNvSpPr/>
            <p:nvPr/>
          </p:nvSpPr>
          <p:spPr>
            <a:xfrm>
              <a:off x="4719292" y="2029457"/>
              <a:ext cx="392127" cy="311615"/>
            </a:xfrm>
            <a:custGeom>
              <a:rect b="b" l="l" r="r" t="t"/>
              <a:pathLst>
                <a:path extrusionOk="0" h="10516" w="13233">
                  <a:moveTo>
                    <a:pt x="6676" y="0"/>
                  </a:moveTo>
                  <a:cubicBezTo>
                    <a:pt x="2991" y="0"/>
                    <a:pt x="0" y="2988"/>
                    <a:pt x="0" y="6677"/>
                  </a:cubicBezTo>
                  <a:lnTo>
                    <a:pt x="0" y="6726"/>
                  </a:lnTo>
                  <a:lnTo>
                    <a:pt x="2243" y="10516"/>
                  </a:lnTo>
                  <a:lnTo>
                    <a:pt x="11026" y="10516"/>
                  </a:lnTo>
                  <a:lnTo>
                    <a:pt x="11026" y="10511"/>
                  </a:lnTo>
                  <a:lnTo>
                    <a:pt x="13233" y="5410"/>
                  </a:lnTo>
                  <a:cubicBezTo>
                    <a:pt x="12642" y="2327"/>
                    <a:pt x="9931" y="0"/>
                    <a:pt x="6676"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45"/>
            <p:cNvSpPr/>
            <p:nvPr/>
          </p:nvSpPr>
          <p:spPr>
            <a:xfrm>
              <a:off x="4785787" y="2340925"/>
              <a:ext cx="260233" cy="84127"/>
            </a:xfrm>
            <a:custGeom>
              <a:rect b="b" l="l" r="r" t="t"/>
              <a:pathLst>
                <a:path extrusionOk="0" h="2839" w="8782">
                  <a:moveTo>
                    <a:pt x="1" y="0"/>
                  </a:moveTo>
                  <a:lnTo>
                    <a:pt x="1" y="2"/>
                  </a:lnTo>
                  <a:lnTo>
                    <a:pt x="2" y="2"/>
                  </a:lnTo>
                  <a:lnTo>
                    <a:pt x="1" y="0"/>
                  </a:lnTo>
                  <a:close/>
                  <a:moveTo>
                    <a:pt x="2" y="2"/>
                  </a:moveTo>
                  <a:lnTo>
                    <a:pt x="1180" y="1995"/>
                  </a:lnTo>
                  <a:cubicBezTo>
                    <a:pt x="2141" y="2532"/>
                    <a:pt x="3251" y="2839"/>
                    <a:pt x="4432" y="2839"/>
                  </a:cubicBezTo>
                  <a:cubicBezTo>
                    <a:pt x="5744" y="2839"/>
                    <a:pt x="6968" y="2461"/>
                    <a:pt x="8000" y="1808"/>
                  </a:cubicBezTo>
                  <a:lnTo>
                    <a:pt x="8782" y="2"/>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45"/>
            <p:cNvSpPr/>
            <p:nvPr/>
          </p:nvSpPr>
          <p:spPr>
            <a:xfrm>
              <a:off x="4904643" y="2014582"/>
              <a:ext cx="170061" cy="134946"/>
            </a:xfrm>
            <a:custGeom>
              <a:rect b="b" l="l" r="r" t="t"/>
              <a:pathLst>
                <a:path extrusionOk="0" h="4554" w="5739">
                  <a:moveTo>
                    <a:pt x="1604" y="0"/>
                  </a:moveTo>
                  <a:cubicBezTo>
                    <a:pt x="721" y="0"/>
                    <a:pt x="0" y="720"/>
                    <a:pt x="0" y="1606"/>
                  </a:cubicBezTo>
                  <a:lnTo>
                    <a:pt x="0" y="4553"/>
                  </a:lnTo>
                  <a:cubicBezTo>
                    <a:pt x="353" y="4283"/>
                    <a:pt x="748" y="4059"/>
                    <a:pt x="1172" y="3896"/>
                  </a:cubicBezTo>
                  <a:lnTo>
                    <a:pt x="1172" y="1604"/>
                  </a:lnTo>
                  <a:cubicBezTo>
                    <a:pt x="1172" y="1367"/>
                    <a:pt x="1366" y="1172"/>
                    <a:pt x="1604" y="1172"/>
                  </a:cubicBezTo>
                  <a:lnTo>
                    <a:pt x="4135" y="1172"/>
                  </a:lnTo>
                  <a:cubicBezTo>
                    <a:pt x="4374" y="1172"/>
                    <a:pt x="4568" y="1367"/>
                    <a:pt x="4568" y="1604"/>
                  </a:cubicBezTo>
                  <a:lnTo>
                    <a:pt x="4568" y="3896"/>
                  </a:lnTo>
                  <a:cubicBezTo>
                    <a:pt x="4991" y="4059"/>
                    <a:pt x="5385" y="4283"/>
                    <a:pt x="5739" y="4553"/>
                  </a:cubicBezTo>
                  <a:lnTo>
                    <a:pt x="5739" y="1606"/>
                  </a:lnTo>
                  <a:cubicBezTo>
                    <a:pt x="5739" y="722"/>
                    <a:pt x="5021" y="0"/>
                    <a:pt x="4135"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45"/>
            <p:cNvSpPr/>
            <p:nvPr/>
          </p:nvSpPr>
          <p:spPr>
            <a:xfrm>
              <a:off x="4899991" y="2118710"/>
              <a:ext cx="214984" cy="279760"/>
            </a:xfrm>
            <a:custGeom>
              <a:rect b="b" l="l" r="r" t="t"/>
              <a:pathLst>
                <a:path extrusionOk="0" h="9441" w="7255">
                  <a:moveTo>
                    <a:pt x="3027" y="1"/>
                  </a:moveTo>
                  <a:cubicBezTo>
                    <a:pt x="1932" y="1"/>
                    <a:pt x="927" y="372"/>
                    <a:pt x="126" y="999"/>
                  </a:cubicBezTo>
                  <a:lnTo>
                    <a:pt x="126" y="2998"/>
                  </a:lnTo>
                  <a:lnTo>
                    <a:pt x="137" y="3012"/>
                  </a:lnTo>
                  <a:cubicBezTo>
                    <a:pt x="787" y="3721"/>
                    <a:pt x="1146" y="4644"/>
                    <a:pt x="1146" y="5604"/>
                  </a:cubicBezTo>
                  <a:cubicBezTo>
                    <a:pt x="1146" y="6674"/>
                    <a:pt x="707" y="7644"/>
                    <a:pt x="0" y="8340"/>
                  </a:cubicBezTo>
                  <a:cubicBezTo>
                    <a:pt x="819" y="9027"/>
                    <a:pt x="1875" y="9441"/>
                    <a:pt x="3027" y="9441"/>
                  </a:cubicBezTo>
                  <a:cubicBezTo>
                    <a:pt x="3414" y="9441"/>
                    <a:pt x="3788" y="9394"/>
                    <a:pt x="4146" y="9307"/>
                  </a:cubicBezTo>
                  <a:cubicBezTo>
                    <a:pt x="6013" y="8123"/>
                    <a:pt x="7255" y="6038"/>
                    <a:pt x="7255" y="3665"/>
                  </a:cubicBezTo>
                  <a:cubicBezTo>
                    <a:pt x="7255" y="3229"/>
                    <a:pt x="7214" y="2805"/>
                    <a:pt x="7135" y="2398"/>
                  </a:cubicBezTo>
                  <a:cubicBezTo>
                    <a:pt x="6323" y="968"/>
                    <a:pt x="4788" y="1"/>
                    <a:pt x="3027"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45"/>
            <p:cNvSpPr/>
            <p:nvPr/>
          </p:nvSpPr>
          <p:spPr>
            <a:xfrm>
              <a:off x="4952766" y="2011619"/>
              <a:ext cx="73785" cy="40122"/>
            </a:xfrm>
            <a:custGeom>
              <a:rect b="b" l="l" r="r" t="t"/>
              <a:pathLst>
                <a:path extrusionOk="0" h="1354" w="2490">
                  <a:moveTo>
                    <a:pt x="201" y="1"/>
                  </a:moveTo>
                  <a:cubicBezTo>
                    <a:pt x="89" y="1"/>
                    <a:pt x="0" y="91"/>
                    <a:pt x="0" y="201"/>
                  </a:cubicBezTo>
                  <a:lnTo>
                    <a:pt x="0" y="1154"/>
                  </a:lnTo>
                  <a:cubicBezTo>
                    <a:pt x="0" y="1265"/>
                    <a:pt x="89" y="1353"/>
                    <a:pt x="201" y="1353"/>
                  </a:cubicBezTo>
                  <a:lnTo>
                    <a:pt x="2289" y="1353"/>
                  </a:lnTo>
                  <a:cubicBezTo>
                    <a:pt x="2400" y="1353"/>
                    <a:pt x="2489" y="1265"/>
                    <a:pt x="2489" y="1154"/>
                  </a:cubicBezTo>
                  <a:lnTo>
                    <a:pt x="2489" y="201"/>
                  </a:lnTo>
                  <a:cubicBezTo>
                    <a:pt x="2489" y="91"/>
                    <a:pt x="2400" y="1"/>
                    <a:pt x="228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45"/>
            <p:cNvSpPr/>
            <p:nvPr/>
          </p:nvSpPr>
          <p:spPr>
            <a:xfrm>
              <a:off x="4909177" y="2166537"/>
              <a:ext cx="172550" cy="184077"/>
            </a:xfrm>
            <a:custGeom>
              <a:rect b="b" l="l" r="r" t="t"/>
              <a:pathLst>
                <a:path extrusionOk="0" h="6212" w="5823">
                  <a:moveTo>
                    <a:pt x="2717" y="0"/>
                  </a:moveTo>
                  <a:cubicBezTo>
                    <a:pt x="1549" y="0"/>
                    <a:pt x="531" y="645"/>
                    <a:pt x="1" y="1600"/>
                  </a:cubicBezTo>
                  <a:cubicBezTo>
                    <a:pt x="540" y="2278"/>
                    <a:pt x="834" y="3117"/>
                    <a:pt x="834" y="3990"/>
                  </a:cubicBezTo>
                  <a:cubicBezTo>
                    <a:pt x="834" y="4475"/>
                    <a:pt x="744" y="4936"/>
                    <a:pt x="581" y="5363"/>
                  </a:cubicBezTo>
                  <a:cubicBezTo>
                    <a:pt x="1137" y="5890"/>
                    <a:pt x="1890" y="6212"/>
                    <a:pt x="2715" y="6212"/>
                  </a:cubicBezTo>
                  <a:cubicBezTo>
                    <a:pt x="4431" y="6212"/>
                    <a:pt x="5819" y="4821"/>
                    <a:pt x="5819" y="3106"/>
                  </a:cubicBezTo>
                  <a:cubicBezTo>
                    <a:pt x="5822" y="1392"/>
                    <a:pt x="4431" y="0"/>
                    <a:pt x="2717"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45"/>
            <p:cNvSpPr/>
            <p:nvPr/>
          </p:nvSpPr>
          <p:spPr>
            <a:xfrm>
              <a:off x="4734938" y="2081373"/>
              <a:ext cx="170150" cy="127598"/>
            </a:xfrm>
            <a:custGeom>
              <a:rect b="b" l="l" r="r" t="t"/>
              <a:pathLst>
                <a:path extrusionOk="0" h="4306" w="5742">
                  <a:moveTo>
                    <a:pt x="1606" y="0"/>
                  </a:moveTo>
                  <a:cubicBezTo>
                    <a:pt x="722" y="0"/>
                    <a:pt x="1" y="720"/>
                    <a:pt x="1" y="1606"/>
                  </a:cubicBezTo>
                  <a:lnTo>
                    <a:pt x="1" y="4306"/>
                  </a:lnTo>
                  <a:cubicBezTo>
                    <a:pt x="333" y="3947"/>
                    <a:pt x="730" y="3647"/>
                    <a:pt x="1173" y="3432"/>
                  </a:cubicBezTo>
                  <a:lnTo>
                    <a:pt x="1173" y="1606"/>
                  </a:lnTo>
                  <a:cubicBezTo>
                    <a:pt x="1173" y="1367"/>
                    <a:pt x="1367" y="1172"/>
                    <a:pt x="1606" y="1172"/>
                  </a:cubicBezTo>
                  <a:lnTo>
                    <a:pt x="4135" y="1172"/>
                  </a:lnTo>
                  <a:cubicBezTo>
                    <a:pt x="4375" y="1172"/>
                    <a:pt x="4569" y="1367"/>
                    <a:pt x="4569" y="1606"/>
                  </a:cubicBezTo>
                  <a:lnTo>
                    <a:pt x="4569" y="3432"/>
                  </a:lnTo>
                  <a:cubicBezTo>
                    <a:pt x="5014" y="3647"/>
                    <a:pt x="5410" y="3947"/>
                    <a:pt x="5741" y="4306"/>
                  </a:cubicBezTo>
                  <a:lnTo>
                    <a:pt x="5741" y="1606"/>
                  </a:lnTo>
                  <a:cubicBezTo>
                    <a:pt x="5741" y="721"/>
                    <a:pt x="5021" y="0"/>
                    <a:pt x="4135"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45"/>
            <p:cNvSpPr/>
            <p:nvPr/>
          </p:nvSpPr>
          <p:spPr>
            <a:xfrm>
              <a:off x="4719321" y="2169530"/>
              <a:ext cx="215962" cy="230422"/>
            </a:xfrm>
            <a:custGeom>
              <a:rect b="b" l="l" r="r" t="t"/>
              <a:pathLst>
                <a:path extrusionOk="0" h="7776" w="7288">
                  <a:moveTo>
                    <a:pt x="3397" y="0"/>
                  </a:moveTo>
                  <a:cubicBezTo>
                    <a:pt x="1936" y="0"/>
                    <a:pt x="666" y="804"/>
                    <a:pt x="1" y="1996"/>
                  </a:cubicBezTo>
                  <a:cubicBezTo>
                    <a:pt x="19" y="4480"/>
                    <a:pt x="1395" y="6641"/>
                    <a:pt x="3425" y="7776"/>
                  </a:cubicBezTo>
                  <a:cubicBezTo>
                    <a:pt x="5559" y="7763"/>
                    <a:pt x="7288" y="6027"/>
                    <a:pt x="7288" y="3888"/>
                  </a:cubicBezTo>
                  <a:cubicBezTo>
                    <a:pt x="7288" y="1741"/>
                    <a:pt x="5547" y="0"/>
                    <a:pt x="339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45"/>
            <p:cNvSpPr/>
            <p:nvPr/>
          </p:nvSpPr>
          <p:spPr>
            <a:xfrm>
              <a:off x="4753043" y="2217742"/>
              <a:ext cx="134057" cy="134087"/>
            </a:xfrm>
            <a:custGeom>
              <a:rect b="b" l="l" r="r" t="t"/>
              <a:pathLst>
                <a:path extrusionOk="0" h="4525" w="4524">
                  <a:moveTo>
                    <a:pt x="2262" y="1"/>
                  </a:moveTo>
                  <a:cubicBezTo>
                    <a:pt x="1012" y="1"/>
                    <a:pt x="0" y="1014"/>
                    <a:pt x="0" y="2262"/>
                  </a:cubicBezTo>
                  <a:cubicBezTo>
                    <a:pt x="0" y="3512"/>
                    <a:pt x="1012" y="4524"/>
                    <a:pt x="2262" y="4524"/>
                  </a:cubicBezTo>
                  <a:cubicBezTo>
                    <a:pt x="3510" y="4524"/>
                    <a:pt x="4524" y="3512"/>
                    <a:pt x="4524" y="2262"/>
                  </a:cubicBezTo>
                  <a:cubicBezTo>
                    <a:pt x="4524" y="1662"/>
                    <a:pt x="4284" y="1087"/>
                    <a:pt x="3860" y="665"/>
                  </a:cubicBezTo>
                  <a:cubicBezTo>
                    <a:pt x="3437" y="240"/>
                    <a:pt x="2862" y="1"/>
                    <a:pt x="2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45"/>
            <p:cNvSpPr/>
            <p:nvPr/>
          </p:nvSpPr>
          <p:spPr>
            <a:xfrm>
              <a:off x="4783120" y="2078410"/>
              <a:ext cx="73815" cy="40122"/>
            </a:xfrm>
            <a:custGeom>
              <a:rect b="b" l="l" r="r" t="t"/>
              <a:pathLst>
                <a:path extrusionOk="0" h="1354" w="2491">
                  <a:moveTo>
                    <a:pt x="201" y="1"/>
                  </a:moveTo>
                  <a:cubicBezTo>
                    <a:pt x="91" y="1"/>
                    <a:pt x="1" y="91"/>
                    <a:pt x="1" y="201"/>
                  </a:cubicBezTo>
                  <a:lnTo>
                    <a:pt x="1" y="1154"/>
                  </a:lnTo>
                  <a:cubicBezTo>
                    <a:pt x="1" y="1264"/>
                    <a:pt x="91" y="1353"/>
                    <a:pt x="201" y="1353"/>
                  </a:cubicBezTo>
                  <a:lnTo>
                    <a:pt x="2290" y="1353"/>
                  </a:lnTo>
                  <a:cubicBezTo>
                    <a:pt x="2401" y="1353"/>
                    <a:pt x="2491" y="1264"/>
                    <a:pt x="2491" y="1154"/>
                  </a:cubicBezTo>
                  <a:lnTo>
                    <a:pt x="2491" y="201"/>
                  </a:lnTo>
                  <a:cubicBezTo>
                    <a:pt x="2488" y="91"/>
                    <a:pt x="2399" y="1"/>
                    <a:pt x="229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3" name="Google Shape;11063;p45"/>
          <p:cNvGrpSpPr/>
          <p:nvPr/>
        </p:nvGrpSpPr>
        <p:grpSpPr>
          <a:xfrm>
            <a:off x="7354451" y="1330841"/>
            <a:ext cx="406202" cy="413403"/>
            <a:chOff x="7354451" y="1330841"/>
            <a:chExt cx="406202" cy="413403"/>
          </a:xfrm>
        </p:grpSpPr>
        <p:sp>
          <p:nvSpPr>
            <p:cNvPr id="11064" name="Google Shape;11064;p45"/>
            <p:cNvSpPr/>
            <p:nvPr/>
          </p:nvSpPr>
          <p:spPr>
            <a:xfrm>
              <a:off x="7365089" y="1330841"/>
              <a:ext cx="395416" cy="194271"/>
            </a:xfrm>
            <a:custGeom>
              <a:rect b="b" l="l" r="r" t="t"/>
              <a:pathLst>
                <a:path extrusionOk="0" h="6556" w="13344">
                  <a:moveTo>
                    <a:pt x="6673" y="1"/>
                  </a:moveTo>
                  <a:cubicBezTo>
                    <a:pt x="3058" y="1"/>
                    <a:pt x="111" y="2876"/>
                    <a:pt x="0" y="6467"/>
                  </a:cubicBezTo>
                  <a:cubicBezTo>
                    <a:pt x="159" y="6354"/>
                    <a:pt x="378" y="6262"/>
                    <a:pt x="572" y="6246"/>
                  </a:cubicBezTo>
                  <a:cubicBezTo>
                    <a:pt x="601" y="6244"/>
                    <a:pt x="630" y="6243"/>
                    <a:pt x="658" y="6243"/>
                  </a:cubicBezTo>
                  <a:cubicBezTo>
                    <a:pt x="905" y="6243"/>
                    <a:pt x="1132" y="6332"/>
                    <a:pt x="1309" y="6479"/>
                  </a:cubicBezTo>
                  <a:cubicBezTo>
                    <a:pt x="1370" y="6530"/>
                    <a:pt x="1445" y="6556"/>
                    <a:pt x="1520" y="6556"/>
                  </a:cubicBezTo>
                  <a:cubicBezTo>
                    <a:pt x="1595" y="6556"/>
                    <a:pt x="1669" y="6531"/>
                    <a:pt x="1730" y="6479"/>
                  </a:cubicBezTo>
                  <a:cubicBezTo>
                    <a:pt x="1908" y="6332"/>
                    <a:pt x="2135" y="6242"/>
                    <a:pt x="2383" y="6242"/>
                  </a:cubicBezTo>
                  <a:cubicBezTo>
                    <a:pt x="2632" y="6242"/>
                    <a:pt x="2859" y="6332"/>
                    <a:pt x="3036" y="6479"/>
                  </a:cubicBezTo>
                  <a:cubicBezTo>
                    <a:pt x="3098" y="6530"/>
                    <a:pt x="3172" y="6555"/>
                    <a:pt x="3247" y="6555"/>
                  </a:cubicBezTo>
                  <a:cubicBezTo>
                    <a:pt x="3321" y="6555"/>
                    <a:pt x="3395" y="6530"/>
                    <a:pt x="3456" y="6479"/>
                  </a:cubicBezTo>
                  <a:cubicBezTo>
                    <a:pt x="3633" y="6332"/>
                    <a:pt x="3860" y="6242"/>
                    <a:pt x="4109" y="6242"/>
                  </a:cubicBezTo>
                  <a:cubicBezTo>
                    <a:pt x="4357" y="6242"/>
                    <a:pt x="4584" y="6332"/>
                    <a:pt x="4762" y="6479"/>
                  </a:cubicBezTo>
                  <a:cubicBezTo>
                    <a:pt x="4823" y="6530"/>
                    <a:pt x="4898" y="6555"/>
                    <a:pt x="4972" y="6555"/>
                  </a:cubicBezTo>
                  <a:cubicBezTo>
                    <a:pt x="5046" y="6555"/>
                    <a:pt x="5121" y="6530"/>
                    <a:pt x="5181" y="6479"/>
                  </a:cubicBezTo>
                  <a:cubicBezTo>
                    <a:pt x="5358" y="6332"/>
                    <a:pt x="5585" y="6242"/>
                    <a:pt x="5834" y="6242"/>
                  </a:cubicBezTo>
                  <a:cubicBezTo>
                    <a:pt x="6083" y="6242"/>
                    <a:pt x="6310" y="6332"/>
                    <a:pt x="6487" y="6479"/>
                  </a:cubicBezTo>
                  <a:cubicBezTo>
                    <a:pt x="6548" y="6530"/>
                    <a:pt x="6623" y="6555"/>
                    <a:pt x="6697" y="6555"/>
                  </a:cubicBezTo>
                  <a:cubicBezTo>
                    <a:pt x="6772" y="6555"/>
                    <a:pt x="6846" y="6530"/>
                    <a:pt x="6907" y="6479"/>
                  </a:cubicBezTo>
                  <a:cubicBezTo>
                    <a:pt x="7084" y="6332"/>
                    <a:pt x="7311" y="6242"/>
                    <a:pt x="7559" y="6242"/>
                  </a:cubicBezTo>
                  <a:cubicBezTo>
                    <a:pt x="7808" y="6242"/>
                    <a:pt x="8035" y="6332"/>
                    <a:pt x="8212" y="6479"/>
                  </a:cubicBezTo>
                  <a:cubicBezTo>
                    <a:pt x="8274" y="6530"/>
                    <a:pt x="8348" y="6555"/>
                    <a:pt x="8423" y="6555"/>
                  </a:cubicBezTo>
                  <a:cubicBezTo>
                    <a:pt x="8497" y="6555"/>
                    <a:pt x="8571" y="6530"/>
                    <a:pt x="8632" y="6479"/>
                  </a:cubicBezTo>
                  <a:cubicBezTo>
                    <a:pt x="8809" y="6332"/>
                    <a:pt x="9036" y="6242"/>
                    <a:pt x="9285" y="6242"/>
                  </a:cubicBezTo>
                  <a:cubicBezTo>
                    <a:pt x="9534" y="6242"/>
                    <a:pt x="9761" y="6332"/>
                    <a:pt x="9938" y="6479"/>
                  </a:cubicBezTo>
                  <a:cubicBezTo>
                    <a:pt x="9999" y="6530"/>
                    <a:pt x="10074" y="6555"/>
                    <a:pt x="10148" y="6555"/>
                  </a:cubicBezTo>
                  <a:cubicBezTo>
                    <a:pt x="10223" y="6555"/>
                    <a:pt x="10297" y="6530"/>
                    <a:pt x="10357" y="6479"/>
                  </a:cubicBezTo>
                  <a:cubicBezTo>
                    <a:pt x="10535" y="6332"/>
                    <a:pt x="10762" y="6242"/>
                    <a:pt x="11010" y="6242"/>
                  </a:cubicBezTo>
                  <a:cubicBezTo>
                    <a:pt x="11259" y="6242"/>
                    <a:pt x="11486" y="6332"/>
                    <a:pt x="11663" y="6479"/>
                  </a:cubicBezTo>
                  <a:cubicBezTo>
                    <a:pt x="11725" y="6530"/>
                    <a:pt x="11799" y="6555"/>
                    <a:pt x="11874" y="6555"/>
                  </a:cubicBezTo>
                  <a:cubicBezTo>
                    <a:pt x="11948" y="6555"/>
                    <a:pt x="12023" y="6530"/>
                    <a:pt x="12084" y="6479"/>
                  </a:cubicBezTo>
                  <a:cubicBezTo>
                    <a:pt x="12261" y="6332"/>
                    <a:pt x="12491" y="6243"/>
                    <a:pt x="12740" y="6243"/>
                  </a:cubicBezTo>
                  <a:cubicBezTo>
                    <a:pt x="12767" y="6243"/>
                    <a:pt x="12794" y="6244"/>
                    <a:pt x="12821" y="6246"/>
                  </a:cubicBezTo>
                  <a:cubicBezTo>
                    <a:pt x="12994" y="6260"/>
                    <a:pt x="13196" y="6340"/>
                    <a:pt x="13343" y="6433"/>
                  </a:cubicBezTo>
                  <a:cubicBezTo>
                    <a:pt x="13280" y="4641"/>
                    <a:pt x="12509" y="3029"/>
                    <a:pt x="11301" y="1866"/>
                  </a:cubicBezTo>
                  <a:lnTo>
                    <a:pt x="7280" y="29"/>
                  </a:lnTo>
                  <a:cubicBezTo>
                    <a:pt x="7079" y="12"/>
                    <a:pt x="6877" y="1"/>
                    <a:pt x="6673"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45"/>
            <p:cNvSpPr/>
            <p:nvPr/>
          </p:nvSpPr>
          <p:spPr>
            <a:xfrm>
              <a:off x="7365000" y="1514178"/>
              <a:ext cx="395653" cy="61369"/>
            </a:xfrm>
            <a:custGeom>
              <a:rect b="b" l="l" r="r" t="t"/>
              <a:pathLst>
                <a:path extrusionOk="0" h="2071" w="13352">
                  <a:moveTo>
                    <a:pt x="2386" y="0"/>
                  </a:moveTo>
                  <a:cubicBezTo>
                    <a:pt x="2138" y="0"/>
                    <a:pt x="1909" y="90"/>
                    <a:pt x="1733" y="238"/>
                  </a:cubicBezTo>
                  <a:cubicBezTo>
                    <a:pt x="1672" y="289"/>
                    <a:pt x="1598" y="314"/>
                    <a:pt x="1523" y="314"/>
                  </a:cubicBezTo>
                  <a:cubicBezTo>
                    <a:pt x="1448" y="314"/>
                    <a:pt x="1372" y="289"/>
                    <a:pt x="1311" y="238"/>
                  </a:cubicBezTo>
                  <a:cubicBezTo>
                    <a:pt x="1134" y="91"/>
                    <a:pt x="905" y="2"/>
                    <a:pt x="657" y="2"/>
                  </a:cubicBezTo>
                  <a:cubicBezTo>
                    <a:pt x="630" y="2"/>
                    <a:pt x="603" y="3"/>
                    <a:pt x="575" y="5"/>
                  </a:cubicBezTo>
                  <a:cubicBezTo>
                    <a:pt x="359" y="22"/>
                    <a:pt x="163" y="107"/>
                    <a:pt x="5" y="240"/>
                  </a:cubicBezTo>
                  <a:cubicBezTo>
                    <a:pt x="2" y="323"/>
                    <a:pt x="0" y="406"/>
                    <a:pt x="0" y="490"/>
                  </a:cubicBezTo>
                  <a:cubicBezTo>
                    <a:pt x="0" y="1034"/>
                    <a:pt x="66" y="1565"/>
                    <a:pt x="188" y="2071"/>
                  </a:cubicBezTo>
                  <a:lnTo>
                    <a:pt x="13161" y="2071"/>
                  </a:lnTo>
                  <a:cubicBezTo>
                    <a:pt x="13284" y="1562"/>
                    <a:pt x="13351" y="1034"/>
                    <a:pt x="13351" y="490"/>
                  </a:cubicBezTo>
                  <a:cubicBezTo>
                    <a:pt x="13351" y="393"/>
                    <a:pt x="13348" y="296"/>
                    <a:pt x="13345" y="201"/>
                  </a:cubicBezTo>
                  <a:cubicBezTo>
                    <a:pt x="13197" y="90"/>
                    <a:pt x="13018" y="20"/>
                    <a:pt x="12824" y="5"/>
                  </a:cubicBezTo>
                  <a:cubicBezTo>
                    <a:pt x="12795" y="2"/>
                    <a:pt x="12767" y="1"/>
                    <a:pt x="12738" y="1"/>
                  </a:cubicBezTo>
                  <a:cubicBezTo>
                    <a:pt x="12491" y="1"/>
                    <a:pt x="12263" y="90"/>
                    <a:pt x="12087" y="238"/>
                  </a:cubicBezTo>
                  <a:cubicBezTo>
                    <a:pt x="12026" y="289"/>
                    <a:pt x="11951" y="314"/>
                    <a:pt x="11876" y="314"/>
                  </a:cubicBezTo>
                  <a:cubicBezTo>
                    <a:pt x="11802" y="314"/>
                    <a:pt x="11727" y="289"/>
                    <a:pt x="11666" y="238"/>
                  </a:cubicBezTo>
                  <a:cubicBezTo>
                    <a:pt x="11489" y="90"/>
                    <a:pt x="11262" y="0"/>
                    <a:pt x="11013" y="0"/>
                  </a:cubicBezTo>
                  <a:cubicBezTo>
                    <a:pt x="10765" y="0"/>
                    <a:pt x="10538" y="90"/>
                    <a:pt x="10360" y="238"/>
                  </a:cubicBezTo>
                  <a:cubicBezTo>
                    <a:pt x="10299" y="289"/>
                    <a:pt x="10224" y="314"/>
                    <a:pt x="10149" y="314"/>
                  </a:cubicBezTo>
                  <a:cubicBezTo>
                    <a:pt x="10075" y="314"/>
                    <a:pt x="10001" y="289"/>
                    <a:pt x="9941" y="238"/>
                  </a:cubicBezTo>
                  <a:cubicBezTo>
                    <a:pt x="9764" y="90"/>
                    <a:pt x="9537" y="0"/>
                    <a:pt x="9288" y="0"/>
                  </a:cubicBezTo>
                  <a:cubicBezTo>
                    <a:pt x="9039" y="0"/>
                    <a:pt x="8812" y="90"/>
                    <a:pt x="8635" y="238"/>
                  </a:cubicBezTo>
                  <a:cubicBezTo>
                    <a:pt x="8574" y="289"/>
                    <a:pt x="8499" y="314"/>
                    <a:pt x="8424" y="314"/>
                  </a:cubicBezTo>
                  <a:cubicBezTo>
                    <a:pt x="8349" y="314"/>
                    <a:pt x="8275" y="289"/>
                    <a:pt x="8215" y="238"/>
                  </a:cubicBezTo>
                  <a:cubicBezTo>
                    <a:pt x="8038" y="90"/>
                    <a:pt x="7811" y="0"/>
                    <a:pt x="7562" y="0"/>
                  </a:cubicBezTo>
                  <a:cubicBezTo>
                    <a:pt x="7314" y="0"/>
                    <a:pt x="7087" y="90"/>
                    <a:pt x="6910" y="238"/>
                  </a:cubicBezTo>
                  <a:cubicBezTo>
                    <a:pt x="6848" y="289"/>
                    <a:pt x="6773" y="314"/>
                    <a:pt x="6699" y="314"/>
                  </a:cubicBezTo>
                  <a:cubicBezTo>
                    <a:pt x="6624" y="314"/>
                    <a:pt x="6550" y="289"/>
                    <a:pt x="6490" y="238"/>
                  </a:cubicBezTo>
                  <a:cubicBezTo>
                    <a:pt x="6313" y="90"/>
                    <a:pt x="6086" y="0"/>
                    <a:pt x="5837" y="0"/>
                  </a:cubicBezTo>
                  <a:cubicBezTo>
                    <a:pt x="5588" y="0"/>
                    <a:pt x="5360" y="90"/>
                    <a:pt x="5184" y="238"/>
                  </a:cubicBezTo>
                  <a:cubicBezTo>
                    <a:pt x="5123" y="289"/>
                    <a:pt x="5048" y="314"/>
                    <a:pt x="4973" y="314"/>
                  </a:cubicBezTo>
                  <a:cubicBezTo>
                    <a:pt x="4899" y="314"/>
                    <a:pt x="4824" y="289"/>
                    <a:pt x="4765" y="238"/>
                  </a:cubicBezTo>
                  <a:cubicBezTo>
                    <a:pt x="4587" y="90"/>
                    <a:pt x="4360" y="0"/>
                    <a:pt x="4112" y="0"/>
                  </a:cubicBezTo>
                  <a:cubicBezTo>
                    <a:pt x="3863" y="0"/>
                    <a:pt x="3634" y="90"/>
                    <a:pt x="3459" y="238"/>
                  </a:cubicBezTo>
                  <a:cubicBezTo>
                    <a:pt x="3397" y="289"/>
                    <a:pt x="3322" y="314"/>
                    <a:pt x="3248" y="314"/>
                  </a:cubicBezTo>
                  <a:cubicBezTo>
                    <a:pt x="3173" y="314"/>
                    <a:pt x="3099" y="289"/>
                    <a:pt x="3039" y="238"/>
                  </a:cubicBezTo>
                  <a:cubicBezTo>
                    <a:pt x="2862" y="90"/>
                    <a:pt x="2635" y="0"/>
                    <a:pt x="2386"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45"/>
            <p:cNvSpPr/>
            <p:nvPr/>
          </p:nvSpPr>
          <p:spPr>
            <a:xfrm>
              <a:off x="7370245" y="1573917"/>
              <a:ext cx="385193" cy="152578"/>
            </a:xfrm>
            <a:custGeom>
              <a:rect b="b" l="l" r="r" t="t"/>
              <a:pathLst>
                <a:path extrusionOk="0" h="5149" w="12999">
                  <a:moveTo>
                    <a:pt x="0" y="0"/>
                  </a:moveTo>
                  <a:cubicBezTo>
                    <a:pt x="689" y="2951"/>
                    <a:pt x="3338" y="5148"/>
                    <a:pt x="6499" y="5148"/>
                  </a:cubicBezTo>
                  <a:cubicBezTo>
                    <a:pt x="9661" y="5148"/>
                    <a:pt x="12308" y="2951"/>
                    <a:pt x="12998"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45"/>
            <p:cNvSpPr/>
            <p:nvPr/>
          </p:nvSpPr>
          <p:spPr>
            <a:xfrm>
              <a:off x="7460979" y="1432422"/>
              <a:ext cx="127627" cy="113789"/>
            </a:xfrm>
            <a:custGeom>
              <a:rect b="b" l="l" r="r" t="t"/>
              <a:pathLst>
                <a:path extrusionOk="0" h="3840" w="4307">
                  <a:moveTo>
                    <a:pt x="1494" y="0"/>
                  </a:moveTo>
                  <a:lnTo>
                    <a:pt x="1494" y="0"/>
                  </a:lnTo>
                  <a:cubicBezTo>
                    <a:pt x="1008" y="586"/>
                    <a:pt x="545" y="1073"/>
                    <a:pt x="212" y="1407"/>
                  </a:cubicBezTo>
                  <a:cubicBezTo>
                    <a:pt x="422" y="1492"/>
                    <a:pt x="506" y="1747"/>
                    <a:pt x="394" y="1956"/>
                  </a:cubicBezTo>
                  <a:cubicBezTo>
                    <a:pt x="207" y="2307"/>
                    <a:pt x="1" y="2980"/>
                    <a:pt x="700" y="3532"/>
                  </a:cubicBezTo>
                  <a:cubicBezTo>
                    <a:pt x="1013" y="3778"/>
                    <a:pt x="1352" y="3839"/>
                    <a:pt x="1686" y="3839"/>
                  </a:cubicBezTo>
                  <a:cubicBezTo>
                    <a:pt x="1767" y="3839"/>
                    <a:pt x="1848" y="3836"/>
                    <a:pt x="1928" y="3830"/>
                  </a:cubicBezTo>
                  <a:cubicBezTo>
                    <a:pt x="2230" y="3812"/>
                    <a:pt x="2450" y="3780"/>
                    <a:pt x="2668" y="3780"/>
                  </a:cubicBezTo>
                  <a:cubicBezTo>
                    <a:pt x="2760" y="3780"/>
                    <a:pt x="2852" y="3786"/>
                    <a:pt x="2949" y="3801"/>
                  </a:cubicBezTo>
                  <a:cubicBezTo>
                    <a:pt x="3002" y="3785"/>
                    <a:pt x="3350" y="3712"/>
                    <a:pt x="3751" y="3516"/>
                  </a:cubicBezTo>
                  <a:cubicBezTo>
                    <a:pt x="3800" y="3491"/>
                    <a:pt x="3853" y="3480"/>
                    <a:pt x="3907" y="3480"/>
                  </a:cubicBezTo>
                  <a:cubicBezTo>
                    <a:pt x="3914" y="3480"/>
                    <a:pt x="3920" y="3480"/>
                    <a:pt x="3927" y="3480"/>
                  </a:cubicBezTo>
                  <a:cubicBezTo>
                    <a:pt x="3910" y="3151"/>
                    <a:pt x="3966" y="2694"/>
                    <a:pt x="4306" y="2330"/>
                  </a:cubicBezTo>
                  <a:lnTo>
                    <a:pt x="4306" y="2330"/>
                  </a:lnTo>
                  <a:cubicBezTo>
                    <a:pt x="4277" y="2337"/>
                    <a:pt x="4247" y="2341"/>
                    <a:pt x="4218" y="2341"/>
                  </a:cubicBezTo>
                  <a:cubicBezTo>
                    <a:pt x="4152" y="2341"/>
                    <a:pt x="4087" y="2323"/>
                    <a:pt x="4028" y="2288"/>
                  </a:cubicBezTo>
                  <a:cubicBezTo>
                    <a:pt x="3105" y="1718"/>
                    <a:pt x="2283" y="1048"/>
                    <a:pt x="1588" y="294"/>
                  </a:cubicBezTo>
                  <a:cubicBezTo>
                    <a:pt x="1512" y="213"/>
                    <a:pt x="1480" y="104"/>
                    <a:pt x="14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45"/>
            <p:cNvSpPr/>
            <p:nvPr/>
          </p:nvSpPr>
          <p:spPr>
            <a:xfrm>
              <a:off x="7526497" y="1331671"/>
              <a:ext cx="173469" cy="148637"/>
            </a:xfrm>
            <a:custGeom>
              <a:rect b="b" l="l" r="r" t="t"/>
              <a:pathLst>
                <a:path extrusionOk="0" h="5016" w="5854">
                  <a:moveTo>
                    <a:pt x="1833" y="1"/>
                  </a:moveTo>
                  <a:cubicBezTo>
                    <a:pt x="1436" y="585"/>
                    <a:pt x="970" y="1294"/>
                    <a:pt x="451" y="2119"/>
                  </a:cubicBezTo>
                  <a:cubicBezTo>
                    <a:pt x="308" y="2348"/>
                    <a:pt x="155" y="2568"/>
                    <a:pt x="0" y="2785"/>
                  </a:cubicBezTo>
                  <a:cubicBezTo>
                    <a:pt x="40" y="2805"/>
                    <a:pt x="78" y="2833"/>
                    <a:pt x="107" y="2868"/>
                  </a:cubicBezTo>
                  <a:cubicBezTo>
                    <a:pt x="544" y="3416"/>
                    <a:pt x="1320" y="4207"/>
                    <a:pt x="2535" y="4866"/>
                  </a:cubicBezTo>
                  <a:cubicBezTo>
                    <a:pt x="2597" y="4899"/>
                    <a:pt x="2644" y="4951"/>
                    <a:pt x="2669" y="5015"/>
                  </a:cubicBezTo>
                  <a:cubicBezTo>
                    <a:pt x="3535" y="4151"/>
                    <a:pt x="4727" y="3001"/>
                    <a:pt x="5854" y="1838"/>
                  </a:cubicBezTo>
                  <a:cubicBezTo>
                    <a:pt x="4792" y="815"/>
                    <a:pt x="3389" y="140"/>
                    <a:pt x="1833"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45"/>
            <p:cNvSpPr/>
            <p:nvPr/>
          </p:nvSpPr>
          <p:spPr>
            <a:xfrm>
              <a:off x="7381890" y="1472040"/>
              <a:ext cx="320861" cy="245357"/>
            </a:xfrm>
            <a:custGeom>
              <a:rect b="b" l="l" r="r" t="t"/>
              <a:pathLst>
                <a:path extrusionOk="0" h="8280" w="10828">
                  <a:moveTo>
                    <a:pt x="2785" y="1"/>
                  </a:moveTo>
                  <a:cubicBezTo>
                    <a:pt x="2703" y="1"/>
                    <a:pt x="2620" y="25"/>
                    <a:pt x="2545" y="73"/>
                  </a:cubicBezTo>
                  <a:lnTo>
                    <a:pt x="1536" y="713"/>
                  </a:lnTo>
                  <a:cubicBezTo>
                    <a:pt x="1451" y="768"/>
                    <a:pt x="1364" y="814"/>
                    <a:pt x="1272" y="855"/>
                  </a:cubicBezTo>
                  <a:cubicBezTo>
                    <a:pt x="1039" y="961"/>
                    <a:pt x="459" y="1295"/>
                    <a:pt x="1" y="2189"/>
                  </a:cubicBezTo>
                  <a:cubicBezTo>
                    <a:pt x="128" y="2468"/>
                    <a:pt x="294" y="2725"/>
                    <a:pt x="501" y="2946"/>
                  </a:cubicBezTo>
                  <a:cubicBezTo>
                    <a:pt x="1524" y="4052"/>
                    <a:pt x="2713" y="4708"/>
                    <a:pt x="3464" y="5044"/>
                  </a:cubicBezTo>
                  <a:cubicBezTo>
                    <a:pt x="3957" y="5266"/>
                    <a:pt x="4400" y="5585"/>
                    <a:pt x="4770" y="5981"/>
                  </a:cubicBezTo>
                  <a:cubicBezTo>
                    <a:pt x="5444" y="6704"/>
                    <a:pt x="6144" y="7295"/>
                    <a:pt x="6821" y="7777"/>
                  </a:cubicBezTo>
                  <a:cubicBezTo>
                    <a:pt x="6930" y="7854"/>
                    <a:pt x="7056" y="7909"/>
                    <a:pt x="7179" y="7935"/>
                  </a:cubicBezTo>
                  <a:cubicBezTo>
                    <a:pt x="8367" y="8209"/>
                    <a:pt x="9398" y="8279"/>
                    <a:pt x="10136" y="8279"/>
                  </a:cubicBezTo>
                  <a:cubicBezTo>
                    <a:pt x="10211" y="8279"/>
                    <a:pt x="10282" y="8278"/>
                    <a:pt x="10350" y="8277"/>
                  </a:cubicBezTo>
                  <a:cubicBezTo>
                    <a:pt x="10793" y="7903"/>
                    <a:pt x="10827" y="7348"/>
                    <a:pt x="10827" y="7177"/>
                  </a:cubicBezTo>
                  <a:cubicBezTo>
                    <a:pt x="10818" y="7172"/>
                    <a:pt x="10807" y="7169"/>
                    <a:pt x="10796" y="7164"/>
                  </a:cubicBezTo>
                  <a:cubicBezTo>
                    <a:pt x="10167" y="6967"/>
                    <a:pt x="9537" y="6754"/>
                    <a:pt x="8934" y="6458"/>
                  </a:cubicBezTo>
                  <a:cubicBezTo>
                    <a:pt x="7857" y="5016"/>
                    <a:pt x="7055" y="3469"/>
                    <a:pt x="6587" y="2751"/>
                  </a:cubicBezTo>
                  <a:cubicBezTo>
                    <a:pt x="6318" y="2342"/>
                    <a:pt x="5990" y="2235"/>
                    <a:pt x="5632" y="2235"/>
                  </a:cubicBezTo>
                  <a:cubicBezTo>
                    <a:pt x="5240" y="2235"/>
                    <a:pt x="4811" y="2363"/>
                    <a:pt x="4384" y="2363"/>
                  </a:cubicBezTo>
                  <a:cubicBezTo>
                    <a:pt x="4101" y="2363"/>
                    <a:pt x="3818" y="2306"/>
                    <a:pt x="3548" y="2119"/>
                  </a:cubicBezTo>
                  <a:cubicBezTo>
                    <a:pt x="2850" y="1635"/>
                    <a:pt x="2985" y="990"/>
                    <a:pt x="3156" y="611"/>
                  </a:cubicBezTo>
                  <a:cubicBezTo>
                    <a:pt x="3246" y="415"/>
                    <a:pt x="3186" y="190"/>
                    <a:pt x="3019" y="75"/>
                  </a:cubicBezTo>
                  <a:cubicBezTo>
                    <a:pt x="2950" y="25"/>
                    <a:pt x="2868" y="1"/>
                    <a:pt x="2785"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45"/>
            <p:cNvSpPr/>
            <p:nvPr/>
          </p:nvSpPr>
          <p:spPr>
            <a:xfrm>
              <a:off x="7381979" y="1472129"/>
              <a:ext cx="125938" cy="139243"/>
            </a:xfrm>
            <a:custGeom>
              <a:rect b="b" l="l" r="r" t="t"/>
              <a:pathLst>
                <a:path extrusionOk="0" h="4699" w="4250">
                  <a:moveTo>
                    <a:pt x="2784" y="1"/>
                  </a:moveTo>
                  <a:cubicBezTo>
                    <a:pt x="2702" y="1"/>
                    <a:pt x="2618" y="24"/>
                    <a:pt x="2544" y="72"/>
                  </a:cubicBezTo>
                  <a:lnTo>
                    <a:pt x="1535" y="712"/>
                  </a:lnTo>
                  <a:cubicBezTo>
                    <a:pt x="1450" y="766"/>
                    <a:pt x="1362" y="813"/>
                    <a:pt x="1271" y="855"/>
                  </a:cubicBezTo>
                  <a:cubicBezTo>
                    <a:pt x="1038" y="959"/>
                    <a:pt x="459" y="1293"/>
                    <a:pt x="1" y="2187"/>
                  </a:cubicBezTo>
                  <a:cubicBezTo>
                    <a:pt x="127" y="2467"/>
                    <a:pt x="293" y="2723"/>
                    <a:pt x="500" y="2946"/>
                  </a:cubicBezTo>
                  <a:cubicBezTo>
                    <a:pt x="1247" y="3754"/>
                    <a:pt x="2085" y="4321"/>
                    <a:pt x="2772" y="4699"/>
                  </a:cubicBezTo>
                  <a:cubicBezTo>
                    <a:pt x="2841" y="4610"/>
                    <a:pt x="2873" y="4497"/>
                    <a:pt x="2858" y="4379"/>
                  </a:cubicBezTo>
                  <a:cubicBezTo>
                    <a:pt x="2600" y="2403"/>
                    <a:pt x="4249" y="2356"/>
                    <a:pt x="4249" y="2356"/>
                  </a:cubicBezTo>
                  <a:cubicBezTo>
                    <a:pt x="4011" y="2341"/>
                    <a:pt x="3773" y="2274"/>
                    <a:pt x="3546" y="2117"/>
                  </a:cubicBezTo>
                  <a:cubicBezTo>
                    <a:pt x="2849" y="1634"/>
                    <a:pt x="2985" y="989"/>
                    <a:pt x="3155" y="609"/>
                  </a:cubicBezTo>
                  <a:cubicBezTo>
                    <a:pt x="3245" y="413"/>
                    <a:pt x="3184" y="188"/>
                    <a:pt x="3018" y="73"/>
                  </a:cubicBezTo>
                  <a:cubicBezTo>
                    <a:pt x="2948" y="25"/>
                    <a:pt x="2867" y="1"/>
                    <a:pt x="2784"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45"/>
            <p:cNvSpPr/>
            <p:nvPr/>
          </p:nvSpPr>
          <p:spPr>
            <a:xfrm>
              <a:off x="7382038" y="1497347"/>
              <a:ext cx="80778" cy="93728"/>
            </a:xfrm>
            <a:custGeom>
              <a:rect b="b" l="l" r="r" t="t"/>
              <a:pathLst>
                <a:path extrusionOk="0" h="3163" w="2726">
                  <a:moveTo>
                    <a:pt x="1270" y="1"/>
                  </a:moveTo>
                  <a:cubicBezTo>
                    <a:pt x="1036" y="107"/>
                    <a:pt x="459" y="441"/>
                    <a:pt x="0" y="1336"/>
                  </a:cubicBezTo>
                  <a:cubicBezTo>
                    <a:pt x="126" y="1616"/>
                    <a:pt x="294" y="1872"/>
                    <a:pt x="499" y="2095"/>
                  </a:cubicBezTo>
                  <a:cubicBezTo>
                    <a:pt x="886" y="2511"/>
                    <a:pt x="1298" y="2866"/>
                    <a:pt x="1701" y="3162"/>
                  </a:cubicBezTo>
                  <a:lnTo>
                    <a:pt x="1842" y="3113"/>
                  </a:lnTo>
                  <a:cubicBezTo>
                    <a:pt x="2475" y="2890"/>
                    <a:pt x="2725" y="2129"/>
                    <a:pt x="2348" y="1575"/>
                  </a:cubicBezTo>
                  <a:lnTo>
                    <a:pt x="1270" y="1"/>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45"/>
            <p:cNvSpPr/>
            <p:nvPr/>
          </p:nvSpPr>
          <p:spPr>
            <a:xfrm>
              <a:off x="7503917" y="1615462"/>
              <a:ext cx="97847" cy="38078"/>
            </a:xfrm>
            <a:custGeom>
              <a:rect b="b" l="l" r="r" t="t"/>
              <a:pathLst>
                <a:path extrusionOk="0" h="1285" w="3302">
                  <a:moveTo>
                    <a:pt x="2831" y="0"/>
                  </a:moveTo>
                  <a:lnTo>
                    <a:pt x="0" y="577"/>
                  </a:lnTo>
                  <a:cubicBezTo>
                    <a:pt x="238" y="743"/>
                    <a:pt x="457" y="933"/>
                    <a:pt x="655" y="1144"/>
                  </a:cubicBezTo>
                  <a:cubicBezTo>
                    <a:pt x="698" y="1191"/>
                    <a:pt x="743" y="1238"/>
                    <a:pt x="787" y="1284"/>
                  </a:cubicBezTo>
                  <a:lnTo>
                    <a:pt x="3302" y="774"/>
                  </a:lnTo>
                  <a:cubicBezTo>
                    <a:pt x="3133" y="504"/>
                    <a:pt x="2977" y="246"/>
                    <a:pt x="283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45"/>
            <p:cNvSpPr/>
            <p:nvPr/>
          </p:nvSpPr>
          <p:spPr>
            <a:xfrm>
              <a:off x="7468951" y="1592467"/>
              <a:ext cx="118856" cy="40063"/>
            </a:xfrm>
            <a:custGeom>
              <a:rect b="b" l="l" r="r" t="t"/>
              <a:pathLst>
                <a:path extrusionOk="0" h="1352" w="4011">
                  <a:moveTo>
                    <a:pt x="3556" y="1"/>
                  </a:moveTo>
                  <a:lnTo>
                    <a:pt x="1" y="723"/>
                  </a:lnTo>
                  <a:cubicBezTo>
                    <a:pt x="193" y="825"/>
                    <a:pt x="371" y="910"/>
                    <a:pt x="529" y="983"/>
                  </a:cubicBezTo>
                  <a:cubicBezTo>
                    <a:pt x="759" y="1086"/>
                    <a:pt x="977" y="1210"/>
                    <a:pt x="1180" y="1351"/>
                  </a:cubicBezTo>
                  <a:lnTo>
                    <a:pt x="4011" y="775"/>
                  </a:lnTo>
                  <a:cubicBezTo>
                    <a:pt x="3845" y="495"/>
                    <a:pt x="3692" y="234"/>
                    <a:pt x="3556"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45"/>
            <p:cNvSpPr/>
            <p:nvPr/>
          </p:nvSpPr>
          <p:spPr>
            <a:xfrm>
              <a:off x="7595718" y="1672356"/>
              <a:ext cx="19735" cy="19972"/>
            </a:xfrm>
            <a:custGeom>
              <a:rect b="b" l="l" r="r" t="t"/>
              <a:pathLst>
                <a:path extrusionOk="0" h="674" w="666">
                  <a:moveTo>
                    <a:pt x="428" y="1"/>
                  </a:moveTo>
                  <a:cubicBezTo>
                    <a:pt x="364" y="1"/>
                    <a:pt x="300" y="30"/>
                    <a:pt x="258" y="86"/>
                  </a:cubicBezTo>
                  <a:lnTo>
                    <a:pt x="70" y="336"/>
                  </a:lnTo>
                  <a:cubicBezTo>
                    <a:pt x="0" y="429"/>
                    <a:pt x="19" y="561"/>
                    <a:pt x="112" y="631"/>
                  </a:cubicBezTo>
                  <a:cubicBezTo>
                    <a:pt x="150" y="660"/>
                    <a:pt x="195" y="673"/>
                    <a:pt x="239" y="673"/>
                  </a:cubicBezTo>
                  <a:cubicBezTo>
                    <a:pt x="303" y="673"/>
                    <a:pt x="366" y="644"/>
                    <a:pt x="408" y="589"/>
                  </a:cubicBezTo>
                  <a:lnTo>
                    <a:pt x="596" y="337"/>
                  </a:lnTo>
                  <a:cubicBezTo>
                    <a:pt x="666" y="246"/>
                    <a:pt x="647" y="112"/>
                    <a:pt x="554" y="42"/>
                  </a:cubicBezTo>
                  <a:cubicBezTo>
                    <a:pt x="516" y="14"/>
                    <a:pt x="472" y="1"/>
                    <a:pt x="428"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45"/>
            <p:cNvSpPr/>
            <p:nvPr/>
          </p:nvSpPr>
          <p:spPr>
            <a:xfrm>
              <a:off x="7623899" y="1658755"/>
              <a:ext cx="78852" cy="58732"/>
            </a:xfrm>
            <a:custGeom>
              <a:rect b="b" l="l" r="r" t="t"/>
              <a:pathLst>
                <a:path extrusionOk="0" h="1982" w="2661">
                  <a:moveTo>
                    <a:pt x="24" y="0"/>
                  </a:moveTo>
                  <a:lnTo>
                    <a:pt x="1" y="16"/>
                  </a:lnTo>
                  <a:cubicBezTo>
                    <a:pt x="1" y="16"/>
                    <a:pt x="644" y="963"/>
                    <a:pt x="175" y="1852"/>
                  </a:cubicBezTo>
                  <a:cubicBezTo>
                    <a:pt x="878" y="1951"/>
                    <a:pt x="1493" y="1981"/>
                    <a:pt x="1978" y="1981"/>
                  </a:cubicBezTo>
                  <a:cubicBezTo>
                    <a:pt x="2050" y="1981"/>
                    <a:pt x="2119" y="1980"/>
                    <a:pt x="2185" y="1979"/>
                  </a:cubicBezTo>
                  <a:cubicBezTo>
                    <a:pt x="2626" y="1602"/>
                    <a:pt x="2660" y="1047"/>
                    <a:pt x="2660" y="876"/>
                  </a:cubicBezTo>
                  <a:cubicBezTo>
                    <a:pt x="2651" y="871"/>
                    <a:pt x="2640" y="868"/>
                    <a:pt x="2629" y="863"/>
                  </a:cubicBezTo>
                  <a:cubicBezTo>
                    <a:pt x="2000" y="666"/>
                    <a:pt x="1370" y="453"/>
                    <a:pt x="767" y="157"/>
                  </a:cubicBezTo>
                  <a:cubicBezTo>
                    <a:pt x="753" y="140"/>
                    <a:pt x="739" y="122"/>
                    <a:pt x="725" y="103"/>
                  </a:cubicBezTo>
                  <a:lnTo>
                    <a:pt x="413" y="83"/>
                  </a:lnTo>
                  <a:cubicBezTo>
                    <a:pt x="279" y="72"/>
                    <a:pt x="148" y="46"/>
                    <a:pt x="24"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45"/>
            <p:cNvSpPr/>
            <p:nvPr/>
          </p:nvSpPr>
          <p:spPr>
            <a:xfrm>
              <a:off x="7502939" y="1412212"/>
              <a:ext cx="106262" cy="90764"/>
            </a:xfrm>
            <a:custGeom>
              <a:rect b="b" l="l" r="r" t="t"/>
              <a:pathLst>
                <a:path extrusionOk="0" h="3063" w="3586">
                  <a:moveTo>
                    <a:pt x="669" y="0"/>
                  </a:moveTo>
                  <a:cubicBezTo>
                    <a:pt x="571" y="0"/>
                    <a:pt x="473" y="43"/>
                    <a:pt x="406" y="129"/>
                  </a:cubicBezTo>
                  <a:cubicBezTo>
                    <a:pt x="313" y="247"/>
                    <a:pt x="221" y="362"/>
                    <a:pt x="128" y="472"/>
                  </a:cubicBezTo>
                  <a:cubicBezTo>
                    <a:pt x="1" y="628"/>
                    <a:pt x="7" y="853"/>
                    <a:pt x="144" y="1004"/>
                  </a:cubicBezTo>
                  <a:cubicBezTo>
                    <a:pt x="734" y="1641"/>
                    <a:pt x="1535" y="2350"/>
                    <a:pt x="2592" y="3003"/>
                  </a:cubicBezTo>
                  <a:cubicBezTo>
                    <a:pt x="2656" y="3043"/>
                    <a:pt x="2729" y="3062"/>
                    <a:pt x="2801" y="3062"/>
                  </a:cubicBezTo>
                  <a:cubicBezTo>
                    <a:pt x="2903" y="3062"/>
                    <a:pt x="3004" y="3024"/>
                    <a:pt x="3082" y="2950"/>
                  </a:cubicBezTo>
                  <a:cubicBezTo>
                    <a:pt x="3097" y="2936"/>
                    <a:pt x="3113" y="2920"/>
                    <a:pt x="3128" y="2908"/>
                  </a:cubicBezTo>
                  <a:cubicBezTo>
                    <a:pt x="3206" y="2840"/>
                    <a:pt x="3299" y="2757"/>
                    <a:pt x="3411" y="2662"/>
                  </a:cubicBezTo>
                  <a:cubicBezTo>
                    <a:pt x="3585" y="2509"/>
                    <a:pt x="3556" y="2226"/>
                    <a:pt x="3350" y="2115"/>
                  </a:cubicBezTo>
                  <a:cubicBezTo>
                    <a:pt x="2171" y="1478"/>
                    <a:pt x="1401" y="716"/>
                    <a:pt x="933" y="127"/>
                  </a:cubicBezTo>
                  <a:cubicBezTo>
                    <a:pt x="865" y="43"/>
                    <a:pt x="767" y="0"/>
                    <a:pt x="669"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45"/>
            <p:cNvSpPr/>
            <p:nvPr/>
          </p:nvSpPr>
          <p:spPr>
            <a:xfrm>
              <a:off x="7687757" y="1684357"/>
              <a:ext cx="33396" cy="33100"/>
            </a:xfrm>
            <a:custGeom>
              <a:rect b="b" l="l" r="r" t="t"/>
              <a:pathLst>
                <a:path extrusionOk="0" h="1117" w="1127">
                  <a:moveTo>
                    <a:pt x="473" y="1"/>
                  </a:moveTo>
                  <a:lnTo>
                    <a:pt x="473" y="1"/>
                  </a:lnTo>
                  <a:cubicBezTo>
                    <a:pt x="473" y="1"/>
                    <a:pt x="524" y="691"/>
                    <a:pt x="0" y="1117"/>
                  </a:cubicBezTo>
                  <a:cubicBezTo>
                    <a:pt x="642" y="1107"/>
                    <a:pt x="1017" y="1047"/>
                    <a:pt x="1017" y="1047"/>
                  </a:cubicBezTo>
                  <a:cubicBezTo>
                    <a:pt x="1021" y="1033"/>
                    <a:pt x="1023" y="1022"/>
                    <a:pt x="1026" y="1008"/>
                  </a:cubicBezTo>
                  <a:cubicBezTo>
                    <a:pt x="1127" y="567"/>
                    <a:pt x="881" y="130"/>
                    <a:pt x="4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45"/>
            <p:cNvSpPr/>
            <p:nvPr/>
          </p:nvSpPr>
          <p:spPr>
            <a:xfrm>
              <a:off x="7354451" y="1536965"/>
              <a:ext cx="363769" cy="207279"/>
            </a:xfrm>
            <a:custGeom>
              <a:rect b="b" l="l" r="r" t="t"/>
              <a:pathLst>
                <a:path extrusionOk="0" h="6995" w="12276">
                  <a:moveTo>
                    <a:pt x="931" y="1"/>
                  </a:moveTo>
                  <a:cubicBezTo>
                    <a:pt x="931" y="1"/>
                    <a:pt x="557" y="125"/>
                    <a:pt x="154" y="851"/>
                  </a:cubicBezTo>
                  <a:cubicBezTo>
                    <a:pt x="0" y="1128"/>
                    <a:pt x="31" y="1473"/>
                    <a:pt x="237" y="1715"/>
                  </a:cubicBezTo>
                  <a:cubicBezTo>
                    <a:pt x="655" y="2213"/>
                    <a:pt x="1687" y="2945"/>
                    <a:pt x="3866" y="4128"/>
                  </a:cubicBezTo>
                  <a:cubicBezTo>
                    <a:pt x="4149" y="4281"/>
                    <a:pt x="4413" y="4465"/>
                    <a:pt x="4651" y="4676"/>
                  </a:cubicBezTo>
                  <a:cubicBezTo>
                    <a:pt x="5557" y="5480"/>
                    <a:pt x="6387" y="6218"/>
                    <a:pt x="6931" y="6537"/>
                  </a:cubicBezTo>
                  <a:cubicBezTo>
                    <a:pt x="7290" y="6750"/>
                    <a:pt x="7690" y="6879"/>
                    <a:pt x="8107" y="6924"/>
                  </a:cubicBezTo>
                  <a:cubicBezTo>
                    <a:pt x="8521" y="6968"/>
                    <a:pt x="8952" y="6994"/>
                    <a:pt x="9393" y="6994"/>
                  </a:cubicBezTo>
                  <a:cubicBezTo>
                    <a:pt x="10131" y="6994"/>
                    <a:pt x="10898" y="6921"/>
                    <a:pt x="11662" y="6737"/>
                  </a:cubicBezTo>
                  <a:cubicBezTo>
                    <a:pt x="11937" y="6672"/>
                    <a:pt x="12150" y="6459"/>
                    <a:pt x="12221" y="6187"/>
                  </a:cubicBezTo>
                  <a:lnTo>
                    <a:pt x="12276" y="5982"/>
                  </a:lnTo>
                  <a:lnTo>
                    <a:pt x="12246" y="5974"/>
                  </a:lnTo>
                  <a:cubicBezTo>
                    <a:pt x="12129" y="5990"/>
                    <a:pt x="11710" y="6041"/>
                    <a:pt x="11075" y="6041"/>
                  </a:cubicBezTo>
                  <a:cubicBezTo>
                    <a:pt x="10332" y="6041"/>
                    <a:pt x="9293" y="5971"/>
                    <a:pt x="8096" y="5693"/>
                  </a:cubicBezTo>
                  <a:cubicBezTo>
                    <a:pt x="7988" y="5666"/>
                    <a:pt x="7889" y="5623"/>
                    <a:pt x="7800" y="5561"/>
                  </a:cubicBezTo>
                  <a:cubicBezTo>
                    <a:pt x="7115" y="5076"/>
                    <a:pt x="6409" y="4480"/>
                    <a:pt x="5728" y="3751"/>
                  </a:cubicBezTo>
                  <a:cubicBezTo>
                    <a:pt x="5360" y="3355"/>
                    <a:pt x="4917" y="3036"/>
                    <a:pt x="4423" y="2814"/>
                  </a:cubicBezTo>
                  <a:cubicBezTo>
                    <a:pt x="3675" y="2478"/>
                    <a:pt x="2484" y="1822"/>
                    <a:pt x="1460" y="716"/>
                  </a:cubicBezTo>
                  <a:cubicBezTo>
                    <a:pt x="1276" y="518"/>
                    <a:pt x="1124" y="294"/>
                    <a:pt x="1004" y="52"/>
                  </a:cubicBezTo>
                  <a:lnTo>
                    <a:pt x="931"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45"/>
            <p:cNvSpPr/>
            <p:nvPr/>
          </p:nvSpPr>
          <p:spPr>
            <a:xfrm>
              <a:off x="7549521" y="1519986"/>
              <a:ext cx="92098" cy="139273"/>
            </a:xfrm>
            <a:custGeom>
              <a:rect b="b" l="l" r="r" t="t"/>
              <a:pathLst>
                <a:path extrusionOk="0" h="4700" w="3108">
                  <a:moveTo>
                    <a:pt x="1100" y="0"/>
                  </a:moveTo>
                  <a:cubicBezTo>
                    <a:pt x="1035" y="0"/>
                    <a:pt x="969" y="17"/>
                    <a:pt x="908" y="51"/>
                  </a:cubicBezTo>
                  <a:cubicBezTo>
                    <a:pt x="575" y="239"/>
                    <a:pt x="227" y="597"/>
                    <a:pt x="0" y="659"/>
                  </a:cubicBezTo>
                  <a:cubicBezTo>
                    <a:pt x="339" y="673"/>
                    <a:pt x="645" y="790"/>
                    <a:pt x="899" y="1178"/>
                  </a:cubicBezTo>
                  <a:cubicBezTo>
                    <a:pt x="1345" y="1864"/>
                    <a:pt x="2100" y="3309"/>
                    <a:pt x="3108" y="4699"/>
                  </a:cubicBezTo>
                  <a:lnTo>
                    <a:pt x="1460" y="244"/>
                  </a:lnTo>
                  <a:cubicBezTo>
                    <a:pt x="1399" y="90"/>
                    <a:pt x="1253" y="0"/>
                    <a:pt x="1100"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45"/>
            <p:cNvSpPr/>
            <p:nvPr/>
          </p:nvSpPr>
          <p:spPr>
            <a:xfrm>
              <a:off x="7561522" y="1570954"/>
              <a:ext cx="85223" cy="92631"/>
            </a:xfrm>
            <a:custGeom>
              <a:rect b="b" l="l" r="r" t="t"/>
              <a:pathLst>
                <a:path extrusionOk="0" h="3126" w="2876">
                  <a:moveTo>
                    <a:pt x="882" y="1"/>
                  </a:moveTo>
                  <a:lnTo>
                    <a:pt x="1" y="113"/>
                  </a:lnTo>
                  <a:cubicBezTo>
                    <a:pt x="4" y="116"/>
                    <a:pt x="4" y="117"/>
                    <a:pt x="6" y="117"/>
                  </a:cubicBezTo>
                  <a:cubicBezTo>
                    <a:pt x="324" y="605"/>
                    <a:pt x="797" y="1476"/>
                    <a:pt x="1406" y="2437"/>
                  </a:cubicBezTo>
                  <a:cubicBezTo>
                    <a:pt x="1652" y="2822"/>
                    <a:pt x="2065" y="3069"/>
                    <a:pt x="2519" y="3100"/>
                  </a:cubicBezTo>
                  <a:lnTo>
                    <a:pt x="2875" y="3125"/>
                  </a:lnTo>
                  <a:cubicBezTo>
                    <a:pt x="2034" y="2000"/>
                    <a:pt x="1359" y="811"/>
                    <a:pt x="882"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45"/>
            <p:cNvSpPr/>
            <p:nvPr/>
          </p:nvSpPr>
          <p:spPr>
            <a:xfrm>
              <a:off x="7580843" y="1579132"/>
              <a:ext cx="38522" cy="17602"/>
            </a:xfrm>
            <a:custGeom>
              <a:rect b="b" l="l" r="r" t="t"/>
              <a:pathLst>
                <a:path extrusionOk="0" h="594" w="1300">
                  <a:moveTo>
                    <a:pt x="1071" y="0"/>
                  </a:moveTo>
                  <a:cubicBezTo>
                    <a:pt x="1056" y="0"/>
                    <a:pt x="1042" y="2"/>
                    <a:pt x="1028" y="5"/>
                  </a:cubicBezTo>
                  <a:lnTo>
                    <a:pt x="188" y="176"/>
                  </a:lnTo>
                  <a:cubicBezTo>
                    <a:pt x="75" y="199"/>
                    <a:pt x="0" y="309"/>
                    <a:pt x="24" y="424"/>
                  </a:cubicBezTo>
                  <a:cubicBezTo>
                    <a:pt x="44" y="525"/>
                    <a:pt x="131" y="593"/>
                    <a:pt x="229" y="593"/>
                  </a:cubicBezTo>
                  <a:cubicBezTo>
                    <a:pt x="243" y="593"/>
                    <a:pt x="258" y="592"/>
                    <a:pt x="272" y="589"/>
                  </a:cubicBezTo>
                  <a:lnTo>
                    <a:pt x="1112" y="418"/>
                  </a:lnTo>
                  <a:cubicBezTo>
                    <a:pt x="1227" y="395"/>
                    <a:pt x="1300" y="284"/>
                    <a:pt x="1276" y="169"/>
                  </a:cubicBezTo>
                  <a:cubicBezTo>
                    <a:pt x="1256" y="69"/>
                    <a:pt x="1169" y="0"/>
                    <a:pt x="10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45"/>
            <p:cNvSpPr/>
            <p:nvPr/>
          </p:nvSpPr>
          <p:spPr>
            <a:xfrm>
              <a:off x="7595215" y="1603016"/>
              <a:ext cx="33544" cy="16565"/>
            </a:xfrm>
            <a:custGeom>
              <a:rect b="b" l="l" r="r" t="t"/>
              <a:pathLst>
                <a:path extrusionOk="0" h="559" w="1132">
                  <a:moveTo>
                    <a:pt x="903" y="1"/>
                  </a:moveTo>
                  <a:cubicBezTo>
                    <a:pt x="889" y="1"/>
                    <a:pt x="874" y="2"/>
                    <a:pt x="860" y="5"/>
                  </a:cubicBezTo>
                  <a:lnTo>
                    <a:pt x="190" y="141"/>
                  </a:lnTo>
                  <a:cubicBezTo>
                    <a:pt x="75" y="164"/>
                    <a:pt x="0" y="274"/>
                    <a:pt x="25" y="389"/>
                  </a:cubicBezTo>
                  <a:cubicBezTo>
                    <a:pt x="45" y="490"/>
                    <a:pt x="132" y="558"/>
                    <a:pt x="230" y="558"/>
                  </a:cubicBezTo>
                  <a:cubicBezTo>
                    <a:pt x="244" y="558"/>
                    <a:pt x="258" y="557"/>
                    <a:pt x="272" y="554"/>
                  </a:cubicBezTo>
                  <a:lnTo>
                    <a:pt x="944" y="419"/>
                  </a:lnTo>
                  <a:cubicBezTo>
                    <a:pt x="1057" y="395"/>
                    <a:pt x="1132" y="285"/>
                    <a:pt x="1109" y="170"/>
                  </a:cubicBezTo>
                  <a:cubicBezTo>
                    <a:pt x="1088" y="69"/>
                    <a:pt x="1001" y="1"/>
                    <a:pt x="9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45"/>
            <p:cNvSpPr/>
            <p:nvPr/>
          </p:nvSpPr>
          <p:spPr>
            <a:xfrm>
              <a:off x="7609675" y="1626900"/>
              <a:ext cx="28536" cy="15587"/>
            </a:xfrm>
            <a:custGeom>
              <a:rect b="b" l="l" r="r" t="t"/>
              <a:pathLst>
                <a:path extrusionOk="0" h="526" w="963">
                  <a:moveTo>
                    <a:pt x="733" y="0"/>
                  </a:moveTo>
                  <a:cubicBezTo>
                    <a:pt x="719" y="0"/>
                    <a:pt x="705" y="2"/>
                    <a:pt x="690" y="4"/>
                  </a:cubicBezTo>
                  <a:lnTo>
                    <a:pt x="190" y="106"/>
                  </a:lnTo>
                  <a:cubicBezTo>
                    <a:pt x="75" y="129"/>
                    <a:pt x="0" y="239"/>
                    <a:pt x="24" y="354"/>
                  </a:cubicBezTo>
                  <a:cubicBezTo>
                    <a:pt x="44" y="456"/>
                    <a:pt x="134" y="526"/>
                    <a:pt x="233" y="526"/>
                  </a:cubicBezTo>
                  <a:cubicBezTo>
                    <a:pt x="246" y="526"/>
                    <a:pt x="259" y="525"/>
                    <a:pt x="272" y="522"/>
                  </a:cubicBezTo>
                  <a:lnTo>
                    <a:pt x="774" y="420"/>
                  </a:lnTo>
                  <a:cubicBezTo>
                    <a:pt x="888" y="395"/>
                    <a:pt x="962" y="284"/>
                    <a:pt x="939" y="171"/>
                  </a:cubicBezTo>
                  <a:cubicBezTo>
                    <a:pt x="919" y="70"/>
                    <a:pt x="831" y="0"/>
                    <a:pt x="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45"/>
            <p:cNvSpPr/>
            <p:nvPr/>
          </p:nvSpPr>
          <p:spPr>
            <a:xfrm>
              <a:off x="7523059" y="1538299"/>
              <a:ext cx="65221" cy="38137"/>
            </a:xfrm>
            <a:custGeom>
              <a:rect b="b" l="l" r="r" t="t"/>
              <a:pathLst>
                <a:path extrusionOk="0" h="1287" w="2201">
                  <a:moveTo>
                    <a:pt x="869" y="1"/>
                  </a:moveTo>
                  <a:cubicBezTo>
                    <a:pt x="593" y="1"/>
                    <a:pt x="300" y="64"/>
                    <a:pt x="1" y="102"/>
                  </a:cubicBezTo>
                  <a:lnTo>
                    <a:pt x="509" y="992"/>
                  </a:lnTo>
                  <a:cubicBezTo>
                    <a:pt x="613" y="1175"/>
                    <a:pt x="806" y="1287"/>
                    <a:pt x="1013" y="1287"/>
                  </a:cubicBezTo>
                  <a:cubicBezTo>
                    <a:pt x="1038" y="1287"/>
                    <a:pt x="1064" y="1285"/>
                    <a:pt x="1089" y="1282"/>
                  </a:cubicBezTo>
                  <a:lnTo>
                    <a:pt x="2200" y="1140"/>
                  </a:lnTo>
                  <a:cubicBezTo>
                    <a:pt x="2057" y="894"/>
                    <a:pt x="1932" y="683"/>
                    <a:pt x="1823" y="518"/>
                  </a:cubicBezTo>
                  <a:cubicBezTo>
                    <a:pt x="1555" y="108"/>
                    <a:pt x="1227" y="1"/>
                    <a:pt x="869"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45"/>
            <p:cNvSpPr/>
            <p:nvPr/>
          </p:nvSpPr>
          <p:spPr>
            <a:xfrm>
              <a:off x="7547951" y="1542358"/>
              <a:ext cx="59621" cy="21898"/>
            </a:xfrm>
            <a:custGeom>
              <a:rect b="b" l="l" r="r" t="t"/>
              <a:pathLst>
                <a:path extrusionOk="0" h="739" w="2012">
                  <a:moveTo>
                    <a:pt x="1782" y="1"/>
                  </a:moveTo>
                  <a:cubicBezTo>
                    <a:pt x="1768" y="1"/>
                    <a:pt x="1754" y="2"/>
                    <a:pt x="1740" y="5"/>
                  </a:cubicBezTo>
                  <a:lnTo>
                    <a:pt x="190" y="321"/>
                  </a:lnTo>
                  <a:cubicBezTo>
                    <a:pt x="75" y="344"/>
                    <a:pt x="0" y="454"/>
                    <a:pt x="24" y="569"/>
                  </a:cubicBezTo>
                  <a:cubicBezTo>
                    <a:pt x="44" y="670"/>
                    <a:pt x="132" y="738"/>
                    <a:pt x="230" y="738"/>
                  </a:cubicBezTo>
                  <a:cubicBezTo>
                    <a:pt x="244" y="738"/>
                    <a:pt x="258" y="737"/>
                    <a:pt x="272" y="734"/>
                  </a:cubicBezTo>
                  <a:lnTo>
                    <a:pt x="1824" y="420"/>
                  </a:lnTo>
                  <a:cubicBezTo>
                    <a:pt x="1939" y="397"/>
                    <a:pt x="2012" y="285"/>
                    <a:pt x="1988" y="171"/>
                  </a:cubicBezTo>
                  <a:cubicBezTo>
                    <a:pt x="1968" y="71"/>
                    <a:pt x="1881" y="1"/>
                    <a:pt x="17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6" name="Google Shape;11086;p45"/>
          <p:cNvGrpSpPr/>
          <p:nvPr/>
        </p:nvGrpSpPr>
        <p:grpSpPr>
          <a:xfrm>
            <a:off x="4059880" y="2011589"/>
            <a:ext cx="395683" cy="413373"/>
            <a:chOff x="4059880" y="2011589"/>
            <a:chExt cx="395683" cy="413373"/>
          </a:xfrm>
        </p:grpSpPr>
        <p:sp>
          <p:nvSpPr>
            <p:cNvPr id="11087" name="Google Shape;11087;p45"/>
            <p:cNvSpPr/>
            <p:nvPr/>
          </p:nvSpPr>
          <p:spPr>
            <a:xfrm>
              <a:off x="4059880" y="2029368"/>
              <a:ext cx="395683" cy="394497"/>
            </a:xfrm>
            <a:custGeom>
              <a:rect b="b" l="l" r="r" t="t"/>
              <a:pathLst>
                <a:path extrusionOk="0" h="13313" w="13353">
                  <a:moveTo>
                    <a:pt x="6676" y="0"/>
                  </a:moveTo>
                  <a:cubicBezTo>
                    <a:pt x="2991" y="0"/>
                    <a:pt x="0" y="2989"/>
                    <a:pt x="0" y="6676"/>
                  </a:cubicBezTo>
                  <a:cubicBezTo>
                    <a:pt x="0" y="7645"/>
                    <a:pt x="205" y="8564"/>
                    <a:pt x="577" y="9395"/>
                  </a:cubicBezTo>
                  <a:lnTo>
                    <a:pt x="7398" y="13312"/>
                  </a:lnTo>
                  <a:cubicBezTo>
                    <a:pt x="10744" y="12953"/>
                    <a:pt x="13352" y="10118"/>
                    <a:pt x="13352" y="6675"/>
                  </a:cubicBezTo>
                  <a:cubicBezTo>
                    <a:pt x="13352" y="2989"/>
                    <a:pt x="10363" y="0"/>
                    <a:pt x="6676"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45"/>
            <p:cNvSpPr/>
            <p:nvPr/>
          </p:nvSpPr>
          <p:spPr>
            <a:xfrm>
              <a:off x="4076533" y="2206363"/>
              <a:ext cx="113730" cy="206864"/>
            </a:xfrm>
            <a:custGeom>
              <a:rect b="b" l="l" r="r" t="t"/>
              <a:pathLst>
                <a:path extrusionOk="0" h="6981" w="3838">
                  <a:moveTo>
                    <a:pt x="1956" y="1"/>
                  </a:moveTo>
                  <a:lnTo>
                    <a:pt x="1" y="3385"/>
                  </a:lnTo>
                  <a:cubicBezTo>
                    <a:pt x="730" y="5048"/>
                    <a:pt x="2119" y="6357"/>
                    <a:pt x="3837" y="6980"/>
                  </a:cubicBezTo>
                  <a:lnTo>
                    <a:pt x="1956" y="1"/>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45"/>
            <p:cNvSpPr/>
            <p:nvPr/>
          </p:nvSpPr>
          <p:spPr>
            <a:xfrm>
              <a:off x="4277056" y="2011589"/>
              <a:ext cx="171780" cy="286813"/>
            </a:xfrm>
            <a:custGeom>
              <a:rect b="b" l="l" r="r" t="t"/>
              <a:pathLst>
                <a:path extrusionOk="0" h="9679" w="5797">
                  <a:moveTo>
                    <a:pt x="1282" y="1"/>
                  </a:moveTo>
                  <a:cubicBezTo>
                    <a:pt x="845" y="1"/>
                    <a:pt x="411" y="73"/>
                    <a:pt x="0" y="212"/>
                  </a:cubicBezTo>
                  <a:lnTo>
                    <a:pt x="2549" y="9678"/>
                  </a:lnTo>
                  <a:cubicBezTo>
                    <a:pt x="3655" y="7765"/>
                    <a:pt x="4562" y="6193"/>
                    <a:pt x="4705" y="5944"/>
                  </a:cubicBezTo>
                  <a:cubicBezTo>
                    <a:pt x="5797" y="4057"/>
                    <a:pt x="5144" y="1622"/>
                    <a:pt x="3255" y="529"/>
                  </a:cubicBezTo>
                  <a:cubicBezTo>
                    <a:pt x="2634" y="171"/>
                    <a:pt x="1954" y="1"/>
                    <a:pt x="1282"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45"/>
            <p:cNvSpPr/>
            <p:nvPr/>
          </p:nvSpPr>
          <p:spPr>
            <a:xfrm>
              <a:off x="4134435" y="2017930"/>
              <a:ext cx="218184" cy="407032"/>
            </a:xfrm>
            <a:custGeom>
              <a:rect b="b" l="l" r="r" t="t"/>
              <a:pathLst>
                <a:path extrusionOk="0" h="13736" w="7363">
                  <a:moveTo>
                    <a:pt x="4813" y="1"/>
                  </a:moveTo>
                  <a:cubicBezTo>
                    <a:pt x="3930" y="298"/>
                    <a:pt x="3151" y="904"/>
                    <a:pt x="2652" y="1767"/>
                  </a:cubicBezTo>
                  <a:lnTo>
                    <a:pt x="1993" y="2904"/>
                  </a:lnTo>
                  <a:lnTo>
                    <a:pt x="1" y="6358"/>
                  </a:lnTo>
                  <a:lnTo>
                    <a:pt x="1882" y="13336"/>
                  </a:lnTo>
                  <a:cubicBezTo>
                    <a:pt x="2592" y="13596"/>
                    <a:pt x="3360" y="13736"/>
                    <a:pt x="4160" y="13736"/>
                  </a:cubicBezTo>
                  <a:cubicBezTo>
                    <a:pt x="4417" y="13736"/>
                    <a:pt x="4672" y="13720"/>
                    <a:pt x="4920" y="13692"/>
                  </a:cubicBezTo>
                  <a:cubicBezTo>
                    <a:pt x="5699" y="12344"/>
                    <a:pt x="6579" y="10819"/>
                    <a:pt x="7362" y="9464"/>
                  </a:cubicBezTo>
                  <a:lnTo>
                    <a:pt x="4813" y="1"/>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45"/>
            <p:cNvSpPr/>
            <p:nvPr/>
          </p:nvSpPr>
          <p:spPr>
            <a:xfrm>
              <a:off x="4232400" y="2011648"/>
              <a:ext cx="158030" cy="366791"/>
            </a:xfrm>
            <a:custGeom>
              <a:rect b="b" l="l" r="r" t="t"/>
              <a:pathLst>
                <a:path extrusionOk="0" h="12378" w="5333">
                  <a:moveTo>
                    <a:pt x="2791" y="0"/>
                  </a:moveTo>
                  <a:cubicBezTo>
                    <a:pt x="2291" y="0"/>
                    <a:pt x="1795" y="95"/>
                    <a:pt x="1330" y="277"/>
                  </a:cubicBezTo>
                  <a:lnTo>
                    <a:pt x="2328" y="4001"/>
                  </a:lnTo>
                  <a:cubicBezTo>
                    <a:pt x="2350" y="4084"/>
                    <a:pt x="2285" y="4155"/>
                    <a:pt x="2212" y="4155"/>
                  </a:cubicBezTo>
                  <a:cubicBezTo>
                    <a:pt x="2191" y="4155"/>
                    <a:pt x="2171" y="4149"/>
                    <a:pt x="2151" y="4138"/>
                  </a:cubicBezTo>
                  <a:lnTo>
                    <a:pt x="201" y="3012"/>
                  </a:lnTo>
                  <a:cubicBezTo>
                    <a:pt x="182" y="3001"/>
                    <a:pt x="161" y="2996"/>
                    <a:pt x="141" y="2996"/>
                  </a:cubicBezTo>
                  <a:cubicBezTo>
                    <a:pt x="66" y="2996"/>
                    <a:pt x="1" y="3067"/>
                    <a:pt x="23" y="3148"/>
                  </a:cubicBezTo>
                  <a:lnTo>
                    <a:pt x="2496" y="12378"/>
                  </a:lnTo>
                  <a:lnTo>
                    <a:pt x="5333" y="7466"/>
                  </a:lnTo>
                  <a:lnTo>
                    <a:pt x="3343" y="39"/>
                  </a:lnTo>
                  <a:cubicBezTo>
                    <a:pt x="3159" y="13"/>
                    <a:pt x="2975" y="0"/>
                    <a:pt x="2791"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45"/>
            <p:cNvSpPr/>
            <p:nvPr/>
          </p:nvSpPr>
          <p:spPr>
            <a:xfrm>
              <a:off x="4094283" y="2130237"/>
              <a:ext cx="141021" cy="283909"/>
            </a:xfrm>
            <a:custGeom>
              <a:rect b="b" l="l" r="r" t="t"/>
              <a:pathLst>
                <a:path extrusionOk="0" h="9581" w="4759">
                  <a:moveTo>
                    <a:pt x="2837" y="0"/>
                  </a:moveTo>
                  <a:lnTo>
                    <a:pt x="0" y="4912"/>
                  </a:lnTo>
                  <a:lnTo>
                    <a:pt x="836" y="8034"/>
                  </a:lnTo>
                  <a:cubicBezTo>
                    <a:pt x="1534" y="8719"/>
                    <a:pt x="2383" y="9254"/>
                    <a:pt x="3327" y="9580"/>
                  </a:cubicBezTo>
                  <a:lnTo>
                    <a:pt x="2431" y="6234"/>
                  </a:lnTo>
                  <a:cubicBezTo>
                    <a:pt x="2411" y="6152"/>
                    <a:pt x="2474" y="6081"/>
                    <a:pt x="2548" y="6081"/>
                  </a:cubicBezTo>
                  <a:cubicBezTo>
                    <a:pt x="2569" y="6081"/>
                    <a:pt x="2590" y="6087"/>
                    <a:pt x="2610" y="6098"/>
                  </a:cubicBezTo>
                  <a:lnTo>
                    <a:pt x="4559" y="7224"/>
                  </a:lnTo>
                  <a:cubicBezTo>
                    <a:pt x="4579" y="7235"/>
                    <a:pt x="4599" y="7240"/>
                    <a:pt x="4619" y="7240"/>
                  </a:cubicBezTo>
                  <a:cubicBezTo>
                    <a:pt x="4694" y="7240"/>
                    <a:pt x="4759" y="7168"/>
                    <a:pt x="4738" y="7087"/>
                  </a:cubicBezTo>
                  <a:lnTo>
                    <a:pt x="2837" y="0"/>
                  </a:ln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45"/>
            <p:cNvSpPr/>
            <p:nvPr/>
          </p:nvSpPr>
          <p:spPr>
            <a:xfrm>
              <a:off x="4094283" y="2130237"/>
              <a:ext cx="111181" cy="251195"/>
            </a:xfrm>
            <a:custGeom>
              <a:rect b="b" l="l" r="r" t="t"/>
              <a:pathLst>
                <a:path extrusionOk="0" h="8477" w="3752">
                  <a:moveTo>
                    <a:pt x="2837" y="0"/>
                  </a:moveTo>
                  <a:lnTo>
                    <a:pt x="0" y="4912"/>
                  </a:lnTo>
                  <a:lnTo>
                    <a:pt x="836" y="8034"/>
                  </a:lnTo>
                  <a:cubicBezTo>
                    <a:pt x="995" y="8189"/>
                    <a:pt x="1163" y="8337"/>
                    <a:pt x="1335" y="8477"/>
                  </a:cubicBezTo>
                  <a:cubicBezTo>
                    <a:pt x="1332" y="8430"/>
                    <a:pt x="1328" y="8385"/>
                    <a:pt x="1328" y="8338"/>
                  </a:cubicBezTo>
                  <a:cubicBezTo>
                    <a:pt x="1311" y="7830"/>
                    <a:pt x="1446" y="7326"/>
                    <a:pt x="1707" y="6890"/>
                  </a:cubicBezTo>
                  <a:cubicBezTo>
                    <a:pt x="2072" y="6272"/>
                    <a:pt x="2881" y="4901"/>
                    <a:pt x="3751" y="3408"/>
                  </a:cubicBezTo>
                  <a:lnTo>
                    <a:pt x="2837" y="0"/>
                  </a:ln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45"/>
            <p:cNvSpPr/>
            <p:nvPr/>
          </p:nvSpPr>
          <p:spPr>
            <a:xfrm>
              <a:off x="4194470" y="2155307"/>
              <a:ext cx="148785" cy="103329"/>
            </a:xfrm>
            <a:custGeom>
              <a:rect b="b" l="l" r="r" t="t"/>
              <a:pathLst>
                <a:path extrusionOk="0" h="3487" w="5021">
                  <a:moveTo>
                    <a:pt x="508" y="0"/>
                  </a:moveTo>
                  <a:lnTo>
                    <a:pt x="0" y="880"/>
                  </a:lnTo>
                  <a:lnTo>
                    <a:pt x="4514" y="3487"/>
                  </a:lnTo>
                  <a:lnTo>
                    <a:pt x="5021" y="2605"/>
                  </a:lnTo>
                  <a:lnTo>
                    <a:pt x="508" y="0"/>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45"/>
            <p:cNvSpPr/>
            <p:nvPr/>
          </p:nvSpPr>
          <p:spPr>
            <a:xfrm>
              <a:off x="4260106" y="2156729"/>
              <a:ext cx="49664" cy="47412"/>
            </a:xfrm>
            <a:custGeom>
              <a:rect b="b" l="l" r="r" t="t"/>
              <a:pathLst>
                <a:path extrusionOk="0" h="1600" w="1676">
                  <a:moveTo>
                    <a:pt x="925" y="1"/>
                  </a:moveTo>
                  <a:cubicBezTo>
                    <a:pt x="697" y="1"/>
                    <a:pt x="474" y="119"/>
                    <a:pt x="353" y="330"/>
                  </a:cubicBezTo>
                  <a:lnTo>
                    <a:pt x="0" y="939"/>
                  </a:lnTo>
                  <a:lnTo>
                    <a:pt x="1143" y="1600"/>
                  </a:lnTo>
                  <a:lnTo>
                    <a:pt x="1495" y="990"/>
                  </a:lnTo>
                  <a:cubicBezTo>
                    <a:pt x="1676" y="675"/>
                    <a:pt x="1567" y="269"/>
                    <a:pt x="1255" y="89"/>
                  </a:cubicBezTo>
                  <a:cubicBezTo>
                    <a:pt x="1151" y="29"/>
                    <a:pt x="1037" y="1"/>
                    <a:pt x="925"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45"/>
            <p:cNvSpPr/>
            <p:nvPr/>
          </p:nvSpPr>
          <p:spPr>
            <a:xfrm>
              <a:off x="4229229" y="2210571"/>
              <a:ext cx="49694" cy="47412"/>
            </a:xfrm>
            <a:custGeom>
              <a:rect b="b" l="l" r="r" t="t"/>
              <a:pathLst>
                <a:path extrusionOk="0" h="1600" w="1677">
                  <a:moveTo>
                    <a:pt x="534" y="0"/>
                  </a:moveTo>
                  <a:lnTo>
                    <a:pt x="181" y="611"/>
                  </a:lnTo>
                  <a:cubicBezTo>
                    <a:pt x="1" y="925"/>
                    <a:pt x="109" y="1331"/>
                    <a:pt x="422" y="1513"/>
                  </a:cubicBezTo>
                  <a:cubicBezTo>
                    <a:pt x="525" y="1572"/>
                    <a:pt x="638" y="1600"/>
                    <a:pt x="750" y="1600"/>
                  </a:cubicBezTo>
                  <a:cubicBezTo>
                    <a:pt x="979" y="1600"/>
                    <a:pt x="1202" y="1482"/>
                    <a:pt x="1323" y="1272"/>
                  </a:cubicBezTo>
                  <a:lnTo>
                    <a:pt x="1676" y="661"/>
                  </a:lnTo>
                  <a:lnTo>
                    <a:pt x="534" y="0"/>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45"/>
            <p:cNvSpPr/>
            <p:nvPr/>
          </p:nvSpPr>
          <p:spPr>
            <a:xfrm>
              <a:off x="4313149" y="2212853"/>
              <a:ext cx="86082" cy="89135"/>
            </a:xfrm>
            <a:custGeom>
              <a:rect b="b" l="l" r="r" t="t"/>
              <a:pathLst>
                <a:path extrusionOk="0" h="3008" w="2905">
                  <a:moveTo>
                    <a:pt x="1401" y="1"/>
                  </a:moveTo>
                  <a:cubicBezTo>
                    <a:pt x="1247" y="1"/>
                    <a:pt x="1097" y="80"/>
                    <a:pt x="1014" y="223"/>
                  </a:cubicBezTo>
                  <a:lnTo>
                    <a:pt x="122" y="1765"/>
                  </a:lnTo>
                  <a:cubicBezTo>
                    <a:pt x="1" y="1977"/>
                    <a:pt x="74" y="2252"/>
                    <a:pt x="285" y="2373"/>
                  </a:cubicBezTo>
                  <a:lnTo>
                    <a:pt x="1283" y="2948"/>
                  </a:lnTo>
                  <a:cubicBezTo>
                    <a:pt x="1353" y="2989"/>
                    <a:pt x="1429" y="3008"/>
                    <a:pt x="1504" y="3008"/>
                  </a:cubicBezTo>
                  <a:cubicBezTo>
                    <a:pt x="1658" y="3008"/>
                    <a:pt x="1809" y="2928"/>
                    <a:pt x="1891" y="2785"/>
                  </a:cubicBezTo>
                  <a:lnTo>
                    <a:pt x="2780" y="1243"/>
                  </a:lnTo>
                  <a:cubicBezTo>
                    <a:pt x="2904" y="1032"/>
                    <a:pt x="2831" y="756"/>
                    <a:pt x="2620" y="635"/>
                  </a:cubicBezTo>
                  <a:lnTo>
                    <a:pt x="1622" y="60"/>
                  </a:lnTo>
                  <a:cubicBezTo>
                    <a:pt x="1553" y="20"/>
                    <a:pt x="1476" y="1"/>
                    <a:pt x="1401"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45"/>
            <p:cNvSpPr/>
            <p:nvPr/>
          </p:nvSpPr>
          <p:spPr>
            <a:xfrm>
              <a:off x="4139769" y="2112725"/>
              <a:ext cx="86142" cy="89164"/>
            </a:xfrm>
            <a:custGeom>
              <a:rect b="b" l="l" r="r" t="t"/>
              <a:pathLst>
                <a:path extrusionOk="0" h="3009" w="2907">
                  <a:moveTo>
                    <a:pt x="1402" y="1"/>
                  </a:moveTo>
                  <a:cubicBezTo>
                    <a:pt x="1248" y="1"/>
                    <a:pt x="1097" y="81"/>
                    <a:pt x="1014" y="223"/>
                  </a:cubicBezTo>
                  <a:lnTo>
                    <a:pt x="124" y="1765"/>
                  </a:lnTo>
                  <a:cubicBezTo>
                    <a:pt x="1" y="1978"/>
                    <a:pt x="74" y="2252"/>
                    <a:pt x="285" y="2374"/>
                  </a:cubicBezTo>
                  <a:lnTo>
                    <a:pt x="1283" y="2949"/>
                  </a:lnTo>
                  <a:cubicBezTo>
                    <a:pt x="1353" y="2989"/>
                    <a:pt x="1428" y="3008"/>
                    <a:pt x="1504" y="3008"/>
                  </a:cubicBezTo>
                  <a:cubicBezTo>
                    <a:pt x="1658" y="3008"/>
                    <a:pt x="1809" y="2928"/>
                    <a:pt x="1891" y="2786"/>
                  </a:cubicBezTo>
                  <a:lnTo>
                    <a:pt x="2783" y="1243"/>
                  </a:lnTo>
                  <a:cubicBezTo>
                    <a:pt x="2906" y="1031"/>
                    <a:pt x="2832" y="758"/>
                    <a:pt x="2620" y="635"/>
                  </a:cubicBezTo>
                  <a:lnTo>
                    <a:pt x="1624" y="60"/>
                  </a:lnTo>
                  <a:cubicBezTo>
                    <a:pt x="1554" y="20"/>
                    <a:pt x="1478" y="1"/>
                    <a:pt x="1402"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45"/>
            <p:cNvSpPr/>
            <p:nvPr/>
          </p:nvSpPr>
          <p:spPr>
            <a:xfrm>
              <a:off x="4240016" y="2180109"/>
              <a:ext cx="59028" cy="54553"/>
            </a:xfrm>
            <a:custGeom>
              <a:rect b="b" l="l" r="r" t="t"/>
              <a:pathLst>
                <a:path extrusionOk="0" h="1841" w="1992">
                  <a:moveTo>
                    <a:pt x="712" y="0"/>
                  </a:moveTo>
                  <a:cubicBezTo>
                    <a:pt x="640" y="0"/>
                    <a:pt x="571" y="37"/>
                    <a:pt x="534" y="103"/>
                  </a:cubicBezTo>
                  <a:lnTo>
                    <a:pt x="56" y="927"/>
                  </a:lnTo>
                  <a:cubicBezTo>
                    <a:pt x="0" y="1027"/>
                    <a:pt x="33" y="1153"/>
                    <a:pt x="133" y="1209"/>
                  </a:cubicBezTo>
                  <a:lnTo>
                    <a:pt x="1177" y="1813"/>
                  </a:lnTo>
                  <a:cubicBezTo>
                    <a:pt x="1210" y="1832"/>
                    <a:pt x="1246" y="1841"/>
                    <a:pt x="1281" y="1841"/>
                  </a:cubicBezTo>
                  <a:cubicBezTo>
                    <a:pt x="1353" y="1841"/>
                    <a:pt x="1422" y="1804"/>
                    <a:pt x="1460" y="1737"/>
                  </a:cubicBezTo>
                  <a:lnTo>
                    <a:pt x="1936" y="913"/>
                  </a:lnTo>
                  <a:cubicBezTo>
                    <a:pt x="1992" y="815"/>
                    <a:pt x="1959" y="688"/>
                    <a:pt x="1859" y="632"/>
                  </a:cubicBezTo>
                  <a:lnTo>
                    <a:pt x="815" y="27"/>
                  </a:lnTo>
                  <a:cubicBezTo>
                    <a:pt x="782" y="9"/>
                    <a:pt x="747" y="0"/>
                    <a:pt x="7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45"/>
            <p:cNvSpPr/>
            <p:nvPr/>
          </p:nvSpPr>
          <p:spPr>
            <a:xfrm>
              <a:off x="4280671" y="2169234"/>
              <a:ext cx="13631" cy="12949"/>
            </a:xfrm>
            <a:custGeom>
              <a:rect b="b" l="l" r="r" t="t"/>
              <a:pathLst>
                <a:path extrusionOk="0" h="437" w="460">
                  <a:moveTo>
                    <a:pt x="242" y="0"/>
                  </a:moveTo>
                  <a:cubicBezTo>
                    <a:pt x="138" y="0"/>
                    <a:pt x="47" y="74"/>
                    <a:pt x="27" y="175"/>
                  </a:cubicBezTo>
                  <a:cubicBezTo>
                    <a:pt x="1" y="307"/>
                    <a:pt x="104" y="436"/>
                    <a:pt x="242" y="436"/>
                  </a:cubicBezTo>
                  <a:cubicBezTo>
                    <a:pt x="363" y="436"/>
                    <a:pt x="459" y="337"/>
                    <a:pt x="459" y="217"/>
                  </a:cubicBezTo>
                  <a:cubicBezTo>
                    <a:pt x="459" y="113"/>
                    <a:pt x="383" y="23"/>
                    <a:pt x="284" y="4"/>
                  </a:cubicBezTo>
                  <a:cubicBezTo>
                    <a:pt x="270" y="1"/>
                    <a:pt x="256" y="0"/>
                    <a:pt x="24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45"/>
            <p:cNvSpPr/>
            <p:nvPr/>
          </p:nvSpPr>
          <p:spPr>
            <a:xfrm>
              <a:off x="4244816" y="2232499"/>
              <a:ext cx="12920" cy="12979"/>
            </a:xfrm>
            <a:custGeom>
              <a:rect b="b" l="l" r="r" t="t"/>
              <a:pathLst>
                <a:path extrusionOk="0" h="438" w="436">
                  <a:moveTo>
                    <a:pt x="215" y="0"/>
                  </a:moveTo>
                  <a:cubicBezTo>
                    <a:pt x="100" y="0"/>
                    <a:pt x="0" y="94"/>
                    <a:pt x="0" y="218"/>
                  </a:cubicBezTo>
                  <a:cubicBezTo>
                    <a:pt x="0" y="324"/>
                    <a:pt x="76" y="415"/>
                    <a:pt x="174" y="432"/>
                  </a:cubicBezTo>
                  <a:cubicBezTo>
                    <a:pt x="189" y="436"/>
                    <a:pt x="204" y="437"/>
                    <a:pt x="219" y="437"/>
                  </a:cubicBezTo>
                  <a:cubicBezTo>
                    <a:pt x="333" y="437"/>
                    <a:pt x="435" y="342"/>
                    <a:pt x="435" y="218"/>
                  </a:cubicBezTo>
                  <a:cubicBezTo>
                    <a:pt x="435" y="115"/>
                    <a:pt x="361" y="24"/>
                    <a:pt x="260" y="5"/>
                  </a:cubicBezTo>
                  <a:cubicBezTo>
                    <a:pt x="245" y="2"/>
                    <a:pt x="230" y="0"/>
                    <a:pt x="21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2" name="Google Shape;11102;p45"/>
          <p:cNvGrpSpPr/>
          <p:nvPr/>
        </p:nvGrpSpPr>
        <p:grpSpPr>
          <a:xfrm>
            <a:off x="734698" y="1330841"/>
            <a:ext cx="413433" cy="409284"/>
            <a:chOff x="734698" y="1330841"/>
            <a:chExt cx="413433" cy="409284"/>
          </a:xfrm>
        </p:grpSpPr>
        <p:sp>
          <p:nvSpPr>
            <p:cNvPr id="11103" name="Google Shape;11103;p45"/>
            <p:cNvSpPr/>
            <p:nvPr/>
          </p:nvSpPr>
          <p:spPr>
            <a:xfrm>
              <a:off x="772302" y="1580673"/>
              <a:ext cx="354286" cy="159452"/>
            </a:xfrm>
            <a:custGeom>
              <a:rect b="b" l="l" r="r" t="t"/>
              <a:pathLst>
                <a:path extrusionOk="0" h="5381" w="11956">
                  <a:moveTo>
                    <a:pt x="0" y="1"/>
                  </a:moveTo>
                  <a:lnTo>
                    <a:pt x="0" y="2"/>
                  </a:lnTo>
                  <a:lnTo>
                    <a:pt x="0" y="2"/>
                  </a:lnTo>
                  <a:lnTo>
                    <a:pt x="0" y="1"/>
                  </a:lnTo>
                  <a:close/>
                  <a:moveTo>
                    <a:pt x="0" y="2"/>
                  </a:moveTo>
                  <a:lnTo>
                    <a:pt x="142" y="2810"/>
                  </a:lnTo>
                  <a:cubicBezTo>
                    <a:pt x="1363" y="4375"/>
                    <a:pt x="3267" y="5381"/>
                    <a:pt x="5405" y="5381"/>
                  </a:cubicBezTo>
                  <a:cubicBezTo>
                    <a:pt x="8649" y="5381"/>
                    <a:pt x="11350" y="3069"/>
                    <a:pt x="11955" y="2"/>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45"/>
            <p:cNvSpPr/>
            <p:nvPr/>
          </p:nvSpPr>
          <p:spPr>
            <a:xfrm>
              <a:off x="764923" y="1348591"/>
              <a:ext cx="365428" cy="237890"/>
            </a:xfrm>
            <a:custGeom>
              <a:rect b="b" l="l" r="r" t="t"/>
              <a:pathLst>
                <a:path extrusionOk="0" h="8028" w="12332">
                  <a:moveTo>
                    <a:pt x="5655" y="0"/>
                  </a:moveTo>
                  <a:cubicBezTo>
                    <a:pt x="3272" y="0"/>
                    <a:pt x="1183" y="1248"/>
                    <a:pt x="0" y="3124"/>
                  </a:cubicBezTo>
                  <a:lnTo>
                    <a:pt x="249" y="8027"/>
                  </a:lnTo>
                  <a:lnTo>
                    <a:pt x="12195" y="8027"/>
                  </a:lnTo>
                  <a:cubicBezTo>
                    <a:pt x="12285" y="7590"/>
                    <a:pt x="12332" y="7139"/>
                    <a:pt x="12332" y="6676"/>
                  </a:cubicBezTo>
                  <a:cubicBezTo>
                    <a:pt x="12332" y="2991"/>
                    <a:pt x="9342" y="0"/>
                    <a:pt x="5655"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45"/>
            <p:cNvSpPr/>
            <p:nvPr/>
          </p:nvSpPr>
          <p:spPr>
            <a:xfrm>
              <a:off x="1111446" y="1546833"/>
              <a:ext cx="36685" cy="67681"/>
            </a:xfrm>
            <a:custGeom>
              <a:rect b="b" l="l" r="r" t="t"/>
              <a:pathLst>
                <a:path extrusionOk="0" h="2284" w="1238">
                  <a:moveTo>
                    <a:pt x="0" y="0"/>
                  </a:moveTo>
                  <a:lnTo>
                    <a:pt x="0" y="2284"/>
                  </a:lnTo>
                  <a:lnTo>
                    <a:pt x="95" y="2284"/>
                  </a:lnTo>
                  <a:cubicBezTo>
                    <a:pt x="723" y="2284"/>
                    <a:pt x="1236" y="1771"/>
                    <a:pt x="1236" y="1141"/>
                  </a:cubicBezTo>
                  <a:cubicBezTo>
                    <a:pt x="1238" y="513"/>
                    <a:pt x="723" y="0"/>
                    <a:pt x="95"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45"/>
            <p:cNvSpPr/>
            <p:nvPr/>
          </p:nvSpPr>
          <p:spPr>
            <a:xfrm>
              <a:off x="777369" y="1558627"/>
              <a:ext cx="48834" cy="44004"/>
            </a:xfrm>
            <a:custGeom>
              <a:rect b="b" l="l" r="r" t="t"/>
              <a:pathLst>
                <a:path extrusionOk="0" h="1485" w="1648">
                  <a:moveTo>
                    <a:pt x="0" y="0"/>
                  </a:moveTo>
                  <a:lnTo>
                    <a:pt x="0" y="1485"/>
                  </a:lnTo>
                  <a:lnTo>
                    <a:pt x="1648" y="1485"/>
                  </a:lnTo>
                  <a:lnTo>
                    <a:pt x="1648" y="0"/>
                  </a:ln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45"/>
            <p:cNvSpPr/>
            <p:nvPr/>
          </p:nvSpPr>
          <p:spPr>
            <a:xfrm>
              <a:off x="933088" y="1558627"/>
              <a:ext cx="48864" cy="44004"/>
            </a:xfrm>
            <a:custGeom>
              <a:rect b="b" l="l" r="r" t="t"/>
              <a:pathLst>
                <a:path extrusionOk="0" h="1485" w="1649">
                  <a:moveTo>
                    <a:pt x="1" y="0"/>
                  </a:moveTo>
                  <a:lnTo>
                    <a:pt x="1" y="1485"/>
                  </a:lnTo>
                  <a:lnTo>
                    <a:pt x="1648" y="1485"/>
                  </a:lnTo>
                  <a:lnTo>
                    <a:pt x="1648" y="0"/>
                  </a:ln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45"/>
            <p:cNvSpPr/>
            <p:nvPr/>
          </p:nvSpPr>
          <p:spPr>
            <a:xfrm>
              <a:off x="824070" y="1556463"/>
              <a:ext cx="111300" cy="48390"/>
            </a:xfrm>
            <a:custGeom>
              <a:rect b="b" l="l" r="r" t="t"/>
              <a:pathLst>
                <a:path extrusionOk="0" h="1633" w="3756">
                  <a:moveTo>
                    <a:pt x="73" y="0"/>
                  </a:moveTo>
                  <a:cubicBezTo>
                    <a:pt x="33" y="0"/>
                    <a:pt x="0" y="33"/>
                    <a:pt x="0" y="73"/>
                  </a:cubicBezTo>
                  <a:lnTo>
                    <a:pt x="0" y="1558"/>
                  </a:lnTo>
                  <a:cubicBezTo>
                    <a:pt x="0" y="1600"/>
                    <a:pt x="33" y="1632"/>
                    <a:pt x="73" y="1632"/>
                  </a:cubicBezTo>
                  <a:lnTo>
                    <a:pt x="3683" y="1632"/>
                  </a:lnTo>
                  <a:cubicBezTo>
                    <a:pt x="3723" y="1632"/>
                    <a:pt x="3756" y="1600"/>
                    <a:pt x="3756" y="1558"/>
                  </a:cubicBezTo>
                  <a:lnTo>
                    <a:pt x="3756" y="73"/>
                  </a:lnTo>
                  <a:cubicBezTo>
                    <a:pt x="3754" y="33"/>
                    <a:pt x="3722" y="0"/>
                    <a:pt x="368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45"/>
            <p:cNvSpPr/>
            <p:nvPr/>
          </p:nvSpPr>
          <p:spPr>
            <a:xfrm>
              <a:off x="1069071" y="1491331"/>
              <a:ext cx="44004" cy="178654"/>
            </a:xfrm>
            <a:custGeom>
              <a:rect b="b" l="l" r="r" t="t"/>
              <a:pathLst>
                <a:path extrusionOk="0" h="6029" w="1485">
                  <a:moveTo>
                    <a:pt x="742" y="0"/>
                  </a:moveTo>
                  <a:cubicBezTo>
                    <a:pt x="331" y="0"/>
                    <a:pt x="0" y="333"/>
                    <a:pt x="0" y="743"/>
                  </a:cubicBezTo>
                  <a:lnTo>
                    <a:pt x="0" y="5285"/>
                  </a:lnTo>
                  <a:cubicBezTo>
                    <a:pt x="0" y="5696"/>
                    <a:pt x="331" y="6028"/>
                    <a:pt x="742" y="6028"/>
                  </a:cubicBezTo>
                  <a:cubicBezTo>
                    <a:pt x="1152" y="6028"/>
                    <a:pt x="1485" y="5696"/>
                    <a:pt x="1485" y="5285"/>
                  </a:cubicBezTo>
                  <a:lnTo>
                    <a:pt x="1485" y="743"/>
                  </a:lnTo>
                  <a:cubicBezTo>
                    <a:pt x="1485" y="333"/>
                    <a:pt x="1152" y="0"/>
                    <a:pt x="74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45"/>
            <p:cNvSpPr/>
            <p:nvPr/>
          </p:nvSpPr>
          <p:spPr>
            <a:xfrm>
              <a:off x="734698" y="1440008"/>
              <a:ext cx="42700" cy="229178"/>
            </a:xfrm>
            <a:custGeom>
              <a:rect b="b" l="l" r="r" t="t"/>
              <a:pathLst>
                <a:path extrusionOk="0" h="7734" w="1441">
                  <a:moveTo>
                    <a:pt x="1048" y="1"/>
                  </a:moveTo>
                  <a:cubicBezTo>
                    <a:pt x="385" y="1039"/>
                    <a:pt x="1" y="2270"/>
                    <a:pt x="1" y="3591"/>
                  </a:cubicBezTo>
                  <a:cubicBezTo>
                    <a:pt x="1" y="5157"/>
                    <a:pt x="539" y="6596"/>
                    <a:pt x="1440" y="7734"/>
                  </a:cubicBezTo>
                  <a:lnTo>
                    <a:pt x="1440" y="657"/>
                  </a:lnTo>
                  <a:cubicBezTo>
                    <a:pt x="1440" y="372"/>
                    <a:pt x="1282" y="125"/>
                    <a:pt x="1048"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45"/>
            <p:cNvSpPr/>
            <p:nvPr/>
          </p:nvSpPr>
          <p:spPr>
            <a:xfrm>
              <a:off x="1025630" y="1468484"/>
              <a:ext cx="44004" cy="225207"/>
            </a:xfrm>
            <a:custGeom>
              <a:rect b="b" l="l" r="r" t="t"/>
              <a:pathLst>
                <a:path extrusionOk="0" h="7600" w="1485">
                  <a:moveTo>
                    <a:pt x="933" y="0"/>
                  </a:moveTo>
                  <a:lnTo>
                    <a:pt x="0" y="781"/>
                  </a:lnTo>
                  <a:lnTo>
                    <a:pt x="0" y="6857"/>
                  </a:lnTo>
                  <a:cubicBezTo>
                    <a:pt x="0" y="7267"/>
                    <a:pt x="333" y="7600"/>
                    <a:pt x="743" y="7600"/>
                  </a:cubicBezTo>
                  <a:cubicBezTo>
                    <a:pt x="1152" y="7600"/>
                    <a:pt x="1485" y="7267"/>
                    <a:pt x="1485" y="6857"/>
                  </a:cubicBezTo>
                  <a:lnTo>
                    <a:pt x="1485" y="718"/>
                  </a:lnTo>
                  <a:cubicBezTo>
                    <a:pt x="1485" y="372"/>
                    <a:pt x="1252" y="84"/>
                    <a:pt x="933"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45"/>
            <p:cNvSpPr/>
            <p:nvPr/>
          </p:nvSpPr>
          <p:spPr>
            <a:xfrm>
              <a:off x="981922" y="1491835"/>
              <a:ext cx="44004" cy="232022"/>
            </a:xfrm>
            <a:custGeom>
              <a:rect b="b" l="l" r="r" t="t"/>
              <a:pathLst>
                <a:path extrusionOk="0" h="7830" w="1485">
                  <a:moveTo>
                    <a:pt x="1485" y="0"/>
                  </a:moveTo>
                  <a:lnTo>
                    <a:pt x="135" y="1133"/>
                  </a:lnTo>
                  <a:cubicBezTo>
                    <a:pt x="102" y="1162"/>
                    <a:pt x="62" y="1175"/>
                    <a:pt x="20" y="1175"/>
                  </a:cubicBezTo>
                  <a:cubicBezTo>
                    <a:pt x="14" y="1175"/>
                    <a:pt x="7" y="1174"/>
                    <a:pt x="0" y="1174"/>
                  </a:cubicBezTo>
                  <a:lnTo>
                    <a:pt x="0" y="7087"/>
                  </a:lnTo>
                  <a:cubicBezTo>
                    <a:pt x="0" y="7497"/>
                    <a:pt x="333" y="7830"/>
                    <a:pt x="743" y="7830"/>
                  </a:cubicBezTo>
                  <a:cubicBezTo>
                    <a:pt x="1154" y="7830"/>
                    <a:pt x="1485" y="7497"/>
                    <a:pt x="1485" y="7087"/>
                  </a:cubicBezTo>
                  <a:lnTo>
                    <a:pt x="1485" y="0"/>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45"/>
            <p:cNvSpPr/>
            <p:nvPr/>
          </p:nvSpPr>
          <p:spPr>
            <a:xfrm>
              <a:off x="760004" y="1621803"/>
              <a:ext cx="17394" cy="47382"/>
            </a:xfrm>
            <a:custGeom>
              <a:rect b="b" l="l" r="r" t="t"/>
              <a:pathLst>
                <a:path extrusionOk="0" h="1599" w="587">
                  <a:moveTo>
                    <a:pt x="586" y="1"/>
                  </a:moveTo>
                  <a:cubicBezTo>
                    <a:pt x="586" y="355"/>
                    <a:pt x="336" y="655"/>
                    <a:pt x="0" y="727"/>
                  </a:cubicBezTo>
                  <a:lnTo>
                    <a:pt x="586" y="1599"/>
                  </a:lnTo>
                  <a:lnTo>
                    <a:pt x="586" y="1"/>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45"/>
            <p:cNvSpPr/>
            <p:nvPr/>
          </p:nvSpPr>
          <p:spPr>
            <a:xfrm>
              <a:off x="852161" y="1330841"/>
              <a:ext cx="260677" cy="197471"/>
            </a:xfrm>
            <a:custGeom>
              <a:rect b="b" l="l" r="r" t="t"/>
              <a:pathLst>
                <a:path extrusionOk="0" h="6664" w="8797">
                  <a:moveTo>
                    <a:pt x="6316" y="0"/>
                  </a:moveTo>
                  <a:cubicBezTo>
                    <a:pt x="5826" y="0"/>
                    <a:pt x="5335" y="164"/>
                    <a:pt x="4930" y="504"/>
                  </a:cubicBezTo>
                  <a:lnTo>
                    <a:pt x="4685" y="709"/>
                  </a:lnTo>
                  <a:cubicBezTo>
                    <a:pt x="4602" y="779"/>
                    <a:pt x="4501" y="813"/>
                    <a:pt x="4399" y="813"/>
                  </a:cubicBezTo>
                  <a:cubicBezTo>
                    <a:pt x="4297" y="813"/>
                    <a:pt x="4195" y="779"/>
                    <a:pt x="4112" y="709"/>
                  </a:cubicBezTo>
                  <a:lnTo>
                    <a:pt x="3866" y="504"/>
                  </a:lnTo>
                  <a:cubicBezTo>
                    <a:pt x="3461" y="165"/>
                    <a:pt x="2969" y="1"/>
                    <a:pt x="2479" y="1"/>
                  </a:cubicBezTo>
                  <a:cubicBezTo>
                    <a:pt x="1840" y="1"/>
                    <a:pt x="1203" y="278"/>
                    <a:pt x="762" y="806"/>
                  </a:cubicBezTo>
                  <a:cubicBezTo>
                    <a:pt x="0" y="1715"/>
                    <a:pt x="97" y="3058"/>
                    <a:pt x="967" y="3851"/>
                  </a:cubicBezTo>
                  <a:cubicBezTo>
                    <a:pt x="991" y="3871"/>
                    <a:pt x="1014" y="3891"/>
                    <a:pt x="1037" y="3913"/>
                  </a:cubicBezTo>
                  <a:lnTo>
                    <a:pt x="4261" y="6613"/>
                  </a:lnTo>
                  <a:cubicBezTo>
                    <a:pt x="4301" y="6647"/>
                    <a:pt x="4350" y="6663"/>
                    <a:pt x="4399" y="6663"/>
                  </a:cubicBezTo>
                  <a:cubicBezTo>
                    <a:pt x="4448" y="6663"/>
                    <a:pt x="4497" y="6647"/>
                    <a:pt x="4538" y="6613"/>
                  </a:cubicBezTo>
                  <a:lnTo>
                    <a:pt x="7760" y="3913"/>
                  </a:lnTo>
                  <a:cubicBezTo>
                    <a:pt x="7783" y="3893"/>
                    <a:pt x="7807" y="3871"/>
                    <a:pt x="7830" y="3851"/>
                  </a:cubicBezTo>
                  <a:cubicBezTo>
                    <a:pt x="8699" y="3060"/>
                    <a:pt x="8797" y="1717"/>
                    <a:pt x="8034" y="806"/>
                  </a:cubicBezTo>
                  <a:cubicBezTo>
                    <a:pt x="7592" y="278"/>
                    <a:pt x="6955" y="0"/>
                    <a:pt x="6316"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45"/>
            <p:cNvSpPr/>
            <p:nvPr/>
          </p:nvSpPr>
          <p:spPr>
            <a:xfrm>
              <a:off x="850028" y="1363497"/>
              <a:ext cx="263848" cy="114174"/>
            </a:xfrm>
            <a:custGeom>
              <a:rect b="b" l="l" r="r" t="t"/>
              <a:pathLst>
                <a:path extrusionOk="0" h="3853" w="8904">
                  <a:moveTo>
                    <a:pt x="5319" y="1"/>
                  </a:moveTo>
                  <a:cubicBezTo>
                    <a:pt x="5194" y="2"/>
                    <a:pt x="5085" y="88"/>
                    <a:pt x="5056" y="211"/>
                  </a:cubicBezTo>
                  <a:lnTo>
                    <a:pt x="4473" y="2592"/>
                  </a:lnTo>
                  <a:lnTo>
                    <a:pt x="4234" y="1889"/>
                  </a:lnTo>
                  <a:cubicBezTo>
                    <a:pt x="4195" y="1779"/>
                    <a:pt x="4091" y="1703"/>
                    <a:pt x="3972" y="1703"/>
                  </a:cubicBezTo>
                  <a:lnTo>
                    <a:pt x="3247" y="1703"/>
                  </a:lnTo>
                  <a:cubicBezTo>
                    <a:pt x="3135" y="1703"/>
                    <a:pt x="3032" y="1773"/>
                    <a:pt x="2990" y="1877"/>
                  </a:cubicBezTo>
                  <a:lnTo>
                    <a:pt x="2835" y="2270"/>
                  </a:lnTo>
                  <a:lnTo>
                    <a:pt x="2413" y="865"/>
                  </a:lnTo>
                  <a:cubicBezTo>
                    <a:pt x="2379" y="753"/>
                    <a:pt x="2275" y="672"/>
                    <a:pt x="2157" y="669"/>
                  </a:cubicBezTo>
                  <a:cubicBezTo>
                    <a:pt x="2153" y="669"/>
                    <a:pt x="2150" y="669"/>
                    <a:pt x="2146" y="669"/>
                  </a:cubicBezTo>
                  <a:cubicBezTo>
                    <a:pt x="2032" y="669"/>
                    <a:pt x="1929" y="742"/>
                    <a:pt x="1890" y="849"/>
                  </a:cubicBezTo>
                  <a:lnTo>
                    <a:pt x="1576" y="1709"/>
                  </a:lnTo>
                  <a:lnTo>
                    <a:pt x="273" y="1756"/>
                  </a:lnTo>
                  <a:cubicBezTo>
                    <a:pt x="119" y="1760"/>
                    <a:pt x="1" y="1889"/>
                    <a:pt x="6" y="2042"/>
                  </a:cubicBezTo>
                  <a:cubicBezTo>
                    <a:pt x="12" y="2192"/>
                    <a:pt x="134" y="2308"/>
                    <a:pt x="286" y="2308"/>
                  </a:cubicBezTo>
                  <a:cubicBezTo>
                    <a:pt x="288" y="2308"/>
                    <a:pt x="290" y="2307"/>
                    <a:pt x="292" y="2307"/>
                  </a:cubicBezTo>
                  <a:lnTo>
                    <a:pt x="1781" y="2253"/>
                  </a:lnTo>
                  <a:cubicBezTo>
                    <a:pt x="1891" y="2248"/>
                    <a:pt x="1991" y="2177"/>
                    <a:pt x="2029" y="2073"/>
                  </a:cubicBezTo>
                  <a:lnTo>
                    <a:pt x="2120" y="1819"/>
                  </a:lnTo>
                  <a:lnTo>
                    <a:pt x="2532" y="3189"/>
                  </a:lnTo>
                  <a:cubicBezTo>
                    <a:pt x="2566" y="3302"/>
                    <a:pt x="2668" y="3380"/>
                    <a:pt x="2785" y="3386"/>
                  </a:cubicBezTo>
                  <a:cubicBezTo>
                    <a:pt x="2789" y="3386"/>
                    <a:pt x="2792" y="3386"/>
                    <a:pt x="2796" y="3386"/>
                  </a:cubicBezTo>
                  <a:cubicBezTo>
                    <a:pt x="2908" y="3386"/>
                    <a:pt x="3012" y="3316"/>
                    <a:pt x="3052" y="3211"/>
                  </a:cubicBezTo>
                  <a:lnTo>
                    <a:pt x="3432" y="2253"/>
                  </a:lnTo>
                  <a:lnTo>
                    <a:pt x="3772" y="2253"/>
                  </a:lnTo>
                  <a:lnTo>
                    <a:pt x="4252" y="3666"/>
                  </a:lnTo>
                  <a:cubicBezTo>
                    <a:pt x="4291" y="3776"/>
                    <a:pt x="4395" y="3853"/>
                    <a:pt x="4513" y="3853"/>
                  </a:cubicBezTo>
                  <a:cubicBezTo>
                    <a:pt x="4517" y="3853"/>
                    <a:pt x="4519" y="3851"/>
                    <a:pt x="4523" y="3851"/>
                  </a:cubicBezTo>
                  <a:cubicBezTo>
                    <a:pt x="4524" y="3851"/>
                    <a:pt x="4526" y="3851"/>
                    <a:pt x="4529" y="3853"/>
                  </a:cubicBezTo>
                  <a:cubicBezTo>
                    <a:pt x="4652" y="3846"/>
                    <a:pt x="4756" y="3761"/>
                    <a:pt x="4785" y="3643"/>
                  </a:cubicBezTo>
                  <a:lnTo>
                    <a:pt x="5347" y="1345"/>
                  </a:lnTo>
                  <a:lnTo>
                    <a:pt x="5553" y="2054"/>
                  </a:lnTo>
                  <a:cubicBezTo>
                    <a:pt x="5588" y="2172"/>
                    <a:pt x="5696" y="2255"/>
                    <a:pt x="5819" y="2255"/>
                  </a:cubicBezTo>
                  <a:lnTo>
                    <a:pt x="6439" y="2255"/>
                  </a:lnTo>
                  <a:cubicBezTo>
                    <a:pt x="6548" y="2255"/>
                    <a:pt x="6648" y="2191"/>
                    <a:pt x="6693" y="2090"/>
                  </a:cubicBezTo>
                  <a:lnTo>
                    <a:pt x="6784" y="1875"/>
                  </a:lnTo>
                  <a:lnTo>
                    <a:pt x="6890" y="2094"/>
                  </a:lnTo>
                  <a:cubicBezTo>
                    <a:pt x="6937" y="2192"/>
                    <a:pt x="7035" y="2255"/>
                    <a:pt x="7140" y="2255"/>
                  </a:cubicBezTo>
                  <a:lnTo>
                    <a:pt x="8628" y="2255"/>
                  </a:lnTo>
                  <a:cubicBezTo>
                    <a:pt x="8779" y="2255"/>
                    <a:pt x="8903" y="2132"/>
                    <a:pt x="8903" y="1978"/>
                  </a:cubicBezTo>
                  <a:cubicBezTo>
                    <a:pt x="8903" y="1827"/>
                    <a:pt x="8780" y="1703"/>
                    <a:pt x="8628" y="1703"/>
                  </a:cubicBezTo>
                  <a:lnTo>
                    <a:pt x="7316" y="1703"/>
                  </a:lnTo>
                  <a:lnTo>
                    <a:pt x="7028" y="1092"/>
                  </a:lnTo>
                  <a:cubicBezTo>
                    <a:pt x="6982" y="997"/>
                    <a:pt x="6884" y="935"/>
                    <a:pt x="6778" y="935"/>
                  </a:cubicBezTo>
                  <a:lnTo>
                    <a:pt x="6774" y="935"/>
                  </a:lnTo>
                  <a:cubicBezTo>
                    <a:pt x="6666" y="936"/>
                    <a:pt x="6568" y="1002"/>
                    <a:pt x="6525" y="1100"/>
                  </a:cubicBezTo>
                  <a:lnTo>
                    <a:pt x="6259" y="1704"/>
                  </a:lnTo>
                  <a:lnTo>
                    <a:pt x="6026" y="1704"/>
                  </a:lnTo>
                  <a:lnTo>
                    <a:pt x="5591" y="201"/>
                  </a:lnTo>
                  <a:cubicBezTo>
                    <a:pt x="5555" y="82"/>
                    <a:pt x="5446" y="1"/>
                    <a:pt x="53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6" name="Google Shape;11116;p45"/>
          <p:cNvGrpSpPr/>
          <p:nvPr/>
        </p:nvGrpSpPr>
        <p:grpSpPr>
          <a:xfrm>
            <a:off x="3392763" y="2011589"/>
            <a:ext cx="395683" cy="413462"/>
            <a:chOff x="3392763" y="2011589"/>
            <a:chExt cx="395683" cy="413462"/>
          </a:xfrm>
        </p:grpSpPr>
        <p:sp>
          <p:nvSpPr>
            <p:cNvPr id="11117" name="Google Shape;11117;p45"/>
            <p:cNvSpPr/>
            <p:nvPr/>
          </p:nvSpPr>
          <p:spPr>
            <a:xfrm>
              <a:off x="3392763" y="2029309"/>
              <a:ext cx="395683" cy="352923"/>
            </a:xfrm>
            <a:custGeom>
              <a:rect b="b" l="l" r="r" t="t"/>
              <a:pathLst>
                <a:path extrusionOk="0" h="11910" w="13353">
                  <a:moveTo>
                    <a:pt x="6677" y="1"/>
                  </a:moveTo>
                  <a:cubicBezTo>
                    <a:pt x="2991" y="1"/>
                    <a:pt x="0" y="2990"/>
                    <a:pt x="0" y="6677"/>
                  </a:cubicBezTo>
                  <a:cubicBezTo>
                    <a:pt x="0" y="8178"/>
                    <a:pt x="496" y="9565"/>
                    <a:pt x="1334" y="10678"/>
                  </a:cubicBezTo>
                  <a:cubicBezTo>
                    <a:pt x="1617" y="10843"/>
                    <a:pt x="3567" y="11910"/>
                    <a:pt x="6442" y="11910"/>
                  </a:cubicBezTo>
                  <a:cubicBezTo>
                    <a:pt x="8091" y="11910"/>
                    <a:pt x="10045" y="11559"/>
                    <a:pt x="12162" y="10485"/>
                  </a:cubicBezTo>
                  <a:cubicBezTo>
                    <a:pt x="12915" y="9405"/>
                    <a:pt x="13353" y="8093"/>
                    <a:pt x="13353" y="6677"/>
                  </a:cubicBezTo>
                  <a:cubicBezTo>
                    <a:pt x="13353" y="2991"/>
                    <a:pt x="10365" y="1"/>
                    <a:pt x="667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45"/>
            <p:cNvSpPr/>
            <p:nvPr/>
          </p:nvSpPr>
          <p:spPr>
            <a:xfrm>
              <a:off x="3408794" y="2029309"/>
              <a:ext cx="167957" cy="288650"/>
            </a:xfrm>
            <a:custGeom>
              <a:rect b="b" l="l" r="r" t="t"/>
              <a:pathLst>
                <a:path extrusionOk="0" h="9741" w="5668">
                  <a:moveTo>
                    <a:pt x="4664" y="1"/>
                  </a:moveTo>
                  <a:cubicBezTo>
                    <a:pt x="4143" y="296"/>
                    <a:pt x="3108" y="982"/>
                    <a:pt x="2201" y="2171"/>
                  </a:cubicBezTo>
                  <a:cubicBezTo>
                    <a:pt x="1095" y="3627"/>
                    <a:pt x="0" y="6114"/>
                    <a:pt x="1012" y="9741"/>
                  </a:cubicBezTo>
                  <a:cubicBezTo>
                    <a:pt x="1113" y="8185"/>
                    <a:pt x="1898" y="6811"/>
                    <a:pt x="3070" y="5921"/>
                  </a:cubicBezTo>
                  <a:cubicBezTo>
                    <a:pt x="3216" y="5104"/>
                    <a:pt x="3537" y="4355"/>
                    <a:pt x="4033" y="3678"/>
                  </a:cubicBezTo>
                  <a:cubicBezTo>
                    <a:pt x="4605" y="2901"/>
                    <a:pt x="5279" y="2407"/>
                    <a:pt x="5668" y="2161"/>
                  </a:cubicBezTo>
                  <a:cubicBezTo>
                    <a:pt x="5662" y="2152"/>
                    <a:pt x="5657" y="2143"/>
                    <a:pt x="5652" y="2132"/>
                  </a:cubicBezTo>
                  <a:lnTo>
                    <a:pt x="4664"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45"/>
            <p:cNvSpPr/>
            <p:nvPr/>
          </p:nvSpPr>
          <p:spPr>
            <a:xfrm>
              <a:off x="3408735" y="2029368"/>
              <a:ext cx="146592" cy="288680"/>
            </a:xfrm>
            <a:custGeom>
              <a:rect b="b" l="l" r="r" t="t"/>
              <a:pathLst>
                <a:path extrusionOk="0" h="9742" w="4947">
                  <a:moveTo>
                    <a:pt x="4664" y="0"/>
                  </a:moveTo>
                  <a:cubicBezTo>
                    <a:pt x="4143" y="296"/>
                    <a:pt x="3107" y="983"/>
                    <a:pt x="2202" y="2172"/>
                  </a:cubicBezTo>
                  <a:cubicBezTo>
                    <a:pt x="1094" y="3627"/>
                    <a:pt x="1" y="6114"/>
                    <a:pt x="1013" y="9742"/>
                  </a:cubicBezTo>
                  <a:cubicBezTo>
                    <a:pt x="1050" y="9184"/>
                    <a:pt x="1171" y="8651"/>
                    <a:pt x="1370" y="8156"/>
                  </a:cubicBezTo>
                  <a:cubicBezTo>
                    <a:pt x="957" y="5548"/>
                    <a:pt x="1807" y="3711"/>
                    <a:pt x="2668" y="2579"/>
                  </a:cubicBezTo>
                  <a:cubicBezTo>
                    <a:pt x="3469" y="1528"/>
                    <a:pt x="4386" y="922"/>
                    <a:pt x="4844" y="661"/>
                  </a:cubicBezTo>
                  <a:lnTo>
                    <a:pt x="4947" y="611"/>
                  </a:lnTo>
                  <a:lnTo>
                    <a:pt x="4664" y="0"/>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45"/>
            <p:cNvSpPr/>
            <p:nvPr/>
          </p:nvSpPr>
          <p:spPr>
            <a:xfrm>
              <a:off x="3537073" y="2089493"/>
              <a:ext cx="26729" cy="26373"/>
            </a:xfrm>
            <a:custGeom>
              <a:rect b="b" l="l" r="r" t="t"/>
              <a:pathLst>
                <a:path extrusionOk="0" h="890" w="902">
                  <a:moveTo>
                    <a:pt x="267" y="1"/>
                  </a:moveTo>
                  <a:cubicBezTo>
                    <a:pt x="210" y="1"/>
                    <a:pt x="153" y="21"/>
                    <a:pt x="108" y="62"/>
                  </a:cubicBezTo>
                  <a:cubicBezTo>
                    <a:pt x="10" y="151"/>
                    <a:pt x="0" y="301"/>
                    <a:pt x="89" y="401"/>
                  </a:cubicBezTo>
                  <a:lnTo>
                    <a:pt x="457" y="811"/>
                  </a:lnTo>
                  <a:cubicBezTo>
                    <a:pt x="505" y="863"/>
                    <a:pt x="570" y="890"/>
                    <a:pt x="635" y="890"/>
                  </a:cubicBezTo>
                  <a:cubicBezTo>
                    <a:pt x="693" y="890"/>
                    <a:pt x="750" y="870"/>
                    <a:pt x="795" y="828"/>
                  </a:cubicBezTo>
                  <a:cubicBezTo>
                    <a:pt x="893" y="741"/>
                    <a:pt x="902" y="589"/>
                    <a:pt x="812" y="489"/>
                  </a:cubicBezTo>
                  <a:lnTo>
                    <a:pt x="445" y="81"/>
                  </a:lnTo>
                  <a:cubicBezTo>
                    <a:pt x="398" y="28"/>
                    <a:pt x="333" y="1"/>
                    <a:pt x="267"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45"/>
            <p:cNvSpPr/>
            <p:nvPr/>
          </p:nvSpPr>
          <p:spPr>
            <a:xfrm>
              <a:off x="3517457" y="2107628"/>
              <a:ext cx="28447" cy="25751"/>
            </a:xfrm>
            <a:custGeom>
              <a:rect b="b" l="l" r="r" t="t"/>
              <a:pathLst>
                <a:path extrusionOk="0" h="869" w="960">
                  <a:moveTo>
                    <a:pt x="267" y="1"/>
                  </a:moveTo>
                  <a:cubicBezTo>
                    <a:pt x="202" y="1"/>
                    <a:pt x="137" y="27"/>
                    <a:pt x="89" y="78"/>
                  </a:cubicBezTo>
                  <a:cubicBezTo>
                    <a:pt x="0" y="176"/>
                    <a:pt x="8" y="327"/>
                    <a:pt x="104" y="417"/>
                  </a:cubicBezTo>
                  <a:lnTo>
                    <a:pt x="532" y="807"/>
                  </a:lnTo>
                  <a:cubicBezTo>
                    <a:pt x="578" y="848"/>
                    <a:pt x="636" y="869"/>
                    <a:pt x="694" y="869"/>
                  </a:cubicBezTo>
                  <a:cubicBezTo>
                    <a:pt x="759" y="869"/>
                    <a:pt x="824" y="843"/>
                    <a:pt x="871" y="791"/>
                  </a:cubicBezTo>
                  <a:cubicBezTo>
                    <a:pt x="959" y="693"/>
                    <a:pt x="952" y="543"/>
                    <a:pt x="855" y="453"/>
                  </a:cubicBezTo>
                  <a:lnTo>
                    <a:pt x="428" y="62"/>
                  </a:lnTo>
                  <a:cubicBezTo>
                    <a:pt x="382" y="21"/>
                    <a:pt x="324" y="1"/>
                    <a:pt x="267"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45"/>
            <p:cNvSpPr/>
            <p:nvPr/>
          </p:nvSpPr>
          <p:spPr>
            <a:xfrm>
              <a:off x="3486461" y="2156225"/>
              <a:ext cx="33366" cy="21217"/>
            </a:xfrm>
            <a:custGeom>
              <a:rect b="b" l="l" r="r" t="t"/>
              <a:pathLst>
                <a:path extrusionOk="0" h="716" w="1126">
                  <a:moveTo>
                    <a:pt x="273" y="1"/>
                  </a:moveTo>
                  <a:cubicBezTo>
                    <a:pt x="182" y="1"/>
                    <a:pt x="95" y="53"/>
                    <a:pt x="55" y="142"/>
                  </a:cubicBezTo>
                  <a:cubicBezTo>
                    <a:pt x="0" y="263"/>
                    <a:pt x="55" y="404"/>
                    <a:pt x="176" y="459"/>
                  </a:cubicBezTo>
                  <a:lnTo>
                    <a:pt x="693" y="693"/>
                  </a:lnTo>
                  <a:cubicBezTo>
                    <a:pt x="728" y="707"/>
                    <a:pt x="760" y="715"/>
                    <a:pt x="793" y="715"/>
                  </a:cubicBezTo>
                  <a:cubicBezTo>
                    <a:pt x="1051" y="715"/>
                    <a:pt x="1126" y="362"/>
                    <a:pt x="891" y="257"/>
                  </a:cubicBezTo>
                  <a:lnTo>
                    <a:pt x="372" y="22"/>
                  </a:lnTo>
                  <a:cubicBezTo>
                    <a:pt x="340" y="8"/>
                    <a:pt x="306" y="1"/>
                    <a:pt x="273"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45"/>
            <p:cNvSpPr/>
            <p:nvPr/>
          </p:nvSpPr>
          <p:spPr>
            <a:xfrm>
              <a:off x="3477245" y="2181591"/>
              <a:ext cx="32774" cy="19380"/>
            </a:xfrm>
            <a:custGeom>
              <a:rect b="b" l="l" r="r" t="t"/>
              <a:pathLst>
                <a:path extrusionOk="0" h="654" w="1106">
                  <a:moveTo>
                    <a:pt x="268" y="1"/>
                  </a:moveTo>
                  <a:cubicBezTo>
                    <a:pt x="165" y="1"/>
                    <a:pt x="71" y="67"/>
                    <a:pt x="39" y="170"/>
                  </a:cubicBezTo>
                  <a:cubicBezTo>
                    <a:pt x="0" y="296"/>
                    <a:pt x="72" y="431"/>
                    <a:pt x="199" y="470"/>
                  </a:cubicBezTo>
                  <a:lnTo>
                    <a:pt x="768" y="643"/>
                  </a:lnTo>
                  <a:cubicBezTo>
                    <a:pt x="791" y="650"/>
                    <a:pt x="815" y="653"/>
                    <a:pt x="838" y="653"/>
                  </a:cubicBezTo>
                  <a:cubicBezTo>
                    <a:pt x="940" y="653"/>
                    <a:pt x="1035" y="586"/>
                    <a:pt x="1067" y="482"/>
                  </a:cubicBezTo>
                  <a:cubicBezTo>
                    <a:pt x="1105" y="357"/>
                    <a:pt x="1034" y="223"/>
                    <a:pt x="908" y="184"/>
                  </a:cubicBezTo>
                  <a:lnTo>
                    <a:pt x="338" y="11"/>
                  </a:lnTo>
                  <a:cubicBezTo>
                    <a:pt x="314" y="4"/>
                    <a:pt x="291" y="1"/>
                    <a:pt x="268"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45"/>
            <p:cNvSpPr/>
            <p:nvPr/>
          </p:nvSpPr>
          <p:spPr>
            <a:xfrm>
              <a:off x="3485542" y="2121377"/>
              <a:ext cx="44271" cy="33603"/>
            </a:xfrm>
            <a:custGeom>
              <a:rect b="b" l="l" r="r" t="t"/>
              <a:pathLst>
                <a:path extrusionOk="0" h="1134" w="1494">
                  <a:moveTo>
                    <a:pt x="272" y="0"/>
                  </a:moveTo>
                  <a:cubicBezTo>
                    <a:pt x="195" y="0"/>
                    <a:pt x="121" y="36"/>
                    <a:pt x="75" y="104"/>
                  </a:cubicBezTo>
                  <a:cubicBezTo>
                    <a:pt x="0" y="214"/>
                    <a:pt x="28" y="362"/>
                    <a:pt x="137" y="438"/>
                  </a:cubicBezTo>
                  <a:lnTo>
                    <a:pt x="1087" y="1091"/>
                  </a:lnTo>
                  <a:cubicBezTo>
                    <a:pt x="1128" y="1120"/>
                    <a:pt x="1175" y="1134"/>
                    <a:pt x="1222" y="1134"/>
                  </a:cubicBezTo>
                  <a:cubicBezTo>
                    <a:pt x="1298" y="1134"/>
                    <a:pt x="1374" y="1097"/>
                    <a:pt x="1421" y="1028"/>
                  </a:cubicBezTo>
                  <a:cubicBezTo>
                    <a:pt x="1494" y="918"/>
                    <a:pt x="1467" y="770"/>
                    <a:pt x="1359" y="694"/>
                  </a:cubicBezTo>
                  <a:lnTo>
                    <a:pt x="409" y="41"/>
                  </a:lnTo>
                  <a:cubicBezTo>
                    <a:pt x="366" y="14"/>
                    <a:pt x="319" y="0"/>
                    <a:pt x="272"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45"/>
            <p:cNvSpPr/>
            <p:nvPr/>
          </p:nvSpPr>
          <p:spPr>
            <a:xfrm>
              <a:off x="3454725" y="2205860"/>
              <a:ext cx="38907" cy="17868"/>
            </a:xfrm>
            <a:custGeom>
              <a:rect b="b" l="l" r="r" t="t"/>
              <a:pathLst>
                <a:path extrusionOk="0" h="603" w="1313">
                  <a:moveTo>
                    <a:pt x="257" y="1"/>
                  </a:moveTo>
                  <a:cubicBezTo>
                    <a:pt x="140" y="1"/>
                    <a:pt x="40" y="87"/>
                    <a:pt x="22" y="204"/>
                  </a:cubicBezTo>
                  <a:cubicBezTo>
                    <a:pt x="0" y="337"/>
                    <a:pt x="92" y="459"/>
                    <a:pt x="222" y="478"/>
                  </a:cubicBezTo>
                  <a:lnTo>
                    <a:pt x="1017" y="601"/>
                  </a:lnTo>
                  <a:cubicBezTo>
                    <a:pt x="1029" y="601"/>
                    <a:pt x="1042" y="602"/>
                    <a:pt x="1054" y="602"/>
                  </a:cubicBezTo>
                  <a:cubicBezTo>
                    <a:pt x="1171" y="602"/>
                    <a:pt x="1272" y="517"/>
                    <a:pt x="1290" y="400"/>
                  </a:cubicBezTo>
                  <a:cubicBezTo>
                    <a:pt x="1312" y="268"/>
                    <a:pt x="1220" y="145"/>
                    <a:pt x="1091" y="127"/>
                  </a:cubicBezTo>
                  <a:lnTo>
                    <a:pt x="295" y="4"/>
                  </a:lnTo>
                  <a:cubicBezTo>
                    <a:pt x="282" y="2"/>
                    <a:pt x="269" y="1"/>
                    <a:pt x="257"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45"/>
            <p:cNvSpPr/>
            <p:nvPr/>
          </p:nvSpPr>
          <p:spPr>
            <a:xfrm>
              <a:off x="3437449" y="2172345"/>
              <a:ext cx="309926" cy="246039"/>
            </a:xfrm>
            <a:custGeom>
              <a:rect b="b" l="l" r="r" t="t"/>
              <a:pathLst>
                <a:path extrusionOk="0" h="8303" w="10459">
                  <a:moveTo>
                    <a:pt x="5229" y="0"/>
                  </a:moveTo>
                  <a:cubicBezTo>
                    <a:pt x="2341" y="0"/>
                    <a:pt x="0" y="2341"/>
                    <a:pt x="0" y="5229"/>
                  </a:cubicBezTo>
                  <a:cubicBezTo>
                    <a:pt x="0" y="5553"/>
                    <a:pt x="30" y="5870"/>
                    <a:pt x="86" y="6179"/>
                  </a:cubicBezTo>
                  <a:cubicBezTo>
                    <a:pt x="950" y="7196"/>
                    <a:pt x="2114" y="7948"/>
                    <a:pt x="3442" y="8302"/>
                  </a:cubicBezTo>
                  <a:cubicBezTo>
                    <a:pt x="2385" y="7687"/>
                    <a:pt x="1673" y="6541"/>
                    <a:pt x="1673" y="5231"/>
                  </a:cubicBezTo>
                  <a:cubicBezTo>
                    <a:pt x="1673" y="3271"/>
                    <a:pt x="3269" y="1677"/>
                    <a:pt x="5228" y="1677"/>
                  </a:cubicBezTo>
                  <a:cubicBezTo>
                    <a:pt x="7188" y="1677"/>
                    <a:pt x="8781" y="3272"/>
                    <a:pt x="8781" y="5231"/>
                  </a:cubicBezTo>
                  <a:cubicBezTo>
                    <a:pt x="8781" y="6498"/>
                    <a:pt x="8114" y="7611"/>
                    <a:pt x="7116" y="8240"/>
                  </a:cubicBezTo>
                  <a:cubicBezTo>
                    <a:pt x="8425" y="7842"/>
                    <a:pt x="9566" y="7049"/>
                    <a:pt x="10398" y="6002"/>
                  </a:cubicBezTo>
                  <a:cubicBezTo>
                    <a:pt x="10435" y="5750"/>
                    <a:pt x="10454" y="5493"/>
                    <a:pt x="10454" y="5231"/>
                  </a:cubicBezTo>
                  <a:cubicBezTo>
                    <a:pt x="10458" y="2341"/>
                    <a:pt x="8117" y="0"/>
                    <a:pt x="522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45"/>
            <p:cNvSpPr/>
            <p:nvPr/>
          </p:nvSpPr>
          <p:spPr>
            <a:xfrm>
              <a:off x="3486076" y="2220972"/>
              <a:ext cx="212643" cy="204079"/>
            </a:xfrm>
            <a:custGeom>
              <a:rect b="b" l="l" r="r" t="t"/>
              <a:pathLst>
                <a:path extrusionOk="0" h="6887" w="7176">
                  <a:moveTo>
                    <a:pt x="3588" y="1644"/>
                  </a:moveTo>
                  <a:cubicBezTo>
                    <a:pt x="4662" y="1644"/>
                    <a:pt x="5533" y="2514"/>
                    <a:pt x="5533" y="3588"/>
                  </a:cubicBezTo>
                  <a:cubicBezTo>
                    <a:pt x="5533" y="4662"/>
                    <a:pt x="4662" y="5533"/>
                    <a:pt x="3588" y="5533"/>
                  </a:cubicBezTo>
                  <a:cubicBezTo>
                    <a:pt x="2514" y="5533"/>
                    <a:pt x="1644" y="4662"/>
                    <a:pt x="1644" y="3588"/>
                  </a:cubicBezTo>
                  <a:cubicBezTo>
                    <a:pt x="1644" y="2514"/>
                    <a:pt x="2514" y="1644"/>
                    <a:pt x="3588" y="1644"/>
                  </a:cubicBezTo>
                  <a:close/>
                  <a:moveTo>
                    <a:pt x="3588" y="1"/>
                  </a:moveTo>
                  <a:cubicBezTo>
                    <a:pt x="1608" y="1"/>
                    <a:pt x="1" y="1606"/>
                    <a:pt x="1" y="3588"/>
                  </a:cubicBezTo>
                  <a:cubicBezTo>
                    <a:pt x="1" y="4871"/>
                    <a:pt x="674" y="5993"/>
                    <a:pt x="1684" y="6629"/>
                  </a:cubicBezTo>
                  <a:cubicBezTo>
                    <a:pt x="2272" y="6798"/>
                    <a:pt x="2889" y="6887"/>
                    <a:pt x="3528" y="6887"/>
                  </a:cubicBezTo>
                  <a:cubicBezTo>
                    <a:pt x="4249" y="6887"/>
                    <a:pt x="4944" y="6773"/>
                    <a:pt x="5595" y="6560"/>
                  </a:cubicBezTo>
                  <a:cubicBezTo>
                    <a:pt x="6548" y="5915"/>
                    <a:pt x="7173" y="4826"/>
                    <a:pt x="7173" y="3588"/>
                  </a:cubicBezTo>
                  <a:cubicBezTo>
                    <a:pt x="7176" y="1606"/>
                    <a:pt x="5569" y="1"/>
                    <a:pt x="3588"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45"/>
            <p:cNvSpPr/>
            <p:nvPr/>
          </p:nvSpPr>
          <p:spPr>
            <a:xfrm>
              <a:off x="3479023" y="2213831"/>
              <a:ext cx="226748" cy="210154"/>
            </a:xfrm>
            <a:custGeom>
              <a:rect b="b" l="l" r="r" t="t"/>
              <a:pathLst>
                <a:path extrusionOk="0" h="7092" w="7652">
                  <a:moveTo>
                    <a:pt x="3826" y="1"/>
                  </a:moveTo>
                  <a:cubicBezTo>
                    <a:pt x="1715" y="1"/>
                    <a:pt x="1" y="1717"/>
                    <a:pt x="1" y="3828"/>
                  </a:cubicBezTo>
                  <a:cubicBezTo>
                    <a:pt x="1" y="4927"/>
                    <a:pt x="467" y="5920"/>
                    <a:pt x="1213" y="6619"/>
                  </a:cubicBezTo>
                  <a:cubicBezTo>
                    <a:pt x="1799" y="6862"/>
                    <a:pt x="2429" y="7025"/>
                    <a:pt x="3086" y="7092"/>
                  </a:cubicBezTo>
                  <a:cubicBezTo>
                    <a:pt x="1596" y="6753"/>
                    <a:pt x="478" y="5418"/>
                    <a:pt x="478" y="3828"/>
                  </a:cubicBezTo>
                  <a:cubicBezTo>
                    <a:pt x="478" y="1981"/>
                    <a:pt x="1981" y="481"/>
                    <a:pt x="3825" y="481"/>
                  </a:cubicBezTo>
                  <a:cubicBezTo>
                    <a:pt x="5670" y="481"/>
                    <a:pt x="7170" y="1983"/>
                    <a:pt x="7170" y="3828"/>
                  </a:cubicBezTo>
                  <a:cubicBezTo>
                    <a:pt x="7170" y="5377"/>
                    <a:pt x="6111" y="6685"/>
                    <a:pt x="4677" y="7064"/>
                  </a:cubicBezTo>
                  <a:cubicBezTo>
                    <a:pt x="5329" y="6975"/>
                    <a:pt x="5954" y="6790"/>
                    <a:pt x="6533" y="6528"/>
                  </a:cubicBezTo>
                  <a:cubicBezTo>
                    <a:pt x="7223" y="5836"/>
                    <a:pt x="7650" y="4880"/>
                    <a:pt x="7650" y="3829"/>
                  </a:cubicBezTo>
                  <a:cubicBezTo>
                    <a:pt x="7652" y="1718"/>
                    <a:pt x="5937" y="1"/>
                    <a:pt x="3826"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45"/>
            <p:cNvSpPr/>
            <p:nvPr/>
          </p:nvSpPr>
          <p:spPr>
            <a:xfrm>
              <a:off x="3527591" y="2262517"/>
              <a:ext cx="129553" cy="129553"/>
            </a:xfrm>
            <a:custGeom>
              <a:rect b="b" l="l" r="r" t="t"/>
              <a:pathLst>
                <a:path extrusionOk="0" h="4372" w="4372">
                  <a:moveTo>
                    <a:pt x="2187" y="478"/>
                  </a:moveTo>
                  <a:cubicBezTo>
                    <a:pt x="3128" y="478"/>
                    <a:pt x="3894" y="1244"/>
                    <a:pt x="3894" y="2185"/>
                  </a:cubicBezTo>
                  <a:cubicBezTo>
                    <a:pt x="3894" y="3127"/>
                    <a:pt x="3128" y="3890"/>
                    <a:pt x="2187" y="3890"/>
                  </a:cubicBezTo>
                  <a:cubicBezTo>
                    <a:pt x="1247" y="3890"/>
                    <a:pt x="482" y="3125"/>
                    <a:pt x="482" y="2185"/>
                  </a:cubicBezTo>
                  <a:cubicBezTo>
                    <a:pt x="482" y="1244"/>
                    <a:pt x="1247" y="478"/>
                    <a:pt x="2187" y="478"/>
                  </a:cubicBezTo>
                  <a:close/>
                  <a:moveTo>
                    <a:pt x="2186" y="1"/>
                  </a:moveTo>
                  <a:cubicBezTo>
                    <a:pt x="981" y="1"/>
                    <a:pt x="0" y="980"/>
                    <a:pt x="0" y="2186"/>
                  </a:cubicBezTo>
                  <a:cubicBezTo>
                    <a:pt x="0" y="3391"/>
                    <a:pt x="979" y="4372"/>
                    <a:pt x="2186" y="4372"/>
                  </a:cubicBezTo>
                  <a:cubicBezTo>
                    <a:pt x="3392" y="4370"/>
                    <a:pt x="4371" y="3391"/>
                    <a:pt x="4371" y="2186"/>
                  </a:cubicBezTo>
                  <a:cubicBezTo>
                    <a:pt x="4371" y="982"/>
                    <a:pt x="3392" y="1"/>
                    <a:pt x="2186"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45"/>
            <p:cNvSpPr/>
            <p:nvPr/>
          </p:nvSpPr>
          <p:spPr>
            <a:xfrm>
              <a:off x="3430396" y="2165233"/>
              <a:ext cx="324061" cy="200819"/>
            </a:xfrm>
            <a:custGeom>
              <a:rect b="b" l="l" r="r" t="t"/>
              <a:pathLst>
                <a:path extrusionOk="0" h="6777" w="10936">
                  <a:moveTo>
                    <a:pt x="5467" y="1"/>
                  </a:moveTo>
                  <a:cubicBezTo>
                    <a:pt x="2452" y="1"/>
                    <a:pt x="0" y="2454"/>
                    <a:pt x="0" y="5469"/>
                  </a:cubicBezTo>
                  <a:cubicBezTo>
                    <a:pt x="0" y="5664"/>
                    <a:pt x="10" y="5856"/>
                    <a:pt x="31" y="6046"/>
                  </a:cubicBezTo>
                  <a:cubicBezTo>
                    <a:pt x="221" y="6304"/>
                    <a:pt x="429" y="6550"/>
                    <a:pt x="655" y="6776"/>
                  </a:cubicBezTo>
                  <a:cubicBezTo>
                    <a:pt x="541" y="6358"/>
                    <a:pt x="479" y="5922"/>
                    <a:pt x="479" y="5469"/>
                  </a:cubicBezTo>
                  <a:cubicBezTo>
                    <a:pt x="479" y="2718"/>
                    <a:pt x="2718" y="481"/>
                    <a:pt x="5467" y="481"/>
                  </a:cubicBezTo>
                  <a:cubicBezTo>
                    <a:pt x="8219" y="481"/>
                    <a:pt x="10455" y="2719"/>
                    <a:pt x="10455" y="5469"/>
                  </a:cubicBezTo>
                  <a:cubicBezTo>
                    <a:pt x="10455" y="5861"/>
                    <a:pt x="10410" y="6242"/>
                    <a:pt x="10323" y="6607"/>
                  </a:cubicBezTo>
                  <a:cubicBezTo>
                    <a:pt x="10541" y="6372"/>
                    <a:pt x="10741" y="6122"/>
                    <a:pt x="10922" y="5858"/>
                  </a:cubicBezTo>
                  <a:cubicBezTo>
                    <a:pt x="10931" y="5729"/>
                    <a:pt x="10936" y="5600"/>
                    <a:pt x="10936" y="5469"/>
                  </a:cubicBezTo>
                  <a:cubicBezTo>
                    <a:pt x="10936" y="2454"/>
                    <a:pt x="8483" y="1"/>
                    <a:pt x="5467"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45"/>
            <p:cNvSpPr/>
            <p:nvPr/>
          </p:nvSpPr>
          <p:spPr>
            <a:xfrm>
              <a:off x="3541874" y="2011589"/>
              <a:ext cx="58732" cy="89312"/>
            </a:xfrm>
            <a:custGeom>
              <a:rect b="b" l="l" r="r" t="t"/>
              <a:pathLst>
                <a:path extrusionOk="0" h="3014" w="1982">
                  <a:moveTo>
                    <a:pt x="491" y="0"/>
                  </a:moveTo>
                  <a:cubicBezTo>
                    <a:pt x="431" y="0"/>
                    <a:pt x="369" y="13"/>
                    <a:pt x="311" y="41"/>
                  </a:cubicBezTo>
                  <a:cubicBezTo>
                    <a:pt x="95" y="142"/>
                    <a:pt x="0" y="398"/>
                    <a:pt x="101" y="614"/>
                  </a:cubicBezTo>
                  <a:lnTo>
                    <a:pt x="1098" y="2762"/>
                  </a:lnTo>
                  <a:cubicBezTo>
                    <a:pt x="1171" y="2920"/>
                    <a:pt x="1328" y="3013"/>
                    <a:pt x="1491" y="3013"/>
                  </a:cubicBezTo>
                  <a:cubicBezTo>
                    <a:pt x="1552" y="3013"/>
                    <a:pt x="1613" y="3001"/>
                    <a:pt x="1671" y="2974"/>
                  </a:cubicBezTo>
                  <a:cubicBezTo>
                    <a:pt x="1886" y="2873"/>
                    <a:pt x="1982" y="2616"/>
                    <a:pt x="1881" y="2400"/>
                  </a:cubicBezTo>
                  <a:lnTo>
                    <a:pt x="883" y="251"/>
                  </a:lnTo>
                  <a:cubicBezTo>
                    <a:pt x="809" y="93"/>
                    <a:pt x="654" y="0"/>
                    <a:pt x="491"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2" name="Google Shape;11132;p45"/>
          <p:cNvGrpSpPr/>
          <p:nvPr/>
        </p:nvGrpSpPr>
        <p:grpSpPr>
          <a:xfrm>
            <a:off x="2731129" y="2011619"/>
            <a:ext cx="395742" cy="413433"/>
            <a:chOff x="2731129" y="2011619"/>
            <a:chExt cx="395742" cy="413433"/>
          </a:xfrm>
        </p:grpSpPr>
        <p:sp>
          <p:nvSpPr>
            <p:cNvPr id="11133" name="Google Shape;11133;p45"/>
            <p:cNvSpPr/>
            <p:nvPr/>
          </p:nvSpPr>
          <p:spPr>
            <a:xfrm>
              <a:off x="2731129" y="2029368"/>
              <a:ext cx="395742" cy="394260"/>
            </a:xfrm>
            <a:custGeom>
              <a:rect b="b" l="l" r="r" t="t"/>
              <a:pathLst>
                <a:path extrusionOk="0" h="13305" w="13355">
                  <a:moveTo>
                    <a:pt x="6679" y="0"/>
                  </a:moveTo>
                  <a:cubicBezTo>
                    <a:pt x="2991" y="0"/>
                    <a:pt x="1" y="2989"/>
                    <a:pt x="1" y="6676"/>
                  </a:cubicBezTo>
                  <a:cubicBezTo>
                    <a:pt x="1" y="7632"/>
                    <a:pt x="201" y="8540"/>
                    <a:pt x="563" y="9362"/>
                  </a:cubicBezTo>
                  <a:lnTo>
                    <a:pt x="1636" y="11055"/>
                  </a:lnTo>
                  <a:cubicBezTo>
                    <a:pt x="2648" y="12221"/>
                    <a:pt x="4056" y="13031"/>
                    <a:pt x="5651" y="13275"/>
                  </a:cubicBezTo>
                  <a:lnTo>
                    <a:pt x="7485" y="13304"/>
                  </a:lnTo>
                  <a:cubicBezTo>
                    <a:pt x="10792" y="12905"/>
                    <a:pt x="13350" y="10092"/>
                    <a:pt x="13350" y="6680"/>
                  </a:cubicBezTo>
                  <a:cubicBezTo>
                    <a:pt x="13355" y="2989"/>
                    <a:pt x="10366" y="0"/>
                    <a:pt x="6679"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45"/>
            <p:cNvSpPr/>
            <p:nvPr/>
          </p:nvSpPr>
          <p:spPr>
            <a:xfrm>
              <a:off x="2876861" y="2011619"/>
              <a:ext cx="239016" cy="209294"/>
            </a:xfrm>
            <a:custGeom>
              <a:rect b="b" l="l" r="r" t="t"/>
              <a:pathLst>
                <a:path extrusionOk="0" h="7063" w="8066">
                  <a:moveTo>
                    <a:pt x="4039" y="459"/>
                  </a:moveTo>
                  <a:cubicBezTo>
                    <a:pt x="4560" y="459"/>
                    <a:pt x="5085" y="592"/>
                    <a:pt x="5570" y="870"/>
                  </a:cubicBezTo>
                  <a:cubicBezTo>
                    <a:pt x="7038" y="1717"/>
                    <a:pt x="7543" y="3599"/>
                    <a:pt x="6696" y="5067"/>
                  </a:cubicBezTo>
                  <a:cubicBezTo>
                    <a:pt x="6285" y="5779"/>
                    <a:pt x="5623" y="6287"/>
                    <a:pt x="4831" y="6498"/>
                  </a:cubicBezTo>
                  <a:cubicBezTo>
                    <a:pt x="4565" y="6569"/>
                    <a:pt x="4296" y="6604"/>
                    <a:pt x="4028" y="6604"/>
                  </a:cubicBezTo>
                  <a:cubicBezTo>
                    <a:pt x="3496" y="6604"/>
                    <a:pt x="2972" y="6465"/>
                    <a:pt x="2499" y="6192"/>
                  </a:cubicBezTo>
                  <a:cubicBezTo>
                    <a:pt x="1787" y="5782"/>
                    <a:pt x="1277" y="5120"/>
                    <a:pt x="1066" y="4327"/>
                  </a:cubicBezTo>
                  <a:cubicBezTo>
                    <a:pt x="854" y="3534"/>
                    <a:pt x="963" y="2705"/>
                    <a:pt x="1374" y="1995"/>
                  </a:cubicBezTo>
                  <a:cubicBezTo>
                    <a:pt x="1942" y="1011"/>
                    <a:pt x="2976" y="459"/>
                    <a:pt x="4039" y="459"/>
                  </a:cubicBezTo>
                  <a:close/>
                  <a:moveTo>
                    <a:pt x="4038" y="1"/>
                  </a:moveTo>
                  <a:cubicBezTo>
                    <a:pt x="2817" y="1"/>
                    <a:pt x="1628" y="634"/>
                    <a:pt x="974" y="1765"/>
                  </a:cubicBezTo>
                  <a:cubicBezTo>
                    <a:pt x="1" y="3452"/>
                    <a:pt x="581" y="5617"/>
                    <a:pt x="2267" y="6590"/>
                  </a:cubicBezTo>
                  <a:cubicBezTo>
                    <a:pt x="2822" y="6910"/>
                    <a:pt x="3428" y="7063"/>
                    <a:pt x="4027" y="7063"/>
                  </a:cubicBezTo>
                  <a:cubicBezTo>
                    <a:pt x="5250" y="7063"/>
                    <a:pt x="6439" y="6428"/>
                    <a:pt x="7091" y="5298"/>
                  </a:cubicBezTo>
                  <a:cubicBezTo>
                    <a:pt x="8065" y="3612"/>
                    <a:pt x="7485" y="1446"/>
                    <a:pt x="5799" y="473"/>
                  </a:cubicBezTo>
                  <a:cubicBezTo>
                    <a:pt x="5244" y="153"/>
                    <a:pt x="4637" y="1"/>
                    <a:pt x="4038"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45"/>
            <p:cNvSpPr/>
            <p:nvPr/>
          </p:nvSpPr>
          <p:spPr>
            <a:xfrm>
              <a:off x="2807699" y="2100427"/>
              <a:ext cx="88749" cy="140340"/>
            </a:xfrm>
            <a:custGeom>
              <a:rect b="b" l="l" r="r" t="t"/>
              <a:pathLst>
                <a:path extrusionOk="0" h="4736" w="2995">
                  <a:moveTo>
                    <a:pt x="2730" y="0"/>
                  </a:moveTo>
                  <a:cubicBezTo>
                    <a:pt x="2651" y="0"/>
                    <a:pt x="2575" y="41"/>
                    <a:pt x="2532" y="116"/>
                  </a:cubicBezTo>
                  <a:lnTo>
                    <a:pt x="64" y="4390"/>
                  </a:lnTo>
                  <a:cubicBezTo>
                    <a:pt x="0" y="4501"/>
                    <a:pt x="38" y="4641"/>
                    <a:pt x="148" y="4704"/>
                  </a:cubicBezTo>
                  <a:cubicBezTo>
                    <a:pt x="185" y="4726"/>
                    <a:pt x="224" y="4735"/>
                    <a:pt x="263" y="4735"/>
                  </a:cubicBezTo>
                  <a:cubicBezTo>
                    <a:pt x="342" y="4735"/>
                    <a:pt x="420" y="4695"/>
                    <a:pt x="462" y="4620"/>
                  </a:cubicBezTo>
                  <a:lnTo>
                    <a:pt x="2930" y="346"/>
                  </a:lnTo>
                  <a:cubicBezTo>
                    <a:pt x="2994" y="235"/>
                    <a:pt x="2957" y="96"/>
                    <a:pt x="2846" y="32"/>
                  </a:cubicBezTo>
                  <a:cubicBezTo>
                    <a:pt x="2810" y="11"/>
                    <a:pt x="2770" y="0"/>
                    <a:pt x="273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45"/>
            <p:cNvSpPr/>
            <p:nvPr/>
          </p:nvSpPr>
          <p:spPr>
            <a:xfrm>
              <a:off x="2864949" y="2051445"/>
              <a:ext cx="216732" cy="209413"/>
            </a:xfrm>
            <a:custGeom>
              <a:rect b="b" l="l" r="r" t="t"/>
              <a:pathLst>
                <a:path extrusionOk="0" h="7067" w="7314">
                  <a:moveTo>
                    <a:pt x="3664" y="463"/>
                  </a:moveTo>
                  <a:cubicBezTo>
                    <a:pt x="4185" y="463"/>
                    <a:pt x="4710" y="595"/>
                    <a:pt x="5195" y="872"/>
                  </a:cubicBezTo>
                  <a:cubicBezTo>
                    <a:pt x="5906" y="1282"/>
                    <a:pt x="6415" y="1944"/>
                    <a:pt x="6627" y="2737"/>
                  </a:cubicBezTo>
                  <a:cubicBezTo>
                    <a:pt x="6838" y="3530"/>
                    <a:pt x="6729" y="4358"/>
                    <a:pt x="6321" y="5069"/>
                  </a:cubicBezTo>
                  <a:cubicBezTo>
                    <a:pt x="5910" y="5781"/>
                    <a:pt x="5248" y="6289"/>
                    <a:pt x="4455" y="6502"/>
                  </a:cubicBezTo>
                  <a:cubicBezTo>
                    <a:pt x="4191" y="6572"/>
                    <a:pt x="3922" y="6607"/>
                    <a:pt x="3656" y="6607"/>
                  </a:cubicBezTo>
                  <a:cubicBezTo>
                    <a:pt x="3123" y="6607"/>
                    <a:pt x="2597" y="6468"/>
                    <a:pt x="2124" y="6194"/>
                  </a:cubicBezTo>
                  <a:cubicBezTo>
                    <a:pt x="656" y="5347"/>
                    <a:pt x="151" y="3465"/>
                    <a:pt x="998" y="1997"/>
                  </a:cubicBezTo>
                  <a:cubicBezTo>
                    <a:pt x="1567" y="1015"/>
                    <a:pt x="2601" y="463"/>
                    <a:pt x="3664" y="463"/>
                  </a:cubicBezTo>
                  <a:close/>
                  <a:moveTo>
                    <a:pt x="3664" y="0"/>
                  </a:moveTo>
                  <a:cubicBezTo>
                    <a:pt x="3357" y="0"/>
                    <a:pt x="3048" y="41"/>
                    <a:pt x="2744" y="123"/>
                  </a:cubicBezTo>
                  <a:cubicBezTo>
                    <a:pt x="1833" y="367"/>
                    <a:pt x="1071" y="951"/>
                    <a:pt x="599" y="1767"/>
                  </a:cubicBezTo>
                  <a:cubicBezTo>
                    <a:pt x="128" y="2585"/>
                    <a:pt x="0" y="3536"/>
                    <a:pt x="246" y="4447"/>
                  </a:cubicBezTo>
                  <a:cubicBezTo>
                    <a:pt x="490" y="5359"/>
                    <a:pt x="1076" y="6121"/>
                    <a:pt x="1892" y="6592"/>
                  </a:cubicBezTo>
                  <a:cubicBezTo>
                    <a:pt x="2436" y="6906"/>
                    <a:pt x="3039" y="7066"/>
                    <a:pt x="3652" y="7066"/>
                  </a:cubicBezTo>
                  <a:cubicBezTo>
                    <a:pt x="3959" y="7066"/>
                    <a:pt x="4269" y="7026"/>
                    <a:pt x="4570" y="6946"/>
                  </a:cubicBezTo>
                  <a:cubicBezTo>
                    <a:pt x="5483" y="6701"/>
                    <a:pt x="6244" y="6116"/>
                    <a:pt x="6715" y="5300"/>
                  </a:cubicBezTo>
                  <a:cubicBezTo>
                    <a:pt x="7188" y="4484"/>
                    <a:pt x="7314" y="3533"/>
                    <a:pt x="7070" y="2621"/>
                  </a:cubicBezTo>
                  <a:cubicBezTo>
                    <a:pt x="6824" y="1710"/>
                    <a:pt x="6240" y="948"/>
                    <a:pt x="5424" y="475"/>
                  </a:cubicBezTo>
                  <a:cubicBezTo>
                    <a:pt x="4880" y="162"/>
                    <a:pt x="4276" y="0"/>
                    <a:pt x="3664"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45"/>
            <p:cNvSpPr/>
            <p:nvPr/>
          </p:nvSpPr>
          <p:spPr>
            <a:xfrm>
              <a:off x="2977138" y="2198244"/>
              <a:ext cx="88749" cy="140369"/>
            </a:xfrm>
            <a:custGeom>
              <a:rect b="b" l="l" r="r" t="t"/>
              <a:pathLst>
                <a:path extrusionOk="0" h="4737" w="2995">
                  <a:moveTo>
                    <a:pt x="2730" y="0"/>
                  </a:moveTo>
                  <a:cubicBezTo>
                    <a:pt x="2652" y="0"/>
                    <a:pt x="2575" y="41"/>
                    <a:pt x="2532" y="115"/>
                  </a:cubicBezTo>
                  <a:lnTo>
                    <a:pt x="65" y="4389"/>
                  </a:lnTo>
                  <a:cubicBezTo>
                    <a:pt x="1" y="4501"/>
                    <a:pt x="37" y="4641"/>
                    <a:pt x="149" y="4705"/>
                  </a:cubicBezTo>
                  <a:cubicBezTo>
                    <a:pt x="184" y="4727"/>
                    <a:pt x="223" y="4736"/>
                    <a:pt x="262" y="4736"/>
                  </a:cubicBezTo>
                  <a:cubicBezTo>
                    <a:pt x="341" y="4736"/>
                    <a:pt x="419" y="4696"/>
                    <a:pt x="463" y="4621"/>
                  </a:cubicBezTo>
                  <a:lnTo>
                    <a:pt x="2931" y="346"/>
                  </a:lnTo>
                  <a:cubicBezTo>
                    <a:pt x="2995" y="236"/>
                    <a:pt x="2957" y="96"/>
                    <a:pt x="2847" y="32"/>
                  </a:cubicBezTo>
                  <a:cubicBezTo>
                    <a:pt x="2810" y="11"/>
                    <a:pt x="2770" y="0"/>
                    <a:pt x="273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45"/>
            <p:cNvSpPr/>
            <p:nvPr/>
          </p:nvSpPr>
          <p:spPr>
            <a:xfrm>
              <a:off x="2898700" y="2340954"/>
              <a:ext cx="95209" cy="84067"/>
            </a:xfrm>
            <a:custGeom>
              <a:rect b="b" l="l" r="r" t="t"/>
              <a:pathLst>
                <a:path extrusionOk="0" h="2837" w="3213">
                  <a:moveTo>
                    <a:pt x="1767" y="1"/>
                  </a:moveTo>
                  <a:cubicBezTo>
                    <a:pt x="1642" y="511"/>
                    <a:pt x="1359" y="1185"/>
                    <a:pt x="957" y="1885"/>
                  </a:cubicBezTo>
                  <a:cubicBezTo>
                    <a:pt x="946" y="1905"/>
                    <a:pt x="933" y="1925"/>
                    <a:pt x="923" y="1944"/>
                  </a:cubicBezTo>
                  <a:cubicBezTo>
                    <a:pt x="730" y="2273"/>
                    <a:pt x="444" y="2539"/>
                    <a:pt x="100" y="2704"/>
                  </a:cubicBezTo>
                  <a:cubicBezTo>
                    <a:pt x="64" y="2720"/>
                    <a:pt x="32" y="2740"/>
                    <a:pt x="1" y="2758"/>
                  </a:cubicBezTo>
                  <a:cubicBezTo>
                    <a:pt x="335" y="2810"/>
                    <a:pt x="677" y="2836"/>
                    <a:pt x="1025" y="2836"/>
                  </a:cubicBezTo>
                  <a:cubicBezTo>
                    <a:pt x="1299" y="2836"/>
                    <a:pt x="1569" y="2819"/>
                    <a:pt x="1835" y="2788"/>
                  </a:cubicBezTo>
                  <a:cubicBezTo>
                    <a:pt x="1868" y="2702"/>
                    <a:pt x="1906" y="2620"/>
                    <a:pt x="1953" y="2541"/>
                  </a:cubicBezTo>
                  <a:cubicBezTo>
                    <a:pt x="1966" y="2519"/>
                    <a:pt x="1976" y="2500"/>
                    <a:pt x="1989" y="2479"/>
                  </a:cubicBezTo>
                  <a:cubicBezTo>
                    <a:pt x="2393" y="1779"/>
                    <a:pt x="2836" y="1196"/>
                    <a:pt x="3212" y="836"/>
                  </a:cubicBezTo>
                  <a:cubicBezTo>
                    <a:pt x="3211" y="836"/>
                    <a:pt x="3211" y="832"/>
                    <a:pt x="3209" y="832"/>
                  </a:cubicBezTo>
                  <a:lnTo>
                    <a:pt x="1771" y="4"/>
                  </a:lnTo>
                  <a:cubicBezTo>
                    <a:pt x="1768" y="4"/>
                    <a:pt x="1768" y="1"/>
                    <a:pt x="1767"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45"/>
            <p:cNvSpPr/>
            <p:nvPr/>
          </p:nvSpPr>
          <p:spPr>
            <a:xfrm>
              <a:off x="2749471" y="2243167"/>
              <a:ext cx="74911" cy="113730"/>
            </a:xfrm>
            <a:custGeom>
              <a:rect b="b" l="l" r="r" t="t"/>
              <a:pathLst>
                <a:path extrusionOk="0" h="3838" w="2528">
                  <a:moveTo>
                    <a:pt x="1082" y="1"/>
                  </a:moveTo>
                  <a:cubicBezTo>
                    <a:pt x="958" y="509"/>
                    <a:pt x="675" y="1184"/>
                    <a:pt x="272" y="1883"/>
                  </a:cubicBezTo>
                  <a:cubicBezTo>
                    <a:pt x="262" y="1905"/>
                    <a:pt x="249" y="1924"/>
                    <a:pt x="238" y="1944"/>
                  </a:cubicBezTo>
                  <a:cubicBezTo>
                    <a:pt x="170" y="2060"/>
                    <a:pt x="91" y="2166"/>
                    <a:pt x="0" y="2266"/>
                  </a:cubicBezTo>
                  <a:cubicBezTo>
                    <a:pt x="266" y="2839"/>
                    <a:pt x="611" y="3368"/>
                    <a:pt x="1019" y="3837"/>
                  </a:cubicBezTo>
                  <a:cubicBezTo>
                    <a:pt x="1026" y="3770"/>
                    <a:pt x="1028" y="3700"/>
                    <a:pt x="1023" y="3632"/>
                  </a:cubicBezTo>
                  <a:cubicBezTo>
                    <a:pt x="995" y="3251"/>
                    <a:pt x="1081" y="2870"/>
                    <a:pt x="1269" y="2538"/>
                  </a:cubicBezTo>
                  <a:cubicBezTo>
                    <a:pt x="1281" y="2516"/>
                    <a:pt x="1292" y="2497"/>
                    <a:pt x="1305" y="2475"/>
                  </a:cubicBezTo>
                  <a:cubicBezTo>
                    <a:pt x="1709" y="1776"/>
                    <a:pt x="2152" y="1193"/>
                    <a:pt x="2528" y="832"/>
                  </a:cubicBezTo>
                  <a:cubicBezTo>
                    <a:pt x="2526" y="832"/>
                    <a:pt x="2526" y="829"/>
                    <a:pt x="2525" y="829"/>
                  </a:cubicBezTo>
                  <a:lnTo>
                    <a:pt x="1087" y="2"/>
                  </a:lnTo>
                  <a:cubicBezTo>
                    <a:pt x="1085" y="2"/>
                    <a:pt x="1085" y="1"/>
                    <a:pt x="1082"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45"/>
            <p:cNvSpPr/>
            <p:nvPr/>
          </p:nvSpPr>
          <p:spPr>
            <a:xfrm>
              <a:off x="2763339" y="2265599"/>
              <a:ext cx="48805" cy="32774"/>
            </a:xfrm>
            <a:custGeom>
              <a:rect b="b" l="l" r="r" t="t"/>
              <a:pathLst>
                <a:path extrusionOk="0" h="1106" w="1647">
                  <a:moveTo>
                    <a:pt x="264" y="1"/>
                  </a:moveTo>
                  <a:cubicBezTo>
                    <a:pt x="185" y="1"/>
                    <a:pt x="108" y="42"/>
                    <a:pt x="64" y="116"/>
                  </a:cubicBezTo>
                  <a:cubicBezTo>
                    <a:pt x="0" y="226"/>
                    <a:pt x="38" y="366"/>
                    <a:pt x="148" y="430"/>
                  </a:cubicBezTo>
                  <a:lnTo>
                    <a:pt x="1267" y="1075"/>
                  </a:lnTo>
                  <a:cubicBezTo>
                    <a:pt x="1303" y="1096"/>
                    <a:pt x="1343" y="1105"/>
                    <a:pt x="1382" y="1105"/>
                  </a:cubicBezTo>
                  <a:cubicBezTo>
                    <a:pt x="1462" y="1105"/>
                    <a:pt x="1540" y="1065"/>
                    <a:pt x="1583" y="993"/>
                  </a:cubicBezTo>
                  <a:cubicBezTo>
                    <a:pt x="1646" y="881"/>
                    <a:pt x="1609" y="741"/>
                    <a:pt x="1499" y="677"/>
                  </a:cubicBezTo>
                  <a:lnTo>
                    <a:pt x="380" y="32"/>
                  </a:lnTo>
                  <a:cubicBezTo>
                    <a:pt x="343" y="11"/>
                    <a:pt x="303" y="1"/>
                    <a:pt x="264"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45"/>
            <p:cNvSpPr/>
            <p:nvPr/>
          </p:nvSpPr>
          <p:spPr>
            <a:xfrm>
              <a:off x="2752642" y="2286964"/>
              <a:ext cx="46316" cy="31410"/>
            </a:xfrm>
            <a:custGeom>
              <a:rect b="b" l="l" r="r" t="t"/>
              <a:pathLst>
                <a:path extrusionOk="0" h="1060" w="1563">
                  <a:moveTo>
                    <a:pt x="262" y="1"/>
                  </a:moveTo>
                  <a:cubicBezTo>
                    <a:pt x="183" y="1"/>
                    <a:pt x="107" y="42"/>
                    <a:pt x="64" y="116"/>
                  </a:cubicBezTo>
                  <a:cubicBezTo>
                    <a:pt x="1" y="226"/>
                    <a:pt x="38" y="366"/>
                    <a:pt x="148" y="430"/>
                  </a:cubicBezTo>
                  <a:lnTo>
                    <a:pt x="1184" y="1029"/>
                  </a:lnTo>
                  <a:cubicBezTo>
                    <a:pt x="1220" y="1050"/>
                    <a:pt x="1260" y="1060"/>
                    <a:pt x="1299" y="1060"/>
                  </a:cubicBezTo>
                  <a:cubicBezTo>
                    <a:pt x="1378" y="1060"/>
                    <a:pt x="1456" y="1019"/>
                    <a:pt x="1499" y="945"/>
                  </a:cubicBezTo>
                  <a:cubicBezTo>
                    <a:pt x="1563" y="834"/>
                    <a:pt x="1526" y="694"/>
                    <a:pt x="1415" y="631"/>
                  </a:cubicBezTo>
                  <a:lnTo>
                    <a:pt x="378" y="32"/>
                  </a:lnTo>
                  <a:cubicBezTo>
                    <a:pt x="342" y="11"/>
                    <a:pt x="302" y="1"/>
                    <a:pt x="262"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45"/>
            <p:cNvSpPr/>
            <p:nvPr/>
          </p:nvSpPr>
          <p:spPr>
            <a:xfrm>
              <a:off x="2747871" y="2306788"/>
              <a:ext cx="41071" cy="33544"/>
            </a:xfrm>
            <a:custGeom>
              <a:rect b="b" l="l" r="r" t="t"/>
              <a:pathLst>
                <a:path extrusionOk="0" h="1132" w="1386">
                  <a:moveTo>
                    <a:pt x="0" y="0"/>
                  </a:moveTo>
                  <a:cubicBezTo>
                    <a:pt x="114" y="255"/>
                    <a:pt x="239" y="501"/>
                    <a:pt x="381" y="739"/>
                  </a:cubicBezTo>
                  <a:lnTo>
                    <a:pt x="1009" y="1099"/>
                  </a:lnTo>
                  <a:cubicBezTo>
                    <a:pt x="1045" y="1121"/>
                    <a:pt x="1085" y="1131"/>
                    <a:pt x="1124" y="1131"/>
                  </a:cubicBezTo>
                  <a:cubicBezTo>
                    <a:pt x="1203" y="1131"/>
                    <a:pt x="1280" y="1089"/>
                    <a:pt x="1323" y="1016"/>
                  </a:cubicBezTo>
                  <a:cubicBezTo>
                    <a:pt x="1385" y="905"/>
                    <a:pt x="1349" y="765"/>
                    <a:pt x="1237" y="702"/>
                  </a:cubicBezTo>
                  <a:lnTo>
                    <a:pt x="67" y="25"/>
                  </a:lnTo>
                  <a:cubicBezTo>
                    <a:pt x="45" y="14"/>
                    <a:pt x="23" y="4"/>
                    <a:pt x="0"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45"/>
            <p:cNvSpPr/>
            <p:nvPr/>
          </p:nvSpPr>
          <p:spPr>
            <a:xfrm>
              <a:off x="2932807" y="2363445"/>
              <a:ext cx="48805" cy="32774"/>
            </a:xfrm>
            <a:custGeom>
              <a:rect b="b" l="l" r="r" t="t"/>
              <a:pathLst>
                <a:path extrusionOk="0" h="1106" w="1647">
                  <a:moveTo>
                    <a:pt x="262" y="0"/>
                  </a:moveTo>
                  <a:cubicBezTo>
                    <a:pt x="183" y="0"/>
                    <a:pt x="106" y="41"/>
                    <a:pt x="64" y="115"/>
                  </a:cubicBezTo>
                  <a:cubicBezTo>
                    <a:pt x="0" y="226"/>
                    <a:pt x="37" y="366"/>
                    <a:pt x="148" y="429"/>
                  </a:cubicBezTo>
                  <a:lnTo>
                    <a:pt x="1267" y="1075"/>
                  </a:lnTo>
                  <a:cubicBezTo>
                    <a:pt x="1303" y="1095"/>
                    <a:pt x="1342" y="1105"/>
                    <a:pt x="1381" y="1105"/>
                  </a:cubicBezTo>
                  <a:cubicBezTo>
                    <a:pt x="1460" y="1105"/>
                    <a:pt x="1539" y="1064"/>
                    <a:pt x="1582" y="991"/>
                  </a:cubicBezTo>
                  <a:cubicBezTo>
                    <a:pt x="1646" y="880"/>
                    <a:pt x="1609" y="740"/>
                    <a:pt x="1498" y="677"/>
                  </a:cubicBezTo>
                  <a:lnTo>
                    <a:pt x="379" y="32"/>
                  </a:lnTo>
                  <a:cubicBezTo>
                    <a:pt x="342" y="10"/>
                    <a:pt x="302" y="0"/>
                    <a:pt x="262"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45"/>
            <p:cNvSpPr/>
            <p:nvPr/>
          </p:nvSpPr>
          <p:spPr>
            <a:xfrm>
              <a:off x="2922110" y="2384840"/>
              <a:ext cx="46316" cy="31381"/>
            </a:xfrm>
            <a:custGeom>
              <a:rect b="b" l="l" r="r" t="t"/>
              <a:pathLst>
                <a:path extrusionOk="0" h="1059" w="1563">
                  <a:moveTo>
                    <a:pt x="262" y="1"/>
                  </a:moveTo>
                  <a:cubicBezTo>
                    <a:pt x="183" y="1"/>
                    <a:pt x="107" y="42"/>
                    <a:pt x="64" y="116"/>
                  </a:cubicBezTo>
                  <a:cubicBezTo>
                    <a:pt x="0" y="227"/>
                    <a:pt x="36" y="367"/>
                    <a:pt x="148" y="430"/>
                  </a:cubicBezTo>
                  <a:lnTo>
                    <a:pt x="1183" y="1029"/>
                  </a:lnTo>
                  <a:cubicBezTo>
                    <a:pt x="1219" y="1049"/>
                    <a:pt x="1258" y="1059"/>
                    <a:pt x="1297" y="1059"/>
                  </a:cubicBezTo>
                  <a:cubicBezTo>
                    <a:pt x="1376" y="1059"/>
                    <a:pt x="1453" y="1018"/>
                    <a:pt x="1497" y="945"/>
                  </a:cubicBezTo>
                  <a:cubicBezTo>
                    <a:pt x="1563" y="834"/>
                    <a:pt x="1525" y="694"/>
                    <a:pt x="1415" y="631"/>
                  </a:cubicBezTo>
                  <a:lnTo>
                    <a:pt x="378" y="32"/>
                  </a:lnTo>
                  <a:cubicBezTo>
                    <a:pt x="341" y="11"/>
                    <a:pt x="301" y="1"/>
                    <a:pt x="262"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45"/>
            <p:cNvSpPr/>
            <p:nvPr/>
          </p:nvSpPr>
          <p:spPr>
            <a:xfrm>
              <a:off x="2908064" y="2404457"/>
              <a:ext cx="43145" cy="20595"/>
            </a:xfrm>
            <a:custGeom>
              <a:rect b="b" l="l" r="r" t="t"/>
              <a:pathLst>
                <a:path extrusionOk="0" h="695" w="1456">
                  <a:moveTo>
                    <a:pt x="264" y="0"/>
                  </a:moveTo>
                  <a:cubicBezTo>
                    <a:pt x="184" y="0"/>
                    <a:pt x="107" y="42"/>
                    <a:pt x="64" y="115"/>
                  </a:cubicBezTo>
                  <a:cubicBezTo>
                    <a:pt x="0" y="225"/>
                    <a:pt x="39" y="365"/>
                    <a:pt x="148" y="429"/>
                  </a:cubicBezTo>
                  <a:lnTo>
                    <a:pt x="607" y="693"/>
                  </a:lnTo>
                  <a:cubicBezTo>
                    <a:pt x="639" y="693"/>
                    <a:pt x="672" y="695"/>
                    <a:pt x="708" y="695"/>
                  </a:cubicBezTo>
                  <a:cubicBezTo>
                    <a:pt x="959" y="695"/>
                    <a:pt x="1210" y="679"/>
                    <a:pt x="1455" y="653"/>
                  </a:cubicBezTo>
                  <a:lnTo>
                    <a:pt x="378" y="31"/>
                  </a:lnTo>
                  <a:cubicBezTo>
                    <a:pt x="342" y="10"/>
                    <a:pt x="303" y="0"/>
                    <a:pt x="264"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45"/>
            <p:cNvSpPr/>
            <p:nvPr/>
          </p:nvSpPr>
          <p:spPr>
            <a:xfrm>
              <a:off x="2941490" y="2317663"/>
              <a:ext cx="73370" cy="51561"/>
            </a:xfrm>
            <a:custGeom>
              <a:rect b="b" l="l" r="r" t="t"/>
              <a:pathLst>
                <a:path extrusionOk="0" h="1740" w="2476">
                  <a:moveTo>
                    <a:pt x="520" y="0"/>
                  </a:moveTo>
                  <a:cubicBezTo>
                    <a:pt x="362" y="0"/>
                    <a:pt x="210" y="81"/>
                    <a:pt x="125" y="227"/>
                  </a:cubicBezTo>
                  <a:cubicBezTo>
                    <a:pt x="1" y="443"/>
                    <a:pt x="74" y="722"/>
                    <a:pt x="291" y="847"/>
                  </a:cubicBezTo>
                  <a:lnTo>
                    <a:pt x="1729" y="1678"/>
                  </a:lnTo>
                  <a:cubicBezTo>
                    <a:pt x="1801" y="1719"/>
                    <a:pt x="1880" y="1739"/>
                    <a:pt x="1957" y="1739"/>
                  </a:cubicBezTo>
                  <a:cubicBezTo>
                    <a:pt x="2114" y="1739"/>
                    <a:pt x="2267" y="1657"/>
                    <a:pt x="2351" y="1510"/>
                  </a:cubicBezTo>
                  <a:cubicBezTo>
                    <a:pt x="2475" y="1295"/>
                    <a:pt x="2402" y="1017"/>
                    <a:pt x="2185" y="891"/>
                  </a:cubicBezTo>
                  <a:lnTo>
                    <a:pt x="747" y="61"/>
                  </a:lnTo>
                  <a:cubicBezTo>
                    <a:pt x="675" y="20"/>
                    <a:pt x="597" y="0"/>
                    <a:pt x="520"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45"/>
            <p:cNvSpPr/>
            <p:nvPr/>
          </p:nvSpPr>
          <p:spPr>
            <a:xfrm>
              <a:off x="2772051" y="2219787"/>
              <a:ext cx="73311" cy="51590"/>
            </a:xfrm>
            <a:custGeom>
              <a:rect b="b" l="l" r="r" t="t"/>
              <a:pathLst>
                <a:path extrusionOk="0" h="1741" w="2474">
                  <a:moveTo>
                    <a:pt x="519" y="0"/>
                  </a:moveTo>
                  <a:cubicBezTo>
                    <a:pt x="362" y="0"/>
                    <a:pt x="209" y="81"/>
                    <a:pt x="124" y="227"/>
                  </a:cubicBezTo>
                  <a:cubicBezTo>
                    <a:pt x="0" y="445"/>
                    <a:pt x="75" y="723"/>
                    <a:pt x="292" y="849"/>
                  </a:cubicBezTo>
                  <a:lnTo>
                    <a:pt x="1730" y="1679"/>
                  </a:lnTo>
                  <a:cubicBezTo>
                    <a:pt x="1802" y="1720"/>
                    <a:pt x="1880" y="1740"/>
                    <a:pt x="1957" y="1740"/>
                  </a:cubicBezTo>
                  <a:cubicBezTo>
                    <a:pt x="2114" y="1740"/>
                    <a:pt x="2265" y="1659"/>
                    <a:pt x="2349" y="1513"/>
                  </a:cubicBezTo>
                  <a:cubicBezTo>
                    <a:pt x="2473" y="1295"/>
                    <a:pt x="2400" y="1017"/>
                    <a:pt x="2183" y="891"/>
                  </a:cubicBezTo>
                  <a:lnTo>
                    <a:pt x="745" y="61"/>
                  </a:lnTo>
                  <a:cubicBezTo>
                    <a:pt x="673" y="20"/>
                    <a:pt x="596" y="0"/>
                    <a:pt x="519"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8" name="Google Shape;11148;p45"/>
          <p:cNvGrpSpPr/>
          <p:nvPr/>
        </p:nvGrpSpPr>
        <p:grpSpPr>
          <a:xfrm>
            <a:off x="6692253" y="1330841"/>
            <a:ext cx="412158" cy="413373"/>
            <a:chOff x="6692253" y="1330841"/>
            <a:chExt cx="412158" cy="413373"/>
          </a:xfrm>
        </p:grpSpPr>
        <p:sp>
          <p:nvSpPr>
            <p:cNvPr id="11149" name="Google Shape;11149;p45"/>
            <p:cNvSpPr/>
            <p:nvPr/>
          </p:nvSpPr>
          <p:spPr>
            <a:xfrm>
              <a:off x="6700521" y="1348591"/>
              <a:ext cx="395683" cy="279612"/>
            </a:xfrm>
            <a:custGeom>
              <a:rect b="b" l="l" r="r" t="t"/>
              <a:pathLst>
                <a:path extrusionOk="0" h="9436" w="13353">
                  <a:moveTo>
                    <a:pt x="6676" y="0"/>
                  </a:moveTo>
                  <a:cubicBezTo>
                    <a:pt x="2988" y="0"/>
                    <a:pt x="0" y="2989"/>
                    <a:pt x="0" y="6676"/>
                  </a:cubicBezTo>
                  <a:cubicBezTo>
                    <a:pt x="0" y="7660"/>
                    <a:pt x="213" y="8594"/>
                    <a:pt x="594" y="9435"/>
                  </a:cubicBezTo>
                  <a:lnTo>
                    <a:pt x="12757" y="9435"/>
                  </a:lnTo>
                  <a:cubicBezTo>
                    <a:pt x="13140" y="8594"/>
                    <a:pt x="13353" y="7660"/>
                    <a:pt x="13353" y="6676"/>
                  </a:cubicBezTo>
                  <a:cubicBezTo>
                    <a:pt x="13353" y="2991"/>
                    <a:pt x="10364" y="0"/>
                    <a:pt x="6676"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45"/>
            <p:cNvSpPr/>
            <p:nvPr/>
          </p:nvSpPr>
          <p:spPr>
            <a:xfrm>
              <a:off x="6874671" y="1330841"/>
              <a:ext cx="47323" cy="21395"/>
            </a:xfrm>
            <a:custGeom>
              <a:rect b="b" l="l" r="r" t="t"/>
              <a:pathLst>
                <a:path extrusionOk="0" h="722" w="1597">
                  <a:moveTo>
                    <a:pt x="799" y="1"/>
                  </a:moveTo>
                  <a:cubicBezTo>
                    <a:pt x="383" y="1"/>
                    <a:pt x="41" y="318"/>
                    <a:pt x="0" y="722"/>
                  </a:cubicBezTo>
                  <a:cubicBezTo>
                    <a:pt x="268" y="707"/>
                    <a:pt x="534" y="700"/>
                    <a:pt x="800" y="700"/>
                  </a:cubicBezTo>
                  <a:cubicBezTo>
                    <a:pt x="1066" y="700"/>
                    <a:pt x="1331" y="707"/>
                    <a:pt x="1597" y="722"/>
                  </a:cubicBezTo>
                  <a:cubicBezTo>
                    <a:pt x="1556" y="318"/>
                    <a:pt x="1214" y="1"/>
                    <a:pt x="7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45"/>
            <p:cNvSpPr/>
            <p:nvPr/>
          </p:nvSpPr>
          <p:spPr>
            <a:xfrm>
              <a:off x="6692253" y="1347762"/>
              <a:ext cx="412158" cy="396453"/>
            </a:xfrm>
            <a:custGeom>
              <a:rect b="b" l="l" r="r" t="t"/>
              <a:pathLst>
                <a:path extrusionOk="0" h="13379" w="13909">
                  <a:moveTo>
                    <a:pt x="6956" y="1"/>
                  </a:moveTo>
                  <a:cubicBezTo>
                    <a:pt x="4967" y="1"/>
                    <a:pt x="2978" y="398"/>
                    <a:pt x="885" y="1192"/>
                  </a:cubicBezTo>
                  <a:cubicBezTo>
                    <a:pt x="338" y="1401"/>
                    <a:pt x="1" y="1948"/>
                    <a:pt x="69" y="2529"/>
                  </a:cubicBezTo>
                  <a:lnTo>
                    <a:pt x="864" y="9437"/>
                  </a:lnTo>
                  <a:cubicBezTo>
                    <a:pt x="1907" y="11761"/>
                    <a:pt x="4243" y="13379"/>
                    <a:pt x="6955" y="13379"/>
                  </a:cubicBezTo>
                  <a:cubicBezTo>
                    <a:pt x="9668" y="13379"/>
                    <a:pt x="12003" y="11761"/>
                    <a:pt x="13046" y="9437"/>
                  </a:cubicBezTo>
                  <a:lnTo>
                    <a:pt x="13842" y="2529"/>
                  </a:lnTo>
                  <a:cubicBezTo>
                    <a:pt x="13908" y="1951"/>
                    <a:pt x="13573" y="1401"/>
                    <a:pt x="13027" y="1192"/>
                  </a:cubicBezTo>
                  <a:cubicBezTo>
                    <a:pt x="10934" y="398"/>
                    <a:pt x="8945" y="1"/>
                    <a:pt x="695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45"/>
            <p:cNvSpPr/>
            <p:nvPr/>
          </p:nvSpPr>
          <p:spPr>
            <a:xfrm>
              <a:off x="6776113" y="1381602"/>
              <a:ext cx="244557" cy="146355"/>
            </a:xfrm>
            <a:custGeom>
              <a:rect b="b" l="l" r="r" t="t"/>
              <a:pathLst>
                <a:path extrusionOk="0" h="4939" w="8253">
                  <a:moveTo>
                    <a:pt x="4126" y="1"/>
                  </a:moveTo>
                  <a:cubicBezTo>
                    <a:pt x="3105" y="1"/>
                    <a:pt x="2084" y="125"/>
                    <a:pt x="1049" y="374"/>
                  </a:cubicBezTo>
                  <a:cubicBezTo>
                    <a:pt x="420" y="524"/>
                    <a:pt x="0" y="1123"/>
                    <a:pt x="73" y="1766"/>
                  </a:cubicBezTo>
                  <a:lnTo>
                    <a:pt x="289" y="3647"/>
                  </a:lnTo>
                  <a:cubicBezTo>
                    <a:pt x="375" y="4384"/>
                    <a:pt x="996" y="4939"/>
                    <a:pt x="1739" y="4939"/>
                  </a:cubicBezTo>
                  <a:lnTo>
                    <a:pt x="6511" y="4939"/>
                  </a:lnTo>
                  <a:cubicBezTo>
                    <a:pt x="7253" y="4939"/>
                    <a:pt x="7875" y="4384"/>
                    <a:pt x="7960" y="3647"/>
                  </a:cubicBezTo>
                  <a:lnTo>
                    <a:pt x="8176" y="1766"/>
                  </a:lnTo>
                  <a:cubicBezTo>
                    <a:pt x="8252" y="1123"/>
                    <a:pt x="7833" y="524"/>
                    <a:pt x="7203" y="374"/>
                  </a:cubicBezTo>
                  <a:cubicBezTo>
                    <a:pt x="6168" y="125"/>
                    <a:pt x="5147" y="1"/>
                    <a:pt x="412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45"/>
            <p:cNvSpPr/>
            <p:nvPr/>
          </p:nvSpPr>
          <p:spPr>
            <a:xfrm>
              <a:off x="6800086" y="1404360"/>
              <a:ext cx="196523" cy="100750"/>
            </a:xfrm>
            <a:custGeom>
              <a:rect b="b" l="l" r="r" t="t"/>
              <a:pathLst>
                <a:path extrusionOk="0" h="3400" w="6632">
                  <a:moveTo>
                    <a:pt x="3316" y="0"/>
                  </a:moveTo>
                  <a:cubicBezTo>
                    <a:pt x="2357" y="0"/>
                    <a:pt x="1398" y="118"/>
                    <a:pt x="421" y="353"/>
                  </a:cubicBezTo>
                  <a:cubicBezTo>
                    <a:pt x="169" y="414"/>
                    <a:pt x="1" y="652"/>
                    <a:pt x="30" y="908"/>
                  </a:cubicBezTo>
                  <a:lnTo>
                    <a:pt x="246" y="2789"/>
                  </a:lnTo>
                  <a:cubicBezTo>
                    <a:pt x="287" y="3137"/>
                    <a:pt x="581" y="3400"/>
                    <a:pt x="930" y="3400"/>
                  </a:cubicBezTo>
                  <a:lnTo>
                    <a:pt x="5702" y="3400"/>
                  </a:lnTo>
                  <a:cubicBezTo>
                    <a:pt x="6052" y="3400"/>
                    <a:pt x="6344" y="3137"/>
                    <a:pt x="6386" y="2789"/>
                  </a:cubicBezTo>
                  <a:lnTo>
                    <a:pt x="6601" y="908"/>
                  </a:lnTo>
                  <a:cubicBezTo>
                    <a:pt x="6632" y="652"/>
                    <a:pt x="6466" y="414"/>
                    <a:pt x="6212" y="353"/>
                  </a:cubicBezTo>
                  <a:cubicBezTo>
                    <a:pt x="5234" y="118"/>
                    <a:pt x="4275" y="0"/>
                    <a:pt x="3316"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45"/>
            <p:cNvSpPr/>
            <p:nvPr/>
          </p:nvSpPr>
          <p:spPr>
            <a:xfrm>
              <a:off x="6845423" y="1452157"/>
              <a:ext cx="105936" cy="52953"/>
            </a:xfrm>
            <a:custGeom>
              <a:rect b="b" l="l" r="r" t="t"/>
              <a:pathLst>
                <a:path extrusionOk="0" h="1787" w="3575">
                  <a:moveTo>
                    <a:pt x="1786" y="1"/>
                  </a:moveTo>
                  <a:cubicBezTo>
                    <a:pt x="799" y="1"/>
                    <a:pt x="0" y="801"/>
                    <a:pt x="0" y="1787"/>
                  </a:cubicBezTo>
                  <a:lnTo>
                    <a:pt x="3574" y="1787"/>
                  </a:lnTo>
                  <a:cubicBezTo>
                    <a:pt x="3574" y="801"/>
                    <a:pt x="2773" y="1"/>
                    <a:pt x="178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45"/>
            <p:cNvSpPr/>
            <p:nvPr/>
          </p:nvSpPr>
          <p:spPr>
            <a:xfrm>
              <a:off x="6891976" y="1432096"/>
              <a:ext cx="12742" cy="59887"/>
            </a:xfrm>
            <a:custGeom>
              <a:rect b="b" l="l" r="r" t="t"/>
              <a:pathLst>
                <a:path extrusionOk="0" h="2021" w="430">
                  <a:moveTo>
                    <a:pt x="215" y="0"/>
                  </a:moveTo>
                  <a:cubicBezTo>
                    <a:pt x="96" y="0"/>
                    <a:pt x="1" y="95"/>
                    <a:pt x="1" y="213"/>
                  </a:cubicBezTo>
                  <a:lnTo>
                    <a:pt x="1" y="1806"/>
                  </a:lnTo>
                  <a:cubicBezTo>
                    <a:pt x="1" y="1926"/>
                    <a:pt x="96" y="2021"/>
                    <a:pt x="215" y="2021"/>
                  </a:cubicBezTo>
                  <a:cubicBezTo>
                    <a:pt x="334" y="2021"/>
                    <a:pt x="430" y="1926"/>
                    <a:pt x="428" y="1806"/>
                  </a:cubicBezTo>
                  <a:lnTo>
                    <a:pt x="428" y="213"/>
                  </a:lnTo>
                  <a:cubicBezTo>
                    <a:pt x="428" y="95"/>
                    <a:pt x="334" y="0"/>
                    <a:pt x="215"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45"/>
            <p:cNvSpPr/>
            <p:nvPr/>
          </p:nvSpPr>
          <p:spPr>
            <a:xfrm>
              <a:off x="6833304" y="1405426"/>
              <a:ext cx="16150" cy="24121"/>
            </a:xfrm>
            <a:custGeom>
              <a:rect b="b" l="l" r="r" t="t"/>
              <a:pathLst>
                <a:path extrusionOk="0" h="814" w="545">
                  <a:moveTo>
                    <a:pt x="235" y="1"/>
                  </a:moveTo>
                  <a:cubicBezTo>
                    <a:pt x="221" y="1"/>
                    <a:pt x="206" y="2"/>
                    <a:pt x="192" y="5"/>
                  </a:cubicBezTo>
                  <a:cubicBezTo>
                    <a:pt x="75" y="28"/>
                    <a:pt x="1" y="140"/>
                    <a:pt x="24" y="257"/>
                  </a:cubicBezTo>
                  <a:lnTo>
                    <a:pt x="102" y="642"/>
                  </a:lnTo>
                  <a:cubicBezTo>
                    <a:pt x="123" y="743"/>
                    <a:pt x="214" y="813"/>
                    <a:pt x="311" y="813"/>
                  </a:cubicBezTo>
                  <a:cubicBezTo>
                    <a:pt x="327" y="813"/>
                    <a:pt x="341" y="810"/>
                    <a:pt x="355" y="809"/>
                  </a:cubicBezTo>
                  <a:cubicBezTo>
                    <a:pt x="472" y="785"/>
                    <a:pt x="545" y="673"/>
                    <a:pt x="521" y="557"/>
                  </a:cubicBezTo>
                  <a:lnTo>
                    <a:pt x="444" y="171"/>
                  </a:lnTo>
                  <a:cubicBezTo>
                    <a:pt x="423" y="69"/>
                    <a:pt x="335" y="1"/>
                    <a:pt x="23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45"/>
            <p:cNvSpPr/>
            <p:nvPr/>
          </p:nvSpPr>
          <p:spPr>
            <a:xfrm>
              <a:off x="6891976" y="1400596"/>
              <a:ext cx="12742" cy="24714"/>
            </a:xfrm>
            <a:custGeom>
              <a:rect b="b" l="l" r="r" t="t"/>
              <a:pathLst>
                <a:path extrusionOk="0" h="834" w="430">
                  <a:moveTo>
                    <a:pt x="215" y="0"/>
                  </a:moveTo>
                  <a:cubicBezTo>
                    <a:pt x="96" y="0"/>
                    <a:pt x="1" y="95"/>
                    <a:pt x="1" y="215"/>
                  </a:cubicBezTo>
                  <a:lnTo>
                    <a:pt x="1" y="620"/>
                  </a:lnTo>
                  <a:cubicBezTo>
                    <a:pt x="1" y="738"/>
                    <a:pt x="96" y="833"/>
                    <a:pt x="215" y="833"/>
                  </a:cubicBezTo>
                  <a:cubicBezTo>
                    <a:pt x="334" y="833"/>
                    <a:pt x="430" y="737"/>
                    <a:pt x="428" y="620"/>
                  </a:cubicBezTo>
                  <a:lnTo>
                    <a:pt x="428" y="215"/>
                  </a:lnTo>
                  <a:cubicBezTo>
                    <a:pt x="428" y="95"/>
                    <a:pt x="334" y="0"/>
                    <a:pt x="21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45"/>
            <p:cNvSpPr/>
            <p:nvPr/>
          </p:nvSpPr>
          <p:spPr>
            <a:xfrm>
              <a:off x="6947211" y="1405426"/>
              <a:ext cx="16150" cy="24121"/>
            </a:xfrm>
            <a:custGeom>
              <a:rect b="b" l="l" r="r" t="t"/>
              <a:pathLst>
                <a:path extrusionOk="0" h="814" w="545">
                  <a:moveTo>
                    <a:pt x="310" y="1"/>
                  </a:moveTo>
                  <a:cubicBezTo>
                    <a:pt x="210" y="1"/>
                    <a:pt x="122" y="69"/>
                    <a:pt x="102" y="171"/>
                  </a:cubicBezTo>
                  <a:lnTo>
                    <a:pt x="24" y="557"/>
                  </a:lnTo>
                  <a:cubicBezTo>
                    <a:pt x="1" y="673"/>
                    <a:pt x="74" y="785"/>
                    <a:pt x="190" y="809"/>
                  </a:cubicBezTo>
                  <a:cubicBezTo>
                    <a:pt x="204" y="810"/>
                    <a:pt x="220" y="813"/>
                    <a:pt x="234" y="813"/>
                  </a:cubicBezTo>
                  <a:cubicBezTo>
                    <a:pt x="335" y="813"/>
                    <a:pt x="423" y="743"/>
                    <a:pt x="444" y="642"/>
                  </a:cubicBezTo>
                  <a:lnTo>
                    <a:pt x="521" y="257"/>
                  </a:lnTo>
                  <a:cubicBezTo>
                    <a:pt x="545" y="140"/>
                    <a:pt x="470" y="28"/>
                    <a:pt x="354" y="5"/>
                  </a:cubicBezTo>
                  <a:cubicBezTo>
                    <a:pt x="339" y="2"/>
                    <a:pt x="324" y="1"/>
                    <a:pt x="31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45"/>
            <p:cNvSpPr/>
            <p:nvPr/>
          </p:nvSpPr>
          <p:spPr>
            <a:xfrm>
              <a:off x="6861810" y="1401930"/>
              <a:ext cx="14312" cy="20239"/>
            </a:xfrm>
            <a:custGeom>
              <a:rect b="b" l="l" r="r" t="t"/>
              <a:pathLst>
                <a:path extrusionOk="0" h="683" w="483">
                  <a:moveTo>
                    <a:pt x="228" y="0"/>
                  </a:moveTo>
                  <a:cubicBezTo>
                    <a:pt x="220" y="0"/>
                    <a:pt x="211" y="1"/>
                    <a:pt x="203" y="2"/>
                  </a:cubicBezTo>
                  <a:cubicBezTo>
                    <a:pt x="86" y="16"/>
                    <a:pt x="1" y="123"/>
                    <a:pt x="15" y="239"/>
                  </a:cubicBezTo>
                  <a:lnTo>
                    <a:pt x="44" y="491"/>
                  </a:lnTo>
                  <a:cubicBezTo>
                    <a:pt x="55" y="600"/>
                    <a:pt x="148" y="682"/>
                    <a:pt x="256" y="682"/>
                  </a:cubicBezTo>
                  <a:cubicBezTo>
                    <a:pt x="263" y="682"/>
                    <a:pt x="271" y="679"/>
                    <a:pt x="281" y="679"/>
                  </a:cubicBezTo>
                  <a:cubicBezTo>
                    <a:pt x="397" y="667"/>
                    <a:pt x="483" y="560"/>
                    <a:pt x="469" y="443"/>
                  </a:cubicBezTo>
                  <a:lnTo>
                    <a:pt x="441" y="190"/>
                  </a:lnTo>
                  <a:cubicBezTo>
                    <a:pt x="428" y="82"/>
                    <a:pt x="334" y="0"/>
                    <a:pt x="228"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45"/>
            <p:cNvSpPr/>
            <p:nvPr/>
          </p:nvSpPr>
          <p:spPr>
            <a:xfrm>
              <a:off x="6920690" y="1401930"/>
              <a:ext cx="14312" cy="20239"/>
            </a:xfrm>
            <a:custGeom>
              <a:rect b="b" l="l" r="r" t="t"/>
              <a:pathLst>
                <a:path extrusionOk="0" h="683" w="483">
                  <a:moveTo>
                    <a:pt x="255" y="0"/>
                  </a:moveTo>
                  <a:cubicBezTo>
                    <a:pt x="149" y="0"/>
                    <a:pt x="55" y="82"/>
                    <a:pt x="42" y="190"/>
                  </a:cubicBezTo>
                  <a:lnTo>
                    <a:pt x="13" y="443"/>
                  </a:lnTo>
                  <a:cubicBezTo>
                    <a:pt x="0" y="561"/>
                    <a:pt x="86" y="667"/>
                    <a:pt x="202" y="679"/>
                  </a:cubicBezTo>
                  <a:cubicBezTo>
                    <a:pt x="210" y="682"/>
                    <a:pt x="218" y="682"/>
                    <a:pt x="226" y="682"/>
                  </a:cubicBezTo>
                  <a:cubicBezTo>
                    <a:pt x="335" y="682"/>
                    <a:pt x="425" y="600"/>
                    <a:pt x="439" y="491"/>
                  </a:cubicBezTo>
                  <a:lnTo>
                    <a:pt x="468" y="239"/>
                  </a:lnTo>
                  <a:cubicBezTo>
                    <a:pt x="482" y="120"/>
                    <a:pt x="397" y="16"/>
                    <a:pt x="280" y="2"/>
                  </a:cubicBezTo>
                  <a:cubicBezTo>
                    <a:pt x="272" y="1"/>
                    <a:pt x="263" y="0"/>
                    <a:pt x="25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45"/>
            <p:cNvSpPr/>
            <p:nvPr/>
          </p:nvSpPr>
          <p:spPr>
            <a:xfrm>
              <a:off x="6877723" y="1549085"/>
              <a:ext cx="46553" cy="12683"/>
            </a:xfrm>
            <a:custGeom>
              <a:rect b="b" l="l" r="r" t="t"/>
              <a:pathLst>
                <a:path extrusionOk="0" h="428" w="1571">
                  <a:moveTo>
                    <a:pt x="215" y="0"/>
                  </a:moveTo>
                  <a:cubicBezTo>
                    <a:pt x="95" y="0"/>
                    <a:pt x="0" y="95"/>
                    <a:pt x="0" y="213"/>
                  </a:cubicBezTo>
                  <a:cubicBezTo>
                    <a:pt x="0" y="333"/>
                    <a:pt x="95" y="428"/>
                    <a:pt x="215" y="428"/>
                  </a:cubicBezTo>
                  <a:lnTo>
                    <a:pt x="1357" y="428"/>
                  </a:lnTo>
                  <a:cubicBezTo>
                    <a:pt x="1475" y="428"/>
                    <a:pt x="1570" y="330"/>
                    <a:pt x="1570" y="213"/>
                  </a:cubicBezTo>
                  <a:cubicBezTo>
                    <a:pt x="1570" y="95"/>
                    <a:pt x="1475" y="0"/>
                    <a:pt x="135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45"/>
            <p:cNvSpPr/>
            <p:nvPr/>
          </p:nvSpPr>
          <p:spPr>
            <a:xfrm>
              <a:off x="6931565" y="1577917"/>
              <a:ext cx="115804" cy="12683"/>
            </a:xfrm>
            <a:custGeom>
              <a:rect b="b" l="l" r="r" t="t"/>
              <a:pathLst>
                <a:path extrusionOk="0" h="428" w="3908">
                  <a:moveTo>
                    <a:pt x="213" y="0"/>
                  </a:moveTo>
                  <a:cubicBezTo>
                    <a:pt x="95" y="0"/>
                    <a:pt x="0" y="95"/>
                    <a:pt x="0" y="215"/>
                  </a:cubicBezTo>
                  <a:cubicBezTo>
                    <a:pt x="0" y="333"/>
                    <a:pt x="95" y="428"/>
                    <a:pt x="213" y="428"/>
                  </a:cubicBezTo>
                  <a:lnTo>
                    <a:pt x="3693" y="428"/>
                  </a:lnTo>
                  <a:cubicBezTo>
                    <a:pt x="3812" y="428"/>
                    <a:pt x="3908" y="333"/>
                    <a:pt x="3908" y="215"/>
                  </a:cubicBezTo>
                  <a:cubicBezTo>
                    <a:pt x="3908" y="95"/>
                    <a:pt x="3812" y="0"/>
                    <a:pt x="3693"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45"/>
            <p:cNvSpPr/>
            <p:nvPr/>
          </p:nvSpPr>
          <p:spPr>
            <a:xfrm>
              <a:off x="6931565" y="1604112"/>
              <a:ext cx="111566" cy="12712"/>
            </a:xfrm>
            <a:custGeom>
              <a:rect b="b" l="l" r="r" t="t"/>
              <a:pathLst>
                <a:path extrusionOk="0" h="429" w="3765">
                  <a:moveTo>
                    <a:pt x="213" y="1"/>
                  </a:moveTo>
                  <a:cubicBezTo>
                    <a:pt x="95" y="1"/>
                    <a:pt x="0" y="96"/>
                    <a:pt x="0" y="214"/>
                  </a:cubicBezTo>
                  <a:cubicBezTo>
                    <a:pt x="0" y="334"/>
                    <a:pt x="95" y="428"/>
                    <a:pt x="213" y="428"/>
                  </a:cubicBezTo>
                  <a:lnTo>
                    <a:pt x="3550" y="428"/>
                  </a:lnTo>
                  <a:cubicBezTo>
                    <a:pt x="3669" y="428"/>
                    <a:pt x="3765" y="334"/>
                    <a:pt x="3763" y="214"/>
                  </a:cubicBezTo>
                  <a:cubicBezTo>
                    <a:pt x="3763" y="96"/>
                    <a:pt x="3669" y="1"/>
                    <a:pt x="3550"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45"/>
            <p:cNvSpPr/>
            <p:nvPr/>
          </p:nvSpPr>
          <p:spPr>
            <a:xfrm>
              <a:off x="6931595" y="1630367"/>
              <a:ext cx="108188" cy="12712"/>
            </a:xfrm>
            <a:custGeom>
              <a:rect b="b" l="l" r="r" t="t"/>
              <a:pathLst>
                <a:path extrusionOk="0" h="429" w="3651">
                  <a:moveTo>
                    <a:pt x="215" y="1"/>
                  </a:moveTo>
                  <a:cubicBezTo>
                    <a:pt x="96" y="1"/>
                    <a:pt x="1" y="96"/>
                    <a:pt x="1" y="214"/>
                  </a:cubicBezTo>
                  <a:cubicBezTo>
                    <a:pt x="1" y="334"/>
                    <a:pt x="96" y="428"/>
                    <a:pt x="215" y="428"/>
                  </a:cubicBezTo>
                  <a:lnTo>
                    <a:pt x="3436" y="428"/>
                  </a:lnTo>
                  <a:cubicBezTo>
                    <a:pt x="3553" y="428"/>
                    <a:pt x="3651" y="334"/>
                    <a:pt x="3651" y="214"/>
                  </a:cubicBezTo>
                  <a:cubicBezTo>
                    <a:pt x="3651" y="96"/>
                    <a:pt x="3554" y="1"/>
                    <a:pt x="3436"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45"/>
            <p:cNvSpPr/>
            <p:nvPr/>
          </p:nvSpPr>
          <p:spPr>
            <a:xfrm>
              <a:off x="6931565" y="1656592"/>
              <a:ext cx="104810" cy="12683"/>
            </a:xfrm>
            <a:custGeom>
              <a:rect b="b" l="l" r="r" t="t"/>
              <a:pathLst>
                <a:path extrusionOk="0" h="428" w="3537">
                  <a:moveTo>
                    <a:pt x="213" y="0"/>
                  </a:moveTo>
                  <a:cubicBezTo>
                    <a:pt x="95" y="0"/>
                    <a:pt x="0" y="95"/>
                    <a:pt x="0" y="213"/>
                  </a:cubicBezTo>
                  <a:cubicBezTo>
                    <a:pt x="0" y="332"/>
                    <a:pt x="95" y="428"/>
                    <a:pt x="213" y="428"/>
                  </a:cubicBezTo>
                  <a:lnTo>
                    <a:pt x="3322" y="428"/>
                  </a:lnTo>
                  <a:cubicBezTo>
                    <a:pt x="3442" y="428"/>
                    <a:pt x="3536" y="332"/>
                    <a:pt x="3536" y="213"/>
                  </a:cubicBezTo>
                  <a:cubicBezTo>
                    <a:pt x="3536" y="95"/>
                    <a:pt x="3442" y="0"/>
                    <a:pt x="3322"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45"/>
            <p:cNvSpPr/>
            <p:nvPr/>
          </p:nvSpPr>
          <p:spPr>
            <a:xfrm>
              <a:off x="6931565" y="1682846"/>
              <a:ext cx="88927" cy="12683"/>
            </a:xfrm>
            <a:custGeom>
              <a:rect b="b" l="l" r="r" t="t"/>
              <a:pathLst>
                <a:path extrusionOk="0" h="428" w="3001">
                  <a:moveTo>
                    <a:pt x="213" y="0"/>
                  </a:moveTo>
                  <a:cubicBezTo>
                    <a:pt x="95" y="0"/>
                    <a:pt x="0" y="95"/>
                    <a:pt x="0" y="213"/>
                  </a:cubicBezTo>
                  <a:cubicBezTo>
                    <a:pt x="0" y="332"/>
                    <a:pt x="95" y="428"/>
                    <a:pt x="213" y="428"/>
                  </a:cubicBezTo>
                  <a:lnTo>
                    <a:pt x="2786" y="428"/>
                  </a:lnTo>
                  <a:cubicBezTo>
                    <a:pt x="2905" y="428"/>
                    <a:pt x="3000" y="332"/>
                    <a:pt x="3000" y="213"/>
                  </a:cubicBezTo>
                  <a:cubicBezTo>
                    <a:pt x="3000" y="95"/>
                    <a:pt x="2905" y="0"/>
                    <a:pt x="2786"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45"/>
            <p:cNvSpPr/>
            <p:nvPr/>
          </p:nvSpPr>
          <p:spPr>
            <a:xfrm>
              <a:off x="6931565" y="1709011"/>
              <a:ext cx="64747" cy="12683"/>
            </a:xfrm>
            <a:custGeom>
              <a:rect b="b" l="l" r="r" t="t"/>
              <a:pathLst>
                <a:path extrusionOk="0" h="428" w="2185">
                  <a:moveTo>
                    <a:pt x="213" y="0"/>
                  </a:moveTo>
                  <a:cubicBezTo>
                    <a:pt x="95" y="0"/>
                    <a:pt x="0" y="97"/>
                    <a:pt x="0" y="215"/>
                  </a:cubicBezTo>
                  <a:cubicBezTo>
                    <a:pt x="0" y="333"/>
                    <a:pt x="95" y="428"/>
                    <a:pt x="213" y="428"/>
                  </a:cubicBezTo>
                  <a:lnTo>
                    <a:pt x="1970" y="428"/>
                  </a:lnTo>
                  <a:cubicBezTo>
                    <a:pt x="2086" y="428"/>
                    <a:pt x="2184" y="333"/>
                    <a:pt x="2184" y="215"/>
                  </a:cubicBezTo>
                  <a:cubicBezTo>
                    <a:pt x="2184" y="97"/>
                    <a:pt x="2089" y="0"/>
                    <a:pt x="1970"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45"/>
            <p:cNvSpPr/>
            <p:nvPr/>
          </p:nvSpPr>
          <p:spPr>
            <a:xfrm>
              <a:off x="6753029" y="1577917"/>
              <a:ext cx="115863" cy="12683"/>
            </a:xfrm>
            <a:custGeom>
              <a:rect b="b" l="l" r="r" t="t"/>
              <a:pathLst>
                <a:path extrusionOk="0" h="428" w="3910">
                  <a:moveTo>
                    <a:pt x="213" y="0"/>
                  </a:moveTo>
                  <a:cubicBezTo>
                    <a:pt x="95" y="0"/>
                    <a:pt x="0" y="95"/>
                    <a:pt x="0" y="215"/>
                  </a:cubicBezTo>
                  <a:cubicBezTo>
                    <a:pt x="0" y="333"/>
                    <a:pt x="95" y="428"/>
                    <a:pt x="213" y="428"/>
                  </a:cubicBezTo>
                  <a:lnTo>
                    <a:pt x="3694" y="428"/>
                  </a:lnTo>
                  <a:cubicBezTo>
                    <a:pt x="3812" y="428"/>
                    <a:pt x="3910" y="333"/>
                    <a:pt x="3907" y="215"/>
                  </a:cubicBezTo>
                  <a:cubicBezTo>
                    <a:pt x="3907" y="95"/>
                    <a:pt x="3812" y="0"/>
                    <a:pt x="3694"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45"/>
            <p:cNvSpPr/>
            <p:nvPr/>
          </p:nvSpPr>
          <p:spPr>
            <a:xfrm>
              <a:off x="6757267" y="1604112"/>
              <a:ext cx="111626" cy="12712"/>
            </a:xfrm>
            <a:custGeom>
              <a:rect b="b" l="l" r="r" t="t"/>
              <a:pathLst>
                <a:path extrusionOk="0" h="429" w="3767">
                  <a:moveTo>
                    <a:pt x="215" y="1"/>
                  </a:moveTo>
                  <a:cubicBezTo>
                    <a:pt x="95" y="1"/>
                    <a:pt x="0" y="96"/>
                    <a:pt x="0" y="214"/>
                  </a:cubicBezTo>
                  <a:cubicBezTo>
                    <a:pt x="0" y="334"/>
                    <a:pt x="95" y="428"/>
                    <a:pt x="215" y="428"/>
                  </a:cubicBezTo>
                  <a:lnTo>
                    <a:pt x="3551" y="428"/>
                  </a:lnTo>
                  <a:cubicBezTo>
                    <a:pt x="3669" y="428"/>
                    <a:pt x="3767" y="334"/>
                    <a:pt x="3764" y="214"/>
                  </a:cubicBezTo>
                  <a:cubicBezTo>
                    <a:pt x="3764" y="96"/>
                    <a:pt x="3669" y="1"/>
                    <a:pt x="3551"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45"/>
            <p:cNvSpPr/>
            <p:nvPr/>
          </p:nvSpPr>
          <p:spPr>
            <a:xfrm>
              <a:off x="6760674" y="1630367"/>
              <a:ext cx="108218" cy="12712"/>
            </a:xfrm>
            <a:custGeom>
              <a:rect b="b" l="l" r="r" t="t"/>
              <a:pathLst>
                <a:path extrusionOk="0" h="429" w="3652">
                  <a:moveTo>
                    <a:pt x="213" y="1"/>
                  </a:moveTo>
                  <a:cubicBezTo>
                    <a:pt x="95" y="1"/>
                    <a:pt x="0" y="96"/>
                    <a:pt x="0" y="214"/>
                  </a:cubicBezTo>
                  <a:cubicBezTo>
                    <a:pt x="0" y="334"/>
                    <a:pt x="95" y="428"/>
                    <a:pt x="213" y="428"/>
                  </a:cubicBezTo>
                  <a:lnTo>
                    <a:pt x="3436" y="428"/>
                  </a:lnTo>
                  <a:cubicBezTo>
                    <a:pt x="3554" y="428"/>
                    <a:pt x="3652" y="334"/>
                    <a:pt x="3649" y="214"/>
                  </a:cubicBezTo>
                  <a:cubicBezTo>
                    <a:pt x="3649" y="96"/>
                    <a:pt x="3554" y="1"/>
                    <a:pt x="3436"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45"/>
            <p:cNvSpPr/>
            <p:nvPr/>
          </p:nvSpPr>
          <p:spPr>
            <a:xfrm>
              <a:off x="6763993" y="1656592"/>
              <a:ext cx="104810" cy="12683"/>
            </a:xfrm>
            <a:custGeom>
              <a:rect b="b" l="l" r="r" t="t"/>
              <a:pathLst>
                <a:path extrusionOk="0" h="428" w="3537">
                  <a:moveTo>
                    <a:pt x="215" y="0"/>
                  </a:moveTo>
                  <a:cubicBezTo>
                    <a:pt x="97" y="0"/>
                    <a:pt x="0" y="95"/>
                    <a:pt x="0" y="213"/>
                  </a:cubicBezTo>
                  <a:cubicBezTo>
                    <a:pt x="0" y="332"/>
                    <a:pt x="97" y="428"/>
                    <a:pt x="215" y="428"/>
                  </a:cubicBezTo>
                  <a:lnTo>
                    <a:pt x="3324" y="428"/>
                  </a:lnTo>
                  <a:cubicBezTo>
                    <a:pt x="3442" y="428"/>
                    <a:pt x="3537" y="332"/>
                    <a:pt x="3537" y="213"/>
                  </a:cubicBezTo>
                  <a:cubicBezTo>
                    <a:pt x="3537" y="95"/>
                    <a:pt x="3442" y="0"/>
                    <a:pt x="3324"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45"/>
            <p:cNvSpPr/>
            <p:nvPr/>
          </p:nvSpPr>
          <p:spPr>
            <a:xfrm>
              <a:off x="6779876" y="1682846"/>
              <a:ext cx="88927" cy="12683"/>
            </a:xfrm>
            <a:custGeom>
              <a:rect b="b" l="l" r="r" t="t"/>
              <a:pathLst>
                <a:path extrusionOk="0" h="428" w="3001">
                  <a:moveTo>
                    <a:pt x="215" y="0"/>
                  </a:moveTo>
                  <a:cubicBezTo>
                    <a:pt x="97" y="0"/>
                    <a:pt x="0" y="95"/>
                    <a:pt x="0" y="213"/>
                  </a:cubicBezTo>
                  <a:cubicBezTo>
                    <a:pt x="0" y="332"/>
                    <a:pt x="97" y="428"/>
                    <a:pt x="215" y="428"/>
                  </a:cubicBezTo>
                  <a:lnTo>
                    <a:pt x="2788" y="428"/>
                  </a:lnTo>
                  <a:cubicBezTo>
                    <a:pt x="2906" y="428"/>
                    <a:pt x="3001" y="332"/>
                    <a:pt x="3001" y="213"/>
                  </a:cubicBezTo>
                  <a:cubicBezTo>
                    <a:pt x="3001" y="95"/>
                    <a:pt x="2906" y="0"/>
                    <a:pt x="2788"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45"/>
            <p:cNvSpPr/>
            <p:nvPr/>
          </p:nvSpPr>
          <p:spPr>
            <a:xfrm>
              <a:off x="6804056" y="1709011"/>
              <a:ext cx="64836" cy="12683"/>
            </a:xfrm>
            <a:custGeom>
              <a:rect b="b" l="l" r="r" t="t"/>
              <a:pathLst>
                <a:path extrusionOk="0" h="428" w="2188">
                  <a:moveTo>
                    <a:pt x="215" y="0"/>
                  </a:moveTo>
                  <a:cubicBezTo>
                    <a:pt x="97" y="0"/>
                    <a:pt x="1" y="97"/>
                    <a:pt x="1" y="215"/>
                  </a:cubicBezTo>
                  <a:cubicBezTo>
                    <a:pt x="1" y="333"/>
                    <a:pt x="97" y="428"/>
                    <a:pt x="215" y="428"/>
                  </a:cubicBezTo>
                  <a:lnTo>
                    <a:pt x="1972" y="428"/>
                  </a:lnTo>
                  <a:cubicBezTo>
                    <a:pt x="2090" y="428"/>
                    <a:pt x="2188" y="333"/>
                    <a:pt x="2185" y="215"/>
                  </a:cubicBezTo>
                  <a:cubicBezTo>
                    <a:pt x="2185" y="97"/>
                    <a:pt x="2090" y="0"/>
                    <a:pt x="1972"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45"/>
            <p:cNvSpPr/>
            <p:nvPr/>
          </p:nvSpPr>
          <p:spPr>
            <a:xfrm>
              <a:off x="6872833" y="1479567"/>
              <a:ext cx="51116" cy="25543"/>
            </a:xfrm>
            <a:custGeom>
              <a:rect b="b" l="l" r="r" t="t"/>
              <a:pathLst>
                <a:path extrusionOk="0" h="862" w="1725">
                  <a:moveTo>
                    <a:pt x="861" y="1"/>
                  </a:moveTo>
                  <a:cubicBezTo>
                    <a:pt x="384" y="1"/>
                    <a:pt x="0" y="386"/>
                    <a:pt x="0" y="862"/>
                  </a:cubicBezTo>
                  <a:lnTo>
                    <a:pt x="1721" y="862"/>
                  </a:lnTo>
                  <a:cubicBezTo>
                    <a:pt x="1724" y="388"/>
                    <a:pt x="1337" y="1"/>
                    <a:pt x="86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45"/>
            <p:cNvSpPr/>
            <p:nvPr/>
          </p:nvSpPr>
          <p:spPr>
            <a:xfrm>
              <a:off x="6793478" y="1398078"/>
              <a:ext cx="209976" cy="113463"/>
            </a:xfrm>
            <a:custGeom>
              <a:rect b="b" l="l" r="r" t="t"/>
              <a:pathLst>
                <a:path extrusionOk="0" h="3829" w="7086">
                  <a:moveTo>
                    <a:pt x="3539" y="429"/>
                  </a:moveTo>
                  <a:cubicBezTo>
                    <a:pt x="4483" y="429"/>
                    <a:pt x="5428" y="544"/>
                    <a:pt x="6381" y="775"/>
                  </a:cubicBezTo>
                  <a:cubicBezTo>
                    <a:pt x="6529" y="809"/>
                    <a:pt x="6627" y="948"/>
                    <a:pt x="6609" y="1097"/>
                  </a:cubicBezTo>
                  <a:lnTo>
                    <a:pt x="6393" y="2978"/>
                  </a:lnTo>
                  <a:cubicBezTo>
                    <a:pt x="6365" y="3217"/>
                    <a:pt x="6163" y="3397"/>
                    <a:pt x="5922" y="3397"/>
                  </a:cubicBezTo>
                  <a:lnTo>
                    <a:pt x="1150" y="3397"/>
                  </a:lnTo>
                  <a:cubicBezTo>
                    <a:pt x="909" y="3397"/>
                    <a:pt x="707" y="3217"/>
                    <a:pt x="681" y="2978"/>
                  </a:cubicBezTo>
                  <a:lnTo>
                    <a:pt x="465" y="1097"/>
                  </a:lnTo>
                  <a:cubicBezTo>
                    <a:pt x="448" y="949"/>
                    <a:pt x="544" y="809"/>
                    <a:pt x="692" y="775"/>
                  </a:cubicBezTo>
                  <a:cubicBezTo>
                    <a:pt x="1651" y="544"/>
                    <a:pt x="2594" y="429"/>
                    <a:pt x="3539" y="429"/>
                  </a:cubicBezTo>
                  <a:close/>
                  <a:moveTo>
                    <a:pt x="3543" y="0"/>
                  </a:moveTo>
                  <a:cubicBezTo>
                    <a:pt x="2565" y="0"/>
                    <a:pt x="1588" y="119"/>
                    <a:pt x="597" y="357"/>
                  </a:cubicBezTo>
                  <a:cubicBezTo>
                    <a:pt x="239" y="443"/>
                    <a:pt x="0" y="783"/>
                    <a:pt x="44" y="1147"/>
                  </a:cubicBezTo>
                  <a:lnTo>
                    <a:pt x="260" y="3029"/>
                  </a:lnTo>
                  <a:cubicBezTo>
                    <a:pt x="311" y="3483"/>
                    <a:pt x="696" y="3828"/>
                    <a:pt x="1155" y="3828"/>
                  </a:cubicBezTo>
                  <a:lnTo>
                    <a:pt x="5927" y="3828"/>
                  </a:lnTo>
                  <a:cubicBezTo>
                    <a:pt x="6386" y="3828"/>
                    <a:pt x="6770" y="3483"/>
                    <a:pt x="6829" y="3028"/>
                  </a:cubicBezTo>
                  <a:lnTo>
                    <a:pt x="7043" y="1147"/>
                  </a:lnTo>
                  <a:cubicBezTo>
                    <a:pt x="7085" y="783"/>
                    <a:pt x="6847" y="443"/>
                    <a:pt x="6490" y="357"/>
                  </a:cubicBezTo>
                  <a:cubicBezTo>
                    <a:pt x="5498" y="119"/>
                    <a:pt x="4520" y="0"/>
                    <a:pt x="3543"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79" name="Shape 11179"/>
        <p:cNvGrpSpPr/>
        <p:nvPr/>
      </p:nvGrpSpPr>
      <p:grpSpPr>
        <a:xfrm>
          <a:off x="0" y="0"/>
          <a:ext cx="0" cy="0"/>
          <a:chOff x="0" y="0"/>
          <a:chExt cx="0" cy="0"/>
        </a:xfrm>
      </p:grpSpPr>
      <p:sp>
        <p:nvSpPr>
          <p:cNvPr id="11180" name="Google Shape;11180;p46"/>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a:t>
            </a:r>
            <a:r>
              <a:rPr lang="en"/>
              <a:t>lternative resources</a:t>
            </a:r>
            <a:endParaRPr/>
          </a:p>
        </p:txBody>
      </p:sp>
      <p:sp>
        <p:nvSpPr>
          <p:cNvPr id="11181" name="Google Shape;11181;p46"/>
          <p:cNvSpPr txBox="1"/>
          <p:nvPr>
            <p:ph idx="1" type="body"/>
          </p:nvPr>
        </p:nvSpPr>
        <p:spPr>
          <a:xfrm>
            <a:off x="720000" y="1152475"/>
            <a:ext cx="7704000" cy="109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Here’s an assortment of alternative resources whose style fits the one of this template:</a:t>
            </a:r>
            <a:endParaRPr sz="1400"/>
          </a:p>
          <a:p>
            <a:pPr indent="0" lvl="0" marL="0" rtl="0" algn="l">
              <a:spcBef>
                <a:spcPts val="0"/>
              </a:spcBef>
              <a:spcAft>
                <a:spcPts val="0"/>
              </a:spcAft>
              <a:buNone/>
            </a:pPr>
            <a:r>
              <a:t/>
            </a:r>
            <a:endParaRPr sz="1400"/>
          </a:p>
          <a:p>
            <a:pPr indent="0" lvl="0" marL="0" rtl="0" algn="l">
              <a:spcBef>
                <a:spcPts val="0"/>
              </a:spcBef>
              <a:spcAft>
                <a:spcPts val="0"/>
              </a:spcAft>
              <a:buNone/>
            </a:pPr>
            <a:r>
              <a:rPr b="1" lang="en" sz="1600">
                <a:solidFill>
                  <a:schemeClr val="dk2"/>
                </a:solidFill>
              </a:rPr>
              <a:t>Vectors</a:t>
            </a:r>
            <a:endParaRPr sz="1400">
              <a:highlight>
                <a:schemeClr val="lt2"/>
              </a:highlight>
            </a:endParaRPr>
          </a:p>
          <a:p>
            <a:pPr indent="-317500" lvl="0" marL="457200" rtl="0" algn="l">
              <a:spcBef>
                <a:spcPts val="0"/>
              </a:spcBef>
              <a:spcAft>
                <a:spcPts val="0"/>
              </a:spcAft>
              <a:buClr>
                <a:schemeClr val="dk1"/>
              </a:buClr>
              <a:buSzPts val="1400"/>
              <a:buFont typeface="Anaheim"/>
              <a:buChar char="●"/>
            </a:pPr>
            <a:r>
              <a:rPr lang="en" sz="1400">
                <a:solidFill>
                  <a:schemeClr val="hlink"/>
                </a:solidFill>
                <a:uFill>
                  <a:noFill/>
                </a:uFill>
                <a:hlinkClick r:id="rId3"/>
              </a:rPr>
              <a:t>Flat design cross country illustration</a:t>
            </a:r>
            <a:endParaRPr sz="1400"/>
          </a:p>
        </p:txBody>
      </p:sp>
      <p:grpSp>
        <p:nvGrpSpPr>
          <p:cNvPr id="11182" name="Google Shape;11182;p46"/>
          <p:cNvGrpSpPr/>
          <p:nvPr/>
        </p:nvGrpSpPr>
        <p:grpSpPr>
          <a:xfrm>
            <a:off x="6272111" y="3675520"/>
            <a:ext cx="1918699" cy="547720"/>
            <a:chOff x="4671911" y="3208874"/>
            <a:chExt cx="1918699" cy="547720"/>
          </a:xfrm>
        </p:grpSpPr>
        <p:sp>
          <p:nvSpPr>
            <p:cNvPr id="11183" name="Google Shape;11183;p46"/>
            <p:cNvSpPr/>
            <p:nvPr/>
          </p:nvSpPr>
          <p:spPr>
            <a:xfrm>
              <a:off x="4671911" y="3208874"/>
              <a:ext cx="1918699" cy="547720"/>
            </a:xfrm>
            <a:custGeom>
              <a:rect b="b" l="l" r="r" t="t"/>
              <a:pathLst>
                <a:path extrusionOk="0" h="28394" w="99466">
                  <a:moveTo>
                    <a:pt x="92087" y="1"/>
                  </a:moveTo>
                  <a:lnTo>
                    <a:pt x="53124" y="18071"/>
                  </a:lnTo>
                  <a:lnTo>
                    <a:pt x="24142" y="14790"/>
                  </a:lnTo>
                  <a:lnTo>
                    <a:pt x="0" y="28393"/>
                  </a:lnTo>
                  <a:lnTo>
                    <a:pt x="99465" y="28393"/>
                  </a:lnTo>
                  <a:lnTo>
                    <a:pt x="99465" y="6091"/>
                  </a:lnTo>
                  <a:lnTo>
                    <a:pt x="9208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46"/>
            <p:cNvSpPr/>
            <p:nvPr/>
          </p:nvSpPr>
          <p:spPr>
            <a:xfrm>
              <a:off x="4932006" y="3446688"/>
              <a:ext cx="1658593" cy="290372"/>
            </a:xfrm>
            <a:custGeom>
              <a:rect b="b" l="l" r="r" t="t"/>
              <a:pathLst>
                <a:path extrusionOk="0" h="15053" w="85982">
                  <a:moveTo>
                    <a:pt x="66716" y="0"/>
                  </a:moveTo>
                  <a:lnTo>
                    <a:pt x="47524" y="9281"/>
                  </a:lnTo>
                  <a:lnTo>
                    <a:pt x="36248" y="8192"/>
                  </a:lnTo>
                  <a:lnTo>
                    <a:pt x="23926" y="13267"/>
                  </a:lnTo>
                  <a:lnTo>
                    <a:pt x="12073" y="9987"/>
                  </a:lnTo>
                  <a:lnTo>
                    <a:pt x="0" y="15052"/>
                  </a:lnTo>
                  <a:lnTo>
                    <a:pt x="85981" y="15052"/>
                  </a:lnTo>
                  <a:lnTo>
                    <a:pt x="85981" y="2609"/>
                  </a:lnTo>
                  <a:lnTo>
                    <a:pt x="79264" y="4730"/>
                  </a:lnTo>
                  <a:lnTo>
                    <a:pt x="6671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5" name="Google Shape;11185;p46"/>
          <p:cNvGrpSpPr/>
          <p:nvPr/>
        </p:nvGrpSpPr>
        <p:grpSpPr>
          <a:xfrm>
            <a:off x="4038947" y="3645737"/>
            <a:ext cx="1954945" cy="577504"/>
            <a:chOff x="2438747" y="3179091"/>
            <a:chExt cx="1954945" cy="577504"/>
          </a:xfrm>
        </p:grpSpPr>
        <p:sp>
          <p:nvSpPr>
            <p:cNvPr id="11186" name="Google Shape;11186;p46"/>
            <p:cNvSpPr/>
            <p:nvPr/>
          </p:nvSpPr>
          <p:spPr>
            <a:xfrm>
              <a:off x="2438747" y="3179091"/>
              <a:ext cx="1954945" cy="577504"/>
            </a:xfrm>
            <a:custGeom>
              <a:rect b="b" l="l" r="r" t="t"/>
              <a:pathLst>
                <a:path extrusionOk="0" h="29938" w="101345">
                  <a:moveTo>
                    <a:pt x="1" y="1"/>
                  </a:moveTo>
                  <a:lnTo>
                    <a:pt x="1" y="29937"/>
                  </a:lnTo>
                  <a:lnTo>
                    <a:pt x="101345" y="29937"/>
                  </a:lnTo>
                  <a:lnTo>
                    <a:pt x="78109" y="21620"/>
                  </a:lnTo>
                  <a:lnTo>
                    <a:pt x="64082" y="24282"/>
                  </a:lnTo>
                  <a:lnTo>
                    <a:pt x="51175" y="13006"/>
                  </a:lnTo>
                  <a:lnTo>
                    <a:pt x="38995" y="15048"/>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46"/>
            <p:cNvSpPr/>
            <p:nvPr/>
          </p:nvSpPr>
          <p:spPr>
            <a:xfrm>
              <a:off x="2438747" y="3396941"/>
              <a:ext cx="1472174" cy="340121"/>
            </a:xfrm>
            <a:custGeom>
              <a:rect b="b" l="l" r="r" t="t"/>
              <a:pathLst>
                <a:path extrusionOk="0" h="17632" w="76318">
                  <a:moveTo>
                    <a:pt x="1" y="1"/>
                  </a:moveTo>
                  <a:lnTo>
                    <a:pt x="1" y="17631"/>
                  </a:lnTo>
                  <a:lnTo>
                    <a:pt x="76317" y="17631"/>
                  </a:lnTo>
                  <a:lnTo>
                    <a:pt x="72789" y="15157"/>
                  </a:lnTo>
                  <a:lnTo>
                    <a:pt x="61300" y="16155"/>
                  </a:lnTo>
                  <a:lnTo>
                    <a:pt x="49127" y="9314"/>
                  </a:lnTo>
                  <a:lnTo>
                    <a:pt x="31635" y="13889"/>
                  </a:lnTo>
                  <a:lnTo>
                    <a:pt x="21596" y="4645"/>
                  </a:lnTo>
                  <a:lnTo>
                    <a:pt x="6882" y="8463"/>
                  </a:lnTo>
                  <a:lnTo>
                    <a:pt x="1"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8" name="Google Shape;11188;p46"/>
          <p:cNvGrpSpPr/>
          <p:nvPr/>
        </p:nvGrpSpPr>
        <p:grpSpPr>
          <a:xfrm>
            <a:off x="4088385" y="3824989"/>
            <a:ext cx="1321635" cy="381884"/>
            <a:chOff x="2488185" y="2681989"/>
            <a:chExt cx="1321635" cy="381884"/>
          </a:xfrm>
        </p:grpSpPr>
        <p:sp>
          <p:nvSpPr>
            <p:cNvPr id="11189" name="Google Shape;11189;p46"/>
            <p:cNvSpPr/>
            <p:nvPr/>
          </p:nvSpPr>
          <p:spPr>
            <a:xfrm>
              <a:off x="2488185" y="2681989"/>
              <a:ext cx="1321635" cy="379126"/>
            </a:xfrm>
            <a:custGeom>
              <a:rect b="b" l="l" r="r" t="t"/>
              <a:pathLst>
                <a:path extrusionOk="0" h="19654" w="68514">
                  <a:moveTo>
                    <a:pt x="24307" y="1"/>
                  </a:moveTo>
                  <a:cubicBezTo>
                    <a:pt x="23526" y="1"/>
                    <a:pt x="22711" y="60"/>
                    <a:pt x="21858" y="187"/>
                  </a:cubicBezTo>
                  <a:cubicBezTo>
                    <a:pt x="7992" y="2253"/>
                    <a:pt x="12669" y="14053"/>
                    <a:pt x="12669" y="14053"/>
                  </a:cubicBezTo>
                  <a:cubicBezTo>
                    <a:pt x="12669" y="14053"/>
                    <a:pt x="10918" y="10533"/>
                    <a:pt x="7474" y="10533"/>
                  </a:cubicBezTo>
                  <a:cubicBezTo>
                    <a:pt x="6625" y="10533"/>
                    <a:pt x="5674" y="10747"/>
                    <a:pt x="4621" y="11280"/>
                  </a:cubicBezTo>
                  <a:cubicBezTo>
                    <a:pt x="0" y="13618"/>
                    <a:pt x="3697" y="19653"/>
                    <a:pt x="3697" y="19653"/>
                  </a:cubicBezTo>
                  <a:lnTo>
                    <a:pt x="68513" y="19653"/>
                  </a:lnTo>
                  <a:cubicBezTo>
                    <a:pt x="68513" y="19653"/>
                    <a:pt x="66116" y="8708"/>
                    <a:pt x="61117" y="8708"/>
                  </a:cubicBezTo>
                  <a:cubicBezTo>
                    <a:pt x="61010" y="8708"/>
                    <a:pt x="60902" y="8713"/>
                    <a:pt x="60792" y="8724"/>
                  </a:cubicBezTo>
                  <a:cubicBezTo>
                    <a:pt x="55571" y="9214"/>
                    <a:pt x="56278" y="14761"/>
                    <a:pt x="56278" y="14761"/>
                  </a:cubicBezTo>
                  <a:cubicBezTo>
                    <a:pt x="56278" y="14761"/>
                    <a:pt x="52258" y="4612"/>
                    <a:pt x="45941" y="4612"/>
                  </a:cubicBezTo>
                  <a:cubicBezTo>
                    <a:pt x="45605" y="4612"/>
                    <a:pt x="45262" y="4641"/>
                    <a:pt x="44913" y="4701"/>
                  </a:cubicBezTo>
                  <a:cubicBezTo>
                    <a:pt x="38008" y="5897"/>
                    <a:pt x="39856" y="13890"/>
                    <a:pt x="39856" y="13890"/>
                  </a:cubicBezTo>
                  <a:cubicBezTo>
                    <a:pt x="39856" y="13890"/>
                    <a:pt x="36217" y="1"/>
                    <a:pt x="243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46"/>
            <p:cNvSpPr/>
            <p:nvPr/>
          </p:nvSpPr>
          <p:spPr>
            <a:xfrm>
              <a:off x="2906664" y="2682818"/>
              <a:ext cx="165740" cy="381055"/>
            </a:xfrm>
            <a:custGeom>
              <a:rect b="b" l="l" r="r" t="t"/>
              <a:pathLst>
                <a:path extrusionOk="0" h="19754" w="8592">
                  <a:moveTo>
                    <a:pt x="164" y="1"/>
                  </a:moveTo>
                  <a:cubicBezTo>
                    <a:pt x="145" y="1"/>
                    <a:pt x="127" y="4"/>
                    <a:pt x="108" y="12"/>
                  </a:cubicBezTo>
                  <a:cubicBezTo>
                    <a:pt x="34" y="43"/>
                    <a:pt x="0" y="128"/>
                    <a:pt x="31" y="201"/>
                  </a:cubicBezTo>
                  <a:lnTo>
                    <a:pt x="8297" y="19667"/>
                  </a:lnTo>
                  <a:cubicBezTo>
                    <a:pt x="8319" y="19722"/>
                    <a:pt x="8373" y="19754"/>
                    <a:pt x="8429" y="19754"/>
                  </a:cubicBezTo>
                  <a:cubicBezTo>
                    <a:pt x="8447" y="19754"/>
                    <a:pt x="8466" y="19751"/>
                    <a:pt x="8485" y="19743"/>
                  </a:cubicBezTo>
                  <a:cubicBezTo>
                    <a:pt x="8558" y="19712"/>
                    <a:pt x="8592" y="19628"/>
                    <a:pt x="8561" y="19556"/>
                  </a:cubicBezTo>
                  <a:lnTo>
                    <a:pt x="295" y="88"/>
                  </a:lnTo>
                  <a:cubicBezTo>
                    <a:pt x="272" y="33"/>
                    <a:pt x="220" y="1"/>
                    <a:pt x="1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46"/>
            <p:cNvSpPr/>
            <p:nvPr/>
          </p:nvSpPr>
          <p:spPr>
            <a:xfrm>
              <a:off x="2574176" y="2896812"/>
              <a:ext cx="116454" cy="167051"/>
            </a:xfrm>
            <a:custGeom>
              <a:rect b="b" l="l" r="r" t="t"/>
              <a:pathLst>
                <a:path extrusionOk="0" h="8660" w="6037">
                  <a:moveTo>
                    <a:pt x="163" y="1"/>
                  </a:moveTo>
                  <a:cubicBezTo>
                    <a:pt x="135" y="1"/>
                    <a:pt x="107" y="9"/>
                    <a:pt x="82" y="25"/>
                  </a:cubicBezTo>
                  <a:cubicBezTo>
                    <a:pt x="18" y="69"/>
                    <a:pt x="0" y="159"/>
                    <a:pt x="45" y="223"/>
                  </a:cubicBezTo>
                  <a:lnTo>
                    <a:pt x="5755" y="8597"/>
                  </a:lnTo>
                  <a:cubicBezTo>
                    <a:pt x="5782" y="8639"/>
                    <a:pt x="5827" y="8660"/>
                    <a:pt x="5873" y="8660"/>
                  </a:cubicBezTo>
                  <a:cubicBezTo>
                    <a:pt x="5902" y="8660"/>
                    <a:pt x="5929" y="8652"/>
                    <a:pt x="5955" y="8636"/>
                  </a:cubicBezTo>
                  <a:cubicBezTo>
                    <a:pt x="6019" y="8591"/>
                    <a:pt x="6037" y="8502"/>
                    <a:pt x="5992" y="8436"/>
                  </a:cubicBezTo>
                  <a:lnTo>
                    <a:pt x="282" y="62"/>
                  </a:lnTo>
                  <a:cubicBezTo>
                    <a:pt x="254" y="22"/>
                    <a:pt x="209" y="1"/>
                    <a:pt x="1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46"/>
            <p:cNvSpPr/>
            <p:nvPr/>
          </p:nvSpPr>
          <p:spPr>
            <a:xfrm>
              <a:off x="3351414" y="2769890"/>
              <a:ext cx="108352" cy="293980"/>
            </a:xfrm>
            <a:custGeom>
              <a:rect b="b" l="l" r="r" t="t"/>
              <a:pathLst>
                <a:path extrusionOk="0" h="15240" w="5617">
                  <a:moveTo>
                    <a:pt x="163" y="0"/>
                  </a:moveTo>
                  <a:cubicBezTo>
                    <a:pt x="147" y="0"/>
                    <a:pt x="131" y="3"/>
                    <a:pt x="115" y="9"/>
                  </a:cubicBezTo>
                  <a:cubicBezTo>
                    <a:pt x="39" y="35"/>
                    <a:pt x="0" y="117"/>
                    <a:pt x="28" y="191"/>
                  </a:cubicBezTo>
                  <a:lnTo>
                    <a:pt x="5320" y="15145"/>
                  </a:lnTo>
                  <a:cubicBezTo>
                    <a:pt x="5339" y="15204"/>
                    <a:pt x="5396" y="15240"/>
                    <a:pt x="5454" y="15240"/>
                  </a:cubicBezTo>
                  <a:cubicBezTo>
                    <a:pt x="5470" y="15240"/>
                    <a:pt x="5486" y="15238"/>
                    <a:pt x="5502" y="15232"/>
                  </a:cubicBezTo>
                  <a:cubicBezTo>
                    <a:pt x="5576" y="15206"/>
                    <a:pt x="5617" y="15124"/>
                    <a:pt x="5589" y="15050"/>
                  </a:cubicBezTo>
                  <a:lnTo>
                    <a:pt x="297" y="96"/>
                  </a:lnTo>
                  <a:cubicBezTo>
                    <a:pt x="276" y="38"/>
                    <a:pt x="221" y="0"/>
                    <a:pt x="1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46"/>
            <p:cNvSpPr/>
            <p:nvPr/>
          </p:nvSpPr>
          <p:spPr>
            <a:xfrm>
              <a:off x="3657764" y="2847490"/>
              <a:ext cx="56443" cy="216376"/>
            </a:xfrm>
            <a:custGeom>
              <a:rect b="b" l="l" r="r" t="t"/>
              <a:pathLst>
                <a:path extrusionOk="0" h="11217" w="2926">
                  <a:moveTo>
                    <a:pt x="159" y="1"/>
                  </a:moveTo>
                  <a:cubicBezTo>
                    <a:pt x="147" y="1"/>
                    <a:pt x="136" y="2"/>
                    <a:pt x="124" y="5"/>
                  </a:cubicBezTo>
                  <a:cubicBezTo>
                    <a:pt x="47" y="23"/>
                    <a:pt x="0" y="100"/>
                    <a:pt x="18" y="178"/>
                  </a:cubicBezTo>
                  <a:lnTo>
                    <a:pt x="2627" y="11107"/>
                  </a:lnTo>
                  <a:cubicBezTo>
                    <a:pt x="2643" y="11173"/>
                    <a:pt x="2703" y="11217"/>
                    <a:pt x="2767" y="11217"/>
                  </a:cubicBezTo>
                  <a:cubicBezTo>
                    <a:pt x="2779" y="11217"/>
                    <a:pt x="2790" y="11217"/>
                    <a:pt x="2801" y="11214"/>
                  </a:cubicBezTo>
                  <a:cubicBezTo>
                    <a:pt x="2879" y="11196"/>
                    <a:pt x="2925" y="11119"/>
                    <a:pt x="2908" y="11041"/>
                  </a:cubicBezTo>
                  <a:lnTo>
                    <a:pt x="297" y="111"/>
                  </a:lnTo>
                  <a:cubicBezTo>
                    <a:pt x="282" y="46"/>
                    <a:pt x="224" y="1"/>
                    <a:pt x="15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46"/>
            <p:cNvSpPr/>
            <p:nvPr/>
          </p:nvSpPr>
          <p:spPr>
            <a:xfrm>
              <a:off x="3574975" y="2870560"/>
              <a:ext cx="148687" cy="77199"/>
            </a:xfrm>
            <a:custGeom>
              <a:rect b="b" l="l" r="r" t="t"/>
              <a:pathLst>
                <a:path extrusionOk="0" h="4002" w="7708">
                  <a:moveTo>
                    <a:pt x="7544" y="1"/>
                  </a:moveTo>
                  <a:cubicBezTo>
                    <a:pt x="7492" y="1"/>
                    <a:pt x="7442" y="29"/>
                    <a:pt x="7416" y="79"/>
                  </a:cubicBezTo>
                  <a:lnTo>
                    <a:pt x="5548" y="3689"/>
                  </a:lnTo>
                  <a:lnTo>
                    <a:pt x="197" y="2263"/>
                  </a:lnTo>
                  <a:cubicBezTo>
                    <a:pt x="185" y="2259"/>
                    <a:pt x="172" y="2258"/>
                    <a:pt x="160" y="2258"/>
                  </a:cubicBezTo>
                  <a:cubicBezTo>
                    <a:pt x="96" y="2258"/>
                    <a:pt x="38" y="2301"/>
                    <a:pt x="22" y="2364"/>
                  </a:cubicBezTo>
                  <a:cubicBezTo>
                    <a:pt x="1" y="2440"/>
                    <a:pt x="46" y="2519"/>
                    <a:pt x="123" y="2540"/>
                  </a:cubicBezTo>
                  <a:lnTo>
                    <a:pt x="5585" y="3997"/>
                  </a:lnTo>
                  <a:cubicBezTo>
                    <a:pt x="5598" y="4000"/>
                    <a:pt x="5609" y="4002"/>
                    <a:pt x="5622" y="4002"/>
                  </a:cubicBezTo>
                  <a:cubicBezTo>
                    <a:pt x="5675" y="4002"/>
                    <a:pt x="5723" y="3973"/>
                    <a:pt x="5749" y="3923"/>
                  </a:cubicBezTo>
                  <a:lnTo>
                    <a:pt x="7672" y="211"/>
                  </a:lnTo>
                  <a:cubicBezTo>
                    <a:pt x="7707" y="140"/>
                    <a:pt x="7680" y="53"/>
                    <a:pt x="7609" y="16"/>
                  </a:cubicBezTo>
                  <a:cubicBezTo>
                    <a:pt x="7588" y="6"/>
                    <a:pt x="7566" y="1"/>
                    <a:pt x="75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46"/>
            <p:cNvSpPr/>
            <p:nvPr/>
          </p:nvSpPr>
          <p:spPr>
            <a:xfrm>
              <a:off x="3694510" y="2920847"/>
              <a:ext cx="67187" cy="86535"/>
            </a:xfrm>
            <a:custGeom>
              <a:rect b="b" l="l" r="r" t="t"/>
              <a:pathLst>
                <a:path extrusionOk="0" h="4486" w="3483">
                  <a:moveTo>
                    <a:pt x="3321" y="0"/>
                  </a:moveTo>
                  <a:cubicBezTo>
                    <a:pt x="3277" y="0"/>
                    <a:pt x="3234" y="20"/>
                    <a:pt x="3206" y="57"/>
                  </a:cubicBezTo>
                  <a:lnTo>
                    <a:pt x="49" y="4257"/>
                  </a:lnTo>
                  <a:cubicBezTo>
                    <a:pt x="0" y="4320"/>
                    <a:pt x="13" y="4410"/>
                    <a:pt x="78" y="4457"/>
                  </a:cubicBezTo>
                  <a:cubicBezTo>
                    <a:pt x="103" y="4476"/>
                    <a:pt x="132" y="4486"/>
                    <a:pt x="163" y="4486"/>
                  </a:cubicBezTo>
                  <a:cubicBezTo>
                    <a:pt x="206" y="4486"/>
                    <a:pt x="250" y="4466"/>
                    <a:pt x="277" y="4429"/>
                  </a:cubicBezTo>
                  <a:lnTo>
                    <a:pt x="3436" y="229"/>
                  </a:lnTo>
                  <a:cubicBezTo>
                    <a:pt x="3483" y="167"/>
                    <a:pt x="3470" y="76"/>
                    <a:pt x="3407" y="30"/>
                  </a:cubicBezTo>
                  <a:cubicBezTo>
                    <a:pt x="3381" y="10"/>
                    <a:pt x="3351" y="0"/>
                    <a:pt x="33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46"/>
            <p:cNvSpPr/>
            <p:nvPr/>
          </p:nvSpPr>
          <p:spPr>
            <a:xfrm>
              <a:off x="3256530" y="2824960"/>
              <a:ext cx="232811" cy="133487"/>
            </a:xfrm>
            <a:custGeom>
              <a:rect b="b" l="l" r="r" t="t"/>
              <a:pathLst>
                <a:path extrusionOk="0" h="6920" w="12069">
                  <a:moveTo>
                    <a:pt x="11905" y="0"/>
                  </a:moveTo>
                  <a:cubicBezTo>
                    <a:pt x="11853" y="0"/>
                    <a:pt x="11803" y="28"/>
                    <a:pt x="11776" y="77"/>
                  </a:cubicBezTo>
                  <a:lnTo>
                    <a:pt x="8384" y="6572"/>
                  </a:lnTo>
                  <a:lnTo>
                    <a:pt x="241" y="1376"/>
                  </a:lnTo>
                  <a:cubicBezTo>
                    <a:pt x="217" y="1361"/>
                    <a:pt x="191" y="1354"/>
                    <a:pt x="165" y="1354"/>
                  </a:cubicBezTo>
                  <a:cubicBezTo>
                    <a:pt x="117" y="1354"/>
                    <a:pt x="71" y="1378"/>
                    <a:pt x="43" y="1421"/>
                  </a:cubicBezTo>
                  <a:cubicBezTo>
                    <a:pt x="1" y="1487"/>
                    <a:pt x="20" y="1576"/>
                    <a:pt x="86" y="1619"/>
                  </a:cubicBezTo>
                  <a:lnTo>
                    <a:pt x="8362" y="6899"/>
                  </a:lnTo>
                  <a:cubicBezTo>
                    <a:pt x="8386" y="6914"/>
                    <a:pt x="8412" y="6920"/>
                    <a:pt x="8439" y="6920"/>
                  </a:cubicBezTo>
                  <a:cubicBezTo>
                    <a:pt x="8452" y="6920"/>
                    <a:pt x="8465" y="6918"/>
                    <a:pt x="8476" y="6915"/>
                  </a:cubicBezTo>
                  <a:cubicBezTo>
                    <a:pt x="8515" y="6905"/>
                    <a:pt x="8548" y="6880"/>
                    <a:pt x="8566" y="6843"/>
                  </a:cubicBezTo>
                  <a:lnTo>
                    <a:pt x="12031" y="211"/>
                  </a:lnTo>
                  <a:cubicBezTo>
                    <a:pt x="12068" y="140"/>
                    <a:pt x="12041" y="53"/>
                    <a:pt x="11970" y="16"/>
                  </a:cubicBezTo>
                  <a:cubicBezTo>
                    <a:pt x="11949" y="5"/>
                    <a:pt x="11927" y="0"/>
                    <a:pt x="119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46"/>
            <p:cNvSpPr/>
            <p:nvPr/>
          </p:nvSpPr>
          <p:spPr>
            <a:xfrm>
              <a:off x="2741838" y="2710074"/>
              <a:ext cx="343516" cy="180053"/>
            </a:xfrm>
            <a:custGeom>
              <a:rect b="b" l="l" r="r" t="t"/>
              <a:pathLst>
                <a:path extrusionOk="0" h="9334" w="17808">
                  <a:moveTo>
                    <a:pt x="17643" y="0"/>
                  </a:moveTo>
                  <a:cubicBezTo>
                    <a:pt x="17590" y="0"/>
                    <a:pt x="17539" y="30"/>
                    <a:pt x="17515" y="80"/>
                  </a:cubicBezTo>
                  <a:lnTo>
                    <a:pt x="13082" y="9002"/>
                  </a:lnTo>
                  <a:lnTo>
                    <a:pt x="223" y="3115"/>
                  </a:lnTo>
                  <a:cubicBezTo>
                    <a:pt x="204" y="3106"/>
                    <a:pt x="183" y="3101"/>
                    <a:pt x="163" y="3101"/>
                  </a:cubicBezTo>
                  <a:cubicBezTo>
                    <a:pt x="109" y="3101"/>
                    <a:pt x="58" y="3133"/>
                    <a:pt x="33" y="3186"/>
                  </a:cubicBezTo>
                  <a:cubicBezTo>
                    <a:pt x="1" y="3256"/>
                    <a:pt x="33" y="3342"/>
                    <a:pt x="104" y="3376"/>
                  </a:cubicBezTo>
                  <a:lnTo>
                    <a:pt x="13090" y="9321"/>
                  </a:lnTo>
                  <a:cubicBezTo>
                    <a:pt x="13109" y="9329"/>
                    <a:pt x="13129" y="9334"/>
                    <a:pt x="13150" y="9334"/>
                  </a:cubicBezTo>
                  <a:cubicBezTo>
                    <a:pt x="13201" y="9334"/>
                    <a:pt x="13253" y="9305"/>
                    <a:pt x="13277" y="9255"/>
                  </a:cubicBezTo>
                  <a:lnTo>
                    <a:pt x="17772" y="209"/>
                  </a:lnTo>
                  <a:cubicBezTo>
                    <a:pt x="17807" y="136"/>
                    <a:pt x="17778" y="51"/>
                    <a:pt x="17707" y="16"/>
                  </a:cubicBezTo>
                  <a:cubicBezTo>
                    <a:pt x="17687" y="5"/>
                    <a:pt x="17665" y="0"/>
                    <a:pt x="176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46"/>
            <p:cNvSpPr/>
            <p:nvPr/>
          </p:nvSpPr>
          <p:spPr>
            <a:xfrm>
              <a:off x="2714891" y="2861803"/>
              <a:ext cx="315006" cy="102006"/>
            </a:xfrm>
            <a:custGeom>
              <a:rect b="b" l="l" r="r" t="t"/>
              <a:pathLst>
                <a:path extrusionOk="0" h="5288" w="16330">
                  <a:moveTo>
                    <a:pt x="160" y="1"/>
                  </a:moveTo>
                  <a:cubicBezTo>
                    <a:pt x="99" y="1"/>
                    <a:pt x="43" y="40"/>
                    <a:pt x="25" y="101"/>
                  </a:cubicBezTo>
                  <a:cubicBezTo>
                    <a:pt x="1" y="177"/>
                    <a:pt x="43" y="257"/>
                    <a:pt x="118" y="282"/>
                  </a:cubicBezTo>
                  <a:lnTo>
                    <a:pt x="16126" y="5281"/>
                  </a:lnTo>
                  <a:cubicBezTo>
                    <a:pt x="16139" y="5286"/>
                    <a:pt x="16153" y="5287"/>
                    <a:pt x="16168" y="5287"/>
                  </a:cubicBezTo>
                  <a:cubicBezTo>
                    <a:pt x="16229" y="5287"/>
                    <a:pt x="16286" y="5248"/>
                    <a:pt x="16305" y="5187"/>
                  </a:cubicBezTo>
                  <a:cubicBezTo>
                    <a:pt x="16329" y="5111"/>
                    <a:pt x="16287" y="5031"/>
                    <a:pt x="16211" y="5007"/>
                  </a:cubicBezTo>
                  <a:lnTo>
                    <a:pt x="204" y="8"/>
                  </a:lnTo>
                  <a:cubicBezTo>
                    <a:pt x="189" y="3"/>
                    <a:pt x="174" y="1"/>
                    <a:pt x="1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46"/>
            <p:cNvSpPr/>
            <p:nvPr/>
          </p:nvSpPr>
          <p:spPr>
            <a:xfrm>
              <a:off x="3045835" y="2830959"/>
              <a:ext cx="162075" cy="185107"/>
            </a:xfrm>
            <a:custGeom>
              <a:rect b="b" l="l" r="r" t="t"/>
              <a:pathLst>
                <a:path extrusionOk="0" h="9596" w="8402">
                  <a:moveTo>
                    <a:pt x="8241" y="1"/>
                  </a:moveTo>
                  <a:cubicBezTo>
                    <a:pt x="8201" y="1"/>
                    <a:pt x="8161" y="17"/>
                    <a:pt x="8132" y="50"/>
                  </a:cubicBezTo>
                  <a:lnTo>
                    <a:pt x="52" y="9357"/>
                  </a:lnTo>
                  <a:cubicBezTo>
                    <a:pt x="0" y="9416"/>
                    <a:pt x="7" y="9508"/>
                    <a:pt x="67" y="9560"/>
                  </a:cubicBezTo>
                  <a:cubicBezTo>
                    <a:pt x="94" y="9584"/>
                    <a:pt x="128" y="9595"/>
                    <a:pt x="162" y="9595"/>
                  </a:cubicBezTo>
                  <a:cubicBezTo>
                    <a:pt x="200" y="9595"/>
                    <a:pt x="241" y="9577"/>
                    <a:pt x="270" y="9545"/>
                  </a:cubicBezTo>
                  <a:lnTo>
                    <a:pt x="8350" y="238"/>
                  </a:lnTo>
                  <a:cubicBezTo>
                    <a:pt x="8402" y="177"/>
                    <a:pt x="8395" y="87"/>
                    <a:pt x="8336" y="35"/>
                  </a:cubicBezTo>
                  <a:cubicBezTo>
                    <a:pt x="8309" y="12"/>
                    <a:pt x="8275" y="1"/>
                    <a:pt x="82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46"/>
            <p:cNvSpPr/>
            <p:nvPr/>
          </p:nvSpPr>
          <p:spPr>
            <a:xfrm>
              <a:off x="2529464" y="2893591"/>
              <a:ext cx="150790" cy="113888"/>
            </a:xfrm>
            <a:custGeom>
              <a:rect b="b" l="l" r="r" t="t"/>
              <a:pathLst>
                <a:path extrusionOk="0" h="5904" w="7817">
                  <a:moveTo>
                    <a:pt x="7658" y="1"/>
                  </a:moveTo>
                  <a:cubicBezTo>
                    <a:pt x="7594" y="1"/>
                    <a:pt x="7536" y="43"/>
                    <a:pt x="7519" y="108"/>
                  </a:cubicBezTo>
                  <a:lnTo>
                    <a:pt x="6094" y="5592"/>
                  </a:lnTo>
                  <a:lnTo>
                    <a:pt x="186" y="4356"/>
                  </a:lnTo>
                  <a:cubicBezTo>
                    <a:pt x="175" y="4354"/>
                    <a:pt x="165" y="4353"/>
                    <a:pt x="155" y="4353"/>
                  </a:cubicBezTo>
                  <a:cubicBezTo>
                    <a:pt x="88" y="4353"/>
                    <a:pt x="31" y="4400"/>
                    <a:pt x="17" y="4468"/>
                  </a:cubicBezTo>
                  <a:cubicBezTo>
                    <a:pt x="1" y="4545"/>
                    <a:pt x="51" y="4621"/>
                    <a:pt x="128" y="4637"/>
                  </a:cubicBezTo>
                  <a:lnTo>
                    <a:pt x="6168" y="5902"/>
                  </a:lnTo>
                  <a:cubicBezTo>
                    <a:pt x="6178" y="5903"/>
                    <a:pt x="6187" y="5903"/>
                    <a:pt x="6199" y="5903"/>
                  </a:cubicBezTo>
                  <a:cubicBezTo>
                    <a:pt x="6262" y="5903"/>
                    <a:pt x="6320" y="5862"/>
                    <a:pt x="6337" y="5797"/>
                  </a:cubicBezTo>
                  <a:lnTo>
                    <a:pt x="7797" y="181"/>
                  </a:lnTo>
                  <a:cubicBezTo>
                    <a:pt x="7817" y="103"/>
                    <a:pt x="7770" y="26"/>
                    <a:pt x="7694" y="5"/>
                  </a:cubicBezTo>
                  <a:cubicBezTo>
                    <a:pt x="7682" y="2"/>
                    <a:pt x="7670" y="1"/>
                    <a:pt x="76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1" name="Google Shape;11201;p46"/>
          <p:cNvGrpSpPr/>
          <p:nvPr/>
        </p:nvGrpSpPr>
        <p:grpSpPr>
          <a:xfrm>
            <a:off x="6811918" y="3855890"/>
            <a:ext cx="1293645" cy="350982"/>
            <a:chOff x="5211718" y="2103290"/>
            <a:chExt cx="1293645" cy="350982"/>
          </a:xfrm>
        </p:grpSpPr>
        <p:sp>
          <p:nvSpPr>
            <p:cNvPr id="11202" name="Google Shape;11202;p46"/>
            <p:cNvSpPr/>
            <p:nvPr/>
          </p:nvSpPr>
          <p:spPr>
            <a:xfrm>
              <a:off x="5211718" y="2103425"/>
              <a:ext cx="1293645" cy="348088"/>
            </a:xfrm>
            <a:custGeom>
              <a:rect b="b" l="l" r="r" t="t"/>
              <a:pathLst>
                <a:path extrusionOk="0" h="18045" w="67063">
                  <a:moveTo>
                    <a:pt x="32029" y="1"/>
                  </a:moveTo>
                  <a:cubicBezTo>
                    <a:pt x="23875" y="1"/>
                    <a:pt x="18269" y="8765"/>
                    <a:pt x="18269" y="8765"/>
                  </a:cubicBezTo>
                  <a:cubicBezTo>
                    <a:pt x="18269" y="8765"/>
                    <a:pt x="18936" y="4570"/>
                    <a:pt x="14282" y="4343"/>
                  </a:cubicBezTo>
                  <a:cubicBezTo>
                    <a:pt x="14147" y="4336"/>
                    <a:pt x="14013" y="4333"/>
                    <a:pt x="13879" y="4333"/>
                  </a:cubicBezTo>
                  <a:cubicBezTo>
                    <a:pt x="5204" y="4333"/>
                    <a:pt x="0" y="18044"/>
                    <a:pt x="0" y="18044"/>
                  </a:cubicBezTo>
                  <a:lnTo>
                    <a:pt x="62060" y="18044"/>
                  </a:lnTo>
                  <a:cubicBezTo>
                    <a:pt x="62060" y="18044"/>
                    <a:pt x="67063" y="13550"/>
                    <a:pt x="61408" y="10578"/>
                  </a:cubicBezTo>
                  <a:cubicBezTo>
                    <a:pt x="60206" y="9946"/>
                    <a:pt x="59031" y="9697"/>
                    <a:pt x="57925" y="9697"/>
                  </a:cubicBezTo>
                  <a:cubicBezTo>
                    <a:pt x="53825" y="9697"/>
                    <a:pt x="50678" y="13115"/>
                    <a:pt x="50678" y="13115"/>
                  </a:cubicBezTo>
                  <a:cubicBezTo>
                    <a:pt x="50678" y="13115"/>
                    <a:pt x="55680" y="4488"/>
                    <a:pt x="48212" y="3327"/>
                  </a:cubicBezTo>
                  <a:cubicBezTo>
                    <a:pt x="47693" y="3247"/>
                    <a:pt x="47189" y="3209"/>
                    <a:pt x="46702" y="3209"/>
                  </a:cubicBezTo>
                  <a:cubicBezTo>
                    <a:pt x="40246" y="3209"/>
                    <a:pt x="36675" y="9808"/>
                    <a:pt x="36613" y="9924"/>
                  </a:cubicBezTo>
                  <a:lnTo>
                    <a:pt x="36613" y="9924"/>
                  </a:lnTo>
                  <a:cubicBezTo>
                    <a:pt x="36683" y="9792"/>
                    <a:pt x="41196" y="1288"/>
                    <a:pt x="33785" y="137"/>
                  </a:cubicBezTo>
                  <a:cubicBezTo>
                    <a:pt x="33188" y="44"/>
                    <a:pt x="32602" y="1"/>
                    <a:pt x="320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46"/>
            <p:cNvSpPr/>
            <p:nvPr/>
          </p:nvSpPr>
          <p:spPr>
            <a:xfrm>
              <a:off x="5366244" y="2184401"/>
              <a:ext cx="124112" cy="269867"/>
            </a:xfrm>
            <a:custGeom>
              <a:rect b="b" l="l" r="r" t="t"/>
              <a:pathLst>
                <a:path extrusionOk="0" h="13990" w="6434">
                  <a:moveTo>
                    <a:pt x="6273" y="0"/>
                  </a:moveTo>
                  <a:cubicBezTo>
                    <a:pt x="6218" y="0"/>
                    <a:pt x="6165" y="33"/>
                    <a:pt x="6141" y="87"/>
                  </a:cubicBezTo>
                  <a:lnTo>
                    <a:pt x="33" y="13788"/>
                  </a:lnTo>
                  <a:cubicBezTo>
                    <a:pt x="0" y="13861"/>
                    <a:pt x="33" y="13946"/>
                    <a:pt x="105" y="13979"/>
                  </a:cubicBezTo>
                  <a:cubicBezTo>
                    <a:pt x="123" y="13987"/>
                    <a:pt x="144" y="13990"/>
                    <a:pt x="163" y="13990"/>
                  </a:cubicBezTo>
                  <a:cubicBezTo>
                    <a:pt x="218" y="13990"/>
                    <a:pt x="271" y="13959"/>
                    <a:pt x="294" y="13906"/>
                  </a:cubicBezTo>
                  <a:lnTo>
                    <a:pt x="6402" y="203"/>
                  </a:lnTo>
                  <a:cubicBezTo>
                    <a:pt x="6434" y="130"/>
                    <a:pt x="6402" y="45"/>
                    <a:pt x="6329" y="13"/>
                  </a:cubicBezTo>
                  <a:cubicBezTo>
                    <a:pt x="6311" y="4"/>
                    <a:pt x="6292" y="0"/>
                    <a:pt x="62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46"/>
            <p:cNvSpPr/>
            <p:nvPr/>
          </p:nvSpPr>
          <p:spPr>
            <a:xfrm>
              <a:off x="5693446" y="2103290"/>
              <a:ext cx="173128" cy="350982"/>
            </a:xfrm>
            <a:custGeom>
              <a:rect b="b" l="l" r="r" t="t"/>
              <a:pathLst>
                <a:path extrusionOk="0" h="18195" w="8975">
                  <a:moveTo>
                    <a:pt x="8811" y="1"/>
                  </a:moveTo>
                  <a:cubicBezTo>
                    <a:pt x="8758" y="1"/>
                    <a:pt x="8707" y="30"/>
                    <a:pt x="8682" y="82"/>
                  </a:cubicBezTo>
                  <a:lnTo>
                    <a:pt x="36" y="17990"/>
                  </a:lnTo>
                  <a:cubicBezTo>
                    <a:pt x="1" y="18061"/>
                    <a:pt x="32" y="18146"/>
                    <a:pt x="102" y="18182"/>
                  </a:cubicBezTo>
                  <a:cubicBezTo>
                    <a:pt x="123" y="18192"/>
                    <a:pt x="144" y="18195"/>
                    <a:pt x="165" y="18195"/>
                  </a:cubicBezTo>
                  <a:cubicBezTo>
                    <a:pt x="218" y="18195"/>
                    <a:pt x="270" y="18166"/>
                    <a:pt x="294" y="18114"/>
                  </a:cubicBezTo>
                  <a:lnTo>
                    <a:pt x="8940" y="206"/>
                  </a:lnTo>
                  <a:cubicBezTo>
                    <a:pt x="8974" y="136"/>
                    <a:pt x="8945" y="50"/>
                    <a:pt x="8874" y="15"/>
                  </a:cubicBezTo>
                  <a:cubicBezTo>
                    <a:pt x="8854" y="5"/>
                    <a:pt x="8832" y="1"/>
                    <a:pt x="88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46"/>
            <p:cNvSpPr/>
            <p:nvPr/>
          </p:nvSpPr>
          <p:spPr>
            <a:xfrm>
              <a:off x="5994492" y="2164823"/>
              <a:ext cx="150385" cy="289446"/>
            </a:xfrm>
            <a:custGeom>
              <a:rect b="b" l="l" r="r" t="t"/>
              <a:pathLst>
                <a:path extrusionOk="0" h="15005" w="7796">
                  <a:moveTo>
                    <a:pt x="7631" y="0"/>
                  </a:moveTo>
                  <a:cubicBezTo>
                    <a:pt x="7579" y="0"/>
                    <a:pt x="7529" y="28"/>
                    <a:pt x="7504" y="78"/>
                  </a:cubicBezTo>
                  <a:lnTo>
                    <a:pt x="36" y="14797"/>
                  </a:lnTo>
                  <a:cubicBezTo>
                    <a:pt x="0" y="14868"/>
                    <a:pt x="28" y="14955"/>
                    <a:pt x="99" y="14990"/>
                  </a:cubicBezTo>
                  <a:cubicBezTo>
                    <a:pt x="120" y="15000"/>
                    <a:pt x="142" y="15005"/>
                    <a:pt x="165" y="15005"/>
                  </a:cubicBezTo>
                  <a:cubicBezTo>
                    <a:pt x="216" y="15005"/>
                    <a:pt x="266" y="14977"/>
                    <a:pt x="292" y="14927"/>
                  </a:cubicBezTo>
                  <a:lnTo>
                    <a:pt x="7760" y="209"/>
                  </a:lnTo>
                  <a:cubicBezTo>
                    <a:pt x="7796" y="138"/>
                    <a:pt x="7768" y="51"/>
                    <a:pt x="7697" y="16"/>
                  </a:cubicBezTo>
                  <a:cubicBezTo>
                    <a:pt x="7676" y="5"/>
                    <a:pt x="7653" y="0"/>
                    <a:pt x="76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46"/>
            <p:cNvSpPr/>
            <p:nvPr/>
          </p:nvSpPr>
          <p:spPr>
            <a:xfrm>
              <a:off x="6272487" y="2304669"/>
              <a:ext cx="126851" cy="149594"/>
            </a:xfrm>
            <a:custGeom>
              <a:rect b="b" l="l" r="r" t="t"/>
              <a:pathLst>
                <a:path extrusionOk="0" h="7755" w="6576">
                  <a:moveTo>
                    <a:pt x="6416" y="1"/>
                  </a:moveTo>
                  <a:cubicBezTo>
                    <a:pt x="6375" y="1"/>
                    <a:pt x="6334" y="18"/>
                    <a:pt x="6305" y="51"/>
                  </a:cubicBezTo>
                  <a:lnTo>
                    <a:pt x="52" y="7520"/>
                  </a:lnTo>
                  <a:cubicBezTo>
                    <a:pt x="1" y="7581"/>
                    <a:pt x="9" y="7671"/>
                    <a:pt x="70" y="7723"/>
                  </a:cubicBezTo>
                  <a:cubicBezTo>
                    <a:pt x="96" y="7745"/>
                    <a:pt x="130" y="7755"/>
                    <a:pt x="162" y="7755"/>
                  </a:cubicBezTo>
                  <a:cubicBezTo>
                    <a:pt x="202" y="7755"/>
                    <a:pt x="244" y="7739"/>
                    <a:pt x="271" y="7705"/>
                  </a:cubicBezTo>
                  <a:lnTo>
                    <a:pt x="6524" y="237"/>
                  </a:lnTo>
                  <a:cubicBezTo>
                    <a:pt x="6576" y="176"/>
                    <a:pt x="6568" y="85"/>
                    <a:pt x="6507" y="34"/>
                  </a:cubicBezTo>
                  <a:cubicBezTo>
                    <a:pt x="6480" y="12"/>
                    <a:pt x="6448" y="1"/>
                    <a:pt x="64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46"/>
            <p:cNvSpPr/>
            <p:nvPr/>
          </p:nvSpPr>
          <p:spPr>
            <a:xfrm>
              <a:off x="6293474" y="2291360"/>
              <a:ext cx="157445" cy="103626"/>
            </a:xfrm>
            <a:custGeom>
              <a:rect b="b" l="l" r="r" t="t"/>
              <a:pathLst>
                <a:path extrusionOk="0" h="5372" w="8162">
                  <a:moveTo>
                    <a:pt x="162" y="1"/>
                  </a:moveTo>
                  <a:cubicBezTo>
                    <a:pt x="149" y="1"/>
                    <a:pt x="135" y="3"/>
                    <a:pt x="121" y="7"/>
                  </a:cubicBezTo>
                  <a:cubicBezTo>
                    <a:pt x="44" y="29"/>
                    <a:pt x="1" y="108"/>
                    <a:pt x="23" y="184"/>
                  </a:cubicBezTo>
                  <a:lnTo>
                    <a:pt x="1511" y="5268"/>
                  </a:lnTo>
                  <a:cubicBezTo>
                    <a:pt x="1528" y="5330"/>
                    <a:pt x="1585" y="5372"/>
                    <a:pt x="1648" y="5372"/>
                  </a:cubicBezTo>
                  <a:cubicBezTo>
                    <a:pt x="1657" y="5372"/>
                    <a:pt x="1665" y="5370"/>
                    <a:pt x="1675" y="5368"/>
                  </a:cubicBezTo>
                  <a:lnTo>
                    <a:pt x="8031" y="4192"/>
                  </a:lnTo>
                  <a:cubicBezTo>
                    <a:pt x="8110" y="4177"/>
                    <a:pt x="8162" y="4103"/>
                    <a:pt x="8147" y="4024"/>
                  </a:cubicBezTo>
                  <a:cubicBezTo>
                    <a:pt x="8134" y="3956"/>
                    <a:pt x="8072" y="3907"/>
                    <a:pt x="8005" y="3907"/>
                  </a:cubicBezTo>
                  <a:cubicBezTo>
                    <a:pt x="7997" y="3907"/>
                    <a:pt x="7988" y="3908"/>
                    <a:pt x="7979" y="3910"/>
                  </a:cubicBezTo>
                  <a:lnTo>
                    <a:pt x="1749" y="5062"/>
                  </a:lnTo>
                  <a:lnTo>
                    <a:pt x="299" y="103"/>
                  </a:lnTo>
                  <a:cubicBezTo>
                    <a:pt x="280" y="41"/>
                    <a:pt x="224" y="1"/>
                    <a:pt x="1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46"/>
            <p:cNvSpPr/>
            <p:nvPr/>
          </p:nvSpPr>
          <p:spPr>
            <a:xfrm>
              <a:off x="6032163" y="2179868"/>
              <a:ext cx="189929" cy="130381"/>
            </a:xfrm>
            <a:custGeom>
              <a:rect b="b" l="l" r="r" t="t"/>
              <a:pathLst>
                <a:path extrusionOk="0" h="6759" w="9846">
                  <a:moveTo>
                    <a:pt x="162" y="0"/>
                  </a:moveTo>
                  <a:cubicBezTo>
                    <a:pt x="149" y="0"/>
                    <a:pt x="135" y="2"/>
                    <a:pt x="122" y="6"/>
                  </a:cubicBezTo>
                  <a:cubicBezTo>
                    <a:pt x="44" y="27"/>
                    <a:pt x="1" y="107"/>
                    <a:pt x="22" y="183"/>
                  </a:cubicBezTo>
                  <a:lnTo>
                    <a:pt x="1862" y="6654"/>
                  </a:lnTo>
                  <a:cubicBezTo>
                    <a:pt x="1875" y="6696"/>
                    <a:pt x="1904" y="6729"/>
                    <a:pt x="1944" y="6745"/>
                  </a:cubicBezTo>
                  <a:cubicBezTo>
                    <a:pt x="1962" y="6754"/>
                    <a:pt x="1981" y="6758"/>
                    <a:pt x="2001" y="6758"/>
                  </a:cubicBezTo>
                  <a:cubicBezTo>
                    <a:pt x="2023" y="6758"/>
                    <a:pt x="2046" y="6752"/>
                    <a:pt x="2067" y="6742"/>
                  </a:cubicBezTo>
                  <a:lnTo>
                    <a:pt x="9747" y="2747"/>
                  </a:lnTo>
                  <a:cubicBezTo>
                    <a:pt x="9818" y="2710"/>
                    <a:pt x="9846" y="2625"/>
                    <a:pt x="9809" y="2554"/>
                  </a:cubicBezTo>
                  <a:cubicBezTo>
                    <a:pt x="9783" y="2504"/>
                    <a:pt x="9733" y="2477"/>
                    <a:pt x="9681" y="2477"/>
                  </a:cubicBezTo>
                  <a:cubicBezTo>
                    <a:pt x="9659" y="2477"/>
                    <a:pt x="9636" y="2482"/>
                    <a:pt x="9615" y="2493"/>
                  </a:cubicBezTo>
                  <a:lnTo>
                    <a:pt x="2091" y="6405"/>
                  </a:lnTo>
                  <a:lnTo>
                    <a:pt x="299" y="104"/>
                  </a:lnTo>
                  <a:cubicBezTo>
                    <a:pt x="280" y="42"/>
                    <a:pt x="224" y="0"/>
                    <a:pt x="1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46"/>
            <p:cNvSpPr/>
            <p:nvPr/>
          </p:nvSpPr>
          <p:spPr>
            <a:xfrm>
              <a:off x="5966696" y="2225738"/>
              <a:ext cx="58680" cy="180034"/>
            </a:xfrm>
            <a:custGeom>
              <a:rect b="b" l="l" r="r" t="t"/>
              <a:pathLst>
                <a:path extrusionOk="0" h="9333" w="3042">
                  <a:moveTo>
                    <a:pt x="161" y="0"/>
                  </a:moveTo>
                  <a:cubicBezTo>
                    <a:pt x="147" y="0"/>
                    <a:pt x="133" y="2"/>
                    <a:pt x="120" y="7"/>
                  </a:cubicBezTo>
                  <a:cubicBezTo>
                    <a:pt x="43" y="29"/>
                    <a:pt x="1" y="110"/>
                    <a:pt x="23" y="185"/>
                  </a:cubicBezTo>
                  <a:lnTo>
                    <a:pt x="2744" y="9230"/>
                  </a:lnTo>
                  <a:cubicBezTo>
                    <a:pt x="2763" y="9292"/>
                    <a:pt x="2819" y="9333"/>
                    <a:pt x="2881" y="9333"/>
                  </a:cubicBezTo>
                  <a:cubicBezTo>
                    <a:pt x="2895" y="9333"/>
                    <a:pt x="2908" y="9331"/>
                    <a:pt x="2922" y="9326"/>
                  </a:cubicBezTo>
                  <a:cubicBezTo>
                    <a:pt x="2998" y="9304"/>
                    <a:pt x="3042" y="9223"/>
                    <a:pt x="3019" y="9147"/>
                  </a:cubicBezTo>
                  <a:lnTo>
                    <a:pt x="297" y="103"/>
                  </a:lnTo>
                  <a:cubicBezTo>
                    <a:pt x="279" y="40"/>
                    <a:pt x="222" y="0"/>
                    <a:pt x="1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46"/>
            <p:cNvSpPr/>
            <p:nvPr/>
          </p:nvSpPr>
          <p:spPr>
            <a:xfrm>
              <a:off x="5732275" y="2120766"/>
              <a:ext cx="213193" cy="127063"/>
            </a:xfrm>
            <a:custGeom>
              <a:rect b="b" l="l" r="r" t="t"/>
              <a:pathLst>
                <a:path extrusionOk="0" h="6587" w="11052">
                  <a:moveTo>
                    <a:pt x="165" y="1"/>
                  </a:moveTo>
                  <a:cubicBezTo>
                    <a:pt x="143" y="1"/>
                    <a:pt x="121" y="6"/>
                    <a:pt x="101" y="16"/>
                  </a:cubicBezTo>
                  <a:cubicBezTo>
                    <a:pt x="30" y="51"/>
                    <a:pt x="1" y="137"/>
                    <a:pt x="36" y="208"/>
                  </a:cubicBezTo>
                  <a:lnTo>
                    <a:pt x="3192" y="6507"/>
                  </a:lnTo>
                  <a:cubicBezTo>
                    <a:pt x="3209" y="6541"/>
                    <a:pt x="3240" y="6569"/>
                    <a:pt x="3275" y="6580"/>
                  </a:cubicBezTo>
                  <a:cubicBezTo>
                    <a:pt x="3290" y="6585"/>
                    <a:pt x="3305" y="6586"/>
                    <a:pt x="3319" y="6586"/>
                  </a:cubicBezTo>
                  <a:cubicBezTo>
                    <a:pt x="3343" y="6586"/>
                    <a:pt x="3366" y="6582"/>
                    <a:pt x="3387" y="6570"/>
                  </a:cubicBezTo>
                  <a:lnTo>
                    <a:pt x="10955" y="2554"/>
                  </a:lnTo>
                  <a:cubicBezTo>
                    <a:pt x="11024" y="2517"/>
                    <a:pt x="11051" y="2432"/>
                    <a:pt x="11014" y="2361"/>
                  </a:cubicBezTo>
                  <a:cubicBezTo>
                    <a:pt x="10988" y="2313"/>
                    <a:pt x="10938" y="2285"/>
                    <a:pt x="10886" y="2285"/>
                  </a:cubicBezTo>
                  <a:cubicBezTo>
                    <a:pt x="10864" y="2285"/>
                    <a:pt x="10841" y="2290"/>
                    <a:pt x="10819" y="2301"/>
                  </a:cubicBezTo>
                  <a:lnTo>
                    <a:pt x="3382" y="6248"/>
                  </a:lnTo>
                  <a:lnTo>
                    <a:pt x="292" y="80"/>
                  </a:lnTo>
                  <a:cubicBezTo>
                    <a:pt x="267" y="29"/>
                    <a:pt x="217" y="1"/>
                    <a:pt x="1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46"/>
            <p:cNvSpPr/>
            <p:nvPr/>
          </p:nvSpPr>
          <p:spPr>
            <a:xfrm>
              <a:off x="5669276" y="2157049"/>
              <a:ext cx="94367" cy="165065"/>
            </a:xfrm>
            <a:custGeom>
              <a:rect b="b" l="l" r="r" t="t"/>
              <a:pathLst>
                <a:path extrusionOk="0" h="8557" w="4892">
                  <a:moveTo>
                    <a:pt x="164" y="1"/>
                  </a:moveTo>
                  <a:cubicBezTo>
                    <a:pt x="141" y="1"/>
                    <a:pt x="117" y="7"/>
                    <a:pt x="95" y="19"/>
                  </a:cubicBezTo>
                  <a:cubicBezTo>
                    <a:pt x="26" y="58"/>
                    <a:pt x="0" y="145"/>
                    <a:pt x="39" y="214"/>
                  </a:cubicBezTo>
                  <a:lnTo>
                    <a:pt x="4601" y="8483"/>
                  </a:lnTo>
                  <a:cubicBezTo>
                    <a:pt x="4627" y="8531"/>
                    <a:pt x="4675" y="8557"/>
                    <a:pt x="4727" y="8557"/>
                  </a:cubicBezTo>
                  <a:cubicBezTo>
                    <a:pt x="4749" y="8557"/>
                    <a:pt x="4774" y="8552"/>
                    <a:pt x="4796" y="8539"/>
                  </a:cubicBezTo>
                  <a:cubicBezTo>
                    <a:pt x="4865" y="8501"/>
                    <a:pt x="4891" y="8414"/>
                    <a:pt x="4853" y="8344"/>
                  </a:cubicBezTo>
                  <a:lnTo>
                    <a:pt x="290" y="75"/>
                  </a:lnTo>
                  <a:cubicBezTo>
                    <a:pt x="264" y="28"/>
                    <a:pt x="215" y="1"/>
                    <a:pt x="1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46"/>
            <p:cNvSpPr/>
            <p:nvPr/>
          </p:nvSpPr>
          <p:spPr>
            <a:xfrm>
              <a:off x="5381849" y="2213181"/>
              <a:ext cx="183255" cy="82368"/>
            </a:xfrm>
            <a:custGeom>
              <a:rect b="b" l="l" r="r" t="t"/>
              <a:pathLst>
                <a:path extrusionOk="0" h="4270" w="9500">
                  <a:moveTo>
                    <a:pt x="163" y="0"/>
                  </a:moveTo>
                  <a:cubicBezTo>
                    <a:pt x="134" y="0"/>
                    <a:pt x="105" y="9"/>
                    <a:pt x="79" y="27"/>
                  </a:cubicBezTo>
                  <a:cubicBezTo>
                    <a:pt x="15" y="74"/>
                    <a:pt x="0" y="163"/>
                    <a:pt x="46" y="227"/>
                  </a:cubicBezTo>
                  <a:lnTo>
                    <a:pt x="2906" y="4209"/>
                  </a:lnTo>
                  <a:cubicBezTo>
                    <a:pt x="2934" y="4248"/>
                    <a:pt x="2977" y="4269"/>
                    <a:pt x="3022" y="4269"/>
                  </a:cubicBezTo>
                  <a:cubicBezTo>
                    <a:pt x="3042" y="4269"/>
                    <a:pt x="3061" y="4264"/>
                    <a:pt x="3080" y="4258"/>
                  </a:cubicBezTo>
                  <a:lnTo>
                    <a:pt x="9394" y="1500"/>
                  </a:lnTo>
                  <a:cubicBezTo>
                    <a:pt x="9467" y="1468"/>
                    <a:pt x="9499" y="1384"/>
                    <a:pt x="9467" y="1312"/>
                  </a:cubicBezTo>
                  <a:cubicBezTo>
                    <a:pt x="9444" y="1258"/>
                    <a:pt x="9391" y="1226"/>
                    <a:pt x="9335" y="1226"/>
                  </a:cubicBezTo>
                  <a:cubicBezTo>
                    <a:pt x="9316" y="1226"/>
                    <a:pt x="9297" y="1230"/>
                    <a:pt x="9278" y="1238"/>
                  </a:cubicBezTo>
                  <a:lnTo>
                    <a:pt x="3071" y="3948"/>
                  </a:lnTo>
                  <a:lnTo>
                    <a:pt x="279" y="60"/>
                  </a:lnTo>
                  <a:cubicBezTo>
                    <a:pt x="251" y="21"/>
                    <a:pt x="208" y="0"/>
                    <a:pt x="1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46"/>
            <p:cNvSpPr/>
            <p:nvPr/>
          </p:nvSpPr>
          <p:spPr>
            <a:xfrm>
              <a:off x="5333780" y="2251566"/>
              <a:ext cx="86728" cy="94926"/>
            </a:xfrm>
            <a:custGeom>
              <a:rect b="b" l="l" r="r" t="t"/>
              <a:pathLst>
                <a:path extrusionOk="0" h="4921" w="4496">
                  <a:moveTo>
                    <a:pt x="161" y="1"/>
                  </a:moveTo>
                  <a:cubicBezTo>
                    <a:pt x="127" y="1"/>
                    <a:pt x="92" y="13"/>
                    <a:pt x="65" y="37"/>
                  </a:cubicBezTo>
                  <a:cubicBezTo>
                    <a:pt x="6" y="91"/>
                    <a:pt x="1" y="181"/>
                    <a:pt x="54" y="240"/>
                  </a:cubicBezTo>
                  <a:lnTo>
                    <a:pt x="4230" y="4874"/>
                  </a:lnTo>
                  <a:cubicBezTo>
                    <a:pt x="4259" y="4906"/>
                    <a:pt x="4297" y="4920"/>
                    <a:pt x="4336" y="4920"/>
                  </a:cubicBezTo>
                  <a:cubicBezTo>
                    <a:pt x="4372" y="4920"/>
                    <a:pt x="4405" y="4909"/>
                    <a:pt x="4433" y="4883"/>
                  </a:cubicBezTo>
                  <a:cubicBezTo>
                    <a:pt x="4491" y="4832"/>
                    <a:pt x="4496" y="4740"/>
                    <a:pt x="4442" y="4682"/>
                  </a:cubicBezTo>
                  <a:lnTo>
                    <a:pt x="269" y="49"/>
                  </a:lnTo>
                  <a:cubicBezTo>
                    <a:pt x="240" y="17"/>
                    <a:pt x="200" y="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4" name="Google Shape;11214;p46"/>
          <p:cNvGrpSpPr/>
          <p:nvPr/>
        </p:nvGrpSpPr>
        <p:grpSpPr>
          <a:xfrm>
            <a:off x="4038947" y="4204079"/>
            <a:ext cx="4151922" cy="392031"/>
            <a:chOff x="2438747" y="3746879"/>
            <a:chExt cx="4151922" cy="392031"/>
          </a:xfrm>
        </p:grpSpPr>
        <p:sp>
          <p:nvSpPr>
            <p:cNvPr id="11215" name="Google Shape;11215;p46"/>
            <p:cNvSpPr/>
            <p:nvPr/>
          </p:nvSpPr>
          <p:spPr>
            <a:xfrm>
              <a:off x="2438747" y="3746879"/>
              <a:ext cx="4151922" cy="392031"/>
            </a:xfrm>
            <a:custGeom>
              <a:rect b="b" l="l" r="r" t="t"/>
              <a:pathLst>
                <a:path extrusionOk="0" h="20323" w="215237">
                  <a:moveTo>
                    <a:pt x="1" y="0"/>
                  </a:moveTo>
                  <a:lnTo>
                    <a:pt x="1" y="20322"/>
                  </a:lnTo>
                  <a:lnTo>
                    <a:pt x="215237" y="20322"/>
                  </a:lnTo>
                  <a:lnTo>
                    <a:pt x="2152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46"/>
            <p:cNvSpPr/>
            <p:nvPr/>
          </p:nvSpPr>
          <p:spPr>
            <a:xfrm>
              <a:off x="3814624" y="4026591"/>
              <a:ext cx="105613" cy="23804"/>
            </a:xfrm>
            <a:custGeom>
              <a:rect b="b" l="l" r="r" t="t"/>
              <a:pathLst>
                <a:path extrusionOk="0" h="1234" w="5475">
                  <a:moveTo>
                    <a:pt x="2737" y="0"/>
                  </a:moveTo>
                  <a:cubicBezTo>
                    <a:pt x="1227" y="0"/>
                    <a:pt x="0" y="276"/>
                    <a:pt x="0" y="616"/>
                  </a:cubicBezTo>
                  <a:cubicBezTo>
                    <a:pt x="0" y="956"/>
                    <a:pt x="1225" y="1233"/>
                    <a:pt x="2737" y="1233"/>
                  </a:cubicBezTo>
                  <a:cubicBezTo>
                    <a:pt x="4248" y="1233"/>
                    <a:pt x="5475" y="956"/>
                    <a:pt x="5475" y="616"/>
                  </a:cubicBezTo>
                  <a:cubicBezTo>
                    <a:pt x="5475" y="276"/>
                    <a:pt x="4248" y="0"/>
                    <a:pt x="273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46"/>
            <p:cNvSpPr/>
            <p:nvPr/>
          </p:nvSpPr>
          <p:spPr>
            <a:xfrm>
              <a:off x="3130071" y="3804226"/>
              <a:ext cx="97202" cy="28009"/>
            </a:xfrm>
            <a:custGeom>
              <a:rect b="b" l="l" r="r" t="t"/>
              <a:pathLst>
                <a:path extrusionOk="0" h="1452" w="5039">
                  <a:moveTo>
                    <a:pt x="2520" y="1"/>
                  </a:moveTo>
                  <a:cubicBezTo>
                    <a:pt x="1129" y="1"/>
                    <a:pt x="1" y="325"/>
                    <a:pt x="1" y="726"/>
                  </a:cubicBezTo>
                  <a:cubicBezTo>
                    <a:pt x="1" y="1126"/>
                    <a:pt x="1129" y="1451"/>
                    <a:pt x="2520" y="1451"/>
                  </a:cubicBezTo>
                  <a:cubicBezTo>
                    <a:pt x="3910" y="1451"/>
                    <a:pt x="5039" y="1126"/>
                    <a:pt x="5039" y="726"/>
                  </a:cubicBezTo>
                  <a:cubicBezTo>
                    <a:pt x="5039" y="325"/>
                    <a:pt x="3910" y="1"/>
                    <a:pt x="2520"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46"/>
            <p:cNvSpPr/>
            <p:nvPr/>
          </p:nvSpPr>
          <p:spPr>
            <a:xfrm>
              <a:off x="3259675" y="3778340"/>
              <a:ext cx="94868" cy="13329"/>
            </a:xfrm>
            <a:custGeom>
              <a:rect b="b" l="l" r="r" t="t"/>
              <a:pathLst>
                <a:path extrusionOk="0" h="691" w="4918">
                  <a:moveTo>
                    <a:pt x="2460" y="0"/>
                  </a:moveTo>
                  <a:cubicBezTo>
                    <a:pt x="1101" y="0"/>
                    <a:pt x="0" y="155"/>
                    <a:pt x="0" y="345"/>
                  </a:cubicBezTo>
                  <a:cubicBezTo>
                    <a:pt x="0" y="535"/>
                    <a:pt x="1101" y="690"/>
                    <a:pt x="2460" y="690"/>
                  </a:cubicBezTo>
                  <a:cubicBezTo>
                    <a:pt x="3817" y="690"/>
                    <a:pt x="4917" y="535"/>
                    <a:pt x="4917" y="345"/>
                  </a:cubicBezTo>
                  <a:cubicBezTo>
                    <a:pt x="4917" y="155"/>
                    <a:pt x="3817" y="0"/>
                    <a:pt x="246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46"/>
            <p:cNvSpPr/>
            <p:nvPr/>
          </p:nvSpPr>
          <p:spPr>
            <a:xfrm>
              <a:off x="4923615" y="4041984"/>
              <a:ext cx="109104" cy="32156"/>
            </a:xfrm>
            <a:custGeom>
              <a:rect b="b" l="l" r="r" t="t"/>
              <a:pathLst>
                <a:path extrusionOk="0" h="1667" w="5656">
                  <a:moveTo>
                    <a:pt x="2829" y="0"/>
                  </a:moveTo>
                  <a:cubicBezTo>
                    <a:pt x="1267" y="0"/>
                    <a:pt x="0" y="372"/>
                    <a:pt x="0" y="833"/>
                  </a:cubicBezTo>
                  <a:cubicBezTo>
                    <a:pt x="0" y="1294"/>
                    <a:pt x="1267" y="1666"/>
                    <a:pt x="2829" y="1666"/>
                  </a:cubicBezTo>
                  <a:cubicBezTo>
                    <a:pt x="4390" y="1666"/>
                    <a:pt x="5655" y="1294"/>
                    <a:pt x="5655" y="833"/>
                  </a:cubicBezTo>
                  <a:cubicBezTo>
                    <a:pt x="5655" y="372"/>
                    <a:pt x="4390" y="0"/>
                    <a:pt x="2829"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46"/>
            <p:cNvSpPr/>
            <p:nvPr/>
          </p:nvSpPr>
          <p:spPr>
            <a:xfrm>
              <a:off x="5557824" y="3995131"/>
              <a:ext cx="89525" cy="23090"/>
            </a:xfrm>
            <a:custGeom>
              <a:rect b="b" l="l" r="r" t="t"/>
              <a:pathLst>
                <a:path extrusionOk="0" h="1197" w="4641">
                  <a:moveTo>
                    <a:pt x="2321" y="0"/>
                  </a:moveTo>
                  <a:cubicBezTo>
                    <a:pt x="1040" y="0"/>
                    <a:pt x="1" y="268"/>
                    <a:pt x="1" y="598"/>
                  </a:cubicBezTo>
                  <a:cubicBezTo>
                    <a:pt x="1" y="929"/>
                    <a:pt x="1040" y="1196"/>
                    <a:pt x="2321" y="1196"/>
                  </a:cubicBezTo>
                  <a:cubicBezTo>
                    <a:pt x="3602" y="1196"/>
                    <a:pt x="4640" y="929"/>
                    <a:pt x="4640" y="598"/>
                  </a:cubicBezTo>
                  <a:cubicBezTo>
                    <a:pt x="4640" y="268"/>
                    <a:pt x="3602" y="0"/>
                    <a:pt x="232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46"/>
            <p:cNvSpPr/>
            <p:nvPr/>
          </p:nvSpPr>
          <p:spPr>
            <a:xfrm>
              <a:off x="5621459" y="3814700"/>
              <a:ext cx="103510" cy="23804"/>
            </a:xfrm>
            <a:custGeom>
              <a:rect b="b" l="l" r="r" t="t"/>
              <a:pathLst>
                <a:path extrusionOk="0" h="1234" w="5366">
                  <a:moveTo>
                    <a:pt x="2684" y="1"/>
                  </a:moveTo>
                  <a:cubicBezTo>
                    <a:pt x="1201" y="1"/>
                    <a:pt x="1" y="276"/>
                    <a:pt x="1" y="618"/>
                  </a:cubicBezTo>
                  <a:cubicBezTo>
                    <a:pt x="1" y="958"/>
                    <a:pt x="1201" y="1234"/>
                    <a:pt x="2684" y="1234"/>
                  </a:cubicBezTo>
                  <a:cubicBezTo>
                    <a:pt x="4165" y="1234"/>
                    <a:pt x="5365" y="958"/>
                    <a:pt x="5365" y="618"/>
                  </a:cubicBezTo>
                  <a:cubicBezTo>
                    <a:pt x="5365" y="276"/>
                    <a:pt x="4165" y="1"/>
                    <a:pt x="2684"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46"/>
            <p:cNvSpPr/>
            <p:nvPr/>
          </p:nvSpPr>
          <p:spPr>
            <a:xfrm>
              <a:off x="4632735" y="3779053"/>
              <a:ext cx="78337" cy="19599"/>
            </a:xfrm>
            <a:custGeom>
              <a:rect b="b" l="l" r="r" t="t"/>
              <a:pathLst>
                <a:path extrusionOk="0" h="1016" w="4061">
                  <a:moveTo>
                    <a:pt x="2031" y="0"/>
                  </a:moveTo>
                  <a:cubicBezTo>
                    <a:pt x="910" y="0"/>
                    <a:pt x="1" y="228"/>
                    <a:pt x="1" y="508"/>
                  </a:cubicBezTo>
                  <a:cubicBezTo>
                    <a:pt x="1" y="788"/>
                    <a:pt x="910" y="1016"/>
                    <a:pt x="2031" y="1016"/>
                  </a:cubicBezTo>
                  <a:cubicBezTo>
                    <a:pt x="3151" y="1016"/>
                    <a:pt x="4060" y="788"/>
                    <a:pt x="4060" y="508"/>
                  </a:cubicBezTo>
                  <a:cubicBezTo>
                    <a:pt x="4060" y="228"/>
                    <a:pt x="3151" y="0"/>
                    <a:pt x="203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46"/>
            <p:cNvSpPr/>
            <p:nvPr/>
          </p:nvSpPr>
          <p:spPr>
            <a:xfrm>
              <a:off x="2989530" y="3857078"/>
              <a:ext cx="3045872" cy="59240"/>
            </a:xfrm>
            <a:custGeom>
              <a:rect b="b" l="l" r="r" t="t"/>
              <a:pathLst>
                <a:path extrusionOk="0" h="3071" w="157899">
                  <a:moveTo>
                    <a:pt x="78949" y="0"/>
                  </a:moveTo>
                  <a:cubicBezTo>
                    <a:pt x="58011" y="0"/>
                    <a:pt x="37929" y="162"/>
                    <a:pt x="23124" y="450"/>
                  </a:cubicBezTo>
                  <a:cubicBezTo>
                    <a:pt x="8318" y="737"/>
                    <a:pt x="1" y="1129"/>
                    <a:pt x="1" y="1535"/>
                  </a:cubicBezTo>
                  <a:cubicBezTo>
                    <a:pt x="1" y="1942"/>
                    <a:pt x="8318" y="2332"/>
                    <a:pt x="23124" y="2621"/>
                  </a:cubicBezTo>
                  <a:cubicBezTo>
                    <a:pt x="37929" y="2908"/>
                    <a:pt x="58011" y="3070"/>
                    <a:pt x="78949" y="3070"/>
                  </a:cubicBezTo>
                  <a:cubicBezTo>
                    <a:pt x="99888" y="3070"/>
                    <a:pt x="119968" y="2908"/>
                    <a:pt x="134774" y="2621"/>
                  </a:cubicBezTo>
                  <a:cubicBezTo>
                    <a:pt x="149581" y="2332"/>
                    <a:pt x="157898" y="1942"/>
                    <a:pt x="157898" y="1535"/>
                  </a:cubicBezTo>
                  <a:cubicBezTo>
                    <a:pt x="157898" y="1129"/>
                    <a:pt x="149581" y="737"/>
                    <a:pt x="134774" y="450"/>
                  </a:cubicBezTo>
                  <a:cubicBezTo>
                    <a:pt x="119968" y="162"/>
                    <a:pt x="99888" y="0"/>
                    <a:pt x="78949"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4" name="Google Shape;11224;p46"/>
          <p:cNvGrpSpPr/>
          <p:nvPr/>
        </p:nvGrpSpPr>
        <p:grpSpPr>
          <a:xfrm>
            <a:off x="3923000" y="4226512"/>
            <a:ext cx="559314" cy="458408"/>
            <a:chOff x="2322800" y="2473912"/>
            <a:chExt cx="559314" cy="458408"/>
          </a:xfrm>
        </p:grpSpPr>
        <p:sp>
          <p:nvSpPr>
            <p:cNvPr id="11225" name="Google Shape;11225;p46"/>
            <p:cNvSpPr/>
            <p:nvPr/>
          </p:nvSpPr>
          <p:spPr>
            <a:xfrm>
              <a:off x="2322800" y="2473912"/>
              <a:ext cx="559314" cy="458408"/>
            </a:xfrm>
            <a:custGeom>
              <a:rect b="b" l="l" r="r" t="t"/>
              <a:pathLst>
                <a:path extrusionOk="0" h="23764" w="28995">
                  <a:moveTo>
                    <a:pt x="26676" y="1"/>
                  </a:moveTo>
                  <a:lnTo>
                    <a:pt x="26676" y="1"/>
                  </a:lnTo>
                  <a:cubicBezTo>
                    <a:pt x="19372" y="3867"/>
                    <a:pt x="13043" y="9649"/>
                    <a:pt x="8450" y="16518"/>
                  </a:cubicBezTo>
                  <a:cubicBezTo>
                    <a:pt x="11093" y="11561"/>
                    <a:pt x="12669" y="6040"/>
                    <a:pt x="13011" y="431"/>
                  </a:cubicBezTo>
                  <a:lnTo>
                    <a:pt x="13011" y="431"/>
                  </a:lnTo>
                  <a:cubicBezTo>
                    <a:pt x="7100" y="5300"/>
                    <a:pt x="2528" y="11843"/>
                    <a:pt x="1" y="19072"/>
                  </a:cubicBezTo>
                  <a:lnTo>
                    <a:pt x="18608" y="23764"/>
                  </a:lnTo>
                  <a:cubicBezTo>
                    <a:pt x="23353" y="21383"/>
                    <a:pt x="27143" y="17158"/>
                    <a:pt x="28995" y="12181"/>
                  </a:cubicBezTo>
                  <a:lnTo>
                    <a:pt x="28995" y="12181"/>
                  </a:lnTo>
                  <a:cubicBezTo>
                    <a:pt x="24197" y="12977"/>
                    <a:pt x="19701" y="15167"/>
                    <a:pt x="16052" y="18384"/>
                  </a:cubicBezTo>
                  <a:cubicBezTo>
                    <a:pt x="20979" y="13198"/>
                    <a:pt x="24595" y="6845"/>
                    <a:pt x="266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46"/>
            <p:cNvSpPr/>
            <p:nvPr/>
          </p:nvSpPr>
          <p:spPr>
            <a:xfrm>
              <a:off x="2629285" y="2739601"/>
              <a:ext cx="215141" cy="170581"/>
            </a:xfrm>
            <a:custGeom>
              <a:rect b="b" l="l" r="r" t="t"/>
              <a:pathLst>
                <a:path extrusionOk="0" h="8843" w="11153">
                  <a:moveTo>
                    <a:pt x="10991" y="0"/>
                  </a:moveTo>
                  <a:cubicBezTo>
                    <a:pt x="10960" y="0"/>
                    <a:pt x="10929" y="11"/>
                    <a:pt x="10903" y="32"/>
                  </a:cubicBezTo>
                  <a:lnTo>
                    <a:pt x="73" y="8588"/>
                  </a:lnTo>
                  <a:cubicBezTo>
                    <a:pt x="10" y="8636"/>
                    <a:pt x="0" y="8726"/>
                    <a:pt x="49" y="8789"/>
                  </a:cubicBezTo>
                  <a:cubicBezTo>
                    <a:pt x="78" y="8824"/>
                    <a:pt x="120" y="8842"/>
                    <a:pt x="161" y="8842"/>
                  </a:cubicBezTo>
                  <a:cubicBezTo>
                    <a:pt x="192" y="8842"/>
                    <a:pt x="224" y="8833"/>
                    <a:pt x="250" y="8812"/>
                  </a:cubicBezTo>
                  <a:lnTo>
                    <a:pt x="11080" y="257"/>
                  </a:lnTo>
                  <a:cubicBezTo>
                    <a:pt x="11143" y="207"/>
                    <a:pt x="11152" y="117"/>
                    <a:pt x="11104" y="56"/>
                  </a:cubicBezTo>
                  <a:cubicBezTo>
                    <a:pt x="11075" y="20"/>
                    <a:pt x="11033" y="0"/>
                    <a:pt x="109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46"/>
            <p:cNvSpPr/>
            <p:nvPr/>
          </p:nvSpPr>
          <p:spPr>
            <a:xfrm>
              <a:off x="2506741" y="2550818"/>
              <a:ext cx="270542" cy="320233"/>
            </a:xfrm>
            <a:custGeom>
              <a:rect b="b" l="l" r="r" t="t"/>
              <a:pathLst>
                <a:path extrusionOk="0" h="16601" w="14025">
                  <a:moveTo>
                    <a:pt x="13865" y="0"/>
                  </a:moveTo>
                  <a:cubicBezTo>
                    <a:pt x="13823" y="0"/>
                    <a:pt x="13783" y="18"/>
                    <a:pt x="13754" y="51"/>
                  </a:cubicBezTo>
                  <a:lnTo>
                    <a:pt x="52" y="16363"/>
                  </a:lnTo>
                  <a:cubicBezTo>
                    <a:pt x="1" y="16425"/>
                    <a:pt x="9" y="16515"/>
                    <a:pt x="70" y="16566"/>
                  </a:cubicBezTo>
                  <a:cubicBezTo>
                    <a:pt x="96" y="16589"/>
                    <a:pt x="129" y="16600"/>
                    <a:pt x="162" y="16600"/>
                  </a:cubicBezTo>
                  <a:cubicBezTo>
                    <a:pt x="202" y="16600"/>
                    <a:pt x="244" y="16582"/>
                    <a:pt x="271" y="16549"/>
                  </a:cubicBezTo>
                  <a:lnTo>
                    <a:pt x="13974" y="236"/>
                  </a:lnTo>
                  <a:cubicBezTo>
                    <a:pt x="14024" y="175"/>
                    <a:pt x="14016" y="85"/>
                    <a:pt x="13957" y="33"/>
                  </a:cubicBezTo>
                  <a:cubicBezTo>
                    <a:pt x="13930" y="11"/>
                    <a:pt x="13897" y="0"/>
                    <a:pt x="138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46"/>
            <p:cNvSpPr/>
            <p:nvPr/>
          </p:nvSpPr>
          <p:spPr>
            <a:xfrm>
              <a:off x="2382211" y="2565690"/>
              <a:ext cx="153471" cy="280573"/>
            </a:xfrm>
            <a:custGeom>
              <a:rect b="b" l="l" r="r" t="t"/>
              <a:pathLst>
                <a:path extrusionOk="0" h="14545" w="7956">
                  <a:moveTo>
                    <a:pt x="7791" y="0"/>
                  </a:moveTo>
                  <a:cubicBezTo>
                    <a:pt x="7740" y="0"/>
                    <a:pt x="7691" y="28"/>
                    <a:pt x="7665" y="76"/>
                  </a:cubicBezTo>
                  <a:lnTo>
                    <a:pt x="39" y="14334"/>
                  </a:lnTo>
                  <a:cubicBezTo>
                    <a:pt x="1" y="14403"/>
                    <a:pt x="28" y="14490"/>
                    <a:pt x="97" y="14527"/>
                  </a:cubicBezTo>
                  <a:cubicBezTo>
                    <a:pt x="118" y="14540"/>
                    <a:pt x="142" y="14545"/>
                    <a:pt x="165" y="14545"/>
                  </a:cubicBezTo>
                  <a:cubicBezTo>
                    <a:pt x="216" y="14545"/>
                    <a:pt x="265" y="14517"/>
                    <a:pt x="292" y="14469"/>
                  </a:cubicBezTo>
                  <a:lnTo>
                    <a:pt x="7918" y="211"/>
                  </a:lnTo>
                  <a:cubicBezTo>
                    <a:pt x="7955" y="142"/>
                    <a:pt x="7928" y="55"/>
                    <a:pt x="7859" y="18"/>
                  </a:cubicBezTo>
                  <a:cubicBezTo>
                    <a:pt x="7837" y="6"/>
                    <a:pt x="7814" y="0"/>
                    <a:pt x="77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9" name="Google Shape;11229;p46"/>
          <p:cNvGrpSpPr/>
          <p:nvPr/>
        </p:nvGrpSpPr>
        <p:grpSpPr>
          <a:xfrm>
            <a:off x="7623317" y="4074700"/>
            <a:ext cx="653237" cy="610220"/>
            <a:chOff x="6023117" y="2303859"/>
            <a:chExt cx="653237" cy="610220"/>
          </a:xfrm>
        </p:grpSpPr>
        <p:sp>
          <p:nvSpPr>
            <p:cNvPr id="11230" name="Google Shape;11230;p46"/>
            <p:cNvSpPr/>
            <p:nvPr/>
          </p:nvSpPr>
          <p:spPr>
            <a:xfrm>
              <a:off x="6023117" y="2303859"/>
              <a:ext cx="653237" cy="610220"/>
            </a:xfrm>
            <a:custGeom>
              <a:rect b="b" l="l" r="r" t="t"/>
              <a:pathLst>
                <a:path extrusionOk="0" h="31634" w="33864">
                  <a:moveTo>
                    <a:pt x="25281" y="0"/>
                  </a:moveTo>
                  <a:cubicBezTo>
                    <a:pt x="22420" y="8507"/>
                    <a:pt x="22270" y="17865"/>
                    <a:pt x="24988" y="26417"/>
                  </a:cubicBezTo>
                  <a:lnTo>
                    <a:pt x="24988" y="26417"/>
                  </a:lnTo>
                  <a:cubicBezTo>
                    <a:pt x="22696" y="19252"/>
                    <a:pt x="17498" y="13080"/>
                    <a:pt x="10940" y="9397"/>
                  </a:cubicBezTo>
                  <a:lnTo>
                    <a:pt x="10940" y="9397"/>
                  </a:lnTo>
                  <a:cubicBezTo>
                    <a:pt x="11778" y="15694"/>
                    <a:pt x="13976" y="21798"/>
                    <a:pt x="17420" y="27134"/>
                  </a:cubicBezTo>
                  <a:cubicBezTo>
                    <a:pt x="12705" y="22427"/>
                    <a:pt x="6534" y="19108"/>
                    <a:pt x="1" y="17797"/>
                  </a:cubicBezTo>
                  <a:lnTo>
                    <a:pt x="1" y="17797"/>
                  </a:lnTo>
                  <a:cubicBezTo>
                    <a:pt x="2092" y="23194"/>
                    <a:pt x="5501" y="28016"/>
                    <a:pt x="10020" y="31634"/>
                  </a:cubicBezTo>
                  <a:lnTo>
                    <a:pt x="33625" y="30128"/>
                  </a:lnTo>
                  <a:cubicBezTo>
                    <a:pt x="33863" y="19561"/>
                    <a:pt x="30922" y="8941"/>
                    <a:pt x="252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46"/>
            <p:cNvSpPr/>
            <p:nvPr/>
          </p:nvSpPr>
          <p:spPr>
            <a:xfrm>
              <a:off x="6519215" y="2421832"/>
              <a:ext cx="89428" cy="442281"/>
            </a:xfrm>
            <a:custGeom>
              <a:rect b="b" l="l" r="r" t="t"/>
              <a:pathLst>
                <a:path extrusionOk="0" h="22928" w="4636">
                  <a:moveTo>
                    <a:pt x="156" y="1"/>
                  </a:moveTo>
                  <a:cubicBezTo>
                    <a:pt x="147" y="1"/>
                    <a:pt x="139" y="1"/>
                    <a:pt x="130" y="3"/>
                  </a:cubicBezTo>
                  <a:cubicBezTo>
                    <a:pt x="51" y="18"/>
                    <a:pt x="1" y="93"/>
                    <a:pt x="15" y="171"/>
                  </a:cubicBezTo>
                  <a:lnTo>
                    <a:pt x="4339" y="22810"/>
                  </a:lnTo>
                  <a:cubicBezTo>
                    <a:pt x="4352" y="22879"/>
                    <a:pt x="4412" y="22928"/>
                    <a:pt x="4479" y="22928"/>
                  </a:cubicBezTo>
                  <a:cubicBezTo>
                    <a:pt x="4487" y="22928"/>
                    <a:pt x="4497" y="22926"/>
                    <a:pt x="4507" y="22925"/>
                  </a:cubicBezTo>
                  <a:cubicBezTo>
                    <a:pt x="4584" y="22910"/>
                    <a:pt x="4636" y="22834"/>
                    <a:pt x="4620" y="22757"/>
                  </a:cubicBezTo>
                  <a:lnTo>
                    <a:pt x="297" y="118"/>
                  </a:lnTo>
                  <a:cubicBezTo>
                    <a:pt x="285" y="48"/>
                    <a:pt x="223" y="1"/>
                    <a:pt x="1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46"/>
            <p:cNvSpPr/>
            <p:nvPr/>
          </p:nvSpPr>
          <p:spPr>
            <a:xfrm>
              <a:off x="6293416" y="2561176"/>
              <a:ext cx="185917" cy="321564"/>
            </a:xfrm>
            <a:custGeom>
              <a:rect b="b" l="l" r="r" t="t"/>
              <a:pathLst>
                <a:path extrusionOk="0" h="16670" w="9638">
                  <a:moveTo>
                    <a:pt x="164" y="0"/>
                  </a:moveTo>
                  <a:cubicBezTo>
                    <a:pt x="140" y="0"/>
                    <a:pt x="115" y="7"/>
                    <a:pt x="92" y="20"/>
                  </a:cubicBezTo>
                  <a:cubicBezTo>
                    <a:pt x="24" y="59"/>
                    <a:pt x="0" y="146"/>
                    <a:pt x="39" y="215"/>
                  </a:cubicBezTo>
                  <a:lnTo>
                    <a:pt x="9349" y="16597"/>
                  </a:lnTo>
                  <a:cubicBezTo>
                    <a:pt x="9375" y="16643"/>
                    <a:pt x="9423" y="16669"/>
                    <a:pt x="9473" y="16669"/>
                  </a:cubicBezTo>
                  <a:cubicBezTo>
                    <a:pt x="9497" y="16669"/>
                    <a:pt x="9522" y="16664"/>
                    <a:pt x="9544" y="16651"/>
                  </a:cubicBezTo>
                  <a:cubicBezTo>
                    <a:pt x="9613" y="16611"/>
                    <a:pt x="9638" y="16524"/>
                    <a:pt x="9597" y="16455"/>
                  </a:cubicBezTo>
                  <a:lnTo>
                    <a:pt x="289" y="73"/>
                  </a:lnTo>
                  <a:cubicBezTo>
                    <a:pt x="262" y="27"/>
                    <a:pt x="214" y="0"/>
                    <a:pt x="1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46"/>
            <p:cNvSpPr/>
            <p:nvPr/>
          </p:nvSpPr>
          <p:spPr>
            <a:xfrm>
              <a:off x="6091265" y="2709298"/>
              <a:ext cx="187402" cy="181133"/>
            </a:xfrm>
            <a:custGeom>
              <a:rect b="b" l="l" r="r" t="t"/>
              <a:pathLst>
                <a:path extrusionOk="0" h="9390" w="9715">
                  <a:moveTo>
                    <a:pt x="158" y="1"/>
                  </a:moveTo>
                  <a:cubicBezTo>
                    <a:pt x="120" y="1"/>
                    <a:pt x="83" y="15"/>
                    <a:pt x="55" y="44"/>
                  </a:cubicBezTo>
                  <a:cubicBezTo>
                    <a:pt x="0" y="101"/>
                    <a:pt x="2" y="193"/>
                    <a:pt x="58" y="247"/>
                  </a:cubicBezTo>
                  <a:lnTo>
                    <a:pt x="9457" y="9350"/>
                  </a:lnTo>
                  <a:cubicBezTo>
                    <a:pt x="9484" y="9375"/>
                    <a:pt x="9521" y="9390"/>
                    <a:pt x="9557" y="9390"/>
                  </a:cubicBezTo>
                  <a:cubicBezTo>
                    <a:pt x="9594" y="9390"/>
                    <a:pt x="9631" y="9375"/>
                    <a:pt x="9660" y="9345"/>
                  </a:cubicBezTo>
                  <a:cubicBezTo>
                    <a:pt x="9715" y="9288"/>
                    <a:pt x="9713" y="9198"/>
                    <a:pt x="9657" y="9143"/>
                  </a:cubicBezTo>
                  <a:lnTo>
                    <a:pt x="258" y="41"/>
                  </a:lnTo>
                  <a:cubicBezTo>
                    <a:pt x="230" y="14"/>
                    <a:pt x="194" y="1"/>
                    <a:pt x="1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4" name="Google Shape;11234;p46"/>
          <p:cNvGrpSpPr/>
          <p:nvPr/>
        </p:nvGrpSpPr>
        <p:grpSpPr>
          <a:xfrm>
            <a:off x="6248223" y="2491853"/>
            <a:ext cx="1604772" cy="2004439"/>
            <a:chOff x="4724223" y="586853"/>
            <a:chExt cx="1604772" cy="2004439"/>
          </a:xfrm>
        </p:grpSpPr>
        <p:sp>
          <p:nvSpPr>
            <p:cNvPr id="11235" name="Google Shape;11235;p46"/>
            <p:cNvSpPr/>
            <p:nvPr/>
          </p:nvSpPr>
          <p:spPr>
            <a:xfrm>
              <a:off x="5255273" y="784085"/>
              <a:ext cx="114158" cy="148900"/>
            </a:xfrm>
            <a:custGeom>
              <a:rect b="b" l="l" r="r" t="t"/>
              <a:pathLst>
                <a:path extrusionOk="0" h="7719" w="5918">
                  <a:moveTo>
                    <a:pt x="3679" y="1"/>
                  </a:moveTo>
                  <a:lnTo>
                    <a:pt x="0" y="5752"/>
                  </a:lnTo>
                  <a:lnTo>
                    <a:pt x="237" y="7719"/>
                  </a:lnTo>
                  <a:lnTo>
                    <a:pt x="5918" y="6020"/>
                  </a:lnTo>
                  <a:lnTo>
                    <a:pt x="3679" y="1"/>
                  </a:ln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46"/>
            <p:cNvSpPr/>
            <p:nvPr/>
          </p:nvSpPr>
          <p:spPr>
            <a:xfrm>
              <a:off x="5259845" y="900187"/>
              <a:ext cx="127160" cy="83449"/>
            </a:xfrm>
            <a:custGeom>
              <a:rect b="b" l="l" r="r" t="t"/>
              <a:pathLst>
                <a:path extrusionOk="0" h="4326" w="6592">
                  <a:moveTo>
                    <a:pt x="5681" y="1"/>
                  </a:moveTo>
                  <a:lnTo>
                    <a:pt x="0" y="1700"/>
                  </a:lnTo>
                  <a:cubicBezTo>
                    <a:pt x="0" y="1700"/>
                    <a:pt x="564" y="4326"/>
                    <a:pt x="2726" y="4326"/>
                  </a:cubicBezTo>
                  <a:cubicBezTo>
                    <a:pt x="3008" y="4326"/>
                    <a:pt x="3318" y="4281"/>
                    <a:pt x="3657" y="4180"/>
                  </a:cubicBezTo>
                  <a:cubicBezTo>
                    <a:pt x="6591" y="3301"/>
                    <a:pt x="5681" y="1"/>
                    <a:pt x="5681" y="1"/>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46"/>
            <p:cNvSpPr/>
            <p:nvPr/>
          </p:nvSpPr>
          <p:spPr>
            <a:xfrm>
              <a:off x="5256450" y="830398"/>
              <a:ext cx="73726" cy="88908"/>
            </a:xfrm>
            <a:custGeom>
              <a:rect b="b" l="l" r="r" t="t"/>
              <a:pathLst>
                <a:path extrusionOk="0" h="4609" w="3822">
                  <a:moveTo>
                    <a:pt x="3506" y="1"/>
                  </a:moveTo>
                  <a:lnTo>
                    <a:pt x="3506" y="1"/>
                  </a:lnTo>
                  <a:cubicBezTo>
                    <a:pt x="3449" y="821"/>
                    <a:pt x="2118" y="3152"/>
                    <a:pt x="0" y="3870"/>
                  </a:cubicBezTo>
                  <a:lnTo>
                    <a:pt x="91" y="4608"/>
                  </a:lnTo>
                  <a:cubicBezTo>
                    <a:pt x="2727" y="3430"/>
                    <a:pt x="3821" y="1600"/>
                    <a:pt x="3506"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46"/>
            <p:cNvSpPr/>
            <p:nvPr/>
          </p:nvSpPr>
          <p:spPr>
            <a:xfrm>
              <a:off x="5138516" y="637700"/>
              <a:ext cx="205901" cy="270542"/>
            </a:xfrm>
            <a:custGeom>
              <a:rect b="b" l="l" r="r" t="t"/>
              <a:pathLst>
                <a:path extrusionOk="0" h="14025" w="10674">
                  <a:moveTo>
                    <a:pt x="5829" y="0"/>
                  </a:moveTo>
                  <a:cubicBezTo>
                    <a:pt x="5076" y="0"/>
                    <a:pt x="4236" y="154"/>
                    <a:pt x="3318" y="515"/>
                  </a:cubicBezTo>
                  <a:cubicBezTo>
                    <a:pt x="716" y="1537"/>
                    <a:pt x="15" y="3566"/>
                    <a:pt x="3" y="5035"/>
                  </a:cubicBezTo>
                  <a:cubicBezTo>
                    <a:pt x="0" y="5445"/>
                    <a:pt x="50" y="5811"/>
                    <a:pt x="127" y="6099"/>
                  </a:cubicBezTo>
                  <a:cubicBezTo>
                    <a:pt x="484" y="7427"/>
                    <a:pt x="1702" y="10945"/>
                    <a:pt x="1936" y="11519"/>
                  </a:cubicBezTo>
                  <a:cubicBezTo>
                    <a:pt x="2143" y="12028"/>
                    <a:pt x="3352" y="14024"/>
                    <a:pt x="5189" y="14024"/>
                  </a:cubicBezTo>
                  <a:cubicBezTo>
                    <a:pt x="5421" y="14024"/>
                    <a:pt x="5663" y="13992"/>
                    <a:pt x="5915" y="13922"/>
                  </a:cubicBezTo>
                  <a:cubicBezTo>
                    <a:pt x="8156" y="13293"/>
                    <a:pt x="9562" y="10839"/>
                    <a:pt x="9620" y="9991"/>
                  </a:cubicBezTo>
                  <a:lnTo>
                    <a:pt x="9732" y="7590"/>
                  </a:lnTo>
                  <a:cubicBezTo>
                    <a:pt x="10005" y="7238"/>
                    <a:pt x="10195" y="6831"/>
                    <a:pt x="10314" y="6392"/>
                  </a:cubicBezTo>
                  <a:cubicBezTo>
                    <a:pt x="10674" y="5069"/>
                    <a:pt x="10387" y="3459"/>
                    <a:pt x="9773" y="2239"/>
                  </a:cubicBezTo>
                  <a:cubicBezTo>
                    <a:pt x="9181" y="1063"/>
                    <a:pt x="7806" y="0"/>
                    <a:pt x="5829" y="0"/>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46"/>
            <p:cNvSpPr/>
            <p:nvPr/>
          </p:nvSpPr>
          <p:spPr>
            <a:xfrm>
              <a:off x="5200781" y="776485"/>
              <a:ext cx="30980" cy="47974"/>
            </a:xfrm>
            <a:custGeom>
              <a:rect b="b" l="l" r="r" t="t"/>
              <a:pathLst>
                <a:path extrusionOk="0" h="2487" w="1606">
                  <a:moveTo>
                    <a:pt x="163" y="1"/>
                  </a:moveTo>
                  <a:cubicBezTo>
                    <a:pt x="115" y="1"/>
                    <a:pt x="68" y="25"/>
                    <a:pt x="40" y="69"/>
                  </a:cubicBezTo>
                  <a:cubicBezTo>
                    <a:pt x="0" y="135"/>
                    <a:pt x="21" y="224"/>
                    <a:pt x="87" y="266"/>
                  </a:cubicBezTo>
                  <a:cubicBezTo>
                    <a:pt x="337" y="421"/>
                    <a:pt x="716" y="878"/>
                    <a:pt x="680" y="1028"/>
                  </a:cubicBezTo>
                  <a:cubicBezTo>
                    <a:pt x="661" y="1112"/>
                    <a:pt x="609" y="1241"/>
                    <a:pt x="553" y="1376"/>
                  </a:cubicBezTo>
                  <a:cubicBezTo>
                    <a:pt x="413" y="1721"/>
                    <a:pt x="324" y="1958"/>
                    <a:pt x="372" y="2122"/>
                  </a:cubicBezTo>
                  <a:cubicBezTo>
                    <a:pt x="409" y="2242"/>
                    <a:pt x="514" y="2348"/>
                    <a:pt x="664" y="2414"/>
                  </a:cubicBezTo>
                  <a:cubicBezTo>
                    <a:pt x="774" y="2462"/>
                    <a:pt x="896" y="2487"/>
                    <a:pt x="1023" y="2487"/>
                  </a:cubicBezTo>
                  <a:cubicBezTo>
                    <a:pt x="1183" y="2487"/>
                    <a:pt x="1349" y="2448"/>
                    <a:pt x="1504" y="2374"/>
                  </a:cubicBezTo>
                  <a:cubicBezTo>
                    <a:pt x="1575" y="2340"/>
                    <a:pt x="1605" y="2253"/>
                    <a:pt x="1570" y="2182"/>
                  </a:cubicBezTo>
                  <a:cubicBezTo>
                    <a:pt x="1545" y="2131"/>
                    <a:pt x="1494" y="2100"/>
                    <a:pt x="1440" y="2100"/>
                  </a:cubicBezTo>
                  <a:cubicBezTo>
                    <a:pt x="1420" y="2100"/>
                    <a:pt x="1399" y="2105"/>
                    <a:pt x="1380" y="2114"/>
                  </a:cubicBezTo>
                  <a:cubicBezTo>
                    <a:pt x="1246" y="2178"/>
                    <a:pt x="1126" y="2198"/>
                    <a:pt x="1028" y="2198"/>
                  </a:cubicBezTo>
                  <a:cubicBezTo>
                    <a:pt x="905" y="2198"/>
                    <a:pt x="816" y="2167"/>
                    <a:pt x="780" y="2151"/>
                  </a:cubicBezTo>
                  <a:cubicBezTo>
                    <a:pt x="701" y="2116"/>
                    <a:pt x="658" y="2071"/>
                    <a:pt x="648" y="2040"/>
                  </a:cubicBezTo>
                  <a:cubicBezTo>
                    <a:pt x="624" y="1960"/>
                    <a:pt x="751" y="1652"/>
                    <a:pt x="819" y="1486"/>
                  </a:cubicBezTo>
                  <a:cubicBezTo>
                    <a:pt x="878" y="1339"/>
                    <a:pt x="936" y="1201"/>
                    <a:pt x="961" y="1094"/>
                  </a:cubicBezTo>
                  <a:cubicBezTo>
                    <a:pt x="1048" y="717"/>
                    <a:pt x="437" y="143"/>
                    <a:pt x="239" y="22"/>
                  </a:cubicBezTo>
                  <a:cubicBezTo>
                    <a:pt x="215" y="8"/>
                    <a:pt x="189" y="1"/>
                    <a:pt x="163"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46"/>
            <p:cNvSpPr/>
            <p:nvPr/>
          </p:nvSpPr>
          <p:spPr>
            <a:xfrm>
              <a:off x="5223813" y="759916"/>
              <a:ext cx="36227" cy="14236"/>
            </a:xfrm>
            <a:custGeom>
              <a:rect b="b" l="l" r="r" t="t"/>
              <a:pathLst>
                <a:path extrusionOk="0" h="738" w="1878">
                  <a:moveTo>
                    <a:pt x="930" y="1"/>
                  </a:moveTo>
                  <a:cubicBezTo>
                    <a:pt x="474" y="1"/>
                    <a:pt x="16" y="138"/>
                    <a:pt x="7" y="456"/>
                  </a:cubicBezTo>
                  <a:cubicBezTo>
                    <a:pt x="0" y="667"/>
                    <a:pt x="55" y="738"/>
                    <a:pt x="143" y="738"/>
                  </a:cubicBezTo>
                  <a:cubicBezTo>
                    <a:pt x="324" y="738"/>
                    <a:pt x="650" y="433"/>
                    <a:pt x="878" y="433"/>
                  </a:cubicBezTo>
                  <a:cubicBezTo>
                    <a:pt x="879" y="433"/>
                    <a:pt x="881" y="433"/>
                    <a:pt x="882" y="433"/>
                  </a:cubicBezTo>
                  <a:cubicBezTo>
                    <a:pt x="1098" y="438"/>
                    <a:pt x="1407" y="580"/>
                    <a:pt x="1617" y="580"/>
                  </a:cubicBezTo>
                  <a:cubicBezTo>
                    <a:pt x="1735" y="580"/>
                    <a:pt x="1821" y="535"/>
                    <a:pt x="1842" y="395"/>
                  </a:cubicBezTo>
                  <a:cubicBezTo>
                    <a:pt x="1878" y="149"/>
                    <a:pt x="1405" y="1"/>
                    <a:pt x="930"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46"/>
            <p:cNvSpPr/>
            <p:nvPr/>
          </p:nvSpPr>
          <p:spPr>
            <a:xfrm>
              <a:off x="5235405" y="779957"/>
              <a:ext cx="13349" cy="14487"/>
            </a:xfrm>
            <a:custGeom>
              <a:rect b="b" l="l" r="r" t="t"/>
              <a:pathLst>
                <a:path extrusionOk="0" h="751" w="692">
                  <a:moveTo>
                    <a:pt x="305" y="0"/>
                  </a:moveTo>
                  <a:cubicBezTo>
                    <a:pt x="282" y="0"/>
                    <a:pt x="260" y="3"/>
                    <a:pt x="237" y="10"/>
                  </a:cubicBezTo>
                  <a:cubicBezTo>
                    <a:pt x="79" y="57"/>
                    <a:pt x="0" y="258"/>
                    <a:pt x="62" y="461"/>
                  </a:cubicBezTo>
                  <a:cubicBezTo>
                    <a:pt x="113" y="634"/>
                    <a:pt x="250" y="750"/>
                    <a:pt x="387" y="750"/>
                  </a:cubicBezTo>
                  <a:cubicBezTo>
                    <a:pt x="410" y="750"/>
                    <a:pt x="434" y="747"/>
                    <a:pt x="456" y="740"/>
                  </a:cubicBezTo>
                  <a:cubicBezTo>
                    <a:pt x="613" y="693"/>
                    <a:pt x="692" y="492"/>
                    <a:pt x="632" y="290"/>
                  </a:cubicBezTo>
                  <a:cubicBezTo>
                    <a:pt x="581" y="117"/>
                    <a:pt x="443" y="0"/>
                    <a:pt x="305"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46"/>
            <p:cNvSpPr/>
            <p:nvPr/>
          </p:nvSpPr>
          <p:spPr>
            <a:xfrm>
              <a:off x="5156108" y="775694"/>
              <a:ext cx="42534" cy="22743"/>
            </a:xfrm>
            <a:custGeom>
              <a:rect b="b" l="l" r="r" t="t"/>
              <a:pathLst>
                <a:path extrusionOk="0" h="1179" w="2205">
                  <a:moveTo>
                    <a:pt x="1525" y="0"/>
                  </a:moveTo>
                  <a:cubicBezTo>
                    <a:pt x="959" y="0"/>
                    <a:pt x="1" y="801"/>
                    <a:pt x="265" y="1098"/>
                  </a:cubicBezTo>
                  <a:cubicBezTo>
                    <a:pt x="315" y="1155"/>
                    <a:pt x="366" y="1178"/>
                    <a:pt x="418" y="1178"/>
                  </a:cubicBezTo>
                  <a:cubicBezTo>
                    <a:pt x="635" y="1178"/>
                    <a:pt x="863" y="758"/>
                    <a:pt x="1088" y="603"/>
                  </a:cubicBezTo>
                  <a:cubicBezTo>
                    <a:pt x="1368" y="413"/>
                    <a:pt x="2205" y="674"/>
                    <a:pt x="1833" y="141"/>
                  </a:cubicBezTo>
                  <a:cubicBezTo>
                    <a:pt x="1763" y="42"/>
                    <a:pt x="1654" y="0"/>
                    <a:pt x="1525"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46"/>
            <p:cNvSpPr/>
            <p:nvPr/>
          </p:nvSpPr>
          <p:spPr>
            <a:xfrm>
              <a:off x="5179737" y="796623"/>
              <a:ext cx="13349" cy="14468"/>
            </a:xfrm>
            <a:custGeom>
              <a:rect b="b" l="l" r="r" t="t"/>
              <a:pathLst>
                <a:path extrusionOk="0" h="750" w="692">
                  <a:moveTo>
                    <a:pt x="305" y="0"/>
                  </a:moveTo>
                  <a:cubicBezTo>
                    <a:pt x="282" y="0"/>
                    <a:pt x="259" y="3"/>
                    <a:pt x="237" y="10"/>
                  </a:cubicBezTo>
                  <a:cubicBezTo>
                    <a:pt x="79" y="57"/>
                    <a:pt x="0" y="258"/>
                    <a:pt x="61" y="459"/>
                  </a:cubicBezTo>
                  <a:cubicBezTo>
                    <a:pt x="112" y="633"/>
                    <a:pt x="250" y="750"/>
                    <a:pt x="388" y="750"/>
                  </a:cubicBezTo>
                  <a:cubicBezTo>
                    <a:pt x="411" y="750"/>
                    <a:pt x="434" y="746"/>
                    <a:pt x="456" y="740"/>
                  </a:cubicBezTo>
                  <a:cubicBezTo>
                    <a:pt x="612" y="693"/>
                    <a:pt x="691" y="492"/>
                    <a:pt x="632" y="289"/>
                  </a:cubicBezTo>
                  <a:cubicBezTo>
                    <a:pt x="579" y="116"/>
                    <a:pt x="443" y="0"/>
                    <a:pt x="305"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46"/>
            <p:cNvSpPr/>
            <p:nvPr/>
          </p:nvSpPr>
          <p:spPr>
            <a:xfrm>
              <a:off x="5211410" y="827601"/>
              <a:ext cx="51562" cy="34394"/>
            </a:xfrm>
            <a:custGeom>
              <a:rect b="b" l="l" r="r" t="t"/>
              <a:pathLst>
                <a:path extrusionOk="0" h="1783" w="2673">
                  <a:moveTo>
                    <a:pt x="2305" y="0"/>
                  </a:moveTo>
                  <a:cubicBezTo>
                    <a:pt x="1807" y="0"/>
                    <a:pt x="377" y="747"/>
                    <a:pt x="0" y="1102"/>
                  </a:cubicBezTo>
                  <a:cubicBezTo>
                    <a:pt x="352" y="1570"/>
                    <a:pt x="821" y="1782"/>
                    <a:pt x="1252" y="1782"/>
                  </a:cubicBezTo>
                  <a:cubicBezTo>
                    <a:pt x="2021" y="1782"/>
                    <a:pt x="2672" y="1107"/>
                    <a:pt x="2331" y="1"/>
                  </a:cubicBezTo>
                  <a:cubicBezTo>
                    <a:pt x="2322" y="0"/>
                    <a:pt x="2314" y="0"/>
                    <a:pt x="23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46"/>
            <p:cNvSpPr/>
            <p:nvPr/>
          </p:nvSpPr>
          <p:spPr>
            <a:xfrm>
              <a:off x="5245011" y="658570"/>
              <a:ext cx="99363" cy="122684"/>
            </a:xfrm>
            <a:custGeom>
              <a:rect b="b" l="l" r="r" t="t"/>
              <a:pathLst>
                <a:path extrusionOk="0" h="6360" w="5151">
                  <a:moveTo>
                    <a:pt x="3344" y="0"/>
                  </a:moveTo>
                  <a:cubicBezTo>
                    <a:pt x="2066" y="698"/>
                    <a:pt x="953" y="1621"/>
                    <a:pt x="0" y="2732"/>
                  </a:cubicBezTo>
                  <a:cubicBezTo>
                    <a:pt x="220" y="3518"/>
                    <a:pt x="1407" y="5702"/>
                    <a:pt x="2029" y="5882"/>
                  </a:cubicBezTo>
                  <a:cubicBezTo>
                    <a:pt x="2115" y="5907"/>
                    <a:pt x="2215" y="5918"/>
                    <a:pt x="2322" y="5918"/>
                  </a:cubicBezTo>
                  <a:cubicBezTo>
                    <a:pt x="2604" y="5918"/>
                    <a:pt x="2926" y="5838"/>
                    <a:pt x="3120" y="5702"/>
                  </a:cubicBezTo>
                  <a:cubicBezTo>
                    <a:pt x="3596" y="5952"/>
                    <a:pt x="3933" y="6147"/>
                    <a:pt x="4316" y="6359"/>
                  </a:cubicBezTo>
                  <a:cubicBezTo>
                    <a:pt x="4535" y="6044"/>
                    <a:pt x="4693" y="5687"/>
                    <a:pt x="4793" y="5312"/>
                  </a:cubicBezTo>
                  <a:cubicBezTo>
                    <a:pt x="5151" y="3989"/>
                    <a:pt x="4867" y="2379"/>
                    <a:pt x="4253" y="1159"/>
                  </a:cubicBezTo>
                  <a:cubicBezTo>
                    <a:pt x="4044" y="743"/>
                    <a:pt x="3739" y="345"/>
                    <a:pt x="3344" y="0"/>
                  </a:cubicBezTo>
                  <a:close/>
                </a:path>
              </a:pathLst>
            </a:custGeom>
            <a:solidFill>
              <a:srgbClr val="4A4D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46"/>
            <p:cNvSpPr/>
            <p:nvPr/>
          </p:nvSpPr>
          <p:spPr>
            <a:xfrm>
              <a:off x="5298385" y="732950"/>
              <a:ext cx="57503" cy="64737"/>
            </a:xfrm>
            <a:custGeom>
              <a:rect b="b" l="l" r="r" t="t"/>
              <a:pathLst>
                <a:path extrusionOk="0" h="3356" w="2981">
                  <a:moveTo>
                    <a:pt x="1532" y="0"/>
                  </a:moveTo>
                  <a:cubicBezTo>
                    <a:pt x="1268" y="0"/>
                    <a:pt x="998" y="89"/>
                    <a:pt x="766" y="255"/>
                  </a:cubicBezTo>
                  <a:cubicBezTo>
                    <a:pt x="113" y="721"/>
                    <a:pt x="0" y="1933"/>
                    <a:pt x="552" y="2719"/>
                  </a:cubicBezTo>
                  <a:cubicBezTo>
                    <a:pt x="941" y="3274"/>
                    <a:pt x="1346" y="3356"/>
                    <a:pt x="1551" y="3356"/>
                  </a:cubicBezTo>
                  <a:cubicBezTo>
                    <a:pt x="1637" y="3356"/>
                    <a:pt x="1688" y="3341"/>
                    <a:pt x="1688" y="3341"/>
                  </a:cubicBezTo>
                  <a:cubicBezTo>
                    <a:pt x="2379" y="3034"/>
                    <a:pt x="2980" y="1902"/>
                    <a:pt x="2669" y="919"/>
                  </a:cubicBezTo>
                  <a:cubicBezTo>
                    <a:pt x="2469" y="287"/>
                    <a:pt x="2009" y="0"/>
                    <a:pt x="1532" y="0"/>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46"/>
            <p:cNvSpPr/>
            <p:nvPr/>
          </p:nvSpPr>
          <p:spPr>
            <a:xfrm>
              <a:off x="5312813" y="745738"/>
              <a:ext cx="23707" cy="41512"/>
            </a:xfrm>
            <a:custGeom>
              <a:rect b="b" l="l" r="r" t="t"/>
              <a:pathLst>
                <a:path extrusionOk="0" h="2152" w="1229">
                  <a:moveTo>
                    <a:pt x="1017" y="1"/>
                  </a:moveTo>
                  <a:cubicBezTo>
                    <a:pt x="679" y="1"/>
                    <a:pt x="400" y="179"/>
                    <a:pt x="242" y="500"/>
                  </a:cubicBezTo>
                  <a:cubicBezTo>
                    <a:pt x="0" y="985"/>
                    <a:pt x="115" y="1645"/>
                    <a:pt x="521" y="2103"/>
                  </a:cubicBezTo>
                  <a:cubicBezTo>
                    <a:pt x="548" y="2135"/>
                    <a:pt x="588" y="2151"/>
                    <a:pt x="627" y="2151"/>
                  </a:cubicBezTo>
                  <a:cubicBezTo>
                    <a:pt x="661" y="2151"/>
                    <a:pt x="695" y="2140"/>
                    <a:pt x="722" y="2116"/>
                  </a:cubicBezTo>
                  <a:cubicBezTo>
                    <a:pt x="782" y="2063"/>
                    <a:pt x="788" y="1973"/>
                    <a:pt x="735" y="1913"/>
                  </a:cubicBezTo>
                  <a:cubicBezTo>
                    <a:pt x="350" y="1478"/>
                    <a:pt x="343" y="941"/>
                    <a:pt x="498" y="627"/>
                  </a:cubicBezTo>
                  <a:cubicBezTo>
                    <a:pt x="562" y="497"/>
                    <a:pt x="710" y="288"/>
                    <a:pt x="1016" y="288"/>
                  </a:cubicBezTo>
                  <a:cubicBezTo>
                    <a:pt x="1033" y="288"/>
                    <a:pt x="1050" y="289"/>
                    <a:pt x="1069" y="290"/>
                  </a:cubicBezTo>
                  <a:cubicBezTo>
                    <a:pt x="1071" y="290"/>
                    <a:pt x="1074" y="290"/>
                    <a:pt x="1077" y="290"/>
                  </a:cubicBezTo>
                  <a:cubicBezTo>
                    <a:pt x="1145" y="290"/>
                    <a:pt x="1216" y="232"/>
                    <a:pt x="1222" y="156"/>
                  </a:cubicBezTo>
                  <a:cubicBezTo>
                    <a:pt x="1228" y="77"/>
                    <a:pt x="1169" y="10"/>
                    <a:pt x="1090" y="3"/>
                  </a:cubicBezTo>
                  <a:cubicBezTo>
                    <a:pt x="1065" y="1"/>
                    <a:pt x="1041" y="1"/>
                    <a:pt x="1017"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46"/>
            <p:cNvSpPr/>
            <p:nvPr/>
          </p:nvSpPr>
          <p:spPr>
            <a:xfrm>
              <a:off x="5315417" y="762288"/>
              <a:ext cx="23206" cy="12519"/>
            </a:xfrm>
            <a:custGeom>
              <a:rect b="b" l="l" r="r" t="t"/>
              <a:pathLst>
                <a:path extrusionOk="0" h="649" w="1203">
                  <a:moveTo>
                    <a:pt x="679" y="1"/>
                  </a:moveTo>
                  <a:cubicBezTo>
                    <a:pt x="599" y="1"/>
                    <a:pt x="519" y="15"/>
                    <a:pt x="441" y="43"/>
                  </a:cubicBezTo>
                  <a:cubicBezTo>
                    <a:pt x="236" y="117"/>
                    <a:pt x="71" y="285"/>
                    <a:pt x="22" y="467"/>
                  </a:cubicBezTo>
                  <a:cubicBezTo>
                    <a:pt x="1" y="544"/>
                    <a:pt x="46" y="623"/>
                    <a:pt x="121" y="644"/>
                  </a:cubicBezTo>
                  <a:cubicBezTo>
                    <a:pt x="134" y="647"/>
                    <a:pt x="147" y="649"/>
                    <a:pt x="160" y="649"/>
                  </a:cubicBezTo>
                  <a:cubicBezTo>
                    <a:pt x="223" y="649"/>
                    <a:pt x="281" y="607"/>
                    <a:pt x="299" y="542"/>
                  </a:cubicBezTo>
                  <a:cubicBezTo>
                    <a:pt x="318" y="467"/>
                    <a:pt x="403" y="362"/>
                    <a:pt x="537" y="314"/>
                  </a:cubicBezTo>
                  <a:cubicBezTo>
                    <a:pt x="577" y="299"/>
                    <a:pt x="626" y="288"/>
                    <a:pt x="682" y="288"/>
                  </a:cubicBezTo>
                  <a:cubicBezTo>
                    <a:pt x="762" y="288"/>
                    <a:pt x="856" y="311"/>
                    <a:pt x="958" y="383"/>
                  </a:cubicBezTo>
                  <a:cubicBezTo>
                    <a:pt x="983" y="400"/>
                    <a:pt x="1011" y="409"/>
                    <a:pt x="1039" y="409"/>
                  </a:cubicBezTo>
                  <a:cubicBezTo>
                    <a:pt x="1085" y="409"/>
                    <a:pt x="1130" y="387"/>
                    <a:pt x="1158" y="347"/>
                  </a:cubicBezTo>
                  <a:cubicBezTo>
                    <a:pt x="1203" y="283"/>
                    <a:pt x="1187" y="193"/>
                    <a:pt x="1122" y="148"/>
                  </a:cubicBezTo>
                  <a:cubicBezTo>
                    <a:pt x="983" y="51"/>
                    <a:pt x="831" y="1"/>
                    <a:pt x="679"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46"/>
            <p:cNvSpPr/>
            <p:nvPr/>
          </p:nvSpPr>
          <p:spPr>
            <a:xfrm>
              <a:off x="5106457" y="586853"/>
              <a:ext cx="213154" cy="158583"/>
            </a:xfrm>
            <a:custGeom>
              <a:rect b="b" l="l" r="r" t="t"/>
              <a:pathLst>
                <a:path extrusionOk="0" h="8221" w="11050">
                  <a:moveTo>
                    <a:pt x="6339" y="1"/>
                  </a:moveTo>
                  <a:cubicBezTo>
                    <a:pt x="5859" y="1"/>
                    <a:pt x="5347" y="646"/>
                    <a:pt x="5353" y="1675"/>
                  </a:cubicBezTo>
                  <a:cubicBezTo>
                    <a:pt x="5301" y="867"/>
                    <a:pt x="4999" y="533"/>
                    <a:pt x="4681" y="533"/>
                  </a:cubicBezTo>
                  <a:cubicBezTo>
                    <a:pt x="4211" y="533"/>
                    <a:pt x="3706" y="1265"/>
                    <a:pt x="3924" y="2282"/>
                  </a:cubicBezTo>
                  <a:lnTo>
                    <a:pt x="3924" y="2282"/>
                  </a:lnTo>
                  <a:cubicBezTo>
                    <a:pt x="3762" y="1582"/>
                    <a:pt x="3494" y="1310"/>
                    <a:pt x="3226" y="1310"/>
                  </a:cubicBezTo>
                  <a:cubicBezTo>
                    <a:pt x="2754" y="1310"/>
                    <a:pt x="2278" y="2153"/>
                    <a:pt x="2366" y="2995"/>
                  </a:cubicBezTo>
                  <a:cubicBezTo>
                    <a:pt x="2238" y="2668"/>
                    <a:pt x="1956" y="2375"/>
                    <a:pt x="1656" y="2375"/>
                  </a:cubicBezTo>
                  <a:cubicBezTo>
                    <a:pt x="1524" y="2375"/>
                    <a:pt x="1388" y="2432"/>
                    <a:pt x="1261" y="2568"/>
                  </a:cubicBezTo>
                  <a:cubicBezTo>
                    <a:pt x="990" y="3182"/>
                    <a:pt x="1275" y="3941"/>
                    <a:pt x="1378" y="4580"/>
                  </a:cubicBezTo>
                  <a:cubicBezTo>
                    <a:pt x="1165" y="4158"/>
                    <a:pt x="963" y="3981"/>
                    <a:pt x="796" y="3981"/>
                  </a:cubicBezTo>
                  <a:cubicBezTo>
                    <a:pt x="135" y="3981"/>
                    <a:pt x="1" y="6755"/>
                    <a:pt x="1694" y="8221"/>
                  </a:cubicBezTo>
                  <a:cubicBezTo>
                    <a:pt x="4560" y="7713"/>
                    <a:pt x="9236" y="6242"/>
                    <a:pt x="10663" y="3812"/>
                  </a:cubicBezTo>
                  <a:cubicBezTo>
                    <a:pt x="11050" y="3153"/>
                    <a:pt x="10996" y="2152"/>
                    <a:pt x="10867" y="1773"/>
                  </a:cubicBezTo>
                  <a:cubicBezTo>
                    <a:pt x="10790" y="1549"/>
                    <a:pt x="10680" y="1466"/>
                    <a:pt x="10567" y="1466"/>
                  </a:cubicBezTo>
                  <a:cubicBezTo>
                    <a:pt x="10360" y="1466"/>
                    <a:pt x="10144" y="1745"/>
                    <a:pt x="10108" y="1952"/>
                  </a:cubicBezTo>
                  <a:cubicBezTo>
                    <a:pt x="10180" y="1156"/>
                    <a:pt x="9794" y="663"/>
                    <a:pt x="9408" y="663"/>
                  </a:cubicBezTo>
                  <a:cubicBezTo>
                    <a:pt x="9120" y="663"/>
                    <a:pt x="8832" y="936"/>
                    <a:pt x="8731" y="1559"/>
                  </a:cubicBezTo>
                  <a:lnTo>
                    <a:pt x="8731" y="1559"/>
                  </a:lnTo>
                  <a:cubicBezTo>
                    <a:pt x="8804" y="585"/>
                    <a:pt x="8280" y="12"/>
                    <a:pt x="7812" y="12"/>
                  </a:cubicBezTo>
                  <a:cubicBezTo>
                    <a:pt x="7449" y="12"/>
                    <a:pt x="7119" y="356"/>
                    <a:pt x="7125" y="1122"/>
                  </a:cubicBezTo>
                  <a:cubicBezTo>
                    <a:pt x="7020" y="341"/>
                    <a:pt x="6688" y="1"/>
                    <a:pt x="6339"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46"/>
            <p:cNvSpPr/>
            <p:nvPr/>
          </p:nvSpPr>
          <p:spPr>
            <a:xfrm>
              <a:off x="5081864" y="1411021"/>
              <a:ext cx="521447" cy="539753"/>
            </a:xfrm>
            <a:custGeom>
              <a:rect b="b" l="l" r="r" t="t"/>
              <a:pathLst>
                <a:path extrusionOk="0" h="27981" w="27032">
                  <a:moveTo>
                    <a:pt x="23498" y="1"/>
                  </a:moveTo>
                  <a:lnTo>
                    <a:pt x="12623" y="1687"/>
                  </a:lnTo>
                  <a:cubicBezTo>
                    <a:pt x="11480" y="3208"/>
                    <a:pt x="550" y="19902"/>
                    <a:pt x="89" y="25074"/>
                  </a:cubicBezTo>
                  <a:cubicBezTo>
                    <a:pt x="0" y="26079"/>
                    <a:pt x="2184" y="27980"/>
                    <a:pt x="4284" y="27980"/>
                  </a:cubicBezTo>
                  <a:cubicBezTo>
                    <a:pt x="5038" y="27980"/>
                    <a:pt x="5781" y="27735"/>
                    <a:pt x="6405" y="27116"/>
                  </a:cubicBezTo>
                  <a:cubicBezTo>
                    <a:pt x="10339" y="23209"/>
                    <a:pt x="27032" y="12779"/>
                    <a:pt x="23498" y="1"/>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46"/>
            <p:cNvSpPr/>
            <p:nvPr/>
          </p:nvSpPr>
          <p:spPr>
            <a:xfrm>
              <a:off x="4888490" y="1888640"/>
              <a:ext cx="343092" cy="642376"/>
            </a:xfrm>
            <a:custGeom>
              <a:rect b="b" l="l" r="r" t="t"/>
              <a:pathLst>
                <a:path extrusionOk="0" h="33301" w="17786">
                  <a:moveTo>
                    <a:pt x="12713" y="0"/>
                  </a:moveTo>
                  <a:cubicBezTo>
                    <a:pt x="11340" y="0"/>
                    <a:pt x="10114" y="313"/>
                    <a:pt x="10114" y="313"/>
                  </a:cubicBezTo>
                  <a:cubicBezTo>
                    <a:pt x="8293" y="3815"/>
                    <a:pt x="248" y="29669"/>
                    <a:pt x="94" y="31415"/>
                  </a:cubicBezTo>
                  <a:cubicBezTo>
                    <a:pt x="0" y="32456"/>
                    <a:pt x="923" y="33300"/>
                    <a:pt x="1871" y="33300"/>
                  </a:cubicBezTo>
                  <a:cubicBezTo>
                    <a:pt x="2511" y="33300"/>
                    <a:pt x="3163" y="32915"/>
                    <a:pt x="3521" y="31946"/>
                  </a:cubicBezTo>
                  <a:cubicBezTo>
                    <a:pt x="8455" y="18632"/>
                    <a:pt x="17786" y="12516"/>
                    <a:pt x="16430" y="2355"/>
                  </a:cubicBezTo>
                  <a:cubicBezTo>
                    <a:pt x="16175" y="439"/>
                    <a:pt x="14340" y="0"/>
                    <a:pt x="12713" y="0"/>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46"/>
            <p:cNvSpPr/>
            <p:nvPr/>
          </p:nvSpPr>
          <p:spPr>
            <a:xfrm>
              <a:off x="5003010" y="1411002"/>
              <a:ext cx="600305" cy="765254"/>
            </a:xfrm>
            <a:custGeom>
              <a:rect b="b" l="l" r="r" t="t"/>
              <a:pathLst>
                <a:path extrusionOk="0" h="39671" w="31120">
                  <a:moveTo>
                    <a:pt x="27584" y="0"/>
                  </a:moveTo>
                  <a:lnTo>
                    <a:pt x="16711" y="1688"/>
                  </a:lnTo>
                  <a:cubicBezTo>
                    <a:pt x="15568" y="3209"/>
                    <a:pt x="4640" y="19903"/>
                    <a:pt x="4177" y="25075"/>
                  </a:cubicBezTo>
                  <a:cubicBezTo>
                    <a:pt x="3463" y="26453"/>
                    <a:pt x="1783" y="31287"/>
                    <a:pt x="0" y="36752"/>
                  </a:cubicBezTo>
                  <a:cubicBezTo>
                    <a:pt x="1913" y="38499"/>
                    <a:pt x="4459" y="39553"/>
                    <a:pt x="7048" y="39671"/>
                  </a:cubicBezTo>
                  <a:cubicBezTo>
                    <a:pt x="9478" y="35613"/>
                    <a:pt x="11117" y="31792"/>
                    <a:pt x="10495" y="27118"/>
                  </a:cubicBezTo>
                  <a:cubicBezTo>
                    <a:pt x="14425" y="23212"/>
                    <a:pt x="31120" y="12780"/>
                    <a:pt x="275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46"/>
            <p:cNvSpPr/>
            <p:nvPr/>
          </p:nvSpPr>
          <p:spPr>
            <a:xfrm>
              <a:off x="5080475" y="1891900"/>
              <a:ext cx="49537" cy="27218"/>
            </a:xfrm>
            <a:custGeom>
              <a:rect b="b" l="l" r="r" t="t"/>
              <a:pathLst>
                <a:path extrusionOk="0" h="1411" w="2568">
                  <a:moveTo>
                    <a:pt x="161" y="0"/>
                  </a:moveTo>
                  <a:cubicBezTo>
                    <a:pt x="145" y="0"/>
                    <a:pt x="129" y="3"/>
                    <a:pt x="113" y="8"/>
                  </a:cubicBezTo>
                  <a:cubicBezTo>
                    <a:pt x="39" y="36"/>
                    <a:pt x="0" y="118"/>
                    <a:pt x="26" y="192"/>
                  </a:cubicBezTo>
                  <a:cubicBezTo>
                    <a:pt x="350" y="1090"/>
                    <a:pt x="1476" y="1411"/>
                    <a:pt x="2424" y="1411"/>
                  </a:cubicBezTo>
                  <a:cubicBezTo>
                    <a:pt x="2503" y="1411"/>
                    <a:pt x="2568" y="1346"/>
                    <a:pt x="2568" y="1266"/>
                  </a:cubicBezTo>
                  <a:cubicBezTo>
                    <a:pt x="2568" y="1187"/>
                    <a:pt x="2503" y="1122"/>
                    <a:pt x="2424" y="1122"/>
                  </a:cubicBezTo>
                  <a:cubicBezTo>
                    <a:pt x="1575" y="1122"/>
                    <a:pt x="571" y="853"/>
                    <a:pt x="297" y="96"/>
                  </a:cubicBezTo>
                  <a:cubicBezTo>
                    <a:pt x="275" y="37"/>
                    <a:pt x="220" y="0"/>
                    <a:pt x="16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46"/>
            <p:cNvSpPr/>
            <p:nvPr/>
          </p:nvSpPr>
          <p:spPr>
            <a:xfrm>
              <a:off x="4725091" y="2466737"/>
              <a:ext cx="260068" cy="124556"/>
            </a:xfrm>
            <a:custGeom>
              <a:rect b="b" l="l" r="r" t="t"/>
              <a:pathLst>
                <a:path extrusionOk="0" h="6457" w="13482">
                  <a:moveTo>
                    <a:pt x="7576" y="0"/>
                  </a:moveTo>
                  <a:cubicBezTo>
                    <a:pt x="6861" y="0"/>
                    <a:pt x="6809" y="924"/>
                    <a:pt x="7142" y="1709"/>
                  </a:cubicBezTo>
                  <a:cubicBezTo>
                    <a:pt x="6523" y="2716"/>
                    <a:pt x="3182" y="3746"/>
                    <a:pt x="1923" y="4112"/>
                  </a:cubicBezTo>
                  <a:cubicBezTo>
                    <a:pt x="665" y="4479"/>
                    <a:pt x="1" y="5074"/>
                    <a:pt x="1" y="6457"/>
                  </a:cubicBezTo>
                  <a:lnTo>
                    <a:pt x="13367" y="6457"/>
                  </a:lnTo>
                  <a:cubicBezTo>
                    <a:pt x="13367" y="4316"/>
                    <a:pt x="13482" y="703"/>
                    <a:pt x="12345" y="703"/>
                  </a:cubicBezTo>
                  <a:cubicBezTo>
                    <a:pt x="11622" y="703"/>
                    <a:pt x="12313" y="2602"/>
                    <a:pt x="10734" y="2602"/>
                  </a:cubicBezTo>
                  <a:cubicBezTo>
                    <a:pt x="9933" y="2602"/>
                    <a:pt x="9453" y="1870"/>
                    <a:pt x="9383" y="1641"/>
                  </a:cubicBezTo>
                  <a:cubicBezTo>
                    <a:pt x="9316" y="1412"/>
                    <a:pt x="9087" y="473"/>
                    <a:pt x="7988" y="81"/>
                  </a:cubicBezTo>
                  <a:cubicBezTo>
                    <a:pt x="7831" y="26"/>
                    <a:pt x="7694" y="0"/>
                    <a:pt x="75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46"/>
            <p:cNvSpPr/>
            <p:nvPr/>
          </p:nvSpPr>
          <p:spPr>
            <a:xfrm>
              <a:off x="4724223" y="2572904"/>
              <a:ext cx="261534" cy="5556"/>
            </a:xfrm>
            <a:custGeom>
              <a:rect b="b" l="l" r="r" t="t"/>
              <a:pathLst>
                <a:path extrusionOk="0" h="288" w="13558">
                  <a:moveTo>
                    <a:pt x="142" y="0"/>
                  </a:moveTo>
                  <a:cubicBezTo>
                    <a:pt x="63" y="0"/>
                    <a:pt x="1" y="65"/>
                    <a:pt x="1" y="144"/>
                  </a:cubicBezTo>
                  <a:cubicBezTo>
                    <a:pt x="1" y="223"/>
                    <a:pt x="63" y="287"/>
                    <a:pt x="142" y="287"/>
                  </a:cubicBezTo>
                  <a:lnTo>
                    <a:pt x="13414" y="287"/>
                  </a:lnTo>
                  <a:cubicBezTo>
                    <a:pt x="13494" y="287"/>
                    <a:pt x="13557" y="223"/>
                    <a:pt x="13557" y="144"/>
                  </a:cubicBezTo>
                  <a:cubicBezTo>
                    <a:pt x="13557" y="65"/>
                    <a:pt x="13494" y="0"/>
                    <a:pt x="13414"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46"/>
            <p:cNvSpPr/>
            <p:nvPr/>
          </p:nvSpPr>
          <p:spPr>
            <a:xfrm>
              <a:off x="4927955" y="2526244"/>
              <a:ext cx="56790" cy="52218"/>
            </a:xfrm>
            <a:custGeom>
              <a:rect b="b" l="l" r="r" t="t"/>
              <a:pathLst>
                <a:path extrusionOk="0" h="2707" w="2944">
                  <a:moveTo>
                    <a:pt x="2800" y="0"/>
                  </a:moveTo>
                  <a:cubicBezTo>
                    <a:pt x="1509" y="0"/>
                    <a:pt x="1" y="671"/>
                    <a:pt x="1" y="2563"/>
                  </a:cubicBezTo>
                  <a:cubicBezTo>
                    <a:pt x="1" y="2642"/>
                    <a:pt x="64" y="2706"/>
                    <a:pt x="144" y="2706"/>
                  </a:cubicBezTo>
                  <a:cubicBezTo>
                    <a:pt x="223" y="2706"/>
                    <a:pt x="288" y="2642"/>
                    <a:pt x="288" y="2563"/>
                  </a:cubicBezTo>
                  <a:cubicBezTo>
                    <a:pt x="288" y="885"/>
                    <a:pt x="1585" y="287"/>
                    <a:pt x="2800" y="287"/>
                  </a:cubicBezTo>
                  <a:cubicBezTo>
                    <a:pt x="2881" y="287"/>
                    <a:pt x="2944" y="223"/>
                    <a:pt x="2944" y="144"/>
                  </a:cubicBezTo>
                  <a:cubicBezTo>
                    <a:pt x="2944" y="65"/>
                    <a:pt x="2881" y="0"/>
                    <a:pt x="2800"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46"/>
            <p:cNvSpPr/>
            <p:nvPr/>
          </p:nvSpPr>
          <p:spPr>
            <a:xfrm>
              <a:off x="4855158" y="2501457"/>
              <a:ext cx="30150" cy="26813"/>
            </a:xfrm>
            <a:custGeom>
              <a:rect b="b" l="l" r="r" t="t"/>
              <a:pathLst>
                <a:path extrusionOk="0" h="1390" w="1563">
                  <a:moveTo>
                    <a:pt x="164" y="0"/>
                  </a:moveTo>
                  <a:cubicBezTo>
                    <a:pt x="112" y="0"/>
                    <a:pt x="62" y="29"/>
                    <a:pt x="36" y="78"/>
                  </a:cubicBezTo>
                  <a:cubicBezTo>
                    <a:pt x="1" y="147"/>
                    <a:pt x="28" y="234"/>
                    <a:pt x="97" y="272"/>
                  </a:cubicBezTo>
                  <a:cubicBezTo>
                    <a:pt x="573" y="518"/>
                    <a:pt x="980" y="882"/>
                    <a:pt x="1280" y="1326"/>
                  </a:cubicBezTo>
                  <a:cubicBezTo>
                    <a:pt x="1308" y="1367"/>
                    <a:pt x="1353" y="1390"/>
                    <a:pt x="1399" y="1390"/>
                  </a:cubicBezTo>
                  <a:cubicBezTo>
                    <a:pt x="1427" y="1390"/>
                    <a:pt x="1454" y="1382"/>
                    <a:pt x="1480" y="1366"/>
                  </a:cubicBezTo>
                  <a:cubicBezTo>
                    <a:pt x="1544" y="1321"/>
                    <a:pt x="1562" y="1232"/>
                    <a:pt x="1519" y="1166"/>
                  </a:cubicBezTo>
                  <a:cubicBezTo>
                    <a:pt x="1193" y="682"/>
                    <a:pt x="747" y="284"/>
                    <a:pt x="229" y="17"/>
                  </a:cubicBezTo>
                  <a:cubicBezTo>
                    <a:pt x="208" y="6"/>
                    <a:pt x="186" y="0"/>
                    <a:pt x="164"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46"/>
            <p:cNvSpPr/>
            <p:nvPr/>
          </p:nvSpPr>
          <p:spPr>
            <a:xfrm>
              <a:off x="4837759" y="2513417"/>
              <a:ext cx="27797" cy="26061"/>
            </a:xfrm>
            <a:custGeom>
              <a:rect b="b" l="l" r="r" t="t"/>
              <a:pathLst>
                <a:path extrusionOk="0" h="1351" w="1441">
                  <a:moveTo>
                    <a:pt x="165" y="0"/>
                  </a:moveTo>
                  <a:cubicBezTo>
                    <a:pt x="114" y="0"/>
                    <a:pt x="65" y="26"/>
                    <a:pt x="39" y="74"/>
                  </a:cubicBezTo>
                  <a:cubicBezTo>
                    <a:pt x="0" y="143"/>
                    <a:pt x="26" y="232"/>
                    <a:pt x="95" y="269"/>
                  </a:cubicBezTo>
                  <a:cubicBezTo>
                    <a:pt x="530" y="507"/>
                    <a:pt x="896" y="857"/>
                    <a:pt x="1154" y="1281"/>
                  </a:cubicBezTo>
                  <a:cubicBezTo>
                    <a:pt x="1181" y="1324"/>
                    <a:pt x="1228" y="1350"/>
                    <a:pt x="1276" y="1350"/>
                  </a:cubicBezTo>
                  <a:cubicBezTo>
                    <a:pt x="1302" y="1350"/>
                    <a:pt x="1328" y="1342"/>
                    <a:pt x="1352" y="1329"/>
                  </a:cubicBezTo>
                  <a:cubicBezTo>
                    <a:pt x="1420" y="1287"/>
                    <a:pt x="1441" y="1199"/>
                    <a:pt x="1401" y="1131"/>
                  </a:cubicBezTo>
                  <a:cubicBezTo>
                    <a:pt x="1115" y="665"/>
                    <a:pt x="712" y="280"/>
                    <a:pt x="234" y="17"/>
                  </a:cubicBezTo>
                  <a:cubicBezTo>
                    <a:pt x="212" y="6"/>
                    <a:pt x="188" y="0"/>
                    <a:pt x="165"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46"/>
            <p:cNvSpPr/>
            <p:nvPr/>
          </p:nvSpPr>
          <p:spPr>
            <a:xfrm>
              <a:off x="4819107" y="2522328"/>
              <a:ext cx="23958" cy="25308"/>
            </a:xfrm>
            <a:custGeom>
              <a:rect b="b" l="l" r="r" t="t"/>
              <a:pathLst>
                <a:path extrusionOk="0" h="1312" w="1242">
                  <a:moveTo>
                    <a:pt x="160" y="0"/>
                  </a:moveTo>
                  <a:cubicBezTo>
                    <a:pt x="121" y="0"/>
                    <a:pt x="82" y="17"/>
                    <a:pt x="53" y="49"/>
                  </a:cubicBezTo>
                  <a:cubicBezTo>
                    <a:pt x="0" y="107"/>
                    <a:pt x="5" y="198"/>
                    <a:pt x="63" y="252"/>
                  </a:cubicBezTo>
                  <a:cubicBezTo>
                    <a:pt x="397" y="551"/>
                    <a:pt x="700" y="888"/>
                    <a:pt x="964" y="1252"/>
                  </a:cubicBezTo>
                  <a:cubicBezTo>
                    <a:pt x="991" y="1291"/>
                    <a:pt x="1035" y="1312"/>
                    <a:pt x="1080" y="1312"/>
                  </a:cubicBezTo>
                  <a:cubicBezTo>
                    <a:pt x="1109" y="1312"/>
                    <a:pt x="1138" y="1302"/>
                    <a:pt x="1164" y="1285"/>
                  </a:cubicBezTo>
                  <a:cubicBezTo>
                    <a:pt x="1228" y="1238"/>
                    <a:pt x="1241" y="1148"/>
                    <a:pt x="1196" y="1083"/>
                  </a:cubicBezTo>
                  <a:cubicBezTo>
                    <a:pt x="920" y="704"/>
                    <a:pt x="603" y="351"/>
                    <a:pt x="255" y="37"/>
                  </a:cubicBezTo>
                  <a:cubicBezTo>
                    <a:pt x="228" y="13"/>
                    <a:pt x="194" y="0"/>
                    <a:pt x="160"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46"/>
            <p:cNvSpPr/>
            <p:nvPr/>
          </p:nvSpPr>
          <p:spPr>
            <a:xfrm>
              <a:off x="5596151" y="1484070"/>
              <a:ext cx="604529" cy="464407"/>
            </a:xfrm>
            <a:custGeom>
              <a:rect b="b" l="l" r="r" t="t"/>
              <a:pathLst>
                <a:path extrusionOk="0" h="24075" w="31339">
                  <a:moveTo>
                    <a:pt x="29202" y="0"/>
                  </a:moveTo>
                  <a:cubicBezTo>
                    <a:pt x="28802" y="0"/>
                    <a:pt x="28353" y="153"/>
                    <a:pt x="27887" y="520"/>
                  </a:cubicBezTo>
                  <a:cubicBezTo>
                    <a:pt x="16735" y="9310"/>
                    <a:pt x="5585" y="9661"/>
                    <a:pt x="1441" y="19039"/>
                  </a:cubicBezTo>
                  <a:cubicBezTo>
                    <a:pt x="1" y="22301"/>
                    <a:pt x="5765" y="24075"/>
                    <a:pt x="5765" y="24075"/>
                  </a:cubicBezTo>
                  <a:cubicBezTo>
                    <a:pt x="9146" y="22035"/>
                    <a:pt x="29494" y="4170"/>
                    <a:pt x="30537" y="2762"/>
                  </a:cubicBezTo>
                  <a:cubicBezTo>
                    <a:pt x="31338" y="1679"/>
                    <a:pt x="30532" y="0"/>
                    <a:pt x="29202" y="0"/>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46"/>
            <p:cNvSpPr/>
            <p:nvPr/>
          </p:nvSpPr>
          <p:spPr>
            <a:xfrm>
              <a:off x="5436437" y="1361738"/>
              <a:ext cx="314736" cy="598009"/>
            </a:xfrm>
            <a:custGeom>
              <a:rect b="b" l="l" r="r" t="t"/>
              <a:pathLst>
                <a:path extrusionOk="0" h="31001" w="16316">
                  <a:moveTo>
                    <a:pt x="11206" y="0"/>
                  </a:moveTo>
                  <a:lnTo>
                    <a:pt x="0" y="3349"/>
                  </a:lnTo>
                  <a:cubicBezTo>
                    <a:pt x="656" y="9515"/>
                    <a:pt x="6745" y="31000"/>
                    <a:pt x="11476" y="31000"/>
                  </a:cubicBezTo>
                  <a:cubicBezTo>
                    <a:pt x="16206" y="31000"/>
                    <a:pt x="15783" y="27316"/>
                    <a:pt x="15773" y="25535"/>
                  </a:cubicBezTo>
                  <a:cubicBezTo>
                    <a:pt x="15770" y="24958"/>
                    <a:pt x="14630" y="14084"/>
                    <a:pt x="14957" y="12886"/>
                  </a:cubicBezTo>
                  <a:cubicBezTo>
                    <a:pt x="15283" y="11690"/>
                    <a:pt x="16316" y="4512"/>
                    <a:pt x="11206" y="0"/>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46"/>
            <p:cNvSpPr/>
            <p:nvPr/>
          </p:nvSpPr>
          <p:spPr>
            <a:xfrm>
              <a:off x="5436437" y="1361738"/>
              <a:ext cx="522663" cy="598009"/>
            </a:xfrm>
            <a:custGeom>
              <a:rect b="b" l="l" r="r" t="t"/>
              <a:pathLst>
                <a:path extrusionOk="0" h="31001" w="27095">
                  <a:moveTo>
                    <a:pt x="11207" y="0"/>
                  </a:moveTo>
                  <a:lnTo>
                    <a:pt x="0" y="3347"/>
                  </a:lnTo>
                  <a:cubicBezTo>
                    <a:pt x="658" y="9515"/>
                    <a:pt x="6745" y="31000"/>
                    <a:pt x="11476" y="31000"/>
                  </a:cubicBezTo>
                  <a:cubicBezTo>
                    <a:pt x="13032" y="31000"/>
                    <a:pt x="14028" y="30599"/>
                    <a:pt x="14667" y="30001"/>
                  </a:cubicBezTo>
                  <a:cubicBezTo>
                    <a:pt x="16872" y="28438"/>
                    <a:pt x="22074" y="24064"/>
                    <a:pt x="27094" y="19711"/>
                  </a:cubicBezTo>
                  <a:cubicBezTo>
                    <a:pt x="26319" y="17687"/>
                    <a:pt x="25085" y="15837"/>
                    <a:pt x="23513" y="14346"/>
                  </a:cubicBezTo>
                  <a:cubicBezTo>
                    <a:pt x="20413" y="15842"/>
                    <a:pt x="17571" y="17183"/>
                    <a:pt x="15196" y="18881"/>
                  </a:cubicBezTo>
                  <a:cubicBezTo>
                    <a:pt x="14972" y="16129"/>
                    <a:pt x="14806" y="13445"/>
                    <a:pt x="14957" y="12886"/>
                  </a:cubicBezTo>
                  <a:cubicBezTo>
                    <a:pt x="15285" y="11689"/>
                    <a:pt x="16318" y="4512"/>
                    <a:pt x="112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46"/>
            <p:cNvSpPr/>
            <p:nvPr/>
          </p:nvSpPr>
          <p:spPr>
            <a:xfrm>
              <a:off x="5726662" y="1723062"/>
              <a:ext cx="17226" cy="143865"/>
            </a:xfrm>
            <a:custGeom>
              <a:rect b="b" l="l" r="r" t="t"/>
              <a:pathLst>
                <a:path extrusionOk="0" h="7458" w="893">
                  <a:moveTo>
                    <a:pt x="148" y="0"/>
                  </a:moveTo>
                  <a:cubicBezTo>
                    <a:pt x="144" y="0"/>
                    <a:pt x="141" y="1"/>
                    <a:pt x="137" y="1"/>
                  </a:cubicBezTo>
                  <a:cubicBezTo>
                    <a:pt x="58" y="7"/>
                    <a:pt x="0" y="78"/>
                    <a:pt x="7" y="156"/>
                  </a:cubicBezTo>
                  <a:cubicBezTo>
                    <a:pt x="34" y="496"/>
                    <a:pt x="90" y="1087"/>
                    <a:pt x="156" y="1793"/>
                  </a:cubicBezTo>
                  <a:cubicBezTo>
                    <a:pt x="335" y="3696"/>
                    <a:pt x="606" y="6575"/>
                    <a:pt x="598" y="7311"/>
                  </a:cubicBezTo>
                  <a:cubicBezTo>
                    <a:pt x="596" y="7392"/>
                    <a:pt x="659" y="7456"/>
                    <a:pt x="740" y="7458"/>
                  </a:cubicBezTo>
                  <a:lnTo>
                    <a:pt x="741" y="7458"/>
                  </a:lnTo>
                  <a:cubicBezTo>
                    <a:pt x="819" y="7458"/>
                    <a:pt x="883" y="7393"/>
                    <a:pt x="885" y="7316"/>
                  </a:cubicBezTo>
                  <a:cubicBezTo>
                    <a:pt x="893" y="6563"/>
                    <a:pt x="633" y="3790"/>
                    <a:pt x="442" y="1766"/>
                  </a:cubicBezTo>
                  <a:cubicBezTo>
                    <a:pt x="376" y="1061"/>
                    <a:pt x="321" y="472"/>
                    <a:pt x="292" y="133"/>
                  </a:cubicBezTo>
                  <a:cubicBezTo>
                    <a:pt x="286" y="57"/>
                    <a:pt x="216" y="0"/>
                    <a:pt x="1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46"/>
            <p:cNvSpPr/>
            <p:nvPr/>
          </p:nvSpPr>
          <p:spPr>
            <a:xfrm>
              <a:off x="5435878" y="1440785"/>
              <a:ext cx="56597" cy="213772"/>
            </a:xfrm>
            <a:custGeom>
              <a:rect b="b" l="l" r="r" t="t"/>
              <a:pathLst>
                <a:path extrusionOk="0" h="11082" w="2934">
                  <a:moveTo>
                    <a:pt x="142" y="0"/>
                  </a:moveTo>
                  <a:cubicBezTo>
                    <a:pt x="63" y="2"/>
                    <a:pt x="0" y="68"/>
                    <a:pt x="4" y="147"/>
                  </a:cubicBezTo>
                  <a:cubicBezTo>
                    <a:pt x="57" y="2139"/>
                    <a:pt x="1907" y="9083"/>
                    <a:pt x="2637" y="10990"/>
                  </a:cubicBezTo>
                  <a:cubicBezTo>
                    <a:pt x="2660" y="11046"/>
                    <a:pt x="2713" y="11081"/>
                    <a:pt x="2771" y="11081"/>
                  </a:cubicBezTo>
                  <a:cubicBezTo>
                    <a:pt x="2788" y="11081"/>
                    <a:pt x="2806" y="11078"/>
                    <a:pt x="2822" y="11072"/>
                  </a:cubicBezTo>
                  <a:cubicBezTo>
                    <a:pt x="2896" y="11043"/>
                    <a:pt x="2933" y="10961"/>
                    <a:pt x="2904" y="10886"/>
                  </a:cubicBezTo>
                  <a:cubicBezTo>
                    <a:pt x="2199" y="9044"/>
                    <a:pt x="342" y="2063"/>
                    <a:pt x="290" y="139"/>
                  </a:cubicBezTo>
                  <a:cubicBezTo>
                    <a:pt x="287" y="61"/>
                    <a:pt x="224" y="0"/>
                    <a:pt x="14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46"/>
            <p:cNvSpPr/>
            <p:nvPr/>
          </p:nvSpPr>
          <p:spPr>
            <a:xfrm>
              <a:off x="5567642" y="1396323"/>
              <a:ext cx="114216" cy="65432"/>
            </a:xfrm>
            <a:custGeom>
              <a:rect b="b" l="l" r="r" t="t"/>
              <a:pathLst>
                <a:path extrusionOk="0" h="3392" w="5921">
                  <a:moveTo>
                    <a:pt x="161" y="1"/>
                  </a:moveTo>
                  <a:cubicBezTo>
                    <a:pt x="149" y="1"/>
                    <a:pt x="136" y="2"/>
                    <a:pt x="123" y="6"/>
                  </a:cubicBezTo>
                  <a:cubicBezTo>
                    <a:pt x="48" y="25"/>
                    <a:pt x="1" y="102"/>
                    <a:pt x="20" y="180"/>
                  </a:cubicBezTo>
                  <a:cubicBezTo>
                    <a:pt x="325" y="1366"/>
                    <a:pt x="1160" y="2400"/>
                    <a:pt x="2257" y="2947"/>
                  </a:cubicBezTo>
                  <a:cubicBezTo>
                    <a:pt x="2849" y="3243"/>
                    <a:pt x="3509" y="3391"/>
                    <a:pt x="4170" y="3391"/>
                  </a:cubicBezTo>
                  <a:cubicBezTo>
                    <a:pt x="4731" y="3391"/>
                    <a:pt x="5293" y="3283"/>
                    <a:pt x="5812" y="3066"/>
                  </a:cubicBezTo>
                  <a:cubicBezTo>
                    <a:pt x="5886" y="3035"/>
                    <a:pt x="5920" y="2951"/>
                    <a:pt x="5890" y="2879"/>
                  </a:cubicBezTo>
                  <a:cubicBezTo>
                    <a:pt x="5867" y="2823"/>
                    <a:pt x="5814" y="2790"/>
                    <a:pt x="5758" y="2790"/>
                  </a:cubicBezTo>
                  <a:cubicBezTo>
                    <a:pt x="5739" y="2790"/>
                    <a:pt x="5721" y="2794"/>
                    <a:pt x="5703" y="2802"/>
                  </a:cubicBezTo>
                  <a:cubicBezTo>
                    <a:pt x="5217" y="3004"/>
                    <a:pt x="4693" y="3104"/>
                    <a:pt x="4169" y="3104"/>
                  </a:cubicBezTo>
                  <a:cubicBezTo>
                    <a:pt x="3553" y="3104"/>
                    <a:pt x="2937" y="2966"/>
                    <a:pt x="2384" y="2690"/>
                  </a:cubicBezTo>
                  <a:cubicBezTo>
                    <a:pt x="1361" y="2181"/>
                    <a:pt x="583" y="1216"/>
                    <a:pt x="299" y="109"/>
                  </a:cubicBezTo>
                  <a:cubicBezTo>
                    <a:pt x="283" y="44"/>
                    <a:pt x="226" y="1"/>
                    <a:pt x="16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46"/>
            <p:cNvSpPr/>
            <p:nvPr/>
          </p:nvSpPr>
          <p:spPr>
            <a:xfrm>
              <a:off x="6087562" y="1430581"/>
              <a:ext cx="241434" cy="219752"/>
            </a:xfrm>
            <a:custGeom>
              <a:rect b="b" l="l" r="r" t="t"/>
              <a:pathLst>
                <a:path extrusionOk="0" h="11392" w="12516">
                  <a:moveTo>
                    <a:pt x="4748" y="1"/>
                  </a:moveTo>
                  <a:cubicBezTo>
                    <a:pt x="3006" y="1246"/>
                    <a:pt x="0" y="3251"/>
                    <a:pt x="660" y="4176"/>
                  </a:cubicBezTo>
                  <a:cubicBezTo>
                    <a:pt x="727" y="4270"/>
                    <a:pt x="813" y="4307"/>
                    <a:pt x="913" y="4307"/>
                  </a:cubicBezTo>
                  <a:cubicBezTo>
                    <a:pt x="1256" y="4307"/>
                    <a:pt x="1768" y="3883"/>
                    <a:pt x="2297" y="3883"/>
                  </a:cubicBezTo>
                  <a:cubicBezTo>
                    <a:pt x="2582" y="3883"/>
                    <a:pt x="2871" y="4006"/>
                    <a:pt x="3141" y="4384"/>
                  </a:cubicBezTo>
                  <a:cubicBezTo>
                    <a:pt x="3607" y="5035"/>
                    <a:pt x="3290" y="5852"/>
                    <a:pt x="3143" y="6041"/>
                  </a:cubicBezTo>
                  <a:cubicBezTo>
                    <a:pt x="2996" y="6229"/>
                    <a:pt x="2366" y="6961"/>
                    <a:pt x="2685" y="8083"/>
                  </a:cubicBezTo>
                  <a:cubicBezTo>
                    <a:pt x="2816" y="8538"/>
                    <a:pt x="3054" y="8721"/>
                    <a:pt x="3326" y="8721"/>
                  </a:cubicBezTo>
                  <a:cubicBezTo>
                    <a:pt x="3724" y="8721"/>
                    <a:pt x="4194" y="8330"/>
                    <a:pt x="4503" y="7826"/>
                  </a:cubicBezTo>
                  <a:cubicBezTo>
                    <a:pt x="4526" y="7825"/>
                    <a:pt x="4548" y="7824"/>
                    <a:pt x="4572" y="7824"/>
                  </a:cubicBezTo>
                  <a:cubicBezTo>
                    <a:pt x="5786" y="7824"/>
                    <a:pt x="8481" y="9880"/>
                    <a:pt x="9491" y="10676"/>
                  </a:cubicBezTo>
                  <a:cubicBezTo>
                    <a:pt x="10068" y="11131"/>
                    <a:pt x="10595" y="11392"/>
                    <a:pt x="11145" y="11392"/>
                  </a:cubicBezTo>
                  <a:cubicBezTo>
                    <a:pt x="11576" y="11392"/>
                    <a:pt x="12021" y="11231"/>
                    <a:pt x="12516" y="10879"/>
                  </a:cubicBezTo>
                  <a:lnTo>
                    <a:pt x="474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46"/>
            <p:cNvSpPr/>
            <p:nvPr/>
          </p:nvSpPr>
          <p:spPr>
            <a:xfrm>
              <a:off x="6163253" y="1436850"/>
              <a:ext cx="155092" cy="213888"/>
            </a:xfrm>
            <a:custGeom>
              <a:rect b="b" l="l" r="r" t="t"/>
              <a:pathLst>
                <a:path extrusionOk="0" h="11088" w="8040">
                  <a:moveTo>
                    <a:pt x="164" y="1"/>
                  </a:moveTo>
                  <a:cubicBezTo>
                    <a:pt x="135" y="1"/>
                    <a:pt x="106" y="9"/>
                    <a:pt x="81" y="27"/>
                  </a:cubicBezTo>
                  <a:cubicBezTo>
                    <a:pt x="17" y="74"/>
                    <a:pt x="1" y="162"/>
                    <a:pt x="47" y="227"/>
                  </a:cubicBezTo>
                  <a:lnTo>
                    <a:pt x="7760" y="11028"/>
                  </a:lnTo>
                  <a:cubicBezTo>
                    <a:pt x="7788" y="11066"/>
                    <a:pt x="7831" y="11087"/>
                    <a:pt x="7876" y="11087"/>
                  </a:cubicBezTo>
                  <a:cubicBezTo>
                    <a:pt x="7905" y="11087"/>
                    <a:pt x="7934" y="11079"/>
                    <a:pt x="7960" y="11061"/>
                  </a:cubicBezTo>
                  <a:cubicBezTo>
                    <a:pt x="8025" y="11015"/>
                    <a:pt x="8039" y="10926"/>
                    <a:pt x="7994" y="10862"/>
                  </a:cubicBezTo>
                  <a:lnTo>
                    <a:pt x="281" y="61"/>
                  </a:lnTo>
                  <a:cubicBezTo>
                    <a:pt x="253" y="22"/>
                    <a:pt x="209" y="1"/>
                    <a:pt x="164"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46"/>
            <p:cNvSpPr/>
            <p:nvPr/>
          </p:nvSpPr>
          <p:spPr>
            <a:xfrm>
              <a:off x="6125890" y="1464780"/>
              <a:ext cx="74035" cy="29610"/>
            </a:xfrm>
            <a:custGeom>
              <a:rect b="b" l="l" r="r" t="t"/>
              <a:pathLst>
                <a:path extrusionOk="0" h="1535" w="3838">
                  <a:moveTo>
                    <a:pt x="163" y="0"/>
                  </a:moveTo>
                  <a:cubicBezTo>
                    <a:pt x="134" y="0"/>
                    <a:pt x="105" y="9"/>
                    <a:pt x="80" y="28"/>
                  </a:cubicBezTo>
                  <a:cubicBezTo>
                    <a:pt x="15" y="73"/>
                    <a:pt x="1" y="163"/>
                    <a:pt x="46" y="228"/>
                  </a:cubicBezTo>
                  <a:cubicBezTo>
                    <a:pt x="547" y="929"/>
                    <a:pt x="1346" y="1535"/>
                    <a:pt x="2279" y="1535"/>
                  </a:cubicBezTo>
                  <a:cubicBezTo>
                    <a:pt x="2747" y="1535"/>
                    <a:pt x="3246" y="1383"/>
                    <a:pt x="3759" y="1017"/>
                  </a:cubicBezTo>
                  <a:cubicBezTo>
                    <a:pt x="3823" y="972"/>
                    <a:pt x="3838" y="882"/>
                    <a:pt x="3793" y="817"/>
                  </a:cubicBezTo>
                  <a:cubicBezTo>
                    <a:pt x="3764" y="778"/>
                    <a:pt x="3719" y="757"/>
                    <a:pt x="3674" y="757"/>
                  </a:cubicBezTo>
                  <a:cubicBezTo>
                    <a:pt x="3645" y="757"/>
                    <a:pt x="3616" y="766"/>
                    <a:pt x="3591" y="784"/>
                  </a:cubicBezTo>
                  <a:cubicBezTo>
                    <a:pt x="3131" y="1112"/>
                    <a:pt x="2686" y="1249"/>
                    <a:pt x="2270" y="1249"/>
                  </a:cubicBezTo>
                  <a:cubicBezTo>
                    <a:pt x="1451" y="1249"/>
                    <a:pt x="748" y="716"/>
                    <a:pt x="279" y="60"/>
                  </a:cubicBezTo>
                  <a:cubicBezTo>
                    <a:pt x="251" y="21"/>
                    <a:pt x="208" y="0"/>
                    <a:pt x="163"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46"/>
            <p:cNvSpPr/>
            <p:nvPr/>
          </p:nvSpPr>
          <p:spPr>
            <a:xfrm>
              <a:off x="6176408" y="1548071"/>
              <a:ext cx="10918" cy="37307"/>
            </a:xfrm>
            <a:custGeom>
              <a:rect b="b" l="l" r="r" t="t"/>
              <a:pathLst>
                <a:path extrusionOk="0" h="1934" w="566">
                  <a:moveTo>
                    <a:pt x="403" y="0"/>
                  </a:moveTo>
                  <a:cubicBezTo>
                    <a:pt x="345" y="0"/>
                    <a:pt x="290" y="36"/>
                    <a:pt x="268" y="93"/>
                  </a:cubicBezTo>
                  <a:cubicBezTo>
                    <a:pt x="65" y="640"/>
                    <a:pt x="0" y="1234"/>
                    <a:pt x="81" y="1810"/>
                  </a:cubicBezTo>
                  <a:cubicBezTo>
                    <a:pt x="92" y="1882"/>
                    <a:pt x="153" y="1934"/>
                    <a:pt x="223" y="1934"/>
                  </a:cubicBezTo>
                  <a:cubicBezTo>
                    <a:pt x="231" y="1934"/>
                    <a:pt x="237" y="1934"/>
                    <a:pt x="244" y="1932"/>
                  </a:cubicBezTo>
                  <a:cubicBezTo>
                    <a:pt x="323" y="1921"/>
                    <a:pt x="377" y="1848"/>
                    <a:pt x="366" y="1769"/>
                  </a:cubicBezTo>
                  <a:cubicBezTo>
                    <a:pt x="290" y="1241"/>
                    <a:pt x="350" y="696"/>
                    <a:pt x="537" y="195"/>
                  </a:cubicBezTo>
                  <a:cubicBezTo>
                    <a:pt x="566" y="121"/>
                    <a:pt x="527" y="37"/>
                    <a:pt x="453" y="9"/>
                  </a:cubicBezTo>
                  <a:cubicBezTo>
                    <a:pt x="437" y="3"/>
                    <a:pt x="420" y="0"/>
                    <a:pt x="403"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46"/>
            <p:cNvSpPr/>
            <p:nvPr/>
          </p:nvSpPr>
          <p:spPr>
            <a:xfrm>
              <a:off x="6196546" y="1557638"/>
              <a:ext cx="11362" cy="34953"/>
            </a:xfrm>
            <a:custGeom>
              <a:rect b="b" l="l" r="r" t="t"/>
              <a:pathLst>
                <a:path extrusionOk="0" h="1812" w="589">
                  <a:moveTo>
                    <a:pt x="426" y="0"/>
                  </a:moveTo>
                  <a:cubicBezTo>
                    <a:pt x="370" y="0"/>
                    <a:pt x="317" y="33"/>
                    <a:pt x="294" y="87"/>
                  </a:cubicBezTo>
                  <a:cubicBezTo>
                    <a:pt x="80" y="590"/>
                    <a:pt x="1" y="1143"/>
                    <a:pt x="65" y="1684"/>
                  </a:cubicBezTo>
                  <a:cubicBezTo>
                    <a:pt x="73" y="1758"/>
                    <a:pt x="136" y="1812"/>
                    <a:pt x="207" y="1812"/>
                  </a:cubicBezTo>
                  <a:cubicBezTo>
                    <a:pt x="213" y="1812"/>
                    <a:pt x="218" y="1812"/>
                    <a:pt x="225" y="1810"/>
                  </a:cubicBezTo>
                  <a:cubicBezTo>
                    <a:pt x="304" y="1800"/>
                    <a:pt x="360" y="1729"/>
                    <a:pt x="350" y="1650"/>
                  </a:cubicBezTo>
                  <a:cubicBezTo>
                    <a:pt x="292" y="1159"/>
                    <a:pt x="363" y="656"/>
                    <a:pt x="558" y="200"/>
                  </a:cubicBezTo>
                  <a:cubicBezTo>
                    <a:pt x="589" y="127"/>
                    <a:pt x="555" y="44"/>
                    <a:pt x="483" y="11"/>
                  </a:cubicBezTo>
                  <a:cubicBezTo>
                    <a:pt x="464" y="4"/>
                    <a:pt x="445" y="0"/>
                    <a:pt x="426"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46"/>
            <p:cNvSpPr/>
            <p:nvPr/>
          </p:nvSpPr>
          <p:spPr>
            <a:xfrm>
              <a:off x="6215796" y="1571179"/>
              <a:ext cx="11786" cy="31462"/>
            </a:xfrm>
            <a:custGeom>
              <a:rect b="b" l="l" r="r" t="t"/>
              <a:pathLst>
                <a:path extrusionOk="0" h="1631" w="611">
                  <a:moveTo>
                    <a:pt x="448" y="0"/>
                  </a:moveTo>
                  <a:cubicBezTo>
                    <a:pt x="389" y="0"/>
                    <a:pt x="334" y="39"/>
                    <a:pt x="314" y="97"/>
                  </a:cubicBezTo>
                  <a:cubicBezTo>
                    <a:pt x="165" y="542"/>
                    <a:pt x="63" y="1005"/>
                    <a:pt x="10" y="1471"/>
                  </a:cubicBezTo>
                  <a:cubicBezTo>
                    <a:pt x="0" y="1550"/>
                    <a:pt x="57" y="1620"/>
                    <a:pt x="136" y="1630"/>
                  </a:cubicBezTo>
                  <a:lnTo>
                    <a:pt x="152" y="1630"/>
                  </a:lnTo>
                  <a:cubicBezTo>
                    <a:pt x="224" y="1630"/>
                    <a:pt x="285" y="1577"/>
                    <a:pt x="295" y="1504"/>
                  </a:cubicBezTo>
                  <a:cubicBezTo>
                    <a:pt x="345" y="1056"/>
                    <a:pt x="443" y="615"/>
                    <a:pt x="585" y="189"/>
                  </a:cubicBezTo>
                  <a:cubicBezTo>
                    <a:pt x="611" y="115"/>
                    <a:pt x="571" y="33"/>
                    <a:pt x="495" y="9"/>
                  </a:cubicBezTo>
                  <a:cubicBezTo>
                    <a:pt x="479" y="3"/>
                    <a:pt x="464" y="0"/>
                    <a:pt x="448"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46"/>
            <p:cNvSpPr/>
            <p:nvPr/>
          </p:nvSpPr>
          <p:spPr>
            <a:xfrm>
              <a:off x="5083407" y="981162"/>
              <a:ext cx="167264" cy="336109"/>
            </a:xfrm>
            <a:custGeom>
              <a:rect b="b" l="l" r="r" t="t"/>
              <a:pathLst>
                <a:path extrusionOk="0" h="17424" w="8671">
                  <a:moveTo>
                    <a:pt x="5602" y="1"/>
                  </a:moveTo>
                  <a:cubicBezTo>
                    <a:pt x="5568" y="1"/>
                    <a:pt x="5537" y="10"/>
                    <a:pt x="5510" y="29"/>
                  </a:cubicBezTo>
                  <a:cubicBezTo>
                    <a:pt x="3859" y="1160"/>
                    <a:pt x="417" y="13440"/>
                    <a:pt x="163" y="15289"/>
                  </a:cubicBezTo>
                  <a:cubicBezTo>
                    <a:pt x="0" y="16476"/>
                    <a:pt x="897" y="17423"/>
                    <a:pt x="1905" y="17423"/>
                  </a:cubicBezTo>
                  <a:cubicBezTo>
                    <a:pt x="2468" y="17423"/>
                    <a:pt x="3066" y="17128"/>
                    <a:pt x="3534" y="16413"/>
                  </a:cubicBezTo>
                  <a:cubicBezTo>
                    <a:pt x="4839" y="14420"/>
                    <a:pt x="8174" y="7350"/>
                    <a:pt x="8428" y="5864"/>
                  </a:cubicBezTo>
                  <a:cubicBezTo>
                    <a:pt x="8670" y="4442"/>
                    <a:pt x="6359" y="1"/>
                    <a:pt x="5602" y="1"/>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46"/>
            <p:cNvSpPr/>
            <p:nvPr/>
          </p:nvSpPr>
          <p:spPr>
            <a:xfrm>
              <a:off x="4860077" y="1181866"/>
              <a:ext cx="281730" cy="135570"/>
            </a:xfrm>
            <a:custGeom>
              <a:rect b="b" l="l" r="r" t="t"/>
              <a:pathLst>
                <a:path extrusionOk="0" h="7028" w="14605">
                  <a:moveTo>
                    <a:pt x="1615" y="1"/>
                  </a:moveTo>
                  <a:cubicBezTo>
                    <a:pt x="421" y="1"/>
                    <a:pt x="1" y="1894"/>
                    <a:pt x="953" y="2600"/>
                  </a:cubicBezTo>
                  <a:cubicBezTo>
                    <a:pt x="1904" y="3304"/>
                    <a:pt x="10533" y="7027"/>
                    <a:pt x="13219" y="7027"/>
                  </a:cubicBezTo>
                  <a:cubicBezTo>
                    <a:pt x="13300" y="7027"/>
                    <a:pt x="13375" y="7024"/>
                    <a:pt x="13444" y="7017"/>
                  </a:cubicBezTo>
                  <a:cubicBezTo>
                    <a:pt x="14604" y="6904"/>
                    <a:pt x="14169" y="3398"/>
                    <a:pt x="12793" y="2634"/>
                  </a:cubicBezTo>
                  <a:cubicBezTo>
                    <a:pt x="11415" y="1870"/>
                    <a:pt x="2983" y="113"/>
                    <a:pt x="1715" y="5"/>
                  </a:cubicBezTo>
                  <a:cubicBezTo>
                    <a:pt x="1681" y="2"/>
                    <a:pt x="1647" y="1"/>
                    <a:pt x="1615" y="1"/>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46"/>
            <p:cNvSpPr/>
            <p:nvPr/>
          </p:nvSpPr>
          <p:spPr>
            <a:xfrm>
              <a:off x="5093302" y="1225035"/>
              <a:ext cx="43171" cy="27257"/>
            </a:xfrm>
            <a:custGeom>
              <a:rect b="b" l="l" r="r" t="t"/>
              <a:pathLst>
                <a:path extrusionOk="0" h="1413" w="2238">
                  <a:moveTo>
                    <a:pt x="160" y="0"/>
                  </a:moveTo>
                  <a:cubicBezTo>
                    <a:pt x="95" y="0"/>
                    <a:pt x="35" y="44"/>
                    <a:pt x="19" y="109"/>
                  </a:cubicBezTo>
                  <a:cubicBezTo>
                    <a:pt x="1" y="186"/>
                    <a:pt x="48" y="264"/>
                    <a:pt x="125" y="283"/>
                  </a:cubicBezTo>
                  <a:cubicBezTo>
                    <a:pt x="824" y="454"/>
                    <a:pt x="1482" y="839"/>
                    <a:pt x="1973" y="1366"/>
                  </a:cubicBezTo>
                  <a:cubicBezTo>
                    <a:pt x="2002" y="1397"/>
                    <a:pt x="2041" y="1413"/>
                    <a:pt x="2078" y="1413"/>
                  </a:cubicBezTo>
                  <a:cubicBezTo>
                    <a:pt x="2114" y="1413"/>
                    <a:pt x="2149" y="1400"/>
                    <a:pt x="2176" y="1374"/>
                  </a:cubicBezTo>
                  <a:cubicBezTo>
                    <a:pt x="2234" y="1319"/>
                    <a:pt x="2238" y="1229"/>
                    <a:pt x="2185" y="1171"/>
                  </a:cubicBezTo>
                  <a:cubicBezTo>
                    <a:pt x="1654" y="602"/>
                    <a:pt x="947" y="188"/>
                    <a:pt x="193" y="4"/>
                  </a:cubicBezTo>
                  <a:cubicBezTo>
                    <a:pt x="182" y="2"/>
                    <a:pt x="171" y="0"/>
                    <a:pt x="160" y="0"/>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46"/>
            <p:cNvSpPr/>
            <p:nvPr/>
          </p:nvSpPr>
          <p:spPr>
            <a:xfrm>
              <a:off x="4782534" y="1140279"/>
              <a:ext cx="111072" cy="92264"/>
            </a:xfrm>
            <a:custGeom>
              <a:rect b="b" l="l" r="r" t="t"/>
              <a:pathLst>
                <a:path extrusionOk="0" h="4783" w="5758">
                  <a:moveTo>
                    <a:pt x="984" y="0"/>
                  </a:moveTo>
                  <a:cubicBezTo>
                    <a:pt x="779" y="105"/>
                    <a:pt x="618" y="290"/>
                    <a:pt x="541" y="506"/>
                  </a:cubicBezTo>
                  <a:cubicBezTo>
                    <a:pt x="463" y="722"/>
                    <a:pt x="496" y="951"/>
                    <a:pt x="589" y="1160"/>
                  </a:cubicBezTo>
                  <a:cubicBezTo>
                    <a:pt x="455" y="1252"/>
                    <a:pt x="322" y="1346"/>
                    <a:pt x="217" y="1468"/>
                  </a:cubicBezTo>
                  <a:cubicBezTo>
                    <a:pt x="111" y="1589"/>
                    <a:pt x="36" y="1747"/>
                    <a:pt x="46" y="1908"/>
                  </a:cubicBezTo>
                  <a:cubicBezTo>
                    <a:pt x="54" y="2069"/>
                    <a:pt x="162" y="2243"/>
                    <a:pt x="318" y="2281"/>
                  </a:cubicBezTo>
                  <a:cubicBezTo>
                    <a:pt x="136" y="2372"/>
                    <a:pt x="11" y="2571"/>
                    <a:pt x="6" y="2775"/>
                  </a:cubicBezTo>
                  <a:cubicBezTo>
                    <a:pt x="1" y="2980"/>
                    <a:pt x="119" y="3198"/>
                    <a:pt x="297" y="3299"/>
                  </a:cubicBezTo>
                  <a:cubicBezTo>
                    <a:pt x="56" y="3538"/>
                    <a:pt x="61" y="3923"/>
                    <a:pt x="259" y="4198"/>
                  </a:cubicBezTo>
                  <a:cubicBezTo>
                    <a:pt x="762" y="4501"/>
                    <a:pt x="2868" y="4782"/>
                    <a:pt x="4304" y="4782"/>
                  </a:cubicBezTo>
                  <a:cubicBezTo>
                    <a:pt x="4551" y="4782"/>
                    <a:pt x="4778" y="4774"/>
                    <a:pt x="4974" y="4756"/>
                  </a:cubicBezTo>
                  <a:cubicBezTo>
                    <a:pt x="5429" y="4018"/>
                    <a:pt x="5757" y="3028"/>
                    <a:pt x="5735" y="2161"/>
                  </a:cubicBezTo>
                  <a:cubicBezTo>
                    <a:pt x="4344" y="1099"/>
                    <a:pt x="2681" y="426"/>
                    <a:pt x="984" y="0"/>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46"/>
            <p:cNvSpPr/>
            <p:nvPr/>
          </p:nvSpPr>
          <p:spPr>
            <a:xfrm>
              <a:off x="4825530" y="1122938"/>
              <a:ext cx="67631" cy="59047"/>
            </a:xfrm>
            <a:custGeom>
              <a:rect b="b" l="l" r="r" t="t"/>
              <a:pathLst>
                <a:path extrusionOk="0" h="3061" w="3506">
                  <a:moveTo>
                    <a:pt x="331" y="1"/>
                  </a:moveTo>
                  <a:cubicBezTo>
                    <a:pt x="254" y="1"/>
                    <a:pt x="195" y="18"/>
                    <a:pt x="162" y="58"/>
                  </a:cubicBezTo>
                  <a:cubicBezTo>
                    <a:pt x="1" y="251"/>
                    <a:pt x="1106" y="1007"/>
                    <a:pt x="1085" y="1334"/>
                  </a:cubicBezTo>
                  <a:cubicBezTo>
                    <a:pt x="1063" y="1663"/>
                    <a:pt x="1090" y="2180"/>
                    <a:pt x="1090" y="2180"/>
                  </a:cubicBezTo>
                  <a:lnTo>
                    <a:pt x="3506" y="3060"/>
                  </a:lnTo>
                  <a:cubicBezTo>
                    <a:pt x="3159" y="2027"/>
                    <a:pt x="2015" y="732"/>
                    <a:pt x="1559" y="467"/>
                  </a:cubicBezTo>
                  <a:cubicBezTo>
                    <a:pt x="1198" y="259"/>
                    <a:pt x="629" y="1"/>
                    <a:pt x="331" y="1"/>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46"/>
            <p:cNvSpPr/>
            <p:nvPr/>
          </p:nvSpPr>
          <p:spPr>
            <a:xfrm>
              <a:off x="4808498" y="1145390"/>
              <a:ext cx="41281" cy="86168"/>
            </a:xfrm>
            <a:custGeom>
              <a:rect b="b" l="l" r="r" t="t"/>
              <a:pathLst>
                <a:path extrusionOk="0" h="4467" w="2140">
                  <a:moveTo>
                    <a:pt x="1028" y="1"/>
                  </a:moveTo>
                  <a:cubicBezTo>
                    <a:pt x="962" y="1"/>
                    <a:pt x="904" y="45"/>
                    <a:pt x="889" y="111"/>
                  </a:cubicBezTo>
                  <a:cubicBezTo>
                    <a:pt x="871" y="188"/>
                    <a:pt x="919" y="265"/>
                    <a:pt x="997" y="283"/>
                  </a:cubicBezTo>
                  <a:cubicBezTo>
                    <a:pt x="1311" y="357"/>
                    <a:pt x="1827" y="586"/>
                    <a:pt x="1759" y="981"/>
                  </a:cubicBezTo>
                  <a:cubicBezTo>
                    <a:pt x="1713" y="1246"/>
                    <a:pt x="1493" y="1276"/>
                    <a:pt x="1395" y="1276"/>
                  </a:cubicBezTo>
                  <a:cubicBezTo>
                    <a:pt x="1380" y="1276"/>
                    <a:pt x="1367" y="1275"/>
                    <a:pt x="1359" y="1274"/>
                  </a:cubicBezTo>
                  <a:cubicBezTo>
                    <a:pt x="1354" y="1274"/>
                    <a:pt x="1349" y="1273"/>
                    <a:pt x="1344" y="1273"/>
                  </a:cubicBezTo>
                  <a:cubicBezTo>
                    <a:pt x="1290" y="1273"/>
                    <a:pt x="1241" y="1305"/>
                    <a:pt x="1216" y="1355"/>
                  </a:cubicBezTo>
                  <a:cubicBezTo>
                    <a:pt x="1190" y="1410"/>
                    <a:pt x="1201" y="1474"/>
                    <a:pt x="1243" y="1518"/>
                  </a:cubicBezTo>
                  <a:cubicBezTo>
                    <a:pt x="1311" y="1585"/>
                    <a:pt x="1475" y="1803"/>
                    <a:pt x="1428" y="1982"/>
                  </a:cubicBezTo>
                  <a:cubicBezTo>
                    <a:pt x="1390" y="2130"/>
                    <a:pt x="1076" y="2186"/>
                    <a:pt x="930" y="2191"/>
                  </a:cubicBezTo>
                  <a:cubicBezTo>
                    <a:pt x="864" y="2193"/>
                    <a:pt x="810" y="2238"/>
                    <a:pt x="795" y="2301"/>
                  </a:cubicBezTo>
                  <a:cubicBezTo>
                    <a:pt x="781" y="2364"/>
                    <a:pt x="810" y="2430"/>
                    <a:pt x="866" y="2460"/>
                  </a:cubicBezTo>
                  <a:cubicBezTo>
                    <a:pt x="882" y="2470"/>
                    <a:pt x="1264" y="2681"/>
                    <a:pt x="1146" y="3034"/>
                  </a:cubicBezTo>
                  <a:cubicBezTo>
                    <a:pt x="1082" y="3227"/>
                    <a:pt x="937" y="3271"/>
                    <a:pt x="818" y="3271"/>
                  </a:cubicBezTo>
                  <a:cubicBezTo>
                    <a:pt x="739" y="3271"/>
                    <a:pt x="672" y="3252"/>
                    <a:pt x="647" y="3244"/>
                  </a:cubicBezTo>
                  <a:cubicBezTo>
                    <a:pt x="632" y="3239"/>
                    <a:pt x="617" y="3236"/>
                    <a:pt x="602" y="3236"/>
                  </a:cubicBezTo>
                  <a:cubicBezTo>
                    <a:pt x="543" y="3236"/>
                    <a:pt x="489" y="3273"/>
                    <a:pt x="468" y="3331"/>
                  </a:cubicBezTo>
                  <a:cubicBezTo>
                    <a:pt x="441" y="3401"/>
                    <a:pt x="474" y="3482"/>
                    <a:pt x="547" y="3513"/>
                  </a:cubicBezTo>
                  <a:cubicBezTo>
                    <a:pt x="677" y="3567"/>
                    <a:pt x="1048" y="3775"/>
                    <a:pt x="1018" y="3995"/>
                  </a:cubicBezTo>
                  <a:cubicBezTo>
                    <a:pt x="1001" y="4114"/>
                    <a:pt x="687" y="4180"/>
                    <a:pt x="358" y="4180"/>
                  </a:cubicBezTo>
                  <a:cubicBezTo>
                    <a:pt x="293" y="4180"/>
                    <a:pt x="226" y="4177"/>
                    <a:pt x="162" y="4172"/>
                  </a:cubicBezTo>
                  <a:cubicBezTo>
                    <a:pt x="158" y="4171"/>
                    <a:pt x="154" y="4171"/>
                    <a:pt x="150" y="4171"/>
                  </a:cubicBezTo>
                  <a:cubicBezTo>
                    <a:pt x="77" y="4171"/>
                    <a:pt x="13" y="4227"/>
                    <a:pt x="7" y="4302"/>
                  </a:cubicBezTo>
                  <a:cubicBezTo>
                    <a:pt x="1" y="4381"/>
                    <a:pt x="59" y="4451"/>
                    <a:pt x="138" y="4457"/>
                  </a:cubicBezTo>
                  <a:cubicBezTo>
                    <a:pt x="181" y="4460"/>
                    <a:pt x="265" y="4467"/>
                    <a:pt x="368" y="4467"/>
                  </a:cubicBezTo>
                  <a:cubicBezTo>
                    <a:pt x="703" y="4467"/>
                    <a:pt x="1251" y="4409"/>
                    <a:pt x="1301" y="4032"/>
                  </a:cubicBezTo>
                  <a:cubicBezTo>
                    <a:pt x="1332" y="3816"/>
                    <a:pt x="1216" y="3640"/>
                    <a:pt x="1072" y="3509"/>
                  </a:cubicBezTo>
                  <a:cubicBezTo>
                    <a:pt x="1216" y="3451"/>
                    <a:pt x="1348" y="3337"/>
                    <a:pt x="1419" y="3124"/>
                  </a:cubicBezTo>
                  <a:cubicBezTo>
                    <a:pt x="1515" y="2833"/>
                    <a:pt x="1412" y="2592"/>
                    <a:pt x="1269" y="2425"/>
                  </a:cubicBezTo>
                  <a:cubicBezTo>
                    <a:pt x="1451" y="2372"/>
                    <a:pt x="1651" y="2267"/>
                    <a:pt x="1706" y="2054"/>
                  </a:cubicBezTo>
                  <a:cubicBezTo>
                    <a:pt x="1757" y="1858"/>
                    <a:pt x="1688" y="1667"/>
                    <a:pt x="1607" y="1530"/>
                  </a:cubicBezTo>
                  <a:cubicBezTo>
                    <a:pt x="1796" y="1472"/>
                    <a:pt x="1989" y="1331"/>
                    <a:pt x="2041" y="1029"/>
                  </a:cubicBezTo>
                  <a:cubicBezTo>
                    <a:pt x="2139" y="462"/>
                    <a:pt x="1573" y="124"/>
                    <a:pt x="1061" y="4"/>
                  </a:cubicBezTo>
                  <a:cubicBezTo>
                    <a:pt x="1050" y="2"/>
                    <a:pt x="1039" y="1"/>
                    <a:pt x="1028"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46"/>
            <p:cNvSpPr/>
            <p:nvPr/>
          </p:nvSpPr>
          <p:spPr>
            <a:xfrm>
              <a:off x="4790404" y="1158951"/>
              <a:ext cx="48649" cy="17033"/>
            </a:xfrm>
            <a:custGeom>
              <a:rect b="b" l="l" r="r" t="t"/>
              <a:pathLst>
                <a:path extrusionOk="0" h="883" w="2522">
                  <a:moveTo>
                    <a:pt x="162" y="1"/>
                  </a:moveTo>
                  <a:cubicBezTo>
                    <a:pt x="105" y="1"/>
                    <a:pt x="50" y="37"/>
                    <a:pt x="28" y="94"/>
                  </a:cubicBezTo>
                  <a:cubicBezTo>
                    <a:pt x="1" y="168"/>
                    <a:pt x="38" y="250"/>
                    <a:pt x="112" y="278"/>
                  </a:cubicBezTo>
                  <a:cubicBezTo>
                    <a:pt x="832" y="550"/>
                    <a:pt x="1583" y="752"/>
                    <a:pt x="2342" y="881"/>
                  </a:cubicBezTo>
                  <a:cubicBezTo>
                    <a:pt x="2350" y="882"/>
                    <a:pt x="2358" y="882"/>
                    <a:pt x="2366" y="882"/>
                  </a:cubicBezTo>
                  <a:cubicBezTo>
                    <a:pt x="2434" y="882"/>
                    <a:pt x="2495" y="832"/>
                    <a:pt x="2507" y="763"/>
                  </a:cubicBezTo>
                  <a:cubicBezTo>
                    <a:pt x="2521" y="684"/>
                    <a:pt x="2468" y="610"/>
                    <a:pt x="2389" y="597"/>
                  </a:cubicBezTo>
                  <a:cubicBezTo>
                    <a:pt x="1649" y="473"/>
                    <a:pt x="916" y="275"/>
                    <a:pt x="213" y="10"/>
                  </a:cubicBezTo>
                  <a:cubicBezTo>
                    <a:pt x="197" y="4"/>
                    <a:pt x="179" y="1"/>
                    <a:pt x="162"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46"/>
            <p:cNvSpPr/>
            <p:nvPr/>
          </p:nvSpPr>
          <p:spPr>
            <a:xfrm>
              <a:off x="4784000" y="1180998"/>
              <a:ext cx="45312" cy="12211"/>
            </a:xfrm>
            <a:custGeom>
              <a:rect b="b" l="l" r="r" t="t"/>
              <a:pathLst>
                <a:path extrusionOk="0" h="633" w="2349">
                  <a:moveTo>
                    <a:pt x="162" y="1"/>
                  </a:moveTo>
                  <a:cubicBezTo>
                    <a:pt x="103" y="1"/>
                    <a:pt x="47" y="38"/>
                    <a:pt x="26" y="97"/>
                  </a:cubicBezTo>
                  <a:cubicBezTo>
                    <a:pt x="1" y="173"/>
                    <a:pt x="39" y="253"/>
                    <a:pt x="115" y="279"/>
                  </a:cubicBezTo>
                  <a:cubicBezTo>
                    <a:pt x="834" y="529"/>
                    <a:pt x="1419" y="627"/>
                    <a:pt x="2204" y="632"/>
                  </a:cubicBezTo>
                  <a:cubicBezTo>
                    <a:pt x="2283" y="632"/>
                    <a:pt x="2347" y="569"/>
                    <a:pt x="2347" y="490"/>
                  </a:cubicBezTo>
                  <a:cubicBezTo>
                    <a:pt x="2349" y="411"/>
                    <a:pt x="2284" y="347"/>
                    <a:pt x="2205" y="345"/>
                  </a:cubicBezTo>
                  <a:cubicBezTo>
                    <a:pt x="1445" y="340"/>
                    <a:pt x="903" y="248"/>
                    <a:pt x="209" y="8"/>
                  </a:cubicBezTo>
                  <a:cubicBezTo>
                    <a:pt x="193" y="3"/>
                    <a:pt x="178" y="1"/>
                    <a:pt x="162"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46"/>
            <p:cNvSpPr/>
            <p:nvPr/>
          </p:nvSpPr>
          <p:spPr>
            <a:xfrm>
              <a:off x="4783943" y="1200365"/>
              <a:ext cx="39024" cy="13001"/>
            </a:xfrm>
            <a:custGeom>
              <a:rect b="b" l="l" r="r" t="t"/>
              <a:pathLst>
                <a:path extrusionOk="0" h="674" w="2023">
                  <a:moveTo>
                    <a:pt x="165" y="1"/>
                  </a:moveTo>
                  <a:cubicBezTo>
                    <a:pt x="111" y="1"/>
                    <a:pt x="58" y="32"/>
                    <a:pt x="34" y="86"/>
                  </a:cubicBezTo>
                  <a:cubicBezTo>
                    <a:pt x="0" y="157"/>
                    <a:pt x="33" y="242"/>
                    <a:pt x="105" y="274"/>
                  </a:cubicBezTo>
                  <a:cubicBezTo>
                    <a:pt x="719" y="551"/>
                    <a:pt x="1198" y="629"/>
                    <a:pt x="1865" y="674"/>
                  </a:cubicBezTo>
                  <a:lnTo>
                    <a:pt x="1875" y="674"/>
                  </a:lnTo>
                  <a:cubicBezTo>
                    <a:pt x="1949" y="674"/>
                    <a:pt x="2013" y="616"/>
                    <a:pt x="2018" y="540"/>
                  </a:cubicBezTo>
                  <a:cubicBezTo>
                    <a:pt x="2023" y="461"/>
                    <a:pt x="1963" y="394"/>
                    <a:pt x="1884" y="387"/>
                  </a:cubicBezTo>
                  <a:cubicBezTo>
                    <a:pt x="1249" y="345"/>
                    <a:pt x="798" y="273"/>
                    <a:pt x="223" y="13"/>
                  </a:cubicBezTo>
                  <a:cubicBezTo>
                    <a:pt x="204" y="5"/>
                    <a:pt x="185" y="1"/>
                    <a:pt x="165"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46"/>
            <p:cNvSpPr/>
            <p:nvPr/>
          </p:nvSpPr>
          <p:spPr>
            <a:xfrm>
              <a:off x="4840151" y="1199863"/>
              <a:ext cx="45737" cy="11400"/>
            </a:xfrm>
            <a:custGeom>
              <a:rect b="b" l="l" r="r" t="t"/>
              <a:pathLst>
                <a:path extrusionOk="0" h="591" w="2371">
                  <a:moveTo>
                    <a:pt x="1501" y="0"/>
                  </a:moveTo>
                  <a:cubicBezTo>
                    <a:pt x="1018" y="0"/>
                    <a:pt x="533" y="108"/>
                    <a:pt x="102" y="318"/>
                  </a:cubicBezTo>
                  <a:cubicBezTo>
                    <a:pt x="31" y="353"/>
                    <a:pt x="0" y="439"/>
                    <a:pt x="36" y="510"/>
                  </a:cubicBezTo>
                  <a:cubicBezTo>
                    <a:pt x="60" y="561"/>
                    <a:pt x="111" y="590"/>
                    <a:pt x="165" y="590"/>
                  </a:cubicBezTo>
                  <a:cubicBezTo>
                    <a:pt x="186" y="590"/>
                    <a:pt x="206" y="586"/>
                    <a:pt x="227" y="576"/>
                  </a:cubicBezTo>
                  <a:cubicBezTo>
                    <a:pt x="619" y="385"/>
                    <a:pt x="1061" y="287"/>
                    <a:pt x="1500" y="287"/>
                  </a:cubicBezTo>
                  <a:cubicBezTo>
                    <a:pt x="1729" y="287"/>
                    <a:pt x="1958" y="314"/>
                    <a:pt x="2179" y="368"/>
                  </a:cubicBezTo>
                  <a:cubicBezTo>
                    <a:pt x="2191" y="371"/>
                    <a:pt x="2204" y="373"/>
                    <a:pt x="2215" y="373"/>
                  </a:cubicBezTo>
                  <a:cubicBezTo>
                    <a:pt x="2279" y="373"/>
                    <a:pt x="2335" y="328"/>
                    <a:pt x="2351" y="263"/>
                  </a:cubicBezTo>
                  <a:cubicBezTo>
                    <a:pt x="2371" y="186"/>
                    <a:pt x="2324" y="109"/>
                    <a:pt x="2247" y="89"/>
                  </a:cubicBezTo>
                  <a:cubicBezTo>
                    <a:pt x="2004" y="30"/>
                    <a:pt x="1753" y="0"/>
                    <a:pt x="1501" y="0"/>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46"/>
            <p:cNvSpPr/>
            <p:nvPr/>
          </p:nvSpPr>
          <p:spPr>
            <a:xfrm>
              <a:off x="5176091" y="889905"/>
              <a:ext cx="476521" cy="553681"/>
            </a:xfrm>
            <a:custGeom>
              <a:rect b="b" l="l" r="r" t="t"/>
              <a:pathLst>
                <a:path extrusionOk="0" h="28703" w="24703">
                  <a:moveTo>
                    <a:pt x="15006" y="0"/>
                  </a:moveTo>
                  <a:cubicBezTo>
                    <a:pt x="13468" y="0"/>
                    <a:pt x="11002" y="296"/>
                    <a:pt x="9949" y="590"/>
                  </a:cubicBezTo>
                  <a:lnTo>
                    <a:pt x="4511" y="2474"/>
                  </a:lnTo>
                  <a:cubicBezTo>
                    <a:pt x="3623" y="2927"/>
                    <a:pt x="1448" y="3925"/>
                    <a:pt x="705" y="4758"/>
                  </a:cubicBezTo>
                  <a:cubicBezTo>
                    <a:pt x="0" y="5549"/>
                    <a:pt x="485" y="8703"/>
                    <a:pt x="2067" y="8703"/>
                  </a:cubicBezTo>
                  <a:cubicBezTo>
                    <a:pt x="2153" y="8703"/>
                    <a:pt x="2243" y="8694"/>
                    <a:pt x="2336" y="8674"/>
                  </a:cubicBezTo>
                  <a:cubicBezTo>
                    <a:pt x="3116" y="11356"/>
                    <a:pt x="5507" y="15380"/>
                    <a:pt x="6160" y="17265"/>
                  </a:cubicBezTo>
                  <a:cubicBezTo>
                    <a:pt x="6813" y="19151"/>
                    <a:pt x="7610" y="26545"/>
                    <a:pt x="7738" y="28703"/>
                  </a:cubicBezTo>
                  <a:lnTo>
                    <a:pt x="16637" y="27778"/>
                  </a:lnTo>
                  <a:lnTo>
                    <a:pt x="24703" y="24461"/>
                  </a:lnTo>
                  <a:cubicBezTo>
                    <a:pt x="23724" y="20709"/>
                    <a:pt x="18595" y="6084"/>
                    <a:pt x="18087" y="4961"/>
                  </a:cubicBezTo>
                  <a:cubicBezTo>
                    <a:pt x="19538" y="3662"/>
                    <a:pt x="17090" y="336"/>
                    <a:pt x="16057" y="83"/>
                  </a:cubicBezTo>
                  <a:cubicBezTo>
                    <a:pt x="15824" y="25"/>
                    <a:pt x="15454" y="0"/>
                    <a:pt x="15006" y="0"/>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46"/>
            <p:cNvSpPr/>
            <p:nvPr/>
          </p:nvSpPr>
          <p:spPr>
            <a:xfrm>
              <a:off x="5218084" y="1054423"/>
              <a:ext cx="31423" cy="68055"/>
            </a:xfrm>
            <a:custGeom>
              <a:rect b="b" l="l" r="r" t="t"/>
              <a:pathLst>
                <a:path extrusionOk="0" h="3528" w="1629">
                  <a:moveTo>
                    <a:pt x="161" y="1"/>
                  </a:moveTo>
                  <a:cubicBezTo>
                    <a:pt x="150" y="1"/>
                    <a:pt x="138" y="2"/>
                    <a:pt x="126" y="5"/>
                  </a:cubicBezTo>
                  <a:cubicBezTo>
                    <a:pt x="49" y="24"/>
                    <a:pt x="1" y="102"/>
                    <a:pt x="20" y="179"/>
                  </a:cubicBezTo>
                  <a:cubicBezTo>
                    <a:pt x="210" y="967"/>
                    <a:pt x="903" y="2637"/>
                    <a:pt x="1337" y="3452"/>
                  </a:cubicBezTo>
                  <a:cubicBezTo>
                    <a:pt x="1362" y="3500"/>
                    <a:pt x="1412" y="3528"/>
                    <a:pt x="1464" y="3528"/>
                  </a:cubicBezTo>
                  <a:cubicBezTo>
                    <a:pt x="1487" y="3528"/>
                    <a:pt x="1509" y="3521"/>
                    <a:pt x="1532" y="3510"/>
                  </a:cubicBezTo>
                  <a:cubicBezTo>
                    <a:pt x="1601" y="3473"/>
                    <a:pt x="1628" y="3386"/>
                    <a:pt x="1591" y="3317"/>
                  </a:cubicBezTo>
                  <a:cubicBezTo>
                    <a:pt x="1174" y="2533"/>
                    <a:pt x="481" y="867"/>
                    <a:pt x="299" y="111"/>
                  </a:cubicBezTo>
                  <a:cubicBezTo>
                    <a:pt x="284" y="45"/>
                    <a:pt x="226" y="1"/>
                    <a:pt x="161"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46"/>
            <p:cNvSpPr/>
            <p:nvPr/>
          </p:nvSpPr>
          <p:spPr>
            <a:xfrm>
              <a:off x="5218489" y="892490"/>
              <a:ext cx="463809" cy="570521"/>
            </a:xfrm>
            <a:custGeom>
              <a:rect b="b" l="l" r="r" t="t"/>
              <a:pathLst>
                <a:path extrusionOk="0" h="29576" w="24044">
                  <a:moveTo>
                    <a:pt x="10547" y="0"/>
                  </a:moveTo>
                  <a:cubicBezTo>
                    <a:pt x="10017" y="55"/>
                    <a:pt x="9491" y="124"/>
                    <a:pt x="9021" y="199"/>
                  </a:cubicBezTo>
                  <a:cubicBezTo>
                    <a:pt x="9428" y="3227"/>
                    <a:pt x="8679" y="4974"/>
                    <a:pt x="6573" y="5676"/>
                  </a:cubicBezTo>
                  <a:cubicBezTo>
                    <a:pt x="6016" y="5862"/>
                    <a:pt x="5482" y="5966"/>
                    <a:pt x="4968" y="5966"/>
                  </a:cubicBezTo>
                  <a:cubicBezTo>
                    <a:pt x="3509" y="5966"/>
                    <a:pt x="2219" y="5129"/>
                    <a:pt x="1088" y="2954"/>
                  </a:cubicBezTo>
                  <a:cubicBezTo>
                    <a:pt x="736" y="3135"/>
                    <a:pt x="360" y="3331"/>
                    <a:pt x="1" y="3539"/>
                  </a:cubicBezTo>
                  <a:cubicBezTo>
                    <a:pt x="1633" y="6808"/>
                    <a:pt x="3411" y="12019"/>
                    <a:pt x="2365" y="13670"/>
                  </a:cubicBezTo>
                  <a:cubicBezTo>
                    <a:pt x="2363" y="13670"/>
                    <a:pt x="2363" y="13671"/>
                    <a:pt x="2363" y="13671"/>
                  </a:cubicBezTo>
                  <a:cubicBezTo>
                    <a:pt x="3238" y="16841"/>
                    <a:pt x="4713" y="24852"/>
                    <a:pt x="4955" y="26340"/>
                  </a:cubicBezTo>
                  <a:cubicBezTo>
                    <a:pt x="5195" y="27826"/>
                    <a:pt x="3856" y="28188"/>
                    <a:pt x="4653" y="29020"/>
                  </a:cubicBezTo>
                  <a:cubicBezTo>
                    <a:pt x="5000" y="29384"/>
                    <a:pt x="6448" y="29576"/>
                    <a:pt x="8237" y="29576"/>
                  </a:cubicBezTo>
                  <a:cubicBezTo>
                    <a:pt x="10552" y="29576"/>
                    <a:pt x="13436" y="29254"/>
                    <a:pt x="15236" y="28569"/>
                  </a:cubicBezTo>
                  <a:cubicBezTo>
                    <a:pt x="18427" y="27352"/>
                    <a:pt x="22885" y="25470"/>
                    <a:pt x="23464" y="24635"/>
                  </a:cubicBezTo>
                  <a:cubicBezTo>
                    <a:pt x="24044" y="23800"/>
                    <a:pt x="22775" y="23404"/>
                    <a:pt x="22506" y="22640"/>
                  </a:cubicBezTo>
                  <a:cubicBezTo>
                    <a:pt x="22234" y="21882"/>
                    <a:pt x="18830" y="11594"/>
                    <a:pt x="17559" y="9391"/>
                  </a:cubicBezTo>
                  <a:cubicBezTo>
                    <a:pt x="17556" y="9384"/>
                    <a:pt x="17552" y="9381"/>
                    <a:pt x="17549" y="9376"/>
                  </a:cubicBezTo>
                  <a:cubicBezTo>
                    <a:pt x="17180" y="9475"/>
                    <a:pt x="16831" y="9522"/>
                    <a:pt x="16500" y="9522"/>
                  </a:cubicBezTo>
                  <a:cubicBezTo>
                    <a:pt x="12783" y="9522"/>
                    <a:pt x="11393" y="3642"/>
                    <a:pt x="105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46"/>
            <p:cNvSpPr/>
            <p:nvPr/>
          </p:nvSpPr>
          <p:spPr>
            <a:xfrm>
              <a:off x="5363755" y="1158623"/>
              <a:ext cx="162923" cy="158159"/>
            </a:xfrm>
            <a:custGeom>
              <a:rect b="b" l="l" r="r" t="t"/>
              <a:pathLst>
                <a:path extrusionOk="0" h="8199" w="8446">
                  <a:moveTo>
                    <a:pt x="163" y="1"/>
                  </a:moveTo>
                  <a:cubicBezTo>
                    <a:pt x="138" y="1"/>
                    <a:pt x="113" y="7"/>
                    <a:pt x="91" y="21"/>
                  </a:cubicBezTo>
                  <a:cubicBezTo>
                    <a:pt x="23" y="61"/>
                    <a:pt x="1" y="150"/>
                    <a:pt x="41" y="218"/>
                  </a:cubicBezTo>
                  <a:cubicBezTo>
                    <a:pt x="2002" y="3552"/>
                    <a:pt x="4829" y="6304"/>
                    <a:pt x="8212" y="8180"/>
                  </a:cubicBezTo>
                  <a:cubicBezTo>
                    <a:pt x="8232" y="8192"/>
                    <a:pt x="8258" y="8198"/>
                    <a:pt x="8281" y="8198"/>
                  </a:cubicBezTo>
                  <a:cubicBezTo>
                    <a:pt x="8331" y="8198"/>
                    <a:pt x="8381" y="8171"/>
                    <a:pt x="8407" y="8124"/>
                  </a:cubicBezTo>
                  <a:cubicBezTo>
                    <a:pt x="8445" y="8055"/>
                    <a:pt x="8419" y="7968"/>
                    <a:pt x="8350" y="7929"/>
                  </a:cubicBezTo>
                  <a:cubicBezTo>
                    <a:pt x="5013" y="6079"/>
                    <a:pt x="2225" y="3362"/>
                    <a:pt x="287" y="72"/>
                  </a:cubicBezTo>
                  <a:cubicBezTo>
                    <a:pt x="261" y="26"/>
                    <a:pt x="212" y="1"/>
                    <a:pt x="163"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46"/>
            <p:cNvSpPr/>
            <p:nvPr/>
          </p:nvSpPr>
          <p:spPr>
            <a:xfrm>
              <a:off x="5383932" y="1271252"/>
              <a:ext cx="88271" cy="104803"/>
            </a:xfrm>
            <a:custGeom>
              <a:rect b="b" l="l" r="r" t="t"/>
              <a:pathLst>
                <a:path extrusionOk="0" h="5433" w="4576">
                  <a:moveTo>
                    <a:pt x="162" y="1"/>
                  </a:moveTo>
                  <a:cubicBezTo>
                    <a:pt x="144" y="1"/>
                    <a:pt x="126" y="4"/>
                    <a:pt x="108" y="11"/>
                  </a:cubicBezTo>
                  <a:cubicBezTo>
                    <a:pt x="36" y="42"/>
                    <a:pt x="0" y="125"/>
                    <a:pt x="29" y="198"/>
                  </a:cubicBezTo>
                  <a:cubicBezTo>
                    <a:pt x="884" y="2320"/>
                    <a:pt x="2411" y="4170"/>
                    <a:pt x="4336" y="5410"/>
                  </a:cubicBezTo>
                  <a:cubicBezTo>
                    <a:pt x="4358" y="5424"/>
                    <a:pt x="4386" y="5432"/>
                    <a:pt x="4413" y="5432"/>
                  </a:cubicBezTo>
                  <a:cubicBezTo>
                    <a:pt x="4460" y="5432"/>
                    <a:pt x="4506" y="5408"/>
                    <a:pt x="4534" y="5366"/>
                  </a:cubicBezTo>
                  <a:cubicBezTo>
                    <a:pt x="4576" y="5300"/>
                    <a:pt x="4556" y="5210"/>
                    <a:pt x="4490" y="5168"/>
                  </a:cubicBezTo>
                  <a:cubicBezTo>
                    <a:pt x="2618" y="3961"/>
                    <a:pt x="1127" y="2159"/>
                    <a:pt x="295" y="92"/>
                  </a:cubicBezTo>
                  <a:cubicBezTo>
                    <a:pt x="273" y="35"/>
                    <a:pt x="219" y="1"/>
                    <a:pt x="162"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46"/>
            <p:cNvSpPr/>
            <p:nvPr/>
          </p:nvSpPr>
          <p:spPr>
            <a:xfrm>
              <a:off x="5454337" y="891410"/>
              <a:ext cx="351059" cy="163791"/>
            </a:xfrm>
            <a:custGeom>
              <a:rect b="b" l="l" r="r" t="t"/>
              <a:pathLst>
                <a:path extrusionOk="0" h="8491" w="18199">
                  <a:moveTo>
                    <a:pt x="1772" y="0"/>
                  </a:moveTo>
                  <a:cubicBezTo>
                    <a:pt x="1722" y="0"/>
                    <a:pt x="1675" y="2"/>
                    <a:pt x="1632" y="5"/>
                  </a:cubicBezTo>
                  <a:cubicBezTo>
                    <a:pt x="1" y="113"/>
                    <a:pt x="1088" y="4935"/>
                    <a:pt x="2465" y="5768"/>
                  </a:cubicBezTo>
                  <a:cubicBezTo>
                    <a:pt x="3806" y="6580"/>
                    <a:pt x="12223" y="8491"/>
                    <a:pt x="14843" y="8491"/>
                  </a:cubicBezTo>
                  <a:cubicBezTo>
                    <a:pt x="14915" y="8491"/>
                    <a:pt x="14982" y="8489"/>
                    <a:pt x="15045" y="8486"/>
                  </a:cubicBezTo>
                  <a:cubicBezTo>
                    <a:pt x="17401" y="8378"/>
                    <a:pt x="18199" y="6203"/>
                    <a:pt x="16640" y="5080"/>
                  </a:cubicBezTo>
                  <a:cubicBezTo>
                    <a:pt x="15109" y="3977"/>
                    <a:pt x="4385" y="0"/>
                    <a:pt x="1772" y="0"/>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46"/>
            <p:cNvSpPr/>
            <p:nvPr/>
          </p:nvSpPr>
          <p:spPr>
            <a:xfrm>
              <a:off x="5693947" y="1004715"/>
              <a:ext cx="102333" cy="290199"/>
            </a:xfrm>
            <a:custGeom>
              <a:rect b="b" l="l" r="r" t="t"/>
              <a:pathLst>
                <a:path extrusionOk="0" h="15044" w="5305">
                  <a:moveTo>
                    <a:pt x="3067" y="1"/>
                  </a:moveTo>
                  <a:cubicBezTo>
                    <a:pt x="2072" y="1"/>
                    <a:pt x="992" y="218"/>
                    <a:pt x="665" y="1091"/>
                  </a:cubicBezTo>
                  <a:cubicBezTo>
                    <a:pt x="12" y="2830"/>
                    <a:pt x="1" y="12351"/>
                    <a:pt x="38" y="13729"/>
                  </a:cubicBezTo>
                  <a:cubicBezTo>
                    <a:pt x="59" y="14552"/>
                    <a:pt x="829" y="15043"/>
                    <a:pt x="1546" y="15043"/>
                  </a:cubicBezTo>
                  <a:cubicBezTo>
                    <a:pt x="2029" y="15043"/>
                    <a:pt x="2488" y="14820"/>
                    <a:pt x="2676" y="14324"/>
                  </a:cubicBezTo>
                  <a:cubicBezTo>
                    <a:pt x="3143" y="13091"/>
                    <a:pt x="5304" y="2287"/>
                    <a:pt x="4963" y="216"/>
                  </a:cubicBezTo>
                  <a:cubicBezTo>
                    <a:pt x="4963" y="216"/>
                    <a:pt x="4056" y="1"/>
                    <a:pt x="3067" y="1"/>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46"/>
            <p:cNvSpPr/>
            <p:nvPr/>
          </p:nvSpPr>
          <p:spPr>
            <a:xfrm>
              <a:off x="5697304" y="1024602"/>
              <a:ext cx="46065" cy="29764"/>
            </a:xfrm>
            <a:custGeom>
              <a:rect b="b" l="l" r="r" t="t"/>
              <a:pathLst>
                <a:path extrusionOk="0" h="1543" w="2388">
                  <a:moveTo>
                    <a:pt x="2230" y="1"/>
                  </a:moveTo>
                  <a:cubicBezTo>
                    <a:pt x="2223" y="1"/>
                    <a:pt x="2216" y="1"/>
                    <a:pt x="2209" y="2"/>
                  </a:cubicBezTo>
                  <a:cubicBezTo>
                    <a:pt x="1358" y="146"/>
                    <a:pt x="570" y="624"/>
                    <a:pt x="49" y="1314"/>
                  </a:cubicBezTo>
                  <a:cubicBezTo>
                    <a:pt x="1" y="1377"/>
                    <a:pt x="14" y="1467"/>
                    <a:pt x="76" y="1514"/>
                  </a:cubicBezTo>
                  <a:cubicBezTo>
                    <a:pt x="102" y="1533"/>
                    <a:pt x="133" y="1543"/>
                    <a:pt x="164" y="1543"/>
                  </a:cubicBezTo>
                  <a:cubicBezTo>
                    <a:pt x="207" y="1543"/>
                    <a:pt x="249" y="1523"/>
                    <a:pt x="278" y="1486"/>
                  </a:cubicBezTo>
                  <a:cubicBezTo>
                    <a:pt x="755" y="855"/>
                    <a:pt x="1477" y="416"/>
                    <a:pt x="2257" y="286"/>
                  </a:cubicBezTo>
                  <a:cubicBezTo>
                    <a:pt x="2334" y="273"/>
                    <a:pt x="2387" y="199"/>
                    <a:pt x="2375" y="120"/>
                  </a:cubicBezTo>
                  <a:cubicBezTo>
                    <a:pt x="2363" y="50"/>
                    <a:pt x="2299" y="1"/>
                    <a:pt x="2230"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46"/>
            <p:cNvSpPr/>
            <p:nvPr/>
          </p:nvSpPr>
          <p:spPr>
            <a:xfrm>
              <a:off x="5658918" y="1269265"/>
              <a:ext cx="90644" cy="110184"/>
            </a:xfrm>
            <a:custGeom>
              <a:rect b="b" l="l" r="r" t="t"/>
              <a:pathLst>
                <a:path extrusionOk="0" h="5712" w="4699">
                  <a:moveTo>
                    <a:pt x="2163" y="1"/>
                  </a:moveTo>
                  <a:cubicBezTo>
                    <a:pt x="2058" y="1"/>
                    <a:pt x="1955" y="5"/>
                    <a:pt x="1854" y="14"/>
                  </a:cubicBezTo>
                  <a:cubicBezTo>
                    <a:pt x="884" y="1469"/>
                    <a:pt x="316" y="3171"/>
                    <a:pt x="0" y="4892"/>
                  </a:cubicBezTo>
                  <a:cubicBezTo>
                    <a:pt x="118" y="5091"/>
                    <a:pt x="311" y="5240"/>
                    <a:pt x="532" y="5303"/>
                  </a:cubicBezTo>
                  <a:cubicBezTo>
                    <a:pt x="600" y="5323"/>
                    <a:pt x="669" y="5332"/>
                    <a:pt x="737" y="5332"/>
                  </a:cubicBezTo>
                  <a:cubicBezTo>
                    <a:pt x="890" y="5332"/>
                    <a:pt x="1042" y="5287"/>
                    <a:pt x="1183" y="5213"/>
                  </a:cubicBezTo>
                  <a:cubicBezTo>
                    <a:pt x="1283" y="5340"/>
                    <a:pt x="1385" y="5469"/>
                    <a:pt x="1514" y="5566"/>
                  </a:cubicBezTo>
                  <a:cubicBezTo>
                    <a:pt x="1627" y="5651"/>
                    <a:pt x="1766" y="5711"/>
                    <a:pt x="1906" y="5711"/>
                  </a:cubicBezTo>
                  <a:cubicBezTo>
                    <a:pt x="1925" y="5711"/>
                    <a:pt x="1944" y="5710"/>
                    <a:pt x="1963" y="5708"/>
                  </a:cubicBezTo>
                  <a:cubicBezTo>
                    <a:pt x="2123" y="5688"/>
                    <a:pt x="2291" y="5571"/>
                    <a:pt x="2318" y="5411"/>
                  </a:cubicBezTo>
                  <a:cubicBezTo>
                    <a:pt x="2418" y="5582"/>
                    <a:pt x="2613" y="5692"/>
                    <a:pt x="2811" y="5692"/>
                  </a:cubicBezTo>
                  <a:cubicBezTo>
                    <a:pt x="2818" y="5692"/>
                    <a:pt x="2825" y="5692"/>
                    <a:pt x="2832" y="5692"/>
                  </a:cubicBezTo>
                  <a:cubicBezTo>
                    <a:pt x="3037" y="5684"/>
                    <a:pt x="3246" y="5551"/>
                    <a:pt x="3336" y="5368"/>
                  </a:cubicBezTo>
                  <a:cubicBezTo>
                    <a:pt x="3456" y="5475"/>
                    <a:pt x="3605" y="5524"/>
                    <a:pt x="3757" y="5524"/>
                  </a:cubicBezTo>
                  <a:cubicBezTo>
                    <a:pt x="3926" y="5524"/>
                    <a:pt x="4097" y="5463"/>
                    <a:pt x="4236" y="5350"/>
                  </a:cubicBezTo>
                  <a:cubicBezTo>
                    <a:pt x="4552" y="4738"/>
                    <a:pt x="4698" y="1932"/>
                    <a:pt x="4492" y="609"/>
                  </a:cubicBezTo>
                  <a:cubicBezTo>
                    <a:pt x="3815" y="249"/>
                    <a:pt x="2950" y="1"/>
                    <a:pt x="2163" y="1"/>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46"/>
            <p:cNvSpPr/>
            <p:nvPr/>
          </p:nvSpPr>
          <p:spPr>
            <a:xfrm>
              <a:off x="5637064" y="1269535"/>
              <a:ext cx="57619" cy="68306"/>
            </a:xfrm>
            <a:custGeom>
              <a:rect b="b" l="l" r="r" t="t"/>
              <a:pathLst>
                <a:path extrusionOk="0" h="3541" w="2987">
                  <a:moveTo>
                    <a:pt x="2987" y="0"/>
                  </a:moveTo>
                  <a:lnTo>
                    <a:pt x="2987" y="0"/>
                  </a:lnTo>
                  <a:cubicBezTo>
                    <a:pt x="1978" y="411"/>
                    <a:pt x="758" y="1636"/>
                    <a:pt x="524" y="2106"/>
                  </a:cubicBezTo>
                  <a:cubicBezTo>
                    <a:pt x="291" y="2577"/>
                    <a:pt x="1" y="3381"/>
                    <a:pt x="204" y="3528"/>
                  </a:cubicBezTo>
                  <a:cubicBezTo>
                    <a:pt x="216" y="3537"/>
                    <a:pt x="230" y="3541"/>
                    <a:pt x="246" y="3541"/>
                  </a:cubicBezTo>
                  <a:cubicBezTo>
                    <a:pt x="488" y="3541"/>
                    <a:pt x="1110" y="2525"/>
                    <a:pt x="1419" y="2525"/>
                  </a:cubicBezTo>
                  <a:cubicBezTo>
                    <a:pt x="1747" y="2525"/>
                    <a:pt x="2262" y="2466"/>
                    <a:pt x="2262" y="2466"/>
                  </a:cubicBezTo>
                  <a:lnTo>
                    <a:pt x="2987" y="0"/>
                  </a:ln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2" name="Google Shape;11292;p46"/>
          <p:cNvGrpSpPr/>
          <p:nvPr/>
        </p:nvGrpSpPr>
        <p:grpSpPr>
          <a:xfrm>
            <a:off x="5298579" y="2445000"/>
            <a:ext cx="1297031" cy="2051293"/>
            <a:chOff x="3774579" y="540000"/>
            <a:chExt cx="1297031" cy="2051293"/>
          </a:xfrm>
        </p:grpSpPr>
        <p:sp>
          <p:nvSpPr>
            <p:cNvPr id="11293" name="Google Shape;11293;p46"/>
            <p:cNvSpPr/>
            <p:nvPr/>
          </p:nvSpPr>
          <p:spPr>
            <a:xfrm>
              <a:off x="4296833" y="1575500"/>
              <a:ext cx="678082" cy="353277"/>
            </a:xfrm>
            <a:custGeom>
              <a:rect b="b" l="l" r="r" t="t"/>
              <a:pathLst>
                <a:path extrusionOk="0" h="18314" w="35152">
                  <a:moveTo>
                    <a:pt x="32978" y="1"/>
                  </a:moveTo>
                  <a:cubicBezTo>
                    <a:pt x="32669" y="1"/>
                    <a:pt x="32323" y="80"/>
                    <a:pt x="31945" y="262"/>
                  </a:cubicBezTo>
                  <a:cubicBezTo>
                    <a:pt x="19152" y="6425"/>
                    <a:pt x="8190" y="4352"/>
                    <a:pt x="2114" y="12608"/>
                  </a:cubicBezTo>
                  <a:cubicBezTo>
                    <a:pt x="0" y="15480"/>
                    <a:pt x="5244" y="18313"/>
                    <a:pt x="5244" y="18313"/>
                  </a:cubicBezTo>
                  <a:cubicBezTo>
                    <a:pt x="8986" y="17054"/>
                    <a:pt x="32721" y="4173"/>
                    <a:pt x="34045" y="3024"/>
                  </a:cubicBezTo>
                  <a:cubicBezTo>
                    <a:pt x="35151" y="2065"/>
                    <a:pt x="34553" y="1"/>
                    <a:pt x="32978"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46"/>
            <p:cNvSpPr/>
            <p:nvPr/>
          </p:nvSpPr>
          <p:spPr>
            <a:xfrm>
              <a:off x="4145433" y="1369781"/>
              <a:ext cx="315932" cy="559198"/>
            </a:xfrm>
            <a:custGeom>
              <a:rect b="b" l="l" r="r" t="t"/>
              <a:pathLst>
                <a:path extrusionOk="0" h="28989" w="16378">
                  <a:moveTo>
                    <a:pt x="1" y="0"/>
                  </a:moveTo>
                  <a:lnTo>
                    <a:pt x="1" y="0"/>
                  </a:lnTo>
                  <a:cubicBezTo>
                    <a:pt x="1722" y="10375"/>
                    <a:pt x="9535" y="28989"/>
                    <a:pt x="12955" y="28989"/>
                  </a:cubicBezTo>
                  <a:cubicBezTo>
                    <a:pt x="13002" y="28989"/>
                    <a:pt x="13048" y="28985"/>
                    <a:pt x="13093" y="28978"/>
                  </a:cubicBezTo>
                  <a:cubicBezTo>
                    <a:pt x="13093" y="28978"/>
                    <a:pt x="15420" y="27007"/>
                    <a:pt x="15899" y="25052"/>
                  </a:cubicBezTo>
                  <a:cubicBezTo>
                    <a:pt x="16378" y="23099"/>
                    <a:pt x="15269" y="13327"/>
                    <a:pt x="14779" y="10242"/>
                  </a:cubicBezTo>
                  <a:cubicBezTo>
                    <a:pt x="15950" y="7684"/>
                    <a:pt x="16025" y="3199"/>
                    <a:pt x="14779" y="18"/>
                  </a:cubicBezTo>
                  <a:lnTo>
                    <a:pt x="1" y="0"/>
                  </a:ln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46"/>
            <p:cNvSpPr/>
            <p:nvPr/>
          </p:nvSpPr>
          <p:spPr>
            <a:xfrm>
              <a:off x="4145471" y="1369781"/>
              <a:ext cx="309084" cy="516914"/>
            </a:xfrm>
            <a:custGeom>
              <a:rect b="b" l="l" r="r" t="t"/>
              <a:pathLst>
                <a:path extrusionOk="0" h="26797" w="16023">
                  <a:moveTo>
                    <a:pt x="0" y="0"/>
                  </a:moveTo>
                  <a:lnTo>
                    <a:pt x="0" y="0"/>
                  </a:lnTo>
                  <a:cubicBezTo>
                    <a:pt x="1360" y="8208"/>
                    <a:pt x="6535" y="21570"/>
                    <a:pt x="10329" y="26796"/>
                  </a:cubicBezTo>
                  <a:cubicBezTo>
                    <a:pt x="12716" y="25977"/>
                    <a:pt x="15770" y="21753"/>
                    <a:pt x="15726" y="18558"/>
                  </a:cubicBezTo>
                  <a:lnTo>
                    <a:pt x="15726" y="18353"/>
                  </a:lnTo>
                  <a:cubicBezTo>
                    <a:pt x="15446" y="15196"/>
                    <a:pt x="15030" y="11833"/>
                    <a:pt x="14777" y="10242"/>
                  </a:cubicBezTo>
                  <a:cubicBezTo>
                    <a:pt x="15947" y="7686"/>
                    <a:pt x="16023" y="3199"/>
                    <a:pt x="14777" y="20"/>
                  </a:cubicBez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46"/>
            <p:cNvSpPr/>
            <p:nvPr/>
          </p:nvSpPr>
          <p:spPr>
            <a:xfrm>
              <a:off x="4145471" y="1369781"/>
              <a:ext cx="309084" cy="516914"/>
            </a:xfrm>
            <a:custGeom>
              <a:rect b="b" l="l" r="r" t="t"/>
              <a:pathLst>
                <a:path extrusionOk="0" h="26797" w="16023">
                  <a:moveTo>
                    <a:pt x="0" y="0"/>
                  </a:moveTo>
                  <a:lnTo>
                    <a:pt x="0" y="0"/>
                  </a:lnTo>
                  <a:cubicBezTo>
                    <a:pt x="1360" y="8208"/>
                    <a:pt x="6535" y="21570"/>
                    <a:pt x="10329" y="26796"/>
                  </a:cubicBezTo>
                  <a:cubicBezTo>
                    <a:pt x="12716" y="25977"/>
                    <a:pt x="15770" y="21753"/>
                    <a:pt x="15726" y="18558"/>
                  </a:cubicBezTo>
                  <a:lnTo>
                    <a:pt x="15726" y="18353"/>
                  </a:lnTo>
                  <a:cubicBezTo>
                    <a:pt x="15446" y="15196"/>
                    <a:pt x="15030" y="11833"/>
                    <a:pt x="14777" y="10242"/>
                  </a:cubicBezTo>
                  <a:cubicBezTo>
                    <a:pt x="15947" y="7686"/>
                    <a:pt x="16023" y="3199"/>
                    <a:pt x="14777" y="20"/>
                  </a:cubicBezTo>
                  <a:lnTo>
                    <a:pt x="0"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46"/>
            <p:cNvSpPr/>
            <p:nvPr/>
          </p:nvSpPr>
          <p:spPr>
            <a:xfrm>
              <a:off x="4145471" y="1369781"/>
              <a:ext cx="309084" cy="516914"/>
            </a:xfrm>
            <a:custGeom>
              <a:rect b="b" l="l" r="r" t="t"/>
              <a:pathLst>
                <a:path extrusionOk="0" h="26797" w="16023">
                  <a:moveTo>
                    <a:pt x="0" y="0"/>
                  </a:moveTo>
                  <a:lnTo>
                    <a:pt x="0" y="0"/>
                  </a:lnTo>
                  <a:cubicBezTo>
                    <a:pt x="1360" y="8208"/>
                    <a:pt x="6535" y="21570"/>
                    <a:pt x="10329" y="26796"/>
                  </a:cubicBezTo>
                  <a:cubicBezTo>
                    <a:pt x="12716" y="25977"/>
                    <a:pt x="15770" y="21753"/>
                    <a:pt x="15726" y="18558"/>
                  </a:cubicBezTo>
                  <a:lnTo>
                    <a:pt x="15726" y="18353"/>
                  </a:lnTo>
                  <a:cubicBezTo>
                    <a:pt x="15446" y="15196"/>
                    <a:pt x="15030" y="11833"/>
                    <a:pt x="14777" y="10242"/>
                  </a:cubicBezTo>
                  <a:cubicBezTo>
                    <a:pt x="15947" y="7686"/>
                    <a:pt x="16023" y="3199"/>
                    <a:pt x="14777" y="20"/>
                  </a:cubicBezTo>
                  <a:lnTo>
                    <a:pt x="0"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46"/>
            <p:cNvSpPr/>
            <p:nvPr/>
          </p:nvSpPr>
          <p:spPr>
            <a:xfrm>
              <a:off x="4443547" y="1719667"/>
              <a:ext cx="14390" cy="144405"/>
            </a:xfrm>
            <a:custGeom>
              <a:rect b="b" l="l" r="r" t="t"/>
              <a:pathLst>
                <a:path extrusionOk="0" h="7486" w="746">
                  <a:moveTo>
                    <a:pt x="157" y="1"/>
                  </a:moveTo>
                  <a:cubicBezTo>
                    <a:pt x="148" y="1"/>
                    <a:pt x="140" y="1"/>
                    <a:pt x="131" y="3"/>
                  </a:cubicBezTo>
                  <a:cubicBezTo>
                    <a:pt x="52" y="16"/>
                    <a:pt x="1" y="90"/>
                    <a:pt x="14" y="169"/>
                  </a:cubicBezTo>
                  <a:cubicBezTo>
                    <a:pt x="413" y="2536"/>
                    <a:pt x="457" y="4944"/>
                    <a:pt x="141" y="7324"/>
                  </a:cubicBezTo>
                  <a:cubicBezTo>
                    <a:pt x="131" y="7402"/>
                    <a:pt x="186" y="7474"/>
                    <a:pt x="265" y="7485"/>
                  </a:cubicBezTo>
                  <a:lnTo>
                    <a:pt x="284" y="7485"/>
                  </a:lnTo>
                  <a:cubicBezTo>
                    <a:pt x="355" y="7485"/>
                    <a:pt x="416" y="7434"/>
                    <a:pt x="426" y="7361"/>
                  </a:cubicBezTo>
                  <a:cubicBezTo>
                    <a:pt x="745" y="4952"/>
                    <a:pt x="702" y="2517"/>
                    <a:pt x="297" y="121"/>
                  </a:cubicBezTo>
                  <a:cubicBezTo>
                    <a:pt x="284" y="52"/>
                    <a:pt x="225" y="1"/>
                    <a:pt x="157"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46"/>
            <p:cNvSpPr/>
            <p:nvPr/>
          </p:nvSpPr>
          <p:spPr>
            <a:xfrm>
              <a:off x="4000417" y="1855907"/>
              <a:ext cx="245311" cy="680937"/>
            </a:xfrm>
            <a:custGeom>
              <a:rect b="b" l="l" r="r" t="t"/>
              <a:pathLst>
                <a:path extrusionOk="0" h="35300" w="12717">
                  <a:moveTo>
                    <a:pt x="4548" y="0"/>
                  </a:moveTo>
                  <a:cubicBezTo>
                    <a:pt x="2421" y="0"/>
                    <a:pt x="1" y="2345"/>
                    <a:pt x="1" y="2345"/>
                  </a:cubicBezTo>
                  <a:cubicBezTo>
                    <a:pt x="157" y="6290"/>
                    <a:pt x="6005" y="32728"/>
                    <a:pt x="6737" y="34320"/>
                  </a:cubicBezTo>
                  <a:cubicBezTo>
                    <a:pt x="7034" y="34966"/>
                    <a:pt x="7692" y="35300"/>
                    <a:pt x="8341" y="35300"/>
                  </a:cubicBezTo>
                  <a:cubicBezTo>
                    <a:pt x="9293" y="35300"/>
                    <a:pt x="10227" y="34583"/>
                    <a:pt x="9978" y="33079"/>
                  </a:cubicBezTo>
                  <a:cubicBezTo>
                    <a:pt x="7651" y="19072"/>
                    <a:pt x="12716" y="9131"/>
                    <a:pt x="6497" y="983"/>
                  </a:cubicBezTo>
                  <a:cubicBezTo>
                    <a:pt x="5951" y="268"/>
                    <a:pt x="5266" y="0"/>
                    <a:pt x="4548"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46"/>
            <p:cNvSpPr/>
            <p:nvPr/>
          </p:nvSpPr>
          <p:spPr>
            <a:xfrm>
              <a:off x="3992238" y="1373234"/>
              <a:ext cx="428759" cy="564117"/>
            </a:xfrm>
            <a:custGeom>
              <a:rect b="b" l="l" r="r" t="t"/>
              <a:pathLst>
                <a:path extrusionOk="0" h="29244" w="22227">
                  <a:moveTo>
                    <a:pt x="6960" y="0"/>
                  </a:moveTo>
                  <a:cubicBezTo>
                    <a:pt x="4426" y="4777"/>
                    <a:pt x="1" y="24217"/>
                    <a:pt x="425" y="27368"/>
                  </a:cubicBezTo>
                  <a:cubicBezTo>
                    <a:pt x="610" y="28743"/>
                    <a:pt x="1699" y="29243"/>
                    <a:pt x="2988" y="29243"/>
                  </a:cubicBezTo>
                  <a:cubicBezTo>
                    <a:pt x="4653" y="29243"/>
                    <a:pt x="6651" y="28410"/>
                    <a:pt x="7467" y="27552"/>
                  </a:cubicBezTo>
                  <a:cubicBezTo>
                    <a:pt x="8918" y="26029"/>
                    <a:pt x="15285" y="16338"/>
                    <a:pt x="17403" y="12037"/>
                  </a:cubicBezTo>
                  <a:cubicBezTo>
                    <a:pt x="22226" y="8774"/>
                    <a:pt x="22141" y="3354"/>
                    <a:pt x="21095" y="221"/>
                  </a:cubicBezTo>
                  <a:lnTo>
                    <a:pt x="6960" y="0"/>
                  </a:ln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46"/>
            <p:cNvSpPr/>
            <p:nvPr/>
          </p:nvSpPr>
          <p:spPr>
            <a:xfrm>
              <a:off x="3996559" y="1903397"/>
              <a:ext cx="75790" cy="23862"/>
            </a:xfrm>
            <a:custGeom>
              <a:rect b="b" l="l" r="r" t="t"/>
              <a:pathLst>
                <a:path extrusionOk="0" h="1237" w="3929">
                  <a:moveTo>
                    <a:pt x="164" y="0"/>
                  </a:moveTo>
                  <a:cubicBezTo>
                    <a:pt x="112" y="0"/>
                    <a:pt x="62" y="29"/>
                    <a:pt x="36" y="80"/>
                  </a:cubicBezTo>
                  <a:cubicBezTo>
                    <a:pt x="1" y="151"/>
                    <a:pt x="30" y="238"/>
                    <a:pt x="101" y="273"/>
                  </a:cubicBezTo>
                  <a:cubicBezTo>
                    <a:pt x="1237" y="835"/>
                    <a:pt x="2507" y="1169"/>
                    <a:pt x="3774" y="1237"/>
                  </a:cubicBezTo>
                  <a:lnTo>
                    <a:pt x="3782" y="1237"/>
                  </a:lnTo>
                  <a:cubicBezTo>
                    <a:pt x="3857" y="1237"/>
                    <a:pt x="3920" y="1177"/>
                    <a:pt x="3923" y="1100"/>
                  </a:cubicBezTo>
                  <a:cubicBezTo>
                    <a:pt x="3928" y="1021"/>
                    <a:pt x="3867" y="953"/>
                    <a:pt x="3788" y="950"/>
                  </a:cubicBezTo>
                  <a:cubicBezTo>
                    <a:pt x="2562" y="885"/>
                    <a:pt x="1330" y="562"/>
                    <a:pt x="228" y="15"/>
                  </a:cubicBezTo>
                  <a:cubicBezTo>
                    <a:pt x="208" y="5"/>
                    <a:pt x="186" y="0"/>
                    <a:pt x="164"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46"/>
            <p:cNvSpPr/>
            <p:nvPr/>
          </p:nvSpPr>
          <p:spPr>
            <a:xfrm>
              <a:off x="4003870" y="1373253"/>
              <a:ext cx="417146" cy="505996"/>
            </a:xfrm>
            <a:custGeom>
              <a:rect b="b" l="l" r="r" t="t"/>
              <a:pathLst>
                <a:path extrusionOk="0" h="26231" w="21625">
                  <a:moveTo>
                    <a:pt x="6357" y="1"/>
                  </a:moveTo>
                  <a:cubicBezTo>
                    <a:pt x="4258" y="3959"/>
                    <a:pt x="861" y="17975"/>
                    <a:pt x="1" y="24460"/>
                  </a:cubicBezTo>
                  <a:cubicBezTo>
                    <a:pt x="1938" y="25372"/>
                    <a:pt x="5309" y="26199"/>
                    <a:pt x="7912" y="26231"/>
                  </a:cubicBezTo>
                  <a:cubicBezTo>
                    <a:pt x="10260" y="23040"/>
                    <a:pt x="15024" y="15644"/>
                    <a:pt x="16800" y="12036"/>
                  </a:cubicBezTo>
                  <a:cubicBezTo>
                    <a:pt x="21625" y="8774"/>
                    <a:pt x="21538" y="3353"/>
                    <a:pt x="20490" y="222"/>
                  </a:cubicBezTo>
                  <a:lnTo>
                    <a:pt x="635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46"/>
            <p:cNvSpPr/>
            <p:nvPr/>
          </p:nvSpPr>
          <p:spPr>
            <a:xfrm>
              <a:off x="4250790" y="1374758"/>
              <a:ext cx="173861" cy="361282"/>
            </a:xfrm>
            <a:custGeom>
              <a:rect b="b" l="l" r="r" t="t"/>
              <a:pathLst>
                <a:path extrusionOk="0" h="18729" w="9013">
                  <a:moveTo>
                    <a:pt x="7691" y="1"/>
                  </a:moveTo>
                  <a:cubicBezTo>
                    <a:pt x="7675" y="1"/>
                    <a:pt x="7660" y="3"/>
                    <a:pt x="7644" y="8"/>
                  </a:cubicBezTo>
                  <a:cubicBezTo>
                    <a:pt x="7570" y="32"/>
                    <a:pt x="7528" y="115"/>
                    <a:pt x="7554" y="189"/>
                  </a:cubicBezTo>
                  <a:cubicBezTo>
                    <a:pt x="8711" y="3647"/>
                    <a:pt x="8453" y="8774"/>
                    <a:pt x="3918" y="11840"/>
                  </a:cubicBezTo>
                  <a:cubicBezTo>
                    <a:pt x="3899" y="11853"/>
                    <a:pt x="3881" y="11873"/>
                    <a:pt x="3870" y="11895"/>
                  </a:cubicBezTo>
                  <a:cubicBezTo>
                    <a:pt x="3127" y="13407"/>
                    <a:pt x="1767" y="15755"/>
                    <a:pt x="42" y="18509"/>
                  </a:cubicBezTo>
                  <a:cubicBezTo>
                    <a:pt x="0" y="18575"/>
                    <a:pt x="21" y="18664"/>
                    <a:pt x="87" y="18706"/>
                  </a:cubicBezTo>
                  <a:cubicBezTo>
                    <a:pt x="112" y="18720"/>
                    <a:pt x="137" y="18728"/>
                    <a:pt x="163" y="18728"/>
                  </a:cubicBezTo>
                  <a:cubicBezTo>
                    <a:pt x="211" y="18728"/>
                    <a:pt x="258" y="18704"/>
                    <a:pt x="286" y="18661"/>
                  </a:cubicBezTo>
                  <a:cubicBezTo>
                    <a:pt x="2002" y="15919"/>
                    <a:pt x="3359" y="13578"/>
                    <a:pt x="4111" y="12056"/>
                  </a:cubicBezTo>
                  <a:cubicBezTo>
                    <a:pt x="8748" y="8898"/>
                    <a:pt x="9012" y="3644"/>
                    <a:pt x="7826" y="99"/>
                  </a:cubicBezTo>
                  <a:cubicBezTo>
                    <a:pt x="7806" y="38"/>
                    <a:pt x="7750" y="1"/>
                    <a:pt x="76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46"/>
            <p:cNvSpPr/>
            <p:nvPr/>
          </p:nvSpPr>
          <p:spPr>
            <a:xfrm>
              <a:off x="4248919" y="1394934"/>
              <a:ext cx="72338" cy="120408"/>
            </a:xfrm>
            <a:custGeom>
              <a:rect b="b" l="l" r="r" t="t"/>
              <a:pathLst>
                <a:path extrusionOk="0" h="6242" w="3750">
                  <a:moveTo>
                    <a:pt x="379" y="1"/>
                  </a:moveTo>
                  <a:cubicBezTo>
                    <a:pt x="311" y="1"/>
                    <a:pt x="250" y="49"/>
                    <a:pt x="238" y="118"/>
                  </a:cubicBezTo>
                  <a:cubicBezTo>
                    <a:pt x="1" y="1357"/>
                    <a:pt x="199" y="2650"/>
                    <a:pt x="797" y="3760"/>
                  </a:cubicBezTo>
                  <a:cubicBezTo>
                    <a:pt x="1395" y="4870"/>
                    <a:pt x="2366" y="5747"/>
                    <a:pt x="3532" y="6231"/>
                  </a:cubicBezTo>
                  <a:cubicBezTo>
                    <a:pt x="3549" y="6237"/>
                    <a:pt x="3567" y="6242"/>
                    <a:pt x="3586" y="6242"/>
                  </a:cubicBezTo>
                  <a:cubicBezTo>
                    <a:pt x="3643" y="6242"/>
                    <a:pt x="3696" y="6208"/>
                    <a:pt x="3719" y="6153"/>
                  </a:cubicBezTo>
                  <a:cubicBezTo>
                    <a:pt x="3749" y="6079"/>
                    <a:pt x="3714" y="5995"/>
                    <a:pt x="3641" y="5965"/>
                  </a:cubicBezTo>
                  <a:cubicBezTo>
                    <a:pt x="2537" y="5507"/>
                    <a:pt x="1617" y="4675"/>
                    <a:pt x="1050" y="3623"/>
                  </a:cubicBezTo>
                  <a:cubicBezTo>
                    <a:pt x="482" y="2572"/>
                    <a:pt x="294" y="1346"/>
                    <a:pt x="520" y="173"/>
                  </a:cubicBezTo>
                  <a:cubicBezTo>
                    <a:pt x="534" y="94"/>
                    <a:pt x="484" y="20"/>
                    <a:pt x="405" y="3"/>
                  </a:cubicBezTo>
                  <a:cubicBezTo>
                    <a:pt x="396" y="2"/>
                    <a:pt x="388" y="1"/>
                    <a:pt x="37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46"/>
            <p:cNvSpPr/>
            <p:nvPr/>
          </p:nvSpPr>
          <p:spPr>
            <a:xfrm>
              <a:off x="4122459" y="1504883"/>
              <a:ext cx="161766" cy="351676"/>
            </a:xfrm>
            <a:custGeom>
              <a:rect b="b" l="l" r="r" t="t"/>
              <a:pathLst>
                <a:path extrusionOk="0" h="18231" w="8386">
                  <a:moveTo>
                    <a:pt x="8225" y="1"/>
                  </a:moveTo>
                  <a:cubicBezTo>
                    <a:pt x="8164" y="1"/>
                    <a:pt x="8107" y="40"/>
                    <a:pt x="8088" y="102"/>
                  </a:cubicBezTo>
                  <a:cubicBezTo>
                    <a:pt x="6191" y="6392"/>
                    <a:pt x="3483" y="12417"/>
                    <a:pt x="43" y="18011"/>
                  </a:cubicBezTo>
                  <a:cubicBezTo>
                    <a:pt x="1" y="18079"/>
                    <a:pt x="22" y="18168"/>
                    <a:pt x="89" y="18209"/>
                  </a:cubicBezTo>
                  <a:cubicBezTo>
                    <a:pt x="114" y="18224"/>
                    <a:pt x="139" y="18230"/>
                    <a:pt x="165" y="18230"/>
                  </a:cubicBezTo>
                  <a:cubicBezTo>
                    <a:pt x="213" y="18230"/>
                    <a:pt x="260" y="18206"/>
                    <a:pt x="288" y="18163"/>
                  </a:cubicBezTo>
                  <a:cubicBezTo>
                    <a:pt x="3741" y="12546"/>
                    <a:pt x="6458" y="6498"/>
                    <a:pt x="8363" y="186"/>
                  </a:cubicBezTo>
                  <a:cubicBezTo>
                    <a:pt x="8386" y="110"/>
                    <a:pt x="8342" y="29"/>
                    <a:pt x="8267" y="7"/>
                  </a:cubicBezTo>
                  <a:cubicBezTo>
                    <a:pt x="8253" y="3"/>
                    <a:pt x="8239" y="1"/>
                    <a:pt x="822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46"/>
            <p:cNvSpPr/>
            <p:nvPr/>
          </p:nvSpPr>
          <p:spPr>
            <a:xfrm>
              <a:off x="4003870" y="1373253"/>
              <a:ext cx="417146" cy="505996"/>
            </a:xfrm>
            <a:custGeom>
              <a:rect b="b" l="l" r="r" t="t"/>
              <a:pathLst>
                <a:path extrusionOk="0" h="26231" w="21625">
                  <a:moveTo>
                    <a:pt x="6357" y="1"/>
                  </a:moveTo>
                  <a:cubicBezTo>
                    <a:pt x="4258" y="3959"/>
                    <a:pt x="861" y="17975"/>
                    <a:pt x="1" y="24460"/>
                  </a:cubicBezTo>
                  <a:cubicBezTo>
                    <a:pt x="1938" y="25372"/>
                    <a:pt x="5309" y="26199"/>
                    <a:pt x="7912" y="26231"/>
                  </a:cubicBezTo>
                  <a:cubicBezTo>
                    <a:pt x="10260" y="23040"/>
                    <a:pt x="15024" y="15644"/>
                    <a:pt x="16800" y="12036"/>
                  </a:cubicBezTo>
                  <a:cubicBezTo>
                    <a:pt x="21625" y="8774"/>
                    <a:pt x="21538" y="3353"/>
                    <a:pt x="20490" y="222"/>
                  </a:cubicBezTo>
                  <a:lnTo>
                    <a:pt x="6357"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46"/>
            <p:cNvSpPr/>
            <p:nvPr/>
          </p:nvSpPr>
          <p:spPr>
            <a:xfrm>
              <a:off x="4867773" y="1528357"/>
              <a:ext cx="203837" cy="242051"/>
            </a:xfrm>
            <a:custGeom>
              <a:rect b="b" l="l" r="r" t="t"/>
              <a:pathLst>
                <a:path extrusionOk="0" h="12548" w="10567">
                  <a:moveTo>
                    <a:pt x="5342" y="0"/>
                  </a:moveTo>
                  <a:cubicBezTo>
                    <a:pt x="3371" y="836"/>
                    <a:pt x="1" y="2143"/>
                    <a:pt x="446" y="3188"/>
                  </a:cubicBezTo>
                  <a:cubicBezTo>
                    <a:pt x="508" y="3336"/>
                    <a:pt x="629" y="3383"/>
                    <a:pt x="787" y="3383"/>
                  </a:cubicBezTo>
                  <a:cubicBezTo>
                    <a:pt x="1068" y="3383"/>
                    <a:pt x="1466" y="3231"/>
                    <a:pt x="1851" y="3231"/>
                  </a:cubicBezTo>
                  <a:cubicBezTo>
                    <a:pt x="2224" y="3231"/>
                    <a:pt x="2587" y="3373"/>
                    <a:pt x="2823" y="3929"/>
                  </a:cubicBezTo>
                  <a:cubicBezTo>
                    <a:pt x="3135" y="4667"/>
                    <a:pt x="2649" y="5396"/>
                    <a:pt x="2465" y="5547"/>
                  </a:cubicBezTo>
                  <a:cubicBezTo>
                    <a:pt x="2281" y="5700"/>
                    <a:pt x="1508" y="6277"/>
                    <a:pt x="1575" y="7442"/>
                  </a:cubicBezTo>
                  <a:cubicBezTo>
                    <a:pt x="1609" y="7999"/>
                    <a:pt x="1871" y="8219"/>
                    <a:pt x="2211" y="8219"/>
                  </a:cubicBezTo>
                  <a:cubicBezTo>
                    <a:pt x="2581" y="8219"/>
                    <a:pt x="3044" y="7958"/>
                    <a:pt x="3405" y="7586"/>
                  </a:cubicBezTo>
                  <a:cubicBezTo>
                    <a:pt x="4573" y="7760"/>
                    <a:pt x="6828" y="10433"/>
                    <a:pt x="7657" y="11449"/>
                  </a:cubicBezTo>
                  <a:cubicBezTo>
                    <a:pt x="8230" y="12150"/>
                    <a:pt x="8792" y="12548"/>
                    <a:pt x="9505" y="12548"/>
                  </a:cubicBezTo>
                  <a:cubicBezTo>
                    <a:pt x="9824" y="12548"/>
                    <a:pt x="10173" y="12468"/>
                    <a:pt x="10566" y="12301"/>
                  </a:cubicBezTo>
                  <a:lnTo>
                    <a:pt x="534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46"/>
            <p:cNvSpPr/>
            <p:nvPr/>
          </p:nvSpPr>
          <p:spPr>
            <a:xfrm>
              <a:off x="4953244" y="1531617"/>
              <a:ext cx="106384" cy="241183"/>
            </a:xfrm>
            <a:custGeom>
              <a:rect b="b" l="l" r="r" t="t"/>
              <a:pathLst>
                <a:path extrusionOk="0" h="12503" w="5515">
                  <a:moveTo>
                    <a:pt x="163" y="0"/>
                  </a:moveTo>
                  <a:cubicBezTo>
                    <a:pt x="145" y="0"/>
                    <a:pt x="126" y="4"/>
                    <a:pt x="108" y="12"/>
                  </a:cubicBezTo>
                  <a:cubicBezTo>
                    <a:pt x="36" y="44"/>
                    <a:pt x="0" y="128"/>
                    <a:pt x="32" y="200"/>
                  </a:cubicBezTo>
                  <a:lnTo>
                    <a:pt x="5220" y="12416"/>
                  </a:lnTo>
                  <a:cubicBezTo>
                    <a:pt x="5243" y="12471"/>
                    <a:pt x="5296" y="12503"/>
                    <a:pt x="5352" y="12503"/>
                  </a:cubicBezTo>
                  <a:cubicBezTo>
                    <a:pt x="5370" y="12503"/>
                    <a:pt x="5389" y="12500"/>
                    <a:pt x="5409" y="12492"/>
                  </a:cubicBezTo>
                  <a:cubicBezTo>
                    <a:pt x="5481" y="12461"/>
                    <a:pt x="5515" y="12376"/>
                    <a:pt x="5484" y="12303"/>
                  </a:cubicBezTo>
                  <a:lnTo>
                    <a:pt x="295" y="89"/>
                  </a:lnTo>
                  <a:cubicBezTo>
                    <a:pt x="272" y="33"/>
                    <a:pt x="219" y="0"/>
                    <a:pt x="163"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46"/>
            <p:cNvSpPr/>
            <p:nvPr/>
          </p:nvSpPr>
          <p:spPr>
            <a:xfrm>
              <a:off x="4910711" y="1550771"/>
              <a:ext cx="69290" cy="38831"/>
            </a:xfrm>
            <a:custGeom>
              <a:rect b="b" l="l" r="r" t="t"/>
              <a:pathLst>
                <a:path extrusionOk="0" h="2013" w="3592">
                  <a:moveTo>
                    <a:pt x="164" y="1"/>
                  </a:moveTo>
                  <a:cubicBezTo>
                    <a:pt x="145" y="1"/>
                    <a:pt x="125" y="5"/>
                    <a:pt x="107" y="13"/>
                  </a:cubicBezTo>
                  <a:cubicBezTo>
                    <a:pt x="34" y="44"/>
                    <a:pt x="0" y="127"/>
                    <a:pt x="31" y="200"/>
                  </a:cubicBezTo>
                  <a:cubicBezTo>
                    <a:pt x="324" y="891"/>
                    <a:pt x="784" y="1436"/>
                    <a:pt x="1325" y="1736"/>
                  </a:cubicBezTo>
                  <a:cubicBezTo>
                    <a:pt x="1657" y="1919"/>
                    <a:pt x="2020" y="2013"/>
                    <a:pt x="2398" y="2013"/>
                  </a:cubicBezTo>
                  <a:cubicBezTo>
                    <a:pt x="2748" y="2013"/>
                    <a:pt x="3112" y="1934"/>
                    <a:pt x="3483" y="1776"/>
                  </a:cubicBezTo>
                  <a:cubicBezTo>
                    <a:pt x="3556" y="1745"/>
                    <a:pt x="3591" y="1662"/>
                    <a:pt x="3559" y="1589"/>
                  </a:cubicBezTo>
                  <a:cubicBezTo>
                    <a:pt x="3536" y="1533"/>
                    <a:pt x="3483" y="1500"/>
                    <a:pt x="3427" y="1500"/>
                  </a:cubicBezTo>
                  <a:cubicBezTo>
                    <a:pt x="3409" y="1500"/>
                    <a:pt x="3390" y="1504"/>
                    <a:pt x="3372" y="1512"/>
                  </a:cubicBezTo>
                  <a:cubicBezTo>
                    <a:pt x="3033" y="1656"/>
                    <a:pt x="2707" y="1728"/>
                    <a:pt x="2397" y="1728"/>
                  </a:cubicBezTo>
                  <a:cubicBezTo>
                    <a:pt x="2068" y="1728"/>
                    <a:pt x="1756" y="1647"/>
                    <a:pt x="1464" y="1484"/>
                  </a:cubicBezTo>
                  <a:cubicBezTo>
                    <a:pt x="977" y="1215"/>
                    <a:pt x="563" y="720"/>
                    <a:pt x="295" y="89"/>
                  </a:cubicBezTo>
                  <a:cubicBezTo>
                    <a:pt x="271" y="34"/>
                    <a:pt x="219" y="1"/>
                    <a:pt x="164"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46"/>
            <p:cNvSpPr/>
            <p:nvPr/>
          </p:nvSpPr>
          <p:spPr>
            <a:xfrm>
              <a:off x="4936481" y="1644054"/>
              <a:ext cx="16300" cy="35802"/>
            </a:xfrm>
            <a:custGeom>
              <a:rect b="b" l="l" r="r" t="t"/>
              <a:pathLst>
                <a:path extrusionOk="0" h="1856" w="845">
                  <a:moveTo>
                    <a:pt x="682" y="0"/>
                  </a:moveTo>
                  <a:cubicBezTo>
                    <a:pt x="636" y="0"/>
                    <a:pt x="589" y="23"/>
                    <a:pt x="561" y="65"/>
                  </a:cubicBezTo>
                  <a:cubicBezTo>
                    <a:pt x="244" y="555"/>
                    <a:pt x="52" y="1119"/>
                    <a:pt x="7" y="1701"/>
                  </a:cubicBezTo>
                  <a:cubicBezTo>
                    <a:pt x="0" y="1780"/>
                    <a:pt x="60" y="1849"/>
                    <a:pt x="139" y="1855"/>
                  </a:cubicBezTo>
                  <a:lnTo>
                    <a:pt x="150" y="1855"/>
                  </a:lnTo>
                  <a:cubicBezTo>
                    <a:pt x="224" y="1855"/>
                    <a:pt x="287" y="1797"/>
                    <a:pt x="294" y="1723"/>
                  </a:cubicBezTo>
                  <a:cubicBezTo>
                    <a:pt x="334" y="1190"/>
                    <a:pt x="511" y="671"/>
                    <a:pt x="803" y="221"/>
                  </a:cubicBezTo>
                  <a:cubicBezTo>
                    <a:pt x="845" y="155"/>
                    <a:pt x="827" y="66"/>
                    <a:pt x="760" y="23"/>
                  </a:cubicBezTo>
                  <a:cubicBezTo>
                    <a:pt x="736" y="8"/>
                    <a:pt x="709" y="0"/>
                    <a:pt x="682"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46"/>
            <p:cNvSpPr/>
            <p:nvPr/>
          </p:nvSpPr>
          <p:spPr>
            <a:xfrm>
              <a:off x="4954266" y="1657846"/>
              <a:ext cx="16551" cy="33314"/>
            </a:xfrm>
            <a:custGeom>
              <a:rect b="b" l="l" r="r" t="t"/>
              <a:pathLst>
                <a:path extrusionOk="0" h="1727" w="858">
                  <a:moveTo>
                    <a:pt x="694" y="1"/>
                  </a:moveTo>
                  <a:cubicBezTo>
                    <a:pt x="650" y="1"/>
                    <a:pt x="605" y="22"/>
                    <a:pt x="577" y="60"/>
                  </a:cubicBezTo>
                  <a:cubicBezTo>
                    <a:pt x="260" y="505"/>
                    <a:pt x="63" y="1026"/>
                    <a:pt x="8" y="1571"/>
                  </a:cubicBezTo>
                  <a:cubicBezTo>
                    <a:pt x="0" y="1648"/>
                    <a:pt x="58" y="1719"/>
                    <a:pt x="137" y="1727"/>
                  </a:cubicBezTo>
                  <a:lnTo>
                    <a:pt x="152" y="1727"/>
                  </a:lnTo>
                  <a:cubicBezTo>
                    <a:pt x="224" y="1727"/>
                    <a:pt x="286" y="1672"/>
                    <a:pt x="294" y="1598"/>
                  </a:cubicBezTo>
                  <a:cubicBezTo>
                    <a:pt x="344" y="1105"/>
                    <a:pt x="522" y="631"/>
                    <a:pt x="811" y="228"/>
                  </a:cubicBezTo>
                  <a:cubicBezTo>
                    <a:pt x="858" y="164"/>
                    <a:pt x="842" y="73"/>
                    <a:pt x="777" y="28"/>
                  </a:cubicBezTo>
                  <a:cubicBezTo>
                    <a:pt x="752" y="10"/>
                    <a:pt x="723" y="1"/>
                    <a:pt x="694"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46"/>
            <p:cNvSpPr/>
            <p:nvPr/>
          </p:nvSpPr>
          <p:spPr>
            <a:xfrm>
              <a:off x="4969620" y="1675341"/>
              <a:ext cx="17515" cy="29591"/>
            </a:xfrm>
            <a:custGeom>
              <a:rect b="b" l="l" r="r" t="t"/>
              <a:pathLst>
                <a:path extrusionOk="0" h="1534" w="908">
                  <a:moveTo>
                    <a:pt x="744" y="0"/>
                  </a:moveTo>
                  <a:cubicBezTo>
                    <a:pt x="695" y="0"/>
                    <a:pt x="647" y="25"/>
                    <a:pt x="621" y="70"/>
                  </a:cubicBezTo>
                  <a:cubicBezTo>
                    <a:pt x="379" y="472"/>
                    <a:pt x="178" y="900"/>
                    <a:pt x="26" y="1344"/>
                  </a:cubicBezTo>
                  <a:cubicBezTo>
                    <a:pt x="0" y="1419"/>
                    <a:pt x="41" y="1500"/>
                    <a:pt x="115" y="1526"/>
                  </a:cubicBezTo>
                  <a:cubicBezTo>
                    <a:pt x="129" y="1532"/>
                    <a:pt x="145" y="1534"/>
                    <a:pt x="162" y="1534"/>
                  </a:cubicBezTo>
                  <a:cubicBezTo>
                    <a:pt x="221" y="1534"/>
                    <a:pt x="276" y="1497"/>
                    <a:pt x="297" y="1437"/>
                  </a:cubicBezTo>
                  <a:cubicBezTo>
                    <a:pt x="444" y="1013"/>
                    <a:pt x="635" y="602"/>
                    <a:pt x="866" y="217"/>
                  </a:cubicBezTo>
                  <a:cubicBezTo>
                    <a:pt x="908" y="149"/>
                    <a:pt x="885" y="61"/>
                    <a:pt x="817" y="21"/>
                  </a:cubicBezTo>
                  <a:cubicBezTo>
                    <a:pt x="794" y="7"/>
                    <a:pt x="769" y="0"/>
                    <a:pt x="744"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46"/>
            <p:cNvSpPr/>
            <p:nvPr/>
          </p:nvSpPr>
          <p:spPr>
            <a:xfrm>
              <a:off x="3934120" y="2439886"/>
              <a:ext cx="280708" cy="151407"/>
            </a:xfrm>
            <a:custGeom>
              <a:rect b="b" l="l" r="r" t="t"/>
              <a:pathLst>
                <a:path extrusionOk="0" h="7849" w="14552">
                  <a:moveTo>
                    <a:pt x="8890" y="1"/>
                  </a:moveTo>
                  <a:cubicBezTo>
                    <a:pt x="8338" y="1"/>
                    <a:pt x="8095" y="785"/>
                    <a:pt x="8184" y="1547"/>
                  </a:cubicBezTo>
                  <a:cubicBezTo>
                    <a:pt x="7309" y="2342"/>
                    <a:pt x="3813" y="2393"/>
                    <a:pt x="2503" y="2393"/>
                  </a:cubicBezTo>
                  <a:cubicBezTo>
                    <a:pt x="2500" y="2393"/>
                    <a:pt x="2498" y="2393"/>
                    <a:pt x="2495" y="2393"/>
                  </a:cubicBezTo>
                  <a:cubicBezTo>
                    <a:pt x="1188" y="2393"/>
                    <a:pt x="386" y="2780"/>
                    <a:pt x="0" y="4105"/>
                  </a:cubicBezTo>
                  <a:lnTo>
                    <a:pt x="12830" y="7849"/>
                  </a:lnTo>
                  <a:cubicBezTo>
                    <a:pt x="13429" y="5794"/>
                    <a:pt x="14551" y="2358"/>
                    <a:pt x="13462" y="2041"/>
                  </a:cubicBezTo>
                  <a:cubicBezTo>
                    <a:pt x="13428" y="2031"/>
                    <a:pt x="13397" y="2026"/>
                    <a:pt x="13367" y="2026"/>
                  </a:cubicBezTo>
                  <a:cubicBezTo>
                    <a:pt x="12838" y="2026"/>
                    <a:pt x="12823" y="3474"/>
                    <a:pt x="11790" y="3474"/>
                  </a:cubicBezTo>
                  <a:cubicBezTo>
                    <a:pt x="11670" y="3474"/>
                    <a:pt x="11535" y="3454"/>
                    <a:pt x="11384" y="3410"/>
                  </a:cubicBezTo>
                  <a:cubicBezTo>
                    <a:pt x="10616" y="3186"/>
                    <a:pt x="10359" y="2348"/>
                    <a:pt x="10356" y="2110"/>
                  </a:cubicBezTo>
                  <a:cubicBezTo>
                    <a:pt x="10355" y="1871"/>
                    <a:pt x="10398" y="906"/>
                    <a:pt x="9454" y="223"/>
                  </a:cubicBezTo>
                  <a:cubicBezTo>
                    <a:pt x="9240" y="68"/>
                    <a:pt x="9052" y="1"/>
                    <a:pt x="88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46"/>
            <p:cNvSpPr/>
            <p:nvPr/>
          </p:nvSpPr>
          <p:spPr>
            <a:xfrm>
              <a:off x="3937187" y="2501843"/>
              <a:ext cx="251947" cy="77256"/>
            </a:xfrm>
            <a:custGeom>
              <a:rect b="b" l="l" r="r" t="t"/>
              <a:pathLst>
                <a:path extrusionOk="0" h="4005" w="13061">
                  <a:moveTo>
                    <a:pt x="163" y="0"/>
                  </a:moveTo>
                  <a:cubicBezTo>
                    <a:pt x="100" y="0"/>
                    <a:pt x="42" y="40"/>
                    <a:pt x="23" y="103"/>
                  </a:cubicBezTo>
                  <a:cubicBezTo>
                    <a:pt x="1" y="179"/>
                    <a:pt x="44" y="258"/>
                    <a:pt x="120" y="281"/>
                  </a:cubicBezTo>
                  <a:lnTo>
                    <a:pt x="12861" y="3998"/>
                  </a:lnTo>
                  <a:cubicBezTo>
                    <a:pt x="12874" y="4002"/>
                    <a:pt x="12889" y="4005"/>
                    <a:pt x="12901" y="4005"/>
                  </a:cubicBezTo>
                  <a:cubicBezTo>
                    <a:pt x="12963" y="4005"/>
                    <a:pt x="13021" y="3963"/>
                    <a:pt x="13038" y="3900"/>
                  </a:cubicBezTo>
                  <a:cubicBezTo>
                    <a:pt x="13061" y="3824"/>
                    <a:pt x="13017" y="3745"/>
                    <a:pt x="12942" y="3723"/>
                  </a:cubicBezTo>
                  <a:lnTo>
                    <a:pt x="201" y="5"/>
                  </a:lnTo>
                  <a:cubicBezTo>
                    <a:pt x="188" y="2"/>
                    <a:pt x="176" y="0"/>
                    <a:pt x="163"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46"/>
            <p:cNvSpPr/>
            <p:nvPr/>
          </p:nvSpPr>
          <p:spPr>
            <a:xfrm>
              <a:off x="4132779" y="2525684"/>
              <a:ext cx="68479" cy="38773"/>
            </a:xfrm>
            <a:custGeom>
              <a:rect b="b" l="l" r="r" t="t"/>
              <a:pathLst>
                <a:path extrusionOk="0" h="2010" w="3550">
                  <a:moveTo>
                    <a:pt x="2416" y="0"/>
                  </a:moveTo>
                  <a:cubicBezTo>
                    <a:pt x="2059" y="0"/>
                    <a:pt x="1722" y="60"/>
                    <a:pt x="1422" y="181"/>
                  </a:cubicBezTo>
                  <a:cubicBezTo>
                    <a:pt x="742" y="451"/>
                    <a:pt x="259" y="1020"/>
                    <a:pt x="23" y="1826"/>
                  </a:cubicBezTo>
                  <a:cubicBezTo>
                    <a:pt x="1" y="1902"/>
                    <a:pt x="44" y="1981"/>
                    <a:pt x="120" y="2003"/>
                  </a:cubicBezTo>
                  <a:cubicBezTo>
                    <a:pt x="135" y="2007"/>
                    <a:pt x="147" y="2010"/>
                    <a:pt x="160" y="2010"/>
                  </a:cubicBezTo>
                  <a:cubicBezTo>
                    <a:pt x="223" y="2010"/>
                    <a:pt x="280" y="1968"/>
                    <a:pt x="299" y="1907"/>
                  </a:cubicBezTo>
                  <a:cubicBezTo>
                    <a:pt x="512" y="1178"/>
                    <a:pt x="924" y="687"/>
                    <a:pt x="1529" y="447"/>
                  </a:cubicBezTo>
                  <a:cubicBezTo>
                    <a:pt x="1795" y="340"/>
                    <a:pt x="2097" y="287"/>
                    <a:pt x="2417" y="287"/>
                  </a:cubicBezTo>
                  <a:cubicBezTo>
                    <a:pt x="2716" y="287"/>
                    <a:pt x="3031" y="333"/>
                    <a:pt x="3350" y="426"/>
                  </a:cubicBezTo>
                  <a:cubicBezTo>
                    <a:pt x="3363" y="430"/>
                    <a:pt x="3377" y="432"/>
                    <a:pt x="3390" y="432"/>
                  </a:cubicBezTo>
                  <a:cubicBezTo>
                    <a:pt x="3452" y="432"/>
                    <a:pt x="3508" y="391"/>
                    <a:pt x="3527" y="329"/>
                  </a:cubicBezTo>
                  <a:cubicBezTo>
                    <a:pt x="3549" y="253"/>
                    <a:pt x="3506" y="173"/>
                    <a:pt x="3429" y="152"/>
                  </a:cubicBezTo>
                  <a:cubicBezTo>
                    <a:pt x="3085" y="51"/>
                    <a:pt x="2742" y="0"/>
                    <a:pt x="2416"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46"/>
            <p:cNvSpPr/>
            <p:nvPr/>
          </p:nvSpPr>
          <p:spPr>
            <a:xfrm>
              <a:off x="4083322" y="2470035"/>
              <a:ext cx="23090" cy="32639"/>
            </a:xfrm>
            <a:custGeom>
              <a:rect b="b" l="l" r="r" t="t"/>
              <a:pathLst>
                <a:path extrusionOk="0" h="1692" w="1197">
                  <a:moveTo>
                    <a:pt x="157" y="1"/>
                  </a:moveTo>
                  <a:cubicBezTo>
                    <a:pt x="120" y="1"/>
                    <a:pt x="83" y="15"/>
                    <a:pt x="56" y="44"/>
                  </a:cubicBezTo>
                  <a:cubicBezTo>
                    <a:pt x="1" y="102"/>
                    <a:pt x="2" y="192"/>
                    <a:pt x="59" y="247"/>
                  </a:cubicBezTo>
                  <a:cubicBezTo>
                    <a:pt x="446" y="618"/>
                    <a:pt x="736" y="1082"/>
                    <a:pt x="898" y="1591"/>
                  </a:cubicBezTo>
                  <a:cubicBezTo>
                    <a:pt x="918" y="1652"/>
                    <a:pt x="974" y="1691"/>
                    <a:pt x="1035" y="1691"/>
                  </a:cubicBezTo>
                  <a:cubicBezTo>
                    <a:pt x="1050" y="1691"/>
                    <a:pt x="1064" y="1689"/>
                    <a:pt x="1079" y="1685"/>
                  </a:cubicBezTo>
                  <a:cubicBezTo>
                    <a:pt x="1155" y="1660"/>
                    <a:pt x="1197" y="1580"/>
                    <a:pt x="1172" y="1504"/>
                  </a:cubicBezTo>
                  <a:cubicBezTo>
                    <a:pt x="995" y="950"/>
                    <a:pt x="679" y="442"/>
                    <a:pt x="257" y="41"/>
                  </a:cubicBezTo>
                  <a:cubicBezTo>
                    <a:pt x="229" y="14"/>
                    <a:pt x="193" y="1"/>
                    <a:pt x="157"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46"/>
            <p:cNvSpPr/>
            <p:nvPr/>
          </p:nvSpPr>
          <p:spPr>
            <a:xfrm>
              <a:off x="4063300" y="2476651"/>
              <a:ext cx="20988" cy="31231"/>
            </a:xfrm>
            <a:custGeom>
              <a:rect b="b" l="l" r="r" t="t"/>
              <a:pathLst>
                <a:path extrusionOk="0" h="1619" w="1088">
                  <a:moveTo>
                    <a:pt x="158" y="0"/>
                  </a:moveTo>
                  <a:cubicBezTo>
                    <a:pt x="121" y="0"/>
                    <a:pt x="84" y="14"/>
                    <a:pt x="56" y="43"/>
                  </a:cubicBezTo>
                  <a:cubicBezTo>
                    <a:pt x="1" y="97"/>
                    <a:pt x="1" y="189"/>
                    <a:pt x="56" y="244"/>
                  </a:cubicBezTo>
                  <a:cubicBezTo>
                    <a:pt x="407" y="595"/>
                    <a:pt x="660" y="1034"/>
                    <a:pt x="791" y="1512"/>
                  </a:cubicBezTo>
                  <a:cubicBezTo>
                    <a:pt x="807" y="1577"/>
                    <a:pt x="865" y="1619"/>
                    <a:pt x="928" y="1619"/>
                  </a:cubicBezTo>
                  <a:cubicBezTo>
                    <a:pt x="940" y="1619"/>
                    <a:pt x="953" y="1617"/>
                    <a:pt x="966" y="1614"/>
                  </a:cubicBezTo>
                  <a:cubicBezTo>
                    <a:pt x="1042" y="1593"/>
                    <a:pt x="1087" y="1514"/>
                    <a:pt x="1066" y="1438"/>
                  </a:cubicBezTo>
                  <a:cubicBezTo>
                    <a:pt x="924" y="911"/>
                    <a:pt x="646" y="428"/>
                    <a:pt x="259" y="43"/>
                  </a:cubicBezTo>
                  <a:cubicBezTo>
                    <a:pt x="231" y="14"/>
                    <a:pt x="195" y="0"/>
                    <a:pt x="158"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46"/>
            <p:cNvSpPr/>
            <p:nvPr/>
          </p:nvSpPr>
          <p:spPr>
            <a:xfrm>
              <a:off x="4042660" y="2479969"/>
              <a:ext cx="17805" cy="29475"/>
            </a:xfrm>
            <a:custGeom>
              <a:rect b="b" l="l" r="r" t="t"/>
              <a:pathLst>
                <a:path extrusionOk="0" h="1528" w="923">
                  <a:moveTo>
                    <a:pt x="164" y="0"/>
                  </a:moveTo>
                  <a:cubicBezTo>
                    <a:pt x="138" y="0"/>
                    <a:pt x="113" y="7"/>
                    <a:pt x="89" y="21"/>
                  </a:cubicBezTo>
                  <a:cubicBezTo>
                    <a:pt x="22" y="62"/>
                    <a:pt x="1" y="151"/>
                    <a:pt x="43" y="219"/>
                  </a:cubicBezTo>
                  <a:cubicBezTo>
                    <a:pt x="280" y="602"/>
                    <a:pt x="475" y="1010"/>
                    <a:pt x="626" y="1432"/>
                  </a:cubicBezTo>
                  <a:cubicBezTo>
                    <a:pt x="647" y="1490"/>
                    <a:pt x="702" y="1527"/>
                    <a:pt x="761" y="1527"/>
                  </a:cubicBezTo>
                  <a:cubicBezTo>
                    <a:pt x="778" y="1527"/>
                    <a:pt x="794" y="1524"/>
                    <a:pt x="810" y="1519"/>
                  </a:cubicBezTo>
                  <a:cubicBezTo>
                    <a:pt x="884" y="1492"/>
                    <a:pt x="923" y="1410"/>
                    <a:pt x="897" y="1336"/>
                  </a:cubicBezTo>
                  <a:cubicBezTo>
                    <a:pt x="739" y="894"/>
                    <a:pt x="534" y="469"/>
                    <a:pt x="288" y="67"/>
                  </a:cubicBezTo>
                  <a:cubicBezTo>
                    <a:pt x="259" y="24"/>
                    <a:pt x="212" y="0"/>
                    <a:pt x="164"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46"/>
            <p:cNvSpPr/>
            <p:nvPr/>
          </p:nvSpPr>
          <p:spPr>
            <a:xfrm>
              <a:off x="3986027" y="918318"/>
              <a:ext cx="141454" cy="369519"/>
            </a:xfrm>
            <a:custGeom>
              <a:rect b="b" l="l" r="r" t="t"/>
              <a:pathLst>
                <a:path extrusionOk="0" h="19156" w="7333">
                  <a:moveTo>
                    <a:pt x="2873" y="1"/>
                  </a:moveTo>
                  <a:cubicBezTo>
                    <a:pt x="2854" y="1"/>
                    <a:pt x="2836" y="4"/>
                    <a:pt x="2819" y="12"/>
                  </a:cubicBezTo>
                  <a:cubicBezTo>
                    <a:pt x="996" y="842"/>
                    <a:pt x="1" y="14922"/>
                    <a:pt x="97" y="16711"/>
                  </a:cubicBezTo>
                  <a:cubicBezTo>
                    <a:pt x="167" y="18006"/>
                    <a:pt x="860" y="19156"/>
                    <a:pt x="1823" y="19156"/>
                  </a:cubicBezTo>
                  <a:cubicBezTo>
                    <a:pt x="2247" y="19156"/>
                    <a:pt x="2724" y="18933"/>
                    <a:pt x="3222" y="18401"/>
                  </a:cubicBezTo>
                  <a:cubicBezTo>
                    <a:pt x="4853" y="16664"/>
                    <a:pt x="6331" y="9125"/>
                    <a:pt x="6838" y="7705"/>
                  </a:cubicBezTo>
                  <a:cubicBezTo>
                    <a:pt x="7333" y="6319"/>
                    <a:pt x="3696" y="1"/>
                    <a:pt x="2873"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46"/>
            <p:cNvSpPr/>
            <p:nvPr/>
          </p:nvSpPr>
          <p:spPr>
            <a:xfrm>
              <a:off x="3840529" y="1051221"/>
              <a:ext cx="217784" cy="236611"/>
            </a:xfrm>
            <a:custGeom>
              <a:rect b="b" l="l" r="r" t="t"/>
              <a:pathLst>
                <a:path extrusionOk="0" h="12266" w="11290">
                  <a:moveTo>
                    <a:pt x="1749" y="0"/>
                  </a:moveTo>
                  <a:cubicBezTo>
                    <a:pt x="858" y="0"/>
                    <a:pt x="0" y="1134"/>
                    <a:pt x="383" y="2045"/>
                  </a:cubicBezTo>
                  <a:cubicBezTo>
                    <a:pt x="856" y="3168"/>
                    <a:pt x="6702" y="11199"/>
                    <a:pt x="8876" y="12214"/>
                  </a:cubicBezTo>
                  <a:cubicBezTo>
                    <a:pt x="8950" y="12249"/>
                    <a:pt x="9026" y="12265"/>
                    <a:pt x="9102" y="12265"/>
                  </a:cubicBezTo>
                  <a:cubicBezTo>
                    <a:pt x="10119" y="12265"/>
                    <a:pt x="11290" y="9375"/>
                    <a:pt x="10551" y="8111"/>
                  </a:cubicBezTo>
                  <a:cubicBezTo>
                    <a:pt x="9755" y="6752"/>
                    <a:pt x="3397" y="941"/>
                    <a:pt x="2361" y="201"/>
                  </a:cubicBezTo>
                  <a:cubicBezTo>
                    <a:pt x="2165" y="61"/>
                    <a:pt x="1956" y="0"/>
                    <a:pt x="1749"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46"/>
            <p:cNvSpPr/>
            <p:nvPr/>
          </p:nvSpPr>
          <p:spPr>
            <a:xfrm>
              <a:off x="3989326" y="1148573"/>
              <a:ext cx="50038" cy="51350"/>
            </a:xfrm>
            <a:custGeom>
              <a:rect b="b" l="l" r="r" t="t"/>
              <a:pathLst>
                <a:path extrusionOk="0" h="2662" w="2594">
                  <a:moveTo>
                    <a:pt x="159" y="1"/>
                  </a:moveTo>
                  <a:cubicBezTo>
                    <a:pt x="122" y="1"/>
                    <a:pt x="84" y="15"/>
                    <a:pt x="55" y="44"/>
                  </a:cubicBezTo>
                  <a:cubicBezTo>
                    <a:pt x="0" y="100"/>
                    <a:pt x="0" y="191"/>
                    <a:pt x="57" y="247"/>
                  </a:cubicBezTo>
                  <a:cubicBezTo>
                    <a:pt x="174" y="361"/>
                    <a:pt x="323" y="500"/>
                    <a:pt x="490" y="656"/>
                  </a:cubicBezTo>
                  <a:cubicBezTo>
                    <a:pt x="1093" y="1219"/>
                    <a:pt x="1918" y="1991"/>
                    <a:pt x="2308" y="2597"/>
                  </a:cubicBezTo>
                  <a:cubicBezTo>
                    <a:pt x="2337" y="2639"/>
                    <a:pt x="2382" y="2661"/>
                    <a:pt x="2429" y="2661"/>
                  </a:cubicBezTo>
                  <a:cubicBezTo>
                    <a:pt x="2456" y="2661"/>
                    <a:pt x="2484" y="2655"/>
                    <a:pt x="2506" y="2639"/>
                  </a:cubicBezTo>
                  <a:cubicBezTo>
                    <a:pt x="2574" y="2597"/>
                    <a:pt x="2593" y="2508"/>
                    <a:pt x="2550" y="2440"/>
                  </a:cubicBezTo>
                  <a:cubicBezTo>
                    <a:pt x="2141" y="1805"/>
                    <a:pt x="1301" y="1021"/>
                    <a:pt x="687" y="447"/>
                  </a:cubicBezTo>
                  <a:cubicBezTo>
                    <a:pt x="521" y="292"/>
                    <a:pt x="373" y="154"/>
                    <a:pt x="258" y="41"/>
                  </a:cubicBezTo>
                  <a:cubicBezTo>
                    <a:pt x="231" y="14"/>
                    <a:pt x="195" y="1"/>
                    <a:pt x="159"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46"/>
            <p:cNvSpPr/>
            <p:nvPr/>
          </p:nvSpPr>
          <p:spPr>
            <a:xfrm>
              <a:off x="3774579" y="972502"/>
              <a:ext cx="111496" cy="118190"/>
            </a:xfrm>
            <a:custGeom>
              <a:rect b="b" l="l" r="r" t="t"/>
              <a:pathLst>
                <a:path extrusionOk="0" h="6127" w="5780">
                  <a:moveTo>
                    <a:pt x="2739" y="0"/>
                  </a:moveTo>
                  <a:cubicBezTo>
                    <a:pt x="2529" y="0"/>
                    <a:pt x="2318" y="75"/>
                    <a:pt x="2155" y="210"/>
                  </a:cubicBezTo>
                  <a:cubicBezTo>
                    <a:pt x="1978" y="357"/>
                    <a:pt x="1891" y="569"/>
                    <a:pt x="1864" y="798"/>
                  </a:cubicBezTo>
                  <a:cubicBezTo>
                    <a:pt x="1702" y="809"/>
                    <a:pt x="1540" y="821"/>
                    <a:pt x="1387" y="872"/>
                  </a:cubicBezTo>
                  <a:cubicBezTo>
                    <a:pt x="1233" y="924"/>
                    <a:pt x="1088" y="1021"/>
                    <a:pt x="1016" y="1164"/>
                  </a:cubicBezTo>
                  <a:cubicBezTo>
                    <a:pt x="942" y="1307"/>
                    <a:pt x="945" y="1512"/>
                    <a:pt x="1061" y="1623"/>
                  </a:cubicBezTo>
                  <a:cubicBezTo>
                    <a:pt x="1049" y="1622"/>
                    <a:pt x="1036" y="1622"/>
                    <a:pt x="1024" y="1622"/>
                  </a:cubicBezTo>
                  <a:cubicBezTo>
                    <a:pt x="831" y="1622"/>
                    <a:pt x="640" y="1726"/>
                    <a:pt x="539" y="1889"/>
                  </a:cubicBezTo>
                  <a:cubicBezTo>
                    <a:pt x="429" y="2063"/>
                    <a:pt x="421" y="2311"/>
                    <a:pt x="523" y="2489"/>
                  </a:cubicBezTo>
                  <a:cubicBezTo>
                    <a:pt x="194" y="2571"/>
                    <a:pt x="1" y="2905"/>
                    <a:pt x="31" y="3241"/>
                  </a:cubicBezTo>
                  <a:cubicBezTo>
                    <a:pt x="358" y="3847"/>
                    <a:pt x="2594" y="5551"/>
                    <a:pt x="3802" y="6126"/>
                  </a:cubicBezTo>
                  <a:cubicBezTo>
                    <a:pt x="4571" y="5723"/>
                    <a:pt x="5357" y="5040"/>
                    <a:pt x="5780" y="4282"/>
                  </a:cubicBezTo>
                  <a:cubicBezTo>
                    <a:pt x="5124" y="2660"/>
                    <a:pt x="4039" y="1232"/>
                    <a:pt x="2795" y="2"/>
                  </a:cubicBezTo>
                  <a:cubicBezTo>
                    <a:pt x="2777" y="1"/>
                    <a:pt x="2758" y="0"/>
                    <a:pt x="2739"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46"/>
            <p:cNvSpPr/>
            <p:nvPr/>
          </p:nvSpPr>
          <p:spPr>
            <a:xfrm>
              <a:off x="3854668" y="972270"/>
              <a:ext cx="35822" cy="82851"/>
            </a:xfrm>
            <a:custGeom>
              <a:rect b="b" l="l" r="r" t="t"/>
              <a:pathLst>
                <a:path extrusionOk="0" h="4295" w="1857">
                  <a:moveTo>
                    <a:pt x="325" y="0"/>
                  </a:moveTo>
                  <a:cubicBezTo>
                    <a:pt x="310" y="0"/>
                    <a:pt x="296" y="3"/>
                    <a:pt x="282" y="8"/>
                  </a:cubicBezTo>
                  <a:cubicBezTo>
                    <a:pt x="45" y="91"/>
                    <a:pt x="611" y="1305"/>
                    <a:pt x="425" y="1576"/>
                  </a:cubicBezTo>
                  <a:cubicBezTo>
                    <a:pt x="240" y="1846"/>
                    <a:pt x="0" y="2306"/>
                    <a:pt x="0" y="2306"/>
                  </a:cubicBezTo>
                  <a:lnTo>
                    <a:pt x="1628" y="4294"/>
                  </a:lnTo>
                  <a:cubicBezTo>
                    <a:pt x="1857" y="3229"/>
                    <a:pt x="1533" y="1531"/>
                    <a:pt x="1276" y="1073"/>
                  </a:cubicBezTo>
                  <a:cubicBezTo>
                    <a:pt x="1033" y="640"/>
                    <a:pt x="575" y="0"/>
                    <a:pt x="325"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46"/>
            <p:cNvSpPr/>
            <p:nvPr/>
          </p:nvSpPr>
          <p:spPr>
            <a:xfrm>
              <a:off x="3788796" y="990209"/>
              <a:ext cx="74054" cy="72781"/>
            </a:xfrm>
            <a:custGeom>
              <a:rect b="b" l="l" r="r" t="t"/>
              <a:pathLst>
                <a:path extrusionOk="0" h="3773" w="3839">
                  <a:moveTo>
                    <a:pt x="3046" y="1"/>
                  </a:moveTo>
                  <a:cubicBezTo>
                    <a:pt x="3009" y="1"/>
                    <a:pt x="2971" y="16"/>
                    <a:pt x="2943" y="45"/>
                  </a:cubicBezTo>
                  <a:cubicBezTo>
                    <a:pt x="2888" y="103"/>
                    <a:pt x="2890" y="193"/>
                    <a:pt x="2946" y="248"/>
                  </a:cubicBezTo>
                  <a:cubicBezTo>
                    <a:pt x="3181" y="472"/>
                    <a:pt x="3507" y="931"/>
                    <a:pt x="3247" y="1236"/>
                  </a:cubicBezTo>
                  <a:cubicBezTo>
                    <a:pt x="3163" y="1335"/>
                    <a:pt x="3072" y="1366"/>
                    <a:pt x="2990" y="1366"/>
                  </a:cubicBezTo>
                  <a:cubicBezTo>
                    <a:pt x="2876" y="1366"/>
                    <a:pt x="2782" y="1304"/>
                    <a:pt x="2754" y="1285"/>
                  </a:cubicBezTo>
                  <a:cubicBezTo>
                    <a:pt x="2729" y="1267"/>
                    <a:pt x="2699" y="1258"/>
                    <a:pt x="2670" y="1258"/>
                  </a:cubicBezTo>
                  <a:cubicBezTo>
                    <a:pt x="2642" y="1258"/>
                    <a:pt x="2614" y="1266"/>
                    <a:pt x="2590" y="1282"/>
                  </a:cubicBezTo>
                  <a:cubicBezTo>
                    <a:pt x="2540" y="1316"/>
                    <a:pt x="2516" y="1377"/>
                    <a:pt x="2530" y="1435"/>
                  </a:cubicBezTo>
                  <a:cubicBezTo>
                    <a:pt x="2554" y="1529"/>
                    <a:pt x="2585" y="1800"/>
                    <a:pt x="2453" y="1929"/>
                  </a:cubicBezTo>
                  <a:cubicBezTo>
                    <a:pt x="2421" y="1961"/>
                    <a:pt x="2371" y="1974"/>
                    <a:pt x="2314" y="1974"/>
                  </a:cubicBezTo>
                  <a:cubicBezTo>
                    <a:pt x="2181" y="1974"/>
                    <a:pt x="2007" y="1904"/>
                    <a:pt x="1918" y="1854"/>
                  </a:cubicBezTo>
                  <a:cubicBezTo>
                    <a:pt x="1896" y="1843"/>
                    <a:pt x="1872" y="1837"/>
                    <a:pt x="1849" y="1837"/>
                  </a:cubicBezTo>
                  <a:cubicBezTo>
                    <a:pt x="1810" y="1837"/>
                    <a:pt x="1773" y="1853"/>
                    <a:pt x="1745" y="1882"/>
                  </a:cubicBezTo>
                  <a:cubicBezTo>
                    <a:pt x="1699" y="1927"/>
                    <a:pt x="1691" y="1999"/>
                    <a:pt x="1724" y="2054"/>
                  </a:cubicBezTo>
                  <a:cubicBezTo>
                    <a:pt x="1734" y="2070"/>
                    <a:pt x="1953" y="2447"/>
                    <a:pt x="1673" y="2691"/>
                  </a:cubicBezTo>
                  <a:cubicBezTo>
                    <a:pt x="1597" y="2757"/>
                    <a:pt x="1522" y="2781"/>
                    <a:pt x="1453" y="2781"/>
                  </a:cubicBezTo>
                  <a:cubicBezTo>
                    <a:pt x="1294" y="2781"/>
                    <a:pt x="1168" y="2652"/>
                    <a:pt x="1136" y="2617"/>
                  </a:cubicBezTo>
                  <a:cubicBezTo>
                    <a:pt x="1108" y="2584"/>
                    <a:pt x="1069" y="2567"/>
                    <a:pt x="1029" y="2567"/>
                  </a:cubicBezTo>
                  <a:cubicBezTo>
                    <a:pt x="997" y="2567"/>
                    <a:pt x="965" y="2577"/>
                    <a:pt x="938" y="2599"/>
                  </a:cubicBezTo>
                  <a:cubicBezTo>
                    <a:pt x="878" y="2647"/>
                    <a:pt x="867" y="2734"/>
                    <a:pt x="914" y="2796"/>
                  </a:cubicBezTo>
                  <a:cubicBezTo>
                    <a:pt x="998" y="2910"/>
                    <a:pt x="1210" y="3277"/>
                    <a:pt x="1073" y="3451"/>
                  </a:cubicBezTo>
                  <a:cubicBezTo>
                    <a:pt x="1054" y="3476"/>
                    <a:pt x="1019" y="3487"/>
                    <a:pt x="973" y="3487"/>
                  </a:cubicBezTo>
                  <a:cubicBezTo>
                    <a:pt x="807" y="3487"/>
                    <a:pt x="497" y="3343"/>
                    <a:pt x="247" y="3166"/>
                  </a:cubicBezTo>
                  <a:cubicBezTo>
                    <a:pt x="221" y="3149"/>
                    <a:pt x="192" y="3140"/>
                    <a:pt x="164" y="3140"/>
                  </a:cubicBezTo>
                  <a:cubicBezTo>
                    <a:pt x="119" y="3140"/>
                    <a:pt x="74" y="3161"/>
                    <a:pt x="47" y="3200"/>
                  </a:cubicBezTo>
                  <a:cubicBezTo>
                    <a:pt x="0" y="3265"/>
                    <a:pt x="16" y="3355"/>
                    <a:pt x="81" y="3400"/>
                  </a:cubicBezTo>
                  <a:cubicBezTo>
                    <a:pt x="190" y="3477"/>
                    <a:pt x="627" y="3772"/>
                    <a:pt x="973" y="3772"/>
                  </a:cubicBezTo>
                  <a:cubicBezTo>
                    <a:pt x="1101" y="3772"/>
                    <a:pt x="1215" y="3732"/>
                    <a:pt x="1297" y="3629"/>
                  </a:cubicBezTo>
                  <a:cubicBezTo>
                    <a:pt x="1434" y="3458"/>
                    <a:pt x="1423" y="3247"/>
                    <a:pt x="1368" y="3063"/>
                  </a:cubicBezTo>
                  <a:lnTo>
                    <a:pt x="1368" y="3063"/>
                  </a:lnTo>
                  <a:cubicBezTo>
                    <a:pt x="1398" y="3068"/>
                    <a:pt x="1427" y="3070"/>
                    <a:pt x="1458" y="3070"/>
                  </a:cubicBezTo>
                  <a:cubicBezTo>
                    <a:pt x="1587" y="3070"/>
                    <a:pt x="1725" y="3025"/>
                    <a:pt x="1861" y="2907"/>
                  </a:cubicBezTo>
                  <a:cubicBezTo>
                    <a:pt x="2094" y="2707"/>
                    <a:pt x="2127" y="2446"/>
                    <a:pt x="2089" y="2230"/>
                  </a:cubicBezTo>
                  <a:lnTo>
                    <a:pt x="2089" y="2230"/>
                  </a:lnTo>
                  <a:cubicBezTo>
                    <a:pt x="2160" y="2248"/>
                    <a:pt x="2237" y="2261"/>
                    <a:pt x="2313" y="2261"/>
                  </a:cubicBezTo>
                  <a:cubicBezTo>
                    <a:pt x="2436" y="2261"/>
                    <a:pt x="2558" y="2228"/>
                    <a:pt x="2654" y="2133"/>
                  </a:cubicBezTo>
                  <a:cubicBezTo>
                    <a:pt x="2799" y="1990"/>
                    <a:pt x="2836" y="1792"/>
                    <a:pt x="2838" y="1632"/>
                  </a:cubicBezTo>
                  <a:cubicBezTo>
                    <a:pt x="2888" y="1644"/>
                    <a:pt x="2942" y="1652"/>
                    <a:pt x="2997" y="1652"/>
                  </a:cubicBezTo>
                  <a:cubicBezTo>
                    <a:pt x="3151" y="1652"/>
                    <a:pt x="3319" y="1594"/>
                    <a:pt x="3465" y="1422"/>
                  </a:cubicBezTo>
                  <a:cubicBezTo>
                    <a:pt x="3839" y="984"/>
                    <a:pt x="3526" y="404"/>
                    <a:pt x="3144" y="41"/>
                  </a:cubicBezTo>
                  <a:cubicBezTo>
                    <a:pt x="3117" y="14"/>
                    <a:pt x="3081" y="1"/>
                    <a:pt x="3046"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46"/>
            <p:cNvSpPr/>
            <p:nvPr/>
          </p:nvSpPr>
          <p:spPr>
            <a:xfrm>
              <a:off x="3807564" y="984133"/>
              <a:ext cx="36960" cy="37095"/>
            </a:xfrm>
            <a:custGeom>
              <a:rect b="b" l="l" r="r" t="t"/>
              <a:pathLst>
                <a:path extrusionOk="0" h="1923" w="1916">
                  <a:moveTo>
                    <a:pt x="162" y="1"/>
                  </a:moveTo>
                  <a:cubicBezTo>
                    <a:pt x="131" y="1"/>
                    <a:pt x="99" y="11"/>
                    <a:pt x="73" y="32"/>
                  </a:cubicBezTo>
                  <a:cubicBezTo>
                    <a:pt x="10" y="82"/>
                    <a:pt x="0" y="173"/>
                    <a:pt x="50" y="234"/>
                  </a:cubicBezTo>
                  <a:cubicBezTo>
                    <a:pt x="532" y="833"/>
                    <a:pt x="1074" y="1391"/>
                    <a:pt x="1662" y="1889"/>
                  </a:cubicBezTo>
                  <a:cubicBezTo>
                    <a:pt x="1688" y="1912"/>
                    <a:pt x="1722" y="1923"/>
                    <a:pt x="1754" y="1923"/>
                  </a:cubicBezTo>
                  <a:cubicBezTo>
                    <a:pt x="1794" y="1923"/>
                    <a:pt x="1836" y="1905"/>
                    <a:pt x="1863" y="1871"/>
                  </a:cubicBezTo>
                  <a:cubicBezTo>
                    <a:pt x="1915" y="1812"/>
                    <a:pt x="1907" y="1720"/>
                    <a:pt x="1847" y="1670"/>
                  </a:cubicBezTo>
                  <a:cubicBezTo>
                    <a:pt x="1274" y="1183"/>
                    <a:pt x="745" y="640"/>
                    <a:pt x="274" y="55"/>
                  </a:cubicBezTo>
                  <a:cubicBezTo>
                    <a:pt x="246" y="19"/>
                    <a:pt x="204" y="1"/>
                    <a:pt x="162"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46"/>
            <p:cNvSpPr/>
            <p:nvPr/>
          </p:nvSpPr>
          <p:spPr>
            <a:xfrm>
              <a:off x="3790802" y="999815"/>
              <a:ext cx="36805" cy="31366"/>
            </a:xfrm>
            <a:custGeom>
              <a:rect b="b" l="l" r="r" t="t"/>
              <a:pathLst>
                <a:path extrusionOk="0" h="1626" w="1908">
                  <a:moveTo>
                    <a:pt x="162" y="1"/>
                  </a:moveTo>
                  <a:cubicBezTo>
                    <a:pt x="129" y="1"/>
                    <a:pt x="97" y="12"/>
                    <a:pt x="70" y="35"/>
                  </a:cubicBezTo>
                  <a:cubicBezTo>
                    <a:pt x="9" y="86"/>
                    <a:pt x="1" y="177"/>
                    <a:pt x="52" y="236"/>
                  </a:cubicBezTo>
                  <a:cubicBezTo>
                    <a:pt x="544" y="817"/>
                    <a:pt x="997" y="1200"/>
                    <a:pt x="1669" y="1605"/>
                  </a:cubicBezTo>
                  <a:cubicBezTo>
                    <a:pt x="1693" y="1619"/>
                    <a:pt x="1719" y="1626"/>
                    <a:pt x="1743" y="1626"/>
                  </a:cubicBezTo>
                  <a:cubicBezTo>
                    <a:pt x="1791" y="1626"/>
                    <a:pt x="1840" y="1601"/>
                    <a:pt x="1867" y="1556"/>
                  </a:cubicBezTo>
                  <a:cubicBezTo>
                    <a:pt x="1907" y="1489"/>
                    <a:pt x="1885" y="1400"/>
                    <a:pt x="1817" y="1360"/>
                  </a:cubicBezTo>
                  <a:cubicBezTo>
                    <a:pt x="1166" y="968"/>
                    <a:pt x="747" y="613"/>
                    <a:pt x="272" y="51"/>
                  </a:cubicBezTo>
                  <a:cubicBezTo>
                    <a:pt x="243" y="18"/>
                    <a:pt x="203" y="1"/>
                    <a:pt x="162"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46"/>
            <p:cNvSpPr/>
            <p:nvPr/>
          </p:nvSpPr>
          <p:spPr>
            <a:xfrm>
              <a:off x="3780887" y="1016481"/>
              <a:ext cx="30903" cy="28781"/>
            </a:xfrm>
            <a:custGeom>
              <a:rect b="b" l="l" r="r" t="t"/>
              <a:pathLst>
                <a:path extrusionOk="0" h="1492" w="1602">
                  <a:moveTo>
                    <a:pt x="165" y="1"/>
                  </a:moveTo>
                  <a:cubicBezTo>
                    <a:pt x="136" y="1"/>
                    <a:pt x="107" y="9"/>
                    <a:pt x="81" y="27"/>
                  </a:cubicBezTo>
                  <a:cubicBezTo>
                    <a:pt x="17" y="72"/>
                    <a:pt x="1" y="162"/>
                    <a:pt x="47" y="226"/>
                  </a:cubicBezTo>
                  <a:cubicBezTo>
                    <a:pt x="433" y="778"/>
                    <a:pt x="805" y="1087"/>
                    <a:pt x="1358" y="1466"/>
                  </a:cubicBezTo>
                  <a:cubicBezTo>
                    <a:pt x="1382" y="1484"/>
                    <a:pt x="1411" y="1492"/>
                    <a:pt x="1438" y="1492"/>
                  </a:cubicBezTo>
                  <a:cubicBezTo>
                    <a:pt x="1483" y="1492"/>
                    <a:pt x="1529" y="1471"/>
                    <a:pt x="1558" y="1430"/>
                  </a:cubicBezTo>
                  <a:cubicBezTo>
                    <a:pt x="1601" y="1364"/>
                    <a:pt x="1585" y="1276"/>
                    <a:pt x="1520" y="1230"/>
                  </a:cubicBezTo>
                  <a:cubicBezTo>
                    <a:pt x="995" y="869"/>
                    <a:pt x="644" y="578"/>
                    <a:pt x="283" y="62"/>
                  </a:cubicBezTo>
                  <a:cubicBezTo>
                    <a:pt x="254" y="22"/>
                    <a:pt x="210" y="1"/>
                    <a:pt x="165"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46"/>
            <p:cNvSpPr/>
            <p:nvPr/>
          </p:nvSpPr>
          <p:spPr>
            <a:xfrm>
              <a:off x="3826776" y="1049716"/>
              <a:ext cx="42110" cy="22087"/>
            </a:xfrm>
            <a:custGeom>
              <a:rect b="b" l="l" r="r" t="t"/>
              <a:pathLst>
                <a:path extrusionOk="0" h="1145" w="2183">
                  <a:moveTo>
                    <a:pt x="154" y="0"/>
                  </a:moveTo>
                  <a:cubicBezTo>
                    <a:pt x="77" y="0"/>
                    <a:pt x="13" y="57"/>
                    <a:pt x="7" y="133"/>
                  </a:cubicBezTo>
                  <a:cubicBezTo>
                    <a:pt x="0" y="212"/>
                    <a:pt x="60" y="281"/>
                    <a:pt x="139" y="287"/>
                  </a:cubicBezTo>
                  <a:cubicBezTo>
                    <a:pt x="800" y="342"/>
                    <a:pt x="1451" y="639"/>
                    <a:pt x="1923" y="1105"/>
                  </a:cubicBezTo>
                  <a:cubicBezTo>
                    <a:pt x="1952" y="1132"/>
                    <a:pt x="1988" y="1145"/>
                    <a:pt x="2025" y="1145"/>
                  </a:cubicBezTo>
                  <a:cubicBezTo>
                    <a:pt x="2062" y="1145"/>
                    <a:pt x="2099" y="1130"/>
                    <a:pt x="2126" y="1101"/>
                  </a:cubicBezTo>
                  <a:cubicBezTo>
                    <a:pt x="2183" y="1045"/>
                    <a:pt x="2181" y="955"/>
                    <a:pt x="2124" y="898"/>
                  </a:cubicBezTo>
                  <a:cubicBezTo>
                    <a:pt x="1604" y="387"/>
                    <a:pt x="888" y="60"/>
                    <a:pt x="163" y="1"/>
                  </a:cubicBezTo>
                  <a:cubicBezTo>
                    <a:pt x="160" y="0"/>
                    <a:pt x="157" y="0"/>
                    <a:pt x="154"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46"/>
            <p:cNvSpPr/>
            <p:nvPr/>
          </p:nvSpPr>
          <p:spPr>
            <a:xfrm>
              <a:off x="4022947" y="869517"/>
              <a:ext cx="407578" cy="539599"/>
            </a:xfrm>
            <a:custGeom>
              <a:rect b="b" l="l" r="r" t="t"/>
              <a:pathLst>
                <a:path extrusionOk="0" h="27973" w="21129">
                  <a:moveTo>
                    <a:pt x="11694" y="0"/>
                  </a:moveTo>
                  <a:cubicBezTo>
                    <a:pt x="11317" y="0"/>
                    <a:pt x="10986" y="12"/>
                    <a:pt x="10731" y="37"/>
                  </a:cubicBezTo>
                  <a:lnTo>
                    <a:pt x="5049" y="953"/>
                  </a:lnTo>
                  <a:cubicBezTo>
                    <a:pt x="4096" y="1244"/>
                    <a:pt x="1780" y="1850"/>
                    <a:pt x="905" y="2543"/>
                  </a:cubicBezTo>
                  <a:cubicBezTo>
                    <a:pt x="36" y="3228"/>
                    <a:pt x="0" y="6681"/>
                    <a:pt x="1784" y="6681"/>
                  </a:cubicBezTo>
                  <a:cubicBezTo>
                    <a:pt x="1800" y="6681"/>
                    <a:pt x="1817" y="6681"/>
                    <a:pt x="1833" y="6680"/>
                  </a:cubicBezTo>
                  <a:cubicBezTo>
                    <a:pt x="2136" y="9459"/>
                    <a:pt x="3796" y="13836"/>
                    <a:pt x="4112" y="15805"/>
                  </a:cubicBezTo>
                  <a:cubicBezTo>
                    <a:pt x="4428" y="17774"/>
                    <a:pt x="3933" y="25196"/>
                    <a:pt x="3685" y="27342"/>
                  </a:cubicBezTo>
                  <a:lnTo>
                    <a:pt x="12610" y="27972"/>
                  </a:lnTo>
                  <a:lnTo>
                    <a:pt x="21129" y="26103"/>
                  </a:lnTo>
                  <a:cubicBezTo>
                    <a:pt x="20815" y="22238"/>
                    <a:pt x="18294" y="6946"/>
                    <a:pt x="17989" y="5752"/>
                  </a:cubicBezTo>
                  <a:cubicBezTo>
                    <a:pt x="19641" y="4724"/>
                    <a:pt x="17807" y="1024"/>
                    <a:pt x="16834" y="595"/>
                  </a:cubicBezTo>
                  <a:cubicBezTo>
                    <a:pt x="16037" y="244"/>
                    <a:pt x="13396" y="0"/>
                    <a:pt x="11694"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46"/>
            <p:cNvSpPr/>
            <p:nvPr/>
          </p:nvSpPr>
          <p:spPr>
            <a:xfrm>
              <a:off x="4055449" y="995629"/>
              <a:ext cx="30285" cy="107638"/>
            </a:xfrm>
            <a:custGeom>
              <a:rect b="b" l="l" r="r" t="t"/>
              <a:pathLst>
                <a:path extrusionOk="0" h="5580" w="1570">
                  <a:moveTo>
                    <a:pt x="148" y="0"/>
                  </a:moveTo>
                  <a:cubicBezTo>
                    <a:pt x="145" y="0"/>
                    <a:pt x="142" y="0"/>
                    <a:pt x="139" y="0"/>
                  </a:cubicBezTo>
                  <a:cubicBezTo>
                    <a:pt x="60" y="5"/>
                    <a:pt x="0" y="73"/>
                    <a:pt x="5" y="152"/>
                  </a:cubicBezTo>
                  <a:cubicBezTo>
                    <a:pt x="57" y="966"/>
                    <a:pt x="743" y="3854"/>
                    <a:pt x="1272" y="5480"/>
                  </a:cubicBezTo>
                  <a:cubicBezTo>
                    <a:pt x="1291" y="5541"/>
                    <a:pt x="1347" y="5580"/>
                    <a:pt x="1409" y="5580"/>
                  </a:cubicBezTo>
                  <a:cubicBezTo>
                    <a:pt x="1423" y="5580"/>
                    <a:pt x="1438" y="5578"/>
                    <a:pt x="1452" y="5573"/>
                  </a:cubicBezTo>
                  <a:cubicBezTo>
                    <a:pt x="1528" y="5548"/>
                    <a:pt x="1570" y="5467"/>
                    <a:pt x="1544" y="5391"/>
                  </a:cubicBezTo>
                  <a:cubicBezTo>
                    <a:pt x="1022" y="3781"/>
                    <a:pt x="342" y="930"/>
                    <a:pt x="292" y="134"/>
                  </a:cubicBezTo>
                  <a:cubicBezTo>
                    <a:pt x="287" y="58"/>
                    <a:pt x="223" y="0"/>
                    <a:pt x="148"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46"/>
            <p:cNvSpPr/>
            <p:nvPr/>
          </p:nvSpPr>
          <p:spPr>
            <a:xfrm>
              <a:off x="4063280" y="869575"/>
              <a:ext cx="398242" cy="563577"/>
            </a:xfrm>
            <a:custGeom>
              <a:rect b="b" l="l" r="r" t="t"/>
              <a:pathLst>
                <a:path extrusionOk="0" h="29216" w="20645">
                  <a:moveTo>
                    <a:pt x="9936" y="1"/>
                  </a:moveTo>
                  <a:cubicBezTo>
                    <a:pt x="9812" y="3053"/>
                    <a:pt x="9043" y="6896"/>
                    <a:pt x="7033" y="9912"/>
                  </a:cubicBezTo>
                  <a:cubicBezTo>
                    <a:pt x="4174" y="7470"/>
                    <a:pt x="2643" y="4502"/>
                    <a:pt x="1646" y="1340"/>
                  </a:cubicBezTo>
                  <a:cubicBezTo>
                    <a:pt x="1267" y="1457"/>
                    <a:pt x="862" y="1586"/>
                    <a:pt x="472" y="1728"/>
                  </a:cubicBezTo>
                  <a:cubicBezTo>
                    <a:pt x="1515" y="5230"/>
                    <a:pt x="2363" y="10671"/>
                    <a:pt x="1048" y="12115"/>
                  </a:cubicBezTo>
                  <a:cubicBezTo>
                    <a:pt x="1045" y="12115"/>
                    <a:pt x="1045" y="12118"/>
                    <a:pt x="1045" y="12118"/>
                  </a:cubicBezTo>
                  <a:cubicBezTo>
                    <a:pt x="1357" y="15389"/>
                    <a:pt x="1423" y="23538"/>
                    <a:pt x="1402" y="25043"/>
                  </a:cubicBezTo>
                  <a:cubicBezTo>
                    <a:pt x="1383" y="26548"/>
                    <a:pt x="0" y="26672"/>
                    <a:pt x="642" y="27631"/>
                  </a:cubicBezTo>
                  <a:cubicBezTo>
                    <a:pt x="1145" y="28387"/>
                    <a:pt x="5304" y="29215"/>
                    <a:pt x="8683" y="29215"/>
                  </a:cubicBezTo>
                  <a:cubicBezTo>
                    <a:pt x="9588" y="29215"/>
                    <a:pt x="10436" y="29156"/>
                    <a:pt x="11144" y="29020"/>
                  </a:cubicBezTo>
                  <a:cubicBezTo>
                    <a:pt x="14498" y="28374"/>
                    <a:pt x="19214" y="27291"/>
                    <a:pt x="19929" y="26569"/>
                  </a:cubicBezTo>
                  <a:cubicBezTo>
                    <a:pt x="20645" y="25847"/>
                    <a:pt x="19463" y="25238"/>
                    <a:pt x="19331" y="24438"/>
                  </a:cubicBezTo>
                  <a:cubicBezTo>
                    <a:pt x="19193" y="23646"/>
                    <a:pt x="17623" y="12922"/>
                    <a:pt x="16753" y="10532"/>
                  </a:cubicBezTo>
                  <a:cubicBezTo>
                    <a:pt x="16751" y="10526"/>
                    <a:pt x="16748" y="10523"/>
                    <a:pt x="16746" y="10516"/>
                  </a:cubicBezTo>
                  <a:cubicBezTo>
                    <a:pt x="16611" y="10528"/>
                    <a:pt x="16479" y="10534"/>
                    <a:pt x="16350" y="10534"/>
                  </a:cubicBezTo>
                  <a:cubicBezTo>
                    <a:pt x="12067" y="10534"/>
                    <a:pt x="11687" y="4017"/>
                    <a:pt x="11473" y="70"/>
                  </a:cubicBezTo>
                  <a:cubicBezTo>
                    <a:pt x="10941" y="31"/>
                    <a:pt x="10411" y="9"/>
                    <a:pt x="99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46"/>
            <p:cNvSpPr/>
            <p:nvPr/>
          </p:nvSpPr>
          <p:spPr>
            <a:xfrm>
              <a:off x="4090266" y="1279874"/>
              <a:ext cx="339041" cy="62287"/>
            </a:xfrm>
            <a:custGeom>
              <a:rect b="b" l="l" r="r" t="t"/>
              <a:pathLst>
                <a:path extrusionOk="0" h="3229" w="17576">
                  <a:moveTo>
                    <a:pt x="17436" y="1"/>
                  </a:moveTo>
                  <a:cubicBezTo>
                    <a:pt x="13637" y="1566"/>
                    <a:pt x="9496" y="2370"/>
                    <a:pt x="5371" y="2370"/>
                  </a:cubicBezTo>
                  <a:cubicBezTo>
                    <a:pt x="3568" y="2370"/>
                    <a:pt x="1767" y="2216"/>
                    <a:pt x="0" y="1906"/>
                  </a:cubicBezTo>
                  <a:lnTo>
                    <a:pt x="0" y="1906"/>
                  </a:lnTo>
                  <a:cubicBezTo>
                    <a:pt x="3" y="2228"/>
                    <a:pt x="7" y="2520"/>
                    <a:pt x="7" y="2779"/>
                  </a:cubicBezTo>
                  <a:cubicBezTo>
                    <a:pt x="1774" y="3080"/>
                    <a:pt x="3573" y="3229"/>
                    <a:pt x="5376" y="3229"/>
                  </a:cubicBezTo>
                  <a:cubicBezTo>
                    <a:pt x="9546" y="3229"/>
                    <a:pt x="13731" y="2431"/>
                    <a:pt x="17576" y="876"/>
                  </a:cubicBezTo>
                  <a:cubicBezTo>
                    <a:pt x="17529" y="600"/>
                    <a:pt x="17484" y="307"/>
                    <a:pt x="17436"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46"/>
            <p:cNvSpPr/>
            <p:nvPr/>
          </p:nvSpPr>
          <p:spPr>
            <a:xfrm>
              <a:off x="4089668" y="1228006"/>
              <a:ext cx="331344" cy="58912"/>
            </a:xfrm>
            <a:custGeom>
              <a:rect b="b" l="l" r="r" t="t"/>
              <a:pathLst>
                <a:path extrusionOk="0" h="3054" w="17177">
                  <a:moveTo>
                    <a:pt x="17033" y="0"/>
                  </a:moveTo>
                  <a:cubicBezTo>
                    <a:pt x="13361" y="1450"/>
                    <a:pt x="9383" y="2193"/>
                    <a:pt x="5420" y="2193"/>
                  </a:cubicBezTo>
                  <a:cubicBezTo>
                    <a:pt x="3600" y="2193"/>
                    <a:pt x="1783" y="2037"/>
                    <a:pt x="1" y="1720"/>
                  </a:cubicBezTo>
                  <a:lnTo>
                    <a:pt x="1" y="1720"/>
                  </a:lnTo>
                  <a:cubicBezTo>
                    <a:pt x="4" y="2018"/>
                    <a:pt x="9" y="2311"/>
                    <a:pt x="12" y="2598"/>
                  </a:cubicBezTo>
                  <a:cubicBezTo>
                    <a:pt x="1788" y="2902"/>
                    <a:pt x="3596" y="3054"/>
                    <a:pt x="5407" y="3054"/>
                  </a:cubicBezTo>
                  <a:cubicBezTo>
                    <a:pt x="9422" y="3054"/>
                    <a:pt x="13451" y="2314"/>
                    <a:pt x="17177" y="867"/>
                  </a:cubicBezTo>
                  <a:cubicBezTo>
                    <a:pt x="17127" y="583"/>
                    <a:pt x="17082" y="293"/>
                    <a:pt x="17033"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46"/>
            <p:cNvSpPr/>
            <p:nvPr/>
          </p:nvSpPr>
          <p:spPr>
            <a:xfrm>
              <a:off x="4088183" y="1168306"/>
              <a:ext cx="322645" cy="54957"/>
            </a:xfrm>
            <a:custGeom>
              <a:rect b="b" l="l" r="r" t="t"/>
              <a:pathLst>
                <a:path extrusionOk="0" h="2849" w="16726">
                  <a:moveTo>
                    <a:pt x="16574" y="1"/>
                  </a:moveTo>
                  <a:cubicBezTo>
                    <a:pt x="13049" y="1316"/>
                    <a:pt x="9263" y="1990"/>
                    <a:pt x="5491" y="1990"/>
                  </a:cubicBezTo>
                  <a:cubicBezTo>
                    <a:pt x="3647" y="1990"/>
                    <a:pt x="1806" y="1829"/>
                    <a:pt x="0" y="1503"/>
                  </a:cubicBezTo>
                  <a:lnTo>
                    <a:pt x="0" y="1503"/>
                  </a:lnTo>
                  <a:cubicBezTo>
                    <a:pt x="8" y="1796"/>
                    <a:pt x="16" y="2091"/>
                    <a:pt x="26" y="2384"/>
                  </a:cubicBezTo>
                  <a:cubicBezTo>
                    <a:pt x="1823" y="2694"/>
                    <a:pt x="3650" y="2848"/>
                    <a:pt x="5484" y="2848"/>
                  </a:cubicBezTo>
                  <a:cubicBezTo>
                    <a:pt x="9310" y="2848"/>
                    <a:pt x="13146" y="2175"/>
                    <a:pt x="16725" y="863"/>
                  </a:cubicBezTo>
                  <a:cubicBezTo>
                    <a:pt x="16677" y="573"/>
                    <a:pt x="16625" y="286"/>
                    <a:pt x="16574"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46"/>
            <p:cNvSpPr/>
            <p:nvPr/>
          </p:nvSpPr>
          <p:spPr>
            <a:xfrm>
              <a:off x="4315177" y="880897"/>
              <a:ext cx="210145" cy="293247"/>
            </a:xfrm>
            <a:custGeom>
              <a:rect b="b" l="l" r="r" t="t"/>
              <a:pathLst>
                <a:path extrusionOk="0" h="15202" w="10894">
                  <a:moveTo>
                    <a:pt x="1606" y="1"/>
                  </a:moveTo>
                  <a:cubicBezTo>
                    <a:pt x="57" y="1"/>
                    <a:pt x="1" y="5161"/>
                    <a:pt x="732" y="6567"/>
                  </a:cubicBezTo>
                  <a:cubicBezTo>
                    <a:pt x="1673" y="8379"/>
                    <a:pt x="5824" y="14820"/>
                    <a:pt x="8164" y="15122"/>
                  </a:cubicBezTo>
                  <a:cubicBezTo>
                    <a:pt x="8572" y="15174"/>
                    <a:pt x="8922" y="15202"/>
                    <a:pt x="9221" y="15202"/>
                  </a:cubicBezTo>
                  <a:cubicBezTo>
                    <a:pt x="10637" y="15202"/>
                    <a:pt x="10894" y="14580"/>
                    <a:pt x="10562" y="13028"/>
                  </a:cubicBezTo>
                  <a:cubicBezTo>
                    <a:pt x="9938" y="10106"/>
                    <a:pt x="4019" y="256"/>
                    <a:pt x="1684" y="5"/>
                  </a:cubicBezTo>
                  <a:cubicBezTo>
                    <a:pt x="1658" y="2"/>
                    <a:pt x="1632" y="1"/>
                    <a:pt x="1606"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46"/>
            <p:cNvSpPr/>
            <p:nvPr/>
          </p:nvSpPr>
          <p:spPr>
            <a:xfrm>
              <a:off x="4246604" y="1097939"/>
              <a:ext cx="268035" cy="185782"/>
            </a:xfrm>
            <a:custGeom>
              <a:rect b="b" l="l" r="r" t="t"/>
              <a:pathLst>
                <a:path extrusionOk="0" h="9631" w="13895">
                  <a:moveTo>
                    <a:pt x="11789" y="0"/>
                  </a:moveTo>
                  <a:cubicBezTo>
                    <a:pt x="11691" y="0"/>
                    <a:pt x="11590" y="15"/>
                    <a:pt x="11485" y="45"/>
                  </a:cubicBezTo>
                  <a:cubicBezTo>
                    <a:pt x="9701" y="566"/>
                    <a:pt x="2074" y="6263"/>
                    <a:pt x="992" y="7117"/>
                  </a:cubicBezTo>
                  <a:cubicBezTo>
                    <a:pt x="1" y="7900"/>
                    <a:pt x="693" y="9630"/>
                    <a:pt x="1791" y="9630"/>
                  </a:cubicBezTo>
                  <a:cubicBezTo>
                    <a:pt x="1891" y="9630"/>
                    <a:pt x="1993" y="9616"/>
                    <a:pt x="2098" y="9586"/>
                  </a:cubicBezTo>
                  <a:cubicBezTo>
                    <a:pt x="3365" y="9220"/>
                    <a:pt x="12443" y="5202"/>
                    <a:pt x="13895" y="3686"/>
                  </a:cubicBezTo>
                  <a:cubicBezTo>
                    <a:pt x="13895" y="3686"/>
                    <a:pt x="13341" y="0"/>
                    <a:pt x="11789"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46"/>
            <p:cNvSpPr/>
            <p:nvPr/>
          </p:nvSpPr>
          <p:spPr>
            <a:xfrm>
              <a:off x="4410389" y="1111769"/>
              <a:ext cx="49382" cy="19406"/>
            </a:xfrm>
            <a:custGeom>
              <a:rect b="b" l="l" r="r" t="t"/>
              <a:pathLst>
                <a:path extrusionOk="0" h="1006" w="2560">
                  <a:moveTo>
                    <a:pt x="2395" y="0"/>
                  </a:moveTo>
                  <a:cubicBezTo>
                    <a:pt x="1586" y="0"/>
                    <a:pt x="501" y="350"/>
                    <a:pt x="61" y="756"/>
                  </a:cubicBezTo>
                  <a:cubicBezTo>
                    <a:pt x="3" y="809"/>
                    <a:pt x="0" y="901"/>
                    <a:pt x="53" y="959"/>
                  </a:cubicBezTo>
                  <a:cubicBezTo>
                    <a:pt x="82" y="990"/>
                    <a:pt x="119" y="1006"/>
                    <a:pt x="158" y="1006"/>
                  </a:cubicBezTo>
                  <a:cubicBezTo>
                    <a:pt x="194" y="1006"/>
                    <a:pt x="229" y="993"/>
                    <a:pt x="256" y="967"/>
                  </a:cubicBezTo>
                  <a:cubicBezTo>
                    <a:pt x="606" y="643"/>
                    <a:pt x="1591" y="287"/>
                    <a:pt x="2393" y="287"/>
                  </a:cubicBezTo>
                  <a:lnTo>
                    <a:pt x="2414" y="287"/>
                  </a:lnTo>
                  <a:cubicBezTo>
                    <a:pt x="2493" y="287"/>
                    <a:pt x="2558" y="224"/>
                    <a:pt x="2558" y="145"/>
                  </a:cubicBezTo>
                  <a:cubicBezTo>
                    <a:pt x="2559" y="66"/>
                    <a:pt x="2495" y="2"/>
                    <a:pt x="2416"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46"/>
            <p:cNvSpPr/>
            <p:nvPr/>
          </p:nvSpPr>
          <p:spPr>
            <a:xfrm>
              <a:off x="4322122" y="996054"/>
              <a:ext cx="47955" cy="73514"/>
            </a:xfrm>
            <a:custGeom>
              <a:rect b="b" l="l" r="r" t="t"/>
              <a:pathLst>
                <a:path extrusionOk="0" h="3811" w="2486">
                  <a:moveTo>
                    <a:pt x="164" y="0"/>
                  </a:moveTo>
                  <a:cubicBezTo>
                    <a:pt x="144" y="0"/>
                    <a:pt x="123" y="5"/>
                    <a:pt x="102" y="14"/>
                  </a:cubicBezTo>
                  <a:cubicBezTo>
                    <a:pt x="32" y="48"/>
                    <a:pt x="1" y="133"/>
                    <a:pt x="35" y="204"/>
                  </a:cubicBezTo>
                  <a:cubicBezTo>
                    <a:pt x="628" y="1461"/>
                    <a:pt x="1361" y="2655"/>
                    <a:pt x="2210" y="3754"/>
                  </a:cubicBezTo>
                  <a:cubicBezTo>
                    <a:pt x="2239" y="3791"/>
                    <a:pt x="2281" y="3811"/>
                    <a:pt x="2325" y="3811"/>
                  </a:cubicBezTo>
                  <a:cubicBezTo>
                    <a:pt x="2355" y="3811"/>
                    <a:pt x="2386" y="3801"/>
                    <a:pt x="2412" y="3780"/>
                  </a:cubicBezTo>
                  <a:cubicBezTo>
                    <a:pt x="2475" y="3732"/>
                    <a:pt x="2486" y="3642"/>
                    <a:pt x="2438" y="3579"/>
                  </a:cubicBezTo>
                  <a:cubicBezTo>
                    <a:pt x="1600" y="2496"/>
                    <a:pt x="879" y="1319"/>
                    <a:pt x="294" y="82"/>
                  </a:cubicBezTo>
                  <a:cubicBezTo>
                    <a:pt x="270" y="30"/>
                    <a:pt x="218" y="0"/>
                    <a:pt x="164"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46"/>
            <p:cNvSpPr/>
            <p:nvPr/>
          </p:nvSpPr>
          <p:spPr>
            <a:xfrm>
              <a:off x="4167230" y="1235201"/>
              <a:ext cx="119868" cy="98475"/>
            </a:xfrm>
            <a:custGeom>
              <a:rect b="b" l="l" r="r" t="t"/>
              <a:pathLst>
                <a:path extrusionOk="0" h="5105" w="6214">
                  <a:moveTo>
                    <a:pt x="5107" y="1"/>
                  </a:moveTo>
                  <a:cubicBezTo>
                    <a:pt x="3361" y="96"/>
                    <a:pt x="1659" y="662"/>
                    <a:pt x="92" y="1442"/>
                  </a:cubicBezTo>
                  <a:cubicBezTo>
                    <a:pt x="4" y="1653"/>
                    <a:pt x="0" y="1899"/>
                    <a:pt x="83" y="2114"/>
                  </a:cubicBezTo>
                  <a:cubicBezTo>
                    <a:pt x="163" y="2328"/>
                    <a:pt x="337" y="2481"/>
                    <a:pt x="544" y="2581"/>
                  </a:cubicBezTo>
                  <a:cubicBezTo>
                    <a:pt x="502" y="2736"/>
                    <a:pt x="460" y="2894"/>
                    <a:pt x="460" y="3055"/>
                  </a:cubicBezTo>
                  <a:cubicBezTo>
                    <a:pt x="458" y="3218"/>
                    <a:pt x="503" y="3384"/>
                    <a:pt x="614" y="3501"/>
                  </a:cubicBezTo>
                  <a:cubicBezTo>
                    <a:pt x="694" y="3583"/>
                    <a:pt x="813" y="3638"/>
                    <a:pt x="927" y="3638"/>
                  </a:cubicBezTo>
                  <a:cubicBezTo>
                    <a:pt x="976" y="3638"/>
                    <a:pt x="1023" y="3628"/>
                    <a:pt x="1066" y="3606"/>
                  </a:cubicBezTo>
                  <a:lnTo>
                    <a:pt x="1066" y="3606"/>
                  </a:lnTo>
                  <a:cubicBezTo>
                    <a:pt x="985" y="3796"/>
                    <a:pt x="1019" y="4028"/>
                    <a:pt x="1148" y="4186"/>
                  </a:cubicBezTo>
                  <a:cubicBezTo>
                    <a:pt x="1256" y="4321"/>
                    <a:pt x="1438" y="4405"/>
                    <a:pt x="1613" y="4405"/>
                  </a:cubicBezTo>
                  <a:cubicBezTo>
                    <a:pt x="1646" y="4405"/>
                    <a:pt x="1679" y="4402"/>
                    <a:pt x="1710" y="4396"/>
                  </a:cubicBezTo>
                  <a:lnTo>
                    <a:pt x="1710" y="4396"/>
                  </a:lnTo>
                  <a:cubicBezTo>
                    <a:pt x="1681" y="4734"/>
                    <a:pt x="1934" y="5024"/>
                    <a:pt x="2263" y="5105"/>
                  </a:cubicBezTo>
                  <a:cubicBezTo>
                    <a:pt x="2943" y="4992"/>
                    <a:pt x="5277" y="3427"/>
                    <a:pt x="6213" y="2468"/>
                  </a:cubicBezTo>
                  <a:cubicBezTo>
                    <a:pt x="6081" y="1611"/>
                    <a:pt x="5688" y="646"/>
                    <a:pt x="5107"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46"/>
            <p:cNvSpPr/>
            <p:nvPr/>
          </p:nvSpPr>
          <p:spPr>
            <a:xfrm>
              <a:off x="4179035" y="1221139"/>
              <a:ext cx="86728" cy="31404"/>
            </a:xfrm>
            <a:custGeom>
              <a:rect b="b" l="l" r="r" t="t"/>
              <a:pathLst>
                <a:path extrusionOk="0" h="1628" w="4496">
                  <a:moveTo>
                    <a:pt x="1618" y="1"/>
                  </a:moveTo>
                  <a:cubicBezTo>
                    <a:pt x="1503" y="1"/>
                    <a:pt x="1406" y="7"/>
                    <a:pt x="1334" y="21"/>
                  </a:cubicBezTo>
                  <a:cubicBezTo>
                    <a:pt x="816" y="116"/>
                    <a:pt x="1" y="366"/>
                    <a:pt x="4" y="617"/>
                  </a:cubicBezTo>
                  <a:cubicBezTo>
                    <a:pt x="7" y="868"/>
                    <a:pt x="1338" y="725"/>
                    <a:pt x="1535" y="988"/>
                  </a:cubicBezTo>
                  <a:cubicBezTo>
                    <a:pt x="1732" y="1252"/>
                    <a:pt x="2088" y="1628"/>
                    <a:pt x="2088" y="1628"/>
                  </a:cubicBezTo>
                  <a:lnTo>
                    <a:pt x="4495" y="730"/>
                  </a:lnTo>
                  <a:cubicBezTo>
                    <a:pt x="3693" y="248"/>
                    <a:pt x="2317" y="1"/>
                    <a:pt x="1618"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46"/>
            <p:cNvSpPr/>
            <p:nvPr/>
          </p:nvSpPr>
          <p:spPr>
            <a:xfrm>
              <a:off x="3995923" y="540000"/>
              <a:ext cx="255689" cy="237190"/>
            </a:xfrm>
            <a:custGeom>
              <a:rect b="b" l="l" r="r" t="t"/>
              <a:pathLst>
                <a:path extrusionOk="0" h="12296" w="13255">
                  <a:moveTo>
                    <a:pt x="5047" y="1"/>
                  </a:moveTo>
                  <a:cubicBezTo>
                    <a:pt x="5307" y="323"/>
                    <a:pt x="5489" y="698"/>
                    <a:pt x="5605" y="1095"/>
                  </a:cubicBezTo>
                  <a:cubicBezTo>
                    <a:pt x="5094" y="958"/>
                    <a:pt x="4567" y="889"/>
                    <a:pt x="4040" y="889"/>
                  </a:cubicBezTo>
                  <a:cubicBezTo>
                    <a:pt x="3001" y="889"/>
                    <a:pt x="1964" y="1155"/>
                    <a:pt x="1064" y="1680"/>
                  </a:cubicBezTo>
                  <a:cubicBezTo>
                    <a:pt x="1460" y="1817"/>
                    <a:pt x="1803" y="2041"/>
                    <a:pt x="2089" y="2350"/>
                  </a:cubicBezTo>
                  <a:cubicBezTo>
                    <a:pt x="978" y="2964"/>
                    <a:pt x="155" y="4096"/>
                    <a:pt x="0" y="5354"/>
                  </a:cubicBezTo>
                  <a:cubicBezTo>
                    <a:pt x="376" y="5163"/>
                    <a:pt x="788" y="5080"/>
                    <a:pt x="1208" y="5080"/>
                  </a:cubicBezTo>
                  <a:cubicBezTo>
                    <a:pt x="1232" y="5080"/>
                    <a:pt x="1255" y="5080"/>
                    <a:pt x="1278" y="5080"/>
                  </a:cubicBezTo>
                  <a:cubicBezTo>
                    <a:pt x="682" y="5904"/>
                    <a:pt x="413" y="6995"/>
                    <a:pt x="579" y="7999"/>
                  </a:cubicBezTo>
                  <a:cubicBezTo>
                    <a:pt x="798" y="7691"/>
                    <a:pt x="1122" y="7454"/>
                    <a:pt x="1478" y="7330"/>
                  </a:cubicBezTo>
                  <a:lnTo>
                    <a:pt x="1478" y="7330"/>
                  </a:lnTo>
                  <a:cubicBezTo>
                    <a:pt x="1476" y="7783"/>
                    <a:pt x="1641" y="8218"/>
                    <a:pt x="1953" y="8534"/>
                  </a:cubicBezTo>
                  <a:lnTo>
                    <a:pt x="10938" y="12295"/>
                  </a:lnTo>
                  <a:cubicBezTo>
                    <a:pt x="12026" y="12295"/>
                    <a:pt x="12968" y="6586"/>
                    <a:pt x="13131" y="5407"/>
                  </a:cubicBezTo>
                  <a:cubicBezTo>
                    <a:pt x="13254" y="4517"/>
                    <a:pt x="12767" y="3866"/>
                    <a:pt x="12288" y="3866"/>
                  </a:cubicBezTo>
                  <a:cubicBezTo>
                    <a:pt x="12132" y="3866"/>
                    <a:pt x="11978" y="3934"/>
                    <a:pt x="11845" y="4084"/>
                  </a:cubicBezTo>
                  <a:cubicBezTo>
                    <a:pt x="11565" y="2657"/>
                    <a:pt x="10643" y="1399"/>
                    <a:pt x="9373" y="689"/>
                  </a:cubicBezTo>
                  <a:cubicBezTo>
                    <a:pt x="9350" y="1130"/>
                    <a:pt x="9346" y="1561"/>
                    <a:pt x="9323" y="2001"/>
                  </a:cubicBezTo>
                  <a:cubicBezTo>
                    <a:pt x="8271" y="768"/>
                    <a:pt x="6669" y="7"/>
                    <a:pt x="5047"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46"/>
            <p:cNvSpPr/>
            <p:nvPr/>
          </p:nvSpPr>
          <p:spPr>
            <a:xfrm>
              <a:off x="4117926" y="747571"/>
              <a:ext cx="113618" cy="135184"/>
            </a:xfrm>
            <a:custGeom>
              <a:rect b="b" l="l" r="r" t="t"/>
              <a:pathLst>
                <a:path extrusionOk="0" h="7008" w="5890">
                  <a:moveTo>
                    <a:pt x="4727" y="0"/>
                  </a:moveTo>
                  <a:lnTo>
                    <a:pt x="107" y="5028"/>
                  </a:lnTo>
                  <a:lnTo>
                    <a:pt x="0" y="7007"/>
                  </a:lnTo>
                  <a:lnTo>
                    <a:pt x="5889" y="6317"/>
                  </a:lnTo>
                  <a:lnTo>
                    <a:pt x="4727" y="0"/>
                  </a:ln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46"/>
            <p:cNvSpPr/>
            <p:nvPr/>
          </p:nvSpPr>
          <p:spPr>
            <a:xfrm>
              <a:off x="4117926" y="869420"/>
              <a:ext cx="119887" cy="73148"/>
            </a:xfrm>
            <a:custGeom>
              <a:rect b="b" l="l" r="r" t="t"/>
              <a:pathLst>
                <a:path extrusionOk="0" h="3792" w="6215">
                  <a:moveTo>
                    <a:pt x="5889" y="0"/>
                  </a:moveTo>
                  <a:lnTo>
                    <a:pt x="0" y="690"/>
                  </a:lnTo>
                  <a:cubicBezTo>
                    <a:pt x="0" y="690"/>
                    <a:pt x="116" y="3791"/>
                    <a:pt x="2742" y="3791"/>
                  </a:cubicBezTo>
                  <a:cubicBezTo>
                    <a:pt x="2879" y="3791"/>
                    <a:pt x="3022" y="3783"/>
                    <a:pt x="3172" y="3765"/>
                  </a:cubicBezTo>
                  <a:cubicBezTo>
                    <a:pt x="6215" y="3409"/>
                    <a:pt x="5889" y="1"/>
                    <a:pt x="5889"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46"/>
            <p:cNvSpPr/>
            <p:nvPr/>
          </p:nvSpPr>
          <p:spPr>
            <a:xfrm>
              <a:off x="4118679" y="792823"/>
              <a:ext cx="80941" cy="76118"/>
            </a:xfrm>
            <a:custGeom>
              <a:rect b="b" l="l" r="r" t="t"/>
              <a:pathLst>
                <a:path extrusionOk="0" h="3946" w="4196">
                  <a:moveTo>
                    <a:pt x="4161" y="1"/>
                  </a:moveTo>
                  <a:cubicBezTo>
                    <a:pt x="3965" y="798"/>
                    <a:pt x="2248" y="2863"/>
                    <a:pt x="40" y="3204"/>
                  </a:cubicBezTo>
                  <a:lnTo>
                    <a:pt x="0" y="3946"/>
                  </a:lnTo>
                  <a:cubicBezTo>
                    <a:pt x="2799" y="3243"/>
                    <a:pt x="4195" y="1630"/>
                    <a:pt x="4161"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46"/>
            <p:cNvSpPr/>
            <p:nvPr/>
          </p:nvSpPr>
          <p:spPr>
            <a:xfrm>
              <a:off x="4031106" y="588647"/>
              <a:ext cx="204320" cy="266781"/>
            </a:xfrm>
            <a:custGeom>
              <a:rect b="b" l="l" r="r" t="t"/>
              <a:pathLst>
                <a:path extrusionOk="0" h="13830" w="10592">
                  <a:moveTo>
                    <a:pt x="5652" y="1"/>
                  </a:moveTo>
                  <a:cubicBezTo>
                    <a:pt x="5182" y="1"/>
                    <a:pt x="4676" y="51"/>
                    <a:pt x="4136" y="160"/>
                  </a:cubicBezTo>
                  <a:cubicBezTo>
                    <a:pt x="1396" y="716"/>
                    <a:pt x="355" y="2594"/>
                    <a:pt x="89" y="4039"/>
                  </a:cubicBezTo>
                  <a:cubicBezTo>
                    <a:pt x="15" y="4442"/>
                    <a:pt x="0" y="4811"/>
                    <a:pt x="28" y="5109"/>
                  </a:cubicBezTo>
                  <a:cubicBezTo>
                    <a:pt x="147" y="6478"/>
                    <a:pt x="737" y="10154"/>
                    <a:pt x="869" y="10760"/>
                  </a:cubicBezTo>
                  <a:cubicBezTo>
                    <a:pt x="994" y="11341"/>
                    <a:pt x="1970" y="13829"/>
                    <a:pt x="4091" y="13829"/>
                  </a:cubicBezTo>
                  <a:cubicBezTo>
                    <a:pt x="4182" y="13829"/>
                    <a:pt x="4275" y="13825"/>
                    <a:pt x="4371" y="13815"/>
                  </a:cubicBezTo>
                  <a:cubicBezTo>
                    <a:pt x="6688" y="13585"/>
                    <a:pt x="8497" y="11411"/>
                    <a:pt x="8701" y="10586"/>
                  </a:cubicBezTo>
                  <a:lnTo>
                    <a:pt x="9228" y="8239"/>
                  </a:lnTo>
                  <a:cubicBezTo>
                    <a:pt x="9557" y="7941"/>
                    <a:pt x="9815" y="7574"/>
                    <a:pt x="10008" y="7161"/>
                  </a:cubicBezTo>
                  <a:cubicBezTo>
                    <a:pt x="10592" y="5922"/>
                    <a:pt x="10588" y="4286"/>
                    <a:pt x="10195" y="2977"/>
                  </a:cubicBezTo>
                  <a:cubicBezTo>
                    <a:pt x="9751" y="1504"/>
                    <a:pt x="8230" y="1"/>
                    <a:pt x="5652"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46"/>
            <p:cNvSpPr/>
            <p:nvPr/>
          </p:nvSpPr>
          <p:spPr>
            <a:xfrm>
              <a:off x="4086369" y="718868"/>
              <a:ext cx="23457" cy="50482"/>
            </a:xfrm>
            <a:custGeom>
              <a:rect b="b" l="l" r="r" t="t"/>
              <a:pathLst>
                <a:path extrusionOk="0" h="2617" w="1216">
                  <a:moveTo>
                    <a:pt x="161" y="1"/>
                  </a:moveTo>
                  <a:cubicBezTo>
                    <a:pt x="122" y="1"/>
                    <a:pt x="82" y="17"/>
                    <a:pt x="54" y="49"/>
                  </a:cubicBezTo>
                  <a:cubicBezTo>
                    <a:pt x="1" y="109"/>
                    <a:pt x="6" y="199"/>
                    <a:pt x="65" y="252"/>
                  </a:cubicBezTo>
                  <a:cubicBezTo>
                    <a:pt x="284" y="447"/>
                    <a:pt x="578" y="964"/>
                    <a:pt x="518" y="1105"/>
                  </a:cubicBezTo>
                  <a:cubicBezTo>
                    <a:pt x="484" y="1184"/>
                    <a:pt x="410" y="1301"/>
                    <a:pt x="331" y="1425"/>
                  </a:cubicBezTo>
                  <a:cubicBezTo>
                    <a:pt x="133" y="1740"/>
                    <a:pt x="6" y="1959"/>
                    <a:pt x="25" y="2130"/>
                  </a:cubicBezTo>
                  <a:cubicBezTo>
                    <a:pt x="39" y="2254"/>
                    <a:pt x="126" y="2376"/>
                    <a:pt x="262" y="2466"/>
                  </a:cubicBezTo>
                  <a:cubicBezTo>
                    <a:pt x="408" y="2565"/>
                    <a:pt x="592" y="2616"/>
                    <a:pt x="786" y="2616"/>
                  </a:cubicBezTo>
                  <a:cubicBezTo>
                    <a:pt x="887" y="2616"/>
                    <a:pt x="992" y="2602"/>
                    <a:pt x="1095" y="2573"/>
                  </a:cubicBezTo>
                  <a:cubicBezTo>
                    <a:pt x="1171" y="2550"/>
                    <a:pt x="1216" y="2471"/>
                    <a:pt x="1193" y="2395"/>
                  </a:cubicBezTo>
                  <a:cubicBezTo>
                    <a:pt x="1176" y="2332"/>
                    <a:pt x="1117" y="2291"/>
                    <a:pt x="1054" y="2291"/>
                  </a:cubicBezTo>
                  <a:cubicBezTo>
                    <a:pt x="1042" y="2291"/>
                    <a:pt x="1030" y="2292"/>
                    <a:pt x="1018" y="2296"/>
                  </a:cubicBezTo>
                  <a:cubicBezTo>
                    <a:pt x="932" y="2320"/>
                    <a:pt x="854" y="2329"/>
                    <a:pt x="785" y="2329"/>
                  </a:cubicBezTo>
                  <a:cubicBezTo>
                    <a:pt x="591" y="2329"/>
                    <a:pt x="464" y="2256"/>
                    <a:pt x="421" y="2228"/>
                  </a:cubicBezTo>
                  <a:cubicBezTo>
                    <a:pt x="349" y="2179"/>
                    <a:pt x="313" y="2128"/>
                    <a:pt x="310" y="2096"/>
                  </a:cubicBezTo>
                  <a:cubicBezTo>
                    <a:pt x="300" y="2013"/>
                    <a:pt x="479" y="1730"/>
                    <a:pt x="574" y="1578"/>
                  </a:cubicBezTo>
                  <a:cubicBezTo>
                    <a:pt x="658" y="1445"/>
                    <a:pt x="739" y="1317"/>
                    <a:pt x="781" y="1217"/>
                  </a:cubicBezTo>
                  <a:cubicBezTo>
                    <a:pt x="932" y="861"/>
                    <a:pt x="429" y="191"/>
                    <a:pt x="257" y="38"/>
                  </a:cubicBezTo>
                  <a:cubicBezTo>
                    <a:pt x="229" y="13"/>
                    <a:pt x="195" y="1"/>
                    <a:pt x="161"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46"/>
            <p:cNvSpPr/>
            <p:nvPr/>
          </p:nvSpPr>
          <p:spPr>
            <a:xfrm>
              <a:off x="4110056" y="708529"/>
              <a:ext cx="37905" cy="14062"/>
            </a:xfrm>
            <a:custGeom>
              <a:rect b="b" l="l" r="r" t="t"/>
              <a:pathLst>
                <a:path extrusionOk="0" h="729" w="1965">
                  <a:moveTo>
                    <a:pt x="686" y="0"/>
                  </a:moveTo>
                  <a:cubicBezTo>
                    <a:pt x="367" y="0"/>
                    <a:pt x="97" y="91"/>
                    <a:pt x="49" y="321"/>
                  </a:cubicBezTo>
                  <a:cubicBezTo>
                    <a:pt x="1" y="554"/>
                    <a:pt x="59" y="625"/>
                    <a:pt x="169" y="625"/>
                  </a:cubicBezTo>
                  <a:cubicBezTo>
                    <a:pt x="343" y="625"/>
                    <a:pt x="646" y="446"/>
                    <a:pt x="858" y="446"/>
                  </a:cubicBezTo>
                  <a:cubicBezTo>
                    <a:pt x="878" y="446"/>
                    <a:pt x="898" y="448"/>
                    <a:pt x="916" y="451"/>
                  </a:cubicBezTo>
                  <a:cubicBezTo>
                    <a:pt x="1151" y="497"/>
                    <a:pt x="1466" y="728"/>
                    <a:pt x="1675" y="728"/>
                  </a:cubicBezTo>
                  <a:cubicBezTo>
                    <a:pt x="1762" y="728"/>
                    <a:pt x="1831" y="688"/>
                    <a:pt x="1867" y="579"/>
                  </a:cubicBezTo>
                  <a:cubicBezTo>
                    <a:pt x="1965" y="283"/>
                    <a:pt x="1250" y="0"/>
                    <a:pt x="686"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46"/>
            <p:cNvSpPr/>
            <p:nvPr/>
          </p:nvSpPr>
          <p:spPr>
            <a:xfrm>
              <a:off x="4119508" y="728725"/>
              <a:ext cx="12365" cy="14699"/>
            </a:xfrm>
            <a:custGeom>
              <a:rect b="b" l="l" r="r" t="t"/>
              <a:pathLst>
                <a:path extrusionOk="0" h="762" w="641">
                  <a:moveTo>
                    <a:pt x="304" y="0"/>
                  </a:moveTo>
                  <a:cubicBezTo>
                    <a:pt x="295" y="0"/>
                    <a:pt x="285" y="1"/>
                    <a:pt x="276" y="2"/>
                  </a:cubicBezTo>
                  <a:cubicBezTo>
                    <a:pt x="113" y="21"/>
                    <a:pt x="1" y="207"/>
                    <a:pt x="25" y="416"/>
                  </a:cubicBezTo>
                  <a:cubicBezTo>
                    <a:pt x="48" y="612"/>
                    <a:pt x="185" y="761"/>
                    <a:pt x="337" y="761"/>
                  </a:cubicBezTo>
                  <a:cubicBezTo>
                    <a:pt x="346" y="761"/>
                    <a:pt x="356" y="761"/>
                    <a:pt x="365" y="760"/>
                  </a:cubicBezTo>
                  <a:cubicBezTo>
                    <a:pt x="528" y="740"/>
                    <a:pt x="640" y="555"/>
                    <a:pt x="616" y="347"/>
                  </a:cubicBezTo>
                  <a:cubicBezTo>
                    <a:pt x="593" y="149"/>
                    <a:pt x="456" y="0"/>
                    <a:pt x="304"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46"/>
            <p:cNvSpPr/>
            <p:nvPr/>
          </p:nvSpPr>
          <p:spPr>
            <a:xfrm>
              <a:off x="4040615" y="714741"/>
              <a:ext cx="39178" cy="18943"/>
            </a:xfrm>
            <a:custGeom>
              <a:rect b="b" l="l" r="r" t="t"/>
              <a:pathLst>
                <a:path extrusionOk="0" h="982" w="2031">
                  <a:moveTo>
                    <a:pt x="1498" y="1"/>
                  </a:moveTo>
                  <a:cubicBezTo>
                    <a:pt x="919" y="1"/>
                    <a:pt x="0" y="561"/>
                    <a:pt x="194" y="874"/>
                  </a:cubicBezTo>
                  <a:cubicBezTo>
                    <a:pt x="241" y="951"/>
                    <a:pt x="298" y="982"/>
                    <a:pt x="361" y="982"/>
                  </a:cubicBezTo>
                  <a:cubicBezTo>
                    <a:pt x="572" y="982"/>
                    <a:pt x="853" y="637"/>
                    <a:pt x="1090" y="531"/>
                  </a:cubicBezTo>
                  <a:cubicBezTo>
                    <a:pt x="1143" y="507"/>
                    <a:pt x="1209" y="498"/>
                    <a:pt x="1282" y="498"/>
                  </a:cubicBezTo>
                  <a:cubicBezTo>
                    <a:pt x="1437" y="498"/>
                    <a:pt x="1621" y="536"/>
                    <a:pt x="1758" y="536"/>
                  </a:cubicBezTo>
                  <a:cubicBezTo>
                    <a:pt x="1932" y="536"/>
                    <a:pt x="2031" y="476"/>
                    <a:pt x="1904" y="203"/>
                  </a:cubicBezTo>
                  <a:cubicBezTo>
                    <a:pt x="1836" y="59"/>
                    <a:pt x="1685" y="1"/>
                    <a:pt x="1498"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46"/>
            <p:cNvSpPr/>
            <p:nvPr/>
          </p:nvSpPr>
          <p:spPr>
            <a:xfrm>
              <a:off x="4061776" y="735476"/>
              <a:ext cx="12365" cy="14680"/>
            </a:xfrm>
            <a:custGeom>
              <a:rect b="b" l="l" r="r" t="t"/>
              <a:pathLst>
                <a:path extrusionOk="0" h="761" w="641">
                  <a:moveTo>
                    <a:pt x="302" y="0"/>
                  </a:moveTo>
                  <a:cubicBezTo>
                    <a:pt x="294" y="0"/>
                    <a:pt x="285" y="1"/>
                    <a:pt x="277" y="2"/>
                  </a:cubicBezTo>
                  <a:cubicBezTo>
                    <a:pt x="114" y="21"/>
                    <a:pt x="1" y="206"/>
                    <a:pt x="25" y="416"/>
                  </a:cubicBezTo>
                  <a:cubicBezTo>
                    <a:pt x="48" y="614"/>
                    <a:pt x="185" y="761"/>
                    <a:pt x="337" y="761"/>
                  </a:cubicBezTo>
                  <a:cubicBezTo>
                    <a:pt x="347" y="761"/>
                    <a:pt x="356" y="760"/>
                    <a:pt x="365" y="759"/>
                  </a:cubicBezTo>
                  <a:cubicBezTo>
                    <a:pt x="530" y="742"/>
                    <a:pt x="641" y="556"/>
                    <a:pt x="617" y="347"/>
                  </a:cubicBezTo>
                  <a:cubicBezTo>
                    <a:pt x="594" y="148"/>
                    <a:pt x="457" y="0"/>
                    <a:pt x="302"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46"/>
            <p:cNvSpPr/>
            <p:nvPr/>
          </p:nvSpPr>
          <p:spPr>
            <a:xfrm>
              <a:off x="4095609" y="779224"/>
              <a:ext cx="43480" cy="19541"/>
            </a:xfrm>
            <a:custGeom>
              <a:rect b="b" l="l" r="r" t="t"/>
              <a:pathLst>
                <a:path extrusionOk="0" h="1013" w="2254">
                  <a:moveTo>
                    <a:pt x="1864" y="1"/>
                  </a:moveTo>
                  <a:cubicBezTo>
                    <a:pt x="1859" y="1"/>
                    <a:pt x="1853" y="1"/>
                    <a:pt x="1847" y="1"/>
                  </a:cubicBezTo>
                  <a:cubicBezTo>
                    <a:pt x="1372" y="29"/>
                    <a:pt x="685" y="180"/>
                    <a:pt x="221" y="404"/>
                  </a:cubicBezTo>
                  <a:cubicBezTo>
                    <a:pt x="0" y="511"/>
                    <a:pt x="12" y="839"/>
                    <a:pt x="242" y="918"/>
                  </a:cubicBezTo>
                  <a:cubicBezTo>
                    <a:pt x="421" y="979"/>
                    <a:pt x="639" y="1013"/>
                    <a:pt x="864" y="1013"/>
                  </a:cubicBezTo>
                  <a:cubicBezTo>
                    <a:pt x="1370" y="1013"/>
                    <a:pt x="1914" y="846"/>
                    <a:pt x="2139" y="453"/>
                  </a:cubicBezTo>
                  <a:cubicBezTo>
                    <a:pt x="2254" y="251"/>
                    <a:pt x="2092" y="1"/>
                    <a:pt x="18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46"/>
            <p:cNvSpPr/>
            <p:nvPr/>
          </p:nvSpPr>
          <p:spPr>
            <a:xfrm>
              <a:off x="4027518" y="586950"/>
              <a:ext cx="210955" cy="143132"/>
            </a:xfrm>
            <a:custGeom>
              <a:rect b="b" l="l" r="r" t="t"/>
              <a:pathLst>
                <a:path extrusionOk="0" h="7420" w="10936">
                  <a:moveTo>
                    <a:pt x="4106" y="0"/>
                  </a:moveTo>
                  <a:lnTo>
                    <a:pt x="1798" y="1033"/>
                  </a:lnTo>
                  <a:lnTo>
                    <a:pt x="436" y="2593"/>
                  </a:lnTo>
                  <a:lnTo>
                    <a:pt x="1" y="5077"/>
                  </a:lnTo>
                  <a:lnTo>
                    <a:pt x="314" y="6100"/>
                  </a:lnTo>
                  <a:cubicBezTo>
                    <a:pt x="609" y="5205"/>
                    <a:pt x="1174" y="4330"/>
                    <a:pt x="1943" y="3787"/>
                  </a:cubicBezTo>
                  <a:lnTo>
                    <a:pt x="1943" y="3787"/>
                  </a:lnTo>
                  <a:cubicBezTo>
                    <a:pt x="1895" y="4463"/>
                    <a:pt x="1946" y="5144"/>
                    <a:pt x="2130" y="5795"/>
                  </a:cubicBezTo>
                  <a:cubicBezTo>
                    <a:pt x="2629" y="4973"/>
                    <a:pt x="3226" y="4222"/>
                    <a:pt x="3949" y="3589"/>
                  </a:cubicBezTo>
                  <a:lnTo>
                    <a:pt x="3949" y="3589"/>
                  </a:lnTo>
                  <a:cubicBezTo>
                    <a:pt x="3914" y="4095"/>
                    <a:pt x="3954" y="4617"/>
                    <a:pt x="4102" y="5102"/>
                  </a:cubicBezTo>
                  <a:cubicBezTo>
                    <a:pt x="4771" y="4221"/>
                    <a:pt x="5630" y="3496"/>
                    <a:pt x="6615" y="2990"/>
                  </a:cubicBezTo>
                  <a:lnTo>
                    <a:pt x="6615" y="2990"/>
                  </a:lnTo>
                  <a:cubicBezTo>
                    <a:pt x="6343" y="3455"/>
                    <a:pt x="6183" y="3997"/>
                    <a:pt x="6128" y="4532"/>
                  </a:cubicBezTo>
                  <a:cubicBezTo>
                    <a:pt x="6309" y="4770"/>
                    <a:pt x="6510" y="4990"/>
                    <a:pt x="6729" y="5191"/>
                  </a:cubicBezTo>
                  <a:cubicBezTo>
                    <a:pt x="6982" y="5423"/>
                    <a:pt x="7114" y="5755"/>
                    <a:pt x="7065" y="6093"/>
                  </a:cubicBezTo>
                  <a:cubicBezTo>
                    <a:pt x="7061" y="6118"/>
                    <a:pt x="7058" y="6142"/>
                    <a:pt x="7055" y="6166"/>
                  </a:cubicBezTo>
                  <a:cubicBezTo>
                    <a:pt x="6984" y="6745"/>
                    <a:pt x="7371" y="7283"/>
                    <a:pt x="7948" y="7375"/>
                  </a:cubicBezTo>
                  <a:cubicBezTo>
                    <a:pt x="8130" y="7404"/>
                    <a:pt x="8314" y="7419"/>
                    <a:pt x="8498" y="7419"/>
                  </a:cubicBezTo>
                  <a:cubicBezTo>
                    <a:pt x="8626" y="7419"/>
                    <a:pt x="8754" y="7412"/>
                    <a:pt x="8881" y="7397"/>
                  </a:cubicBezTo>
                  <a:lnTo>
                    <a:pt x="10586" y="6554"/>
                  </a:lnTo>
                  <a:lnTo>
                    <a:pt x="10936" y="4514"/>
                  </a:lnTo>
                  <a:lnTo>
                    <a:pt x="10405" y="2574"/>
                  </a:lnTo>
                  <a:lnTo>
                    <a:pt x="9318" y="1033"/>
                  </a:lnTo>
                  <a:lnTo>
                    <a:pt x="8067" y="237"/>
                  </a:lnTo>
                  <a:lnTo>
                    <a:pt x="6418"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46"/>
            <p:cNvSpPr/>
            <p:nvPr/>
          </p:nvSpPr>
          <p:spPr>
            <a:xfrm>
              <a:off x="4184050" y="697149"/>
              <a:ext cx="56751" cy="64390"/>
            </a:xfrm>
            <a:custGeom>
              <a:rect b="b" l="l" r="r" t="t"/>
              <a:pathLst>
                <a:path extrusionOk="0" h="3338" w="2942">
                  <a:moveTo>
                    <a:pt x="1631" y="1"/>
                  </a:moveTo>
                  <a:cubicBezTo>
                    <a:pt x="1435" y="1"/>
                    <a:pt x="1234" y="47"/>
                    <a:pt x="1045" y="137"/>
                  </a:cubicBezTo>
                  <a:cubicBezTo>
                    <a:pt x="323" y="484"/>
                    <a:pt x="0" y="1657"/>
                    <a:pt x="408" y="2527"/>
                  </a:cubicBezTo>
                  <a:cubicBezTo>
                    <a:pt x="765" y="3290"/>
                    <a:pt x="1274" y="3337"/>
                    <a:pt x="1394" y="3337"/>
                  </a:cubicBezTo>
                  <a:cubicBezTo>
                    <a:pt x="1411" y="3337"/>
                    <a:pt x="1420" y="3336"/>
                    <a:pt x="1420" y="3336"/>
                  </a:cubicBezTo>
                  <a:cubicBezTo>
                    <a:pt x="2153" y="3152"/>
                    <a:pt x="2941" y="2144"/>
                    <a:pt x="2806" y="1122"/>
                  </a:cubicBezTo>
                  <a:cubicBezTo>
                    <a:pt x="2705" y="367"/>
                    <a:pt x="2187" y="1"/>
                    <a:pt x="1631"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46"/>
            <p:cNvSpPr/>
            <p:nvPr/>
          </p:nvSpPr>
          <p:spPr>
            <a:xfrm>
              <a:off x="4199211" y="710613"/>
              <a:ext cx="26389" cy="39892"/>
            </a:xfrm>
            <a:custGeom>
              <a:rect b="b" l="l" r="r" t="t"/>
              <a:pathLst>
                <a:path extrusionOk="0" h="2068" w="1368">
                  <a:moveTo>
                    <a:pt x="1019" y="0"/>
                  </a:moveTo>
                  <a:cubicBezTo>
                    <a:pt x="747" y="0"/>
                    <a:pt x="501" y="130"/>
                    <a:pt x="323" y="372"/>
                  </a:cubicBezTo>
                  <a:cubicBezTo>
                    <a:pt x="2" y="809"/>
                    <a:pt x="1" y="1478"/>
                    <a:pt x="320" y="2000"/>
                  </a:cubicBezTo>
                  <a:cubicBezTo>
                    <a:pt x="347" y="2043"/>
                    <a:pt x="394" y="2068"/>
                    <a:pt x="442" y="2068"/>
                  </a:cubicBezTo>
                  <a:cubicBezTo>
                    <a:pt x="468" y="2068"/>
                    <a:pt x="494" y="2061"/>
                    <a:pt x="516" y="2047"/>
                  </a:cubicBezTo>
                  <a:cubicBezTo>
                    <a:pt x="584" y="2006"/>
                    <a:pt x="605" y="1918"/>
                    <a:pt x="565" y="1850"/>
                  </a:cubicBezTo>
                  <a:cubicBezTo>
                    <a:pt x="260" y="1354"/>
                    <a:pt x="346" y="823"/>
                    <a:pt x="553" y="541"/>
                  </a:cubicBezTo>
                  <a:cubicBezTo>
                    <a:pt x="629" y="439"/>
                    <a:pt x="780" y="288"/>
                    <a:pt x="1020" y="288"/>
                  </a:cubicBezTo>
                  <a:cubicBezTo>
                    <a:pt x="1068" y="288"/>
                    <a:pt x="1119" y="294"/>
                    <a:pt x="1174" y="308"/>
                  </a:cubicBezTo>
                  <a:cubicBezTo>
                    <a:pt x="1186" y="311"/>
                    <a:pt x="1197" y="312"/>
                    <a:pt x="1209" y="312"/>
                  </a:cubicBezTo>
                  <a:cubicBezTo>
                    <a:pt x="1272" y="312"/>
                    <a:pt x="1332" y="269"/>
                    <a:pt x="1348" y="205"/>
                  </a:cubicBezTo>
                  <a:cubicBezTo>
                    <a:pt x="1367" y="127"/>
                    <a:pt x="1321" y="48"/>
                    <a:pt x="1243" y="29"/>
                  </a:cubicBezTo>
                  <a:cubicBezTo>
                    <a:pt x="1167" y="10"/>
                    <a:pt x="1092" y="0"/>
                    <a:pt x="1019"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46"/>
            <p:cNvSpPr/>
            <p:nvPr/>
          </p:nvSpPr>
          <p:spPr>
            <a:xfrm>
              <a:off x="4200388" y="726314"/>
              <a:ext cx="23746" cy="10822"/>
            </a:xfrm>
            <a:custGeom>
              <a:rect b="b" l="l" r="r" t="t"/>
              <a:pathLst>
                <a:path extrusionOk="0" h="561" w="1231">
                  <a:moveTo>
                    <a:pt x="645" y="0"/>
                  </a:moveTo>
                  <a:cubicBezTo>
                    <a:pt x="604" y="0"/>
                    <a:pt x="563" y="4"/>
                    <a:pt x="522" y="11"/>
                  </a:cubicBezTo>
                  <a:cubicBezTo>
                    <a:pt x="307" y="50"/>
                    <a:pt x="115" y="184"/>
                    <a:pt x="35" y="356"/>
                  </a:cubicBezTo>
                  <a:cubicBezTo>
                    <a:pt x="1" y="428"/>
                    <a:pt x="32" y="514"/>
                    <a:pt x="104" y="548"/>
                  </a:cubicBezTo>
                  <a:cubicBezTo>
                    <a:pt x="123" y="556"/>
                    <a:pt x="144" y="561"/>
                    <a:pt x="164" y="561"/>
                  </a:cubicBezTo>
                  <a:cubicBezTo>
                    <a:pt x="219" y="561"/>
                    <a:pt x="270" y="530"/>
                    <a:pt x="294" y="478"/>
                  </a:cubicBezTo>
                  <a:cubicBezTo>
                    <a:pt x="328" y="408"/>
                    <a:pt x="430" y="319"/>
                    <a:pt x="570" y="295"/>
                  </a:cubicBezTo>
                  <a:cubicBezTo>
                    <a:pt x="592" y="291"/>
                    <a:pt x="618" y="288"/>
                    <a:pt x="645" y="288"/>
                  </a:cubicBezTo>
                  <a:cubicBezTo>
                    <a:pt x="739" y="288"/>
                    <a:pt x="856" y="320"/>
                    <a:pt x="971" y="435"/>
                  </a:cubicBezTo>
                  <a:cubicBezTo>
                    <a:pt x="999" y="463"/>
                    <a:pt x="1036" y="477"/>
                    <a:pt x="1073" y="477"/>
                  </a:cubicBezTo>
                  <a:cubicBezTo>
                    <a:pt x="1110" y="477"/>
                    <a:pt x="1147" y="463"/>
                    <a:pt x="1174" y="435"/>
                  </a:cubicBezTo>
                  <a:cubicBezTo>
                    <a:pt x="1231" y="379"/>
                    <a:pt x="1231" y="288"/>
                    <a:pt x="1174" y="232"/>
                  </a:cubicBezTo>
                  <a:cubicBezTo>
                    <a:pt x="1023" y="80"/>
                    <a:pt x="838" y="0"/>
                    <a:pt x="645"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6" name="Google Shape;11356;p46"/>
          <p:cNvGrpSpPr/>
          <p:nvPr/>
        </p:nvGrpSpPr>
        <p:grpSpPr>
          <a:xfrm>
            <a:off x="4530300" y="2547753"/>
            <a:ext cx="837430" cy="1948542"/>
            <a:chOff x="2930100" y="642753"/>
            <a:chExt cx="837430" cy="1948542"/>
          </a:xfrm>
        </p:grpSpPr>
        <p:sp>
          <p:nvSpPr>
            <p:cNvPr id="11357" name="Google Shape;11357;p46"/>
            <p:cNvSpPr/>
            <p:nvPr/>
          </p:nvSpPr>
          <p:spPr>
            <a:xfrm>
              <a:off x="3102140" y="642753"/>
              <a:ext cx="292571" cy="269173"/>
            </a:xfrm>
            <a:custGeom>
              <a:rect b="b" l="l" r="r" t="t"/>
              <a:pathLst>
                <a:path extrusionOk="0" h="13954" w="15167">
                  <a:moveTo>
                    <a:pt x="8203" y="1"/>
                  </a:moveTo>
                  <a:cubicBezTo>
                    <a:pt x="7539" y="1"/>
                    <a:pt x="6879" y="372"/>
                    <a:pt x="6553" y="954"/>
                  </a:cubicBezTo>
                  <a:cubicBezTo>
                    <a:pt x="6280" y="583"/>
                    <a:pt x="5836" y="358"/>
                    <a:pt x="5387" y="358"/>
                  </a:cubicBezTo>
                  <a:cubicBezTo>
                    <a:pt x="5246" y="358"/>
                    <a:pt x="5105" y="380"/>
                    <a:pt x="4968" y="427"/>
                  </a:cubicBezTo>
                  <a:cubicBezTo>
                    <a:pt x="4396" y="624"/>
                    <a:pt x="3985" y="1215"/>
                    <a:pt x="4002" y="1819"/>
                  </a:cubicBezTo>
                  <a:cubicBezTo>
                    <a:pt x="3780" y="1724"/>
                    <a:pt x="3538" y="1675"/>
                    <a:pt x="3298" y="1675"/>
                  </a:cubicBezTo>
                  <a:cubicBezTo>
                    <a:pt x="2878" y="1675"/>
                    <a:pt x="2465" y="1824"/>
                    <a:pt x="2176" y="2130"/>
                  </a:cubicBezTo>
                  <a:cubicBezTo>
                    <a:pt x="1720" y="2614"/>
                    <a:pt x="1605" y="3387"/>
                    <a:pt x="1902" y="3980"/>
                  </a:cubicBezTo>
                  <a:cubicBezTo>
                    <a:pt x="1323" y="3987"/>
                    <a:pt x="751" y="4333"/>
                    <a:pt x="511" y="4857"/>
                  </a:cubicBezTo>
                  <a:cubicBezTo>
                    <a:pt x="271" y="5383"/>
                    <a:pt x="359" y="6043"/>
                    <a:pt x="732" y="6483"/>
                  </a:cubicBezTo>
                  <a:cubicBezTo>
                    <a:pt x="311" y="6699"/>
                    <a:pt x="0" y="7147"/>
                    <a:pt x="19" y="7619"/>
                  </a:cubicBezTo>
                  <a:cubicBezTo>
                    <a:pt x="37" y="8092"/>
                    <a:pt x="350" y="8540"/>
                    <a:pt x="788" y="8720"/>
                  </a:cubicBezTo>
                  <a:cubicBezTo>
                    <a:pt x="553" y="9063"/>
                    <a:pt x="364" y="9461"/>
                    <a:pt x="369" y="9877"/>
                  </a:cubicBezTo>
                  <a:cubicBezTo>
                    <a:pt x="374" y="10209"/>
                    <a:pt x="467" y="10551"/>
                    <a:pt x="691" y="10797"/>
                  </a:cubicBezTo>
                  <a:cubicBezTo>
                    <a:pt x="859" y="10983"/>
                    <a:pt x="1107" y="11103"/>
                    <a:pt x="1353" y="11103"/>
                  </a:cubicBezTo>
                  <a:cubicBezTo>
                    <a:pt x="1434" y="11103"/>
                    <a:pt x="1515" y="11090"/>
                    <a:pt x="1592" y="11062"/>
                  </a:cubicBezTo>
                  <a:lnTo>
                    <a:pt x="1592" y="11062"/>
                  </a:lnTo>
                  <a:cubicBezTo>
                    <a:pt x="1447" y="11434"/>
                    <a:pt x="1528" y="11885"/>
                    <a:pt x="1807" y="12174"/>
                  </a:cubicBezTo>
                  <a:cubicBezTo>
                    <a:pt x="2005" y="12379"/>
                    <a:pt x="2291" y="12492"/>
                    <a:pt x="2575" y="12492"/>
                  </a:cubicBezTo>
                  <a:cubicBezTo>
                    <a:pt x="2690" y="12492"/>
                    <a:pt x="2805" y="12473"/>
                    <a:pt x="2914" y="12435"/>
                  </a:cubicBezTo>
                  <a:cubicBezTo>
                    <a:pt x="2948" y="12846"/>
                    <a:pt x="3162" y="13242"/>
                    <a:pt x="3518" y="13450"/>
                  </a:cubicBezTo>
                  <a:cubicBezTo>
                    <a:pt x="3713" y="13563"/>
                    <a:pt x="3940" y="13621"/>
                    <a:pt x="4166" y="13621"/>
                  </a:cubicBezTo>
                  <a:cubicBezTo>
                    <a:pt x="4352" y="13621"/>
                    <a:pt x="4538" y="13582"/>
                    <a:pt x="4706" y="13503"/>
                  </a:cubicBezTo>
                  <a:lnTo>
                    <a:pt x="11848" y="13945"/>
                  </a:lnTo>
                  <a:cubicBezTo>
                    <a:pt x="11898" y="13950"/>
                    <a:pt x="11949" y="13953"/>
                    <a:pt x="11999" y="13953"/>
                  </a:cubicBezTo>
                  <a:cubicBezTo>
                    <a:pt x="12384" y="13953"/>
                    <a:pt x="12768" y="13792"/>
                    <a:pt x="13034" y="13513"/>
                  </a:cubicBezTo>
                  <a:cubicBezTo>
                    <a:pt x="13336" y="13199"/>
                    <a:pt x="13478" y="12739"/>
                    <a:pt x="13410" y="12309"/>
                  </a:cubicBezTo>
                  <a:cubicBezTo>
                    <a:pt x="13848" y="12301"/>
                    <a:pt x="14250" y="12017"/>
                    <a:pt x="14406" y="11608"/>
                  </a:cubicBezTo>
                  <a:cubicBezTo>
                    <a:pt x="14564" y="11199"/>
                    <a:pt x="14448" y="10701"/>
                    <a:pt x="14129" y="10401"/>
                  </a:cubicBezTo>
                  <a:cubicBezTo>
                    <a:pt x="14554" y="10245"/>
                    <a:pt x="14902" y="9850"/>
                    <a:pt x="14955" y="9400"/>
                  </a:cubicBezTo>
                  <a:cubicBezTo>
                    <a:pt x="15007" y="8949"/>
                    <a:pt x="14788" y="8478"/>
                    <a:pt x="14411" y="8230"/>
                  </a:cubicBezTo>
                  <a:cubicBezTo>
                    <a:pt x="14836" y="7943"/>
                    <a:pt x="15167" y="7421"/>
                    <a:pt x="15123" y="6910"/>
                  </a:cubicBezTo>
                  <a:cubicBezTo>
                    <a:pt x="15080" y="6399"/>
                    <a:pt x="14743" y="5924"/>
                    <a:pt x="14274" y="5715"/>
                  </a:cubicBezTo>
                  <a:cubicBezTo>
                    <a:pt x="14548" y="5125"/>
                    <a:pt x="14456" y="4353"/>
                    <a:pt x="14064" y="3834"/>
                  </a:cubicBezTo>
                  <a:cubicBezTo>
                    <a:pt x="13726" y="3385"/>
                    <a:pt x="13166" y="3116"/>
                    <a:pt x="12606" y="3116"/>
                  </a:cubicBezTo>
                  <a:cubicBezTo>
                    <a:pt x="12518" y="3116"/>
                    <a:pt x="12430" y="3122"/>
                    <a:pt x="12343" y="3136"/>
                  </a:cubicBezTo>
                  <a:cubicBezTo>
                    <a:pt x="12490" y="2533"/>
                    <a:pt x="12221" y="1855"/>
                    <a:pt x="11715" y="1499"/>
                  </a:cubicBezTo>
                  <a:cubicBezTo>
                    <a:pt x="11454" y="1315"/>
                    <a:pt x="11135" y="1222"/>
                    <a:pt x="10816" y="1222"/>
                  </a:cubicBezTo>
                  <a:cubicBezTo>
                    <a:pt x="10515" y="1222"/>
                    <a:pt x="10213" y="1305"/>
                    <a:pt x="9961" y="1471"/>
                  </a:cubicBezTo>
                  <a:cubicBezTo>
                    <a:pt x="9794" y="741"/>
                    <a:pt x="9186" y="122"/>
                    <a:pt x="8446" y="18"/>
                  </a:cubicBezTo>
                  <a:cubicBezTo>
                    <a:pt x="8365" y="6"/>
                    <a:pt x="8284" y="1"/>
                    <a:pt x="8203"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46"/>
            <p:cNvSpPr/>
            <p:nvPr/>
          </p:nvSpPr>
          <p:spPr>
            <a:xfrm>
              <a:off x="3249201" y="851636"/>
              <a:ext cx="113637" cy="144636"/>
            </a:xfrm>
            <a:custGeom>
              <a:rect b="b" l="l" r="r" t="t"/>
              <a:pathLst>
                <a:path extrusionOk="0" h="7498" w="5891">
                  <a:moveTo>
                    <a:pt x="4020" y="1"/>
                  </a:moveTo>
                  <a:lnTo>
                    <a:pt x="0" y="5520"/>
                  </a:lnTo>
                  <a:lnTo>
                    <a:pt x="118" y="7498"/>
                  </a:lnTo>
                  <a:lnTo>
                    <a:pt x="5891" y="6146"/>
                  </a:lnTo>
                  <a:lnTo>
                    <a:pt x="4020" y="1"/>
                  </a:ln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46"/>
            <p:cNvSpPr/>
            <p:nvPr/>
          </p:nvSpPr>
          <p:spPr>
            <a:xfrm>
              <a:off x="3251477" y="970168"/>
              <a:ext cx="125076" cy="79918"/>
            </a:xfrm>
            <a:custGeom>
              <a:rect b="b" l="l" r="r" t="t"/>
              <a:pathLst>
                <a:path extrusionOk="0" h="4143" w="6484">
                  <a:moveTo>
                    <a:pt x="5773" y="1"/>
                  </a:moveTo>
                  <a:lnTo>
                    <a:pt x="0" y="1353"/>
                  </a:lnTo>
                  <a:cubicBezTo>
                    <a:pt x="0" y="1353"/>
                    <a:pt x="425" y="4142"/>
                    <a:pt x="2727" y="4142"/>
                  </a:cubicBezTo>
                  <a:cubicBezTo>
                    <a:pt x="2965" y="4142"/>
                    <a:pt x="3222" y="4113"/>
                    <a:pt x="3500" y="4047"/>
                  </a:cubicBezTo>
                  <a:cubicBezTo>
                    <a:pt x="6483" y="3349"/>
                    <a:pt x="5773" y="1"/>
                    <a:pt x="5773"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46"/>
            <p:cNvSpPr/>
            <p:nvPr/>
          </p:nvSpPr>
          <p:spPr>
            <a:xfrm>
              <a:off x="3249779" y="897737"/>
              <a:ext cx="76215" cy="84760"/>
            </a:xfrm>
            <a:custGeom>
              <a:rect b="b" l="l" r="r" t="t"/>
              <a:pathLst>
                <a:path extrusionOk="0" h="4394" w="3951">
                  <a:moveTo>
                    <a:pt x="3732" y="1"/>
                  </a:moveTo>
                  <a:lnTo>
                    <a:pt x="3732" y="1"/>
                  </a:lnTo>
                  <a:cubicBezTo>
                    <a:pt x="3627" y="816"/>
                    <a:pt x="2157" y="3061"/>
                    <a:pt x="1" y="3652"/>
                  </a:cubicBezTo>
                  <a:lnTo>
                    <a:pt x="45" y="4394"/>
                  </a:lnTo>
                  <a:cubicBezTo>
                    <a:pt x="2749" y="3377"/>
                    <a:pt x="3951" y="1615"/>
                    <a:pt x="3732"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46"/>
            <p:cNvSpPr/>
            <p:nvPr/>
          </p:nvSpPr>
          <p:spPr>
            <a:xfrm>
              <a:off x="3141856" y="700775"/>
              <a:ext cx="205940" cy="269578"/>
            </a:xfrm>
            <a:custGeom>
              <a:rect b="b" l="l" r="r" t="t"/>
              <a:pathLst>
                <a:path extrusionOk="0" h="13975" w="10676">
                  <a:moveTo>
                    <a:pt x="5804" y="1"/>
                  </a:moveTo>
                  <a:cubicBezTo>
                    <a:pt x="5140" y="1"/>
                    <a:pt x="4407" y="114"/>
                    <a:pt x="3609" y="373"/>
                  </a:cubicBezTo>
                  <a:cubicBezTo>
                    <a:pt x="950" y="1237"/>
                    <a:pt x="128" y="3219"/>
                    <a:pt x="28" y="4686"/>
                  </a:cubicBezTo>
                  <a:cubicBezTo>
                    <a:pt x="1" y="5095"/>
                    <a:pt x="28" y="5462"/>
                    <a:pt x="88" y="5756"/>
                  </a:cubicBezTo>
                  <a:cubicBezTo>
                    <a:pt x="363" y="7101"/>
                    <a:pt x="1366" y="10687"/>
                    <a:pt x="1565" y="11274"/>
                  </a:cubicBezTo>
                  <a:cubicBezTo>
                    <a:pt x="1746" y="11809"/>
                    <a:pt x="2888" y="13975"/>
                    <a:pt x="4817" y="13975"/>
                  </a:cubicBezTo>
                  <a:cubicBezTo>
                    <a:pt x="5002" y="13975"/>
                    <a:pt x="5194" y="13955"/>
                    <a:pt x="5393" y="13912"/>
                  </a:cubicBezTo>
                  <a:cubicBezTo>
                    <a:pt x="7667" y="13420"/>
                    <a:pt x="9219" y="11054"/>
                    <a:pt x="9327" y="10212"/>
                  </a:cubicBezTo>
                  <a:lnTo>
                    <a:pt x="9585" y="7822"/>
                  </a:lnTo>
                  <a:cubicBezTo>
                    <a:pt x="9878" y="7488"/>
                    <a:pt x="10092" y="7093"/>
                    <a:pt x="10239" y="6661"/>
                  </a:cubicBezTo>
                  <a:cubicBezTo>
                    <a:pt x="10676" y="5364"/>
                    <a:pt x="10489" y="3740"/>
                    <a:pt x="9949" y="2484"/>
                  </a:cubicBezTo>
                  <a:cubicBezTo>
                    <a:pt x="9399" y="1205"/>
                    <a:pt x="7969" y="1"/>
                    <a:pt x="5804"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46"/>
            <p:cNvSpPr/>
            <p:nvPr/>
          </p:nvSpPr>
          <p:spPr>
            <a:xfrm>
              <a:off x="3201788" y="836687"/>
              <a:ext cx="28472" cy="48919"/>
            </a:xfrm>
            <a:custGeom>
              <a:rect b="b" l="l" r="r" t="t"/>
              <a:pathLst>
                <a:path extrusionOk="0" h="2536" w="1476">
                  <a:moveTo>
                    <a:pt x="163" y="0"/>
                  </a:moveTo>
                  <a:cubicBezTo>
                    <a:pt x="118" y="0"/>
                    <a:pt x="73" y="21"/>
                    <a:pt x="46" y="60"/>
                  </a:cubicBezTo>
                  <a:cubicBezTo>
                    <a:pt x="1" y="125"/>
                    <a:pt x="15" y="215"/>
                    <a:pt x="81" y="260"/>
                  </a:cubicBezTo>
                  <a:cubicBezTo>
                    <a:pt x="321" y="429"/>
                    <a:pt x="670" y="911"/>
                    <a:pt x="626" y="1058"/>
                  </a:cubicBezTo>
                  <a:cubicBezTo>
                    <a:pt x="602" y="1140"/>
                    <a:pt x="542" y="1266"/>
                    <a:pt x="478" y="1398"/>
                  </a:cubicBezTo>
                  <a:cubicBezTo>
                    <a:pt x="317" y="1731"/>
                    <a:pt x="215" y="1963"/>
                    <a:pt x="254" y="2131"/>
                  </a:cubicBezTo>
                  <a:cubicBezTo>
                    <a:pt x="281" y="2252"/>
                    <a:pt x="381" y="2365"/>
                    <a:pt x="526" y="2439"/>
                  </a:cubicBezTo>
                  <a:cubicBezTo>
                    <a:pt x="650" y="2503"/>
                    <a:pt x="794" y="2536"/>
                    <a:pt x="942" y="2536"/>
                  </a:cubicBezTo>
                  <a:cubicBezTo>
                    <a:pt x="1082" y="2536"/>
                    <a:pt x="1227" y="2507"/>
                    <a:pt x="1366" y="2450"/>
                  </a:cubicBezTo>
                  <a:cubicBezTo>
                    <a:pt x="1440" y="2419"/>
                    <a:pt x="1475" y="2336"/>
                    <a:pt x="1445" y="2263"/>
                  </a:cubicBezTo>
                  <a:cubicBezTo>
                    <a:pt x="1423" y="2207"/>
                    <a:pt x="1369" y="2173"/>
                    <a:pt x="1312" y="2173"/>
                  </a:cubicBezTo>
                  <a:cubicBezTo>
                    <a:pt x="1294" y="2173"/>
                    <a:pt x="1275" y="2177"/>
                    <a:pt x="1258" y="2184"/>
                  </a:cubicBezTo>
                  <a:cubicBezTo>
                    <a:pt x="1140" y="2232"/>
                    <a:pt x="1035" y="2249"/>
                    <a:pt x="946" y="2249"/>
                  </a:cubicBezTo>
                  <a:cubicBezTo>
                    <a:pt x="799" y="2249"/>
                    <a:pt x="696" y="2204"/>
                    <a:pt x="658" y="2184"/>
                  </a:cubicBezTo>
                  <a:cubicBezTo>
                    <a:pt x="581" y="2144"/>
                    <a:pt x="541" y="2096"/>
                    <a:pt x="533" y="2065"/>
                  </a:cubicBezTo>
                  <a:cubicBezTo>
                    <a:pt x="513" y="1984"/>
                    <a:pt x="658" y="1683"/>
                    <a:pt x="737" y="1522"/>
                  </a:cubicBezTo>
                  <a:cubicBezTo>
                    <a:pt x="805" y="1378"/>
                    <a:pt x="871" y="1243"/>
                    <a:pt x="902" y="1140"/>
                  </a:cubicBezTo>
                  <a:cubicBezTo>
                    <a:pt x="1011" y="769"/>
                    <a:pt x="436" y="160"/>
                    <a:pt x="246" y="26"/>
                  </a:cubicBezTo>
                  <a:cubicBezTo>
                    <a:pt x="220" y="9"/>
                    <a:pt x="191" y="0"/>
                    <a:pt x="163"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46"/>
            <p:cNvSpPr/>
            <p:nvPr/>
          </p:nvSpPr>
          <p:spPr>
            <a:xfrm>
              <a:off x="3225147" y="822355"/>
              <a:ext cx="36902" cy="13368"/>
            </a:xfrm>
            <a:custGeom>
              <a:rect b="b" l="l" r="r" t="t"/>
              <a:pathLst>
                <a:path extrusionOk="0" h="693" w="1913">
                  <a:moveTo>
                    <a:pt x="836" y="0"/>
                  </a:moveTo>
                  <a:cubicBezTo>
                    <a:pt x="428" y="0"/>
                    <a:pt x="47" y="117"/>
                    <a:pt x="21" y="403"/>
                  </a:cubicBezTo>
                  <a:cubicBezTo>
                    <a:pt x="1" y="621"/>
                    <a:pt x="55" y="693"/>
                    <a:pt x="149" y="693"/>
                  </a:cubicBezTo>
                  <a:cubicBezTo>
                    <a:pt x="329" y="693"/>
                    <a:pt x="651" y="433"/>
                    <a:pt x="874" y="433"/>
                  </a:cubicBezTo>
                  <a:cubicBezTo>
                    <a:pt x="882" y="433"/>
                    <a:pt x="889" y="434"/>
                    <a:pt x="896" y="434"/>
                  </a:cubicBezTo>
                  <a:cubicBezTo>
                    <a:pt x="1120" y="451"/>
                    <a:pt x="1436" y="625"/>
                    <a:pt x="1646" y="625"/>
                  </a:cubicBezTo>
                  <a:cubicBezTo>
                    <a:pt x="1751" y="625"/>
                    <a:pt x="1830" y="581"/>
                    <a:pt x="1857" y="452"/>
                  </a:cubicBezTo>
                  <a:cubicBezTo>
                    <a:pt x="1912" y="187"/>
                    <a:pt x="1352" y="0"/>
                    <a:pt x="836"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46"/>
            <p:cNvSpPr/>
            <p:nvPr/>
          </p:nvSpPr>
          <p:spPr>
            <a:xfrm>
              <a:off x="3236026" y="842377"/>
              <a:ext cx="13059" cy="14583"/>
            </a:xfrm>
            <a:custGeom>
              <a:rect b="b" l="l" r="r" t="t"/>
              <a:pathLst>
                <a:path extrusionOk="0" h="756" w="677">
                  <a:moveTo>
                    <a:pt x="305" y="1"/>
                  </a:moveTo>
                  <a:cubicBezTo>
                    <a:pt x="287" y="1"/>
                    <a:pt x="269" y="3"/>
                    <a:pt x="251" y="7"/>
                  </a:cubicBezTo>
                  <a:cubicBezTo>
                    <a:pt x="92" y="46"/>
                    <a:pt x="0" y="242"/>
                    <a:pt x="48" y="447"/>
                  </a:cubicBezTo>
                  <a:cubicBezTo>
                    <a:pt x="91" y="629"/>
                    <a:pt x="230" y="756"/>
                    <a:pt x="372" y="756"/>
                  </a:cubicBezTo>
                  <a:cubicBezTo>
                    <a:pt x="390" y="756"/>
                    <a:pt x="408" y="754"/>
                    <a:pt x="426" y="750"/>
                  </a:cubicBezTo>
                  <a:cubicBezTo>
                    <a:pt x="585" y="713"/>
                    <a:pt x="677" y="516"/>
                    <a:pt x="629" y="310"/>
                  </a:cubicBezTo>
                  <a:cubicBezTo>
                    <a:pt x="586" y="128"/>
                    <a:pt x="448" y="1"/>
                    <a:pt x="305"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46"/>
            <p:cNvSpPr/>
            <p:nvPr/>
          </p:nvSpPr>
          <p:spPr>
            <a:xfrm>
              <a:off x="3156593" y="834758"/>
              <a:ext cx="40085" cy="21431"/>
            </a:xfrm>
            <a:custGeom>
              <a:rect b="b" l="l" r="r" t="t"/>
              <a:pathLst>
                <a:path extrusionOk="0" h="1111" w="2078">
                  <a:moveTo>
                    <a:pt x="1527" y="0"/>
                  </a:moveTo>
                  <a:cubicBezTo>
                    <a:pt x="956" y="0"/>
                    <a:pt x="1" y="715"/>
                    <a:pt x="241" y="1021"/>
                  </a:cubicBezTo>
                  <a:cubicBezTo>
                    <a:pt x="290" y="1084"/>
                    <a:pt x="343" y="1110"/>
                    <a:pt x="399" y="1110"/>
                  </a:cubicBezTo>
                  <a:cubicBezTo>
                    <a:pt x="613" y="1110"/>
                    <a:pt x="861" y="716"/>
                    <a:pt x="1093" y="578"/>
                  </a:cubicBezTo>
                  <a:cubicBezTo>
                    <a:pt x="1194" y="517"/>
                    <a:pt x="1359" y="515"/>
                    <a:pt x="1517" y="515"/>
                  </a:cubicBezTo>
                  <a:cubicBezTo>
                    <a:pt x="1527" y="515"/>
                    <a:pt x="1538" y="515"/>
                    <a:pt x="1549" y="515"/>
                  </a:cubicBezTo>
                  <a:cubicBezTo>
                    <a:pt x="1832" y="515"/>
                    <a:pt x="2077" y="509"/>
                    <a:pt x="1863" y="160"/>
                  </a:cubicBezTo>
                  <a:cubicBezTo>
                    <a:pt x="1794" y="47"/>
                    <a:pt x="1673" y="0"/>
                    <a:pt x="1527"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46"/>
            <p:cNvSpPr/>
            <p:nvPr/>
          </p:nvSpPr>
          <p:spPr>
            <a:xfrm>
              <a:off x="3179432" y="855648"/>
              <a:ext cx="13079" cy="14564"/>
            </a:xfrm>
            <a:custGeom>
              <a:rect b="b" l="l" r="r" t="t"/>
              <a:pathLst>
                <a:path extrusionOk="0" h="755" w="678">
                  <a:moveTo>
                    <a:pt x="306" y="1"/>
                  </a:moveTo>
                  <a:cubicBezTo>
                    <a:pt x="288" y="1"/>
                    <a:pt x="270" y="3"/>
                    <a:pt x="252" y="7"/>
                  </a:cubicBezTo>
                  <a:cubicBezTo>
                    <a:pt x="93" y="44"/>
                    <a:pt x="1" y="241"/>
                    <a:pt x="49" y="445"/>
                  </a:cubicBezTo>
                  <a:cubicBezTo>
                    <a:pt x="92" y="628"/>
                    <a:pt x="230" y="755"/>
                    <a:pt x="371" y="755"/>
                  </a:cubicBezTo>
                  <a:cubicBezTo>
                    <a:pt x="390" y="755"/>
                    <a:pt x="408" y="753"/>
                    <a:pt x="426" y="748"/>
                  </a:cubicBezTo>
                  <a:cubicBezTo>
                    <a:pt x="586" y="711"/>
                    <a:pt x="678" y="515"/>
                    <a:pt x="630" y="310"/>
                  </a:cubicBezTo>
                  <a:cubicBezTo>
                    <a:pt x="587" y="128"/>
                    <a:pt x="448" y="1"/>
                    <a:pt x="306"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46"/>
            <p:cNvSpPr/>
            <p:nvPr/>
          </p:nvSpPr>
          <p:spPr>
            <a:xfrm>
              <a:off x="3200553" y="885064"/>
              <a:ext cx="59760" cy="29070"/>
            </a:xfrm>
            <a:custGeom>
              <a:rect b="b" l="l" r="r" t="t"/>
              <a:pathLst>
                <a:path extrusionOk="0" h="1507" w="3098">
                  <a:moveTo>
                    <a:pt x="2934" y="1"/>
                  </a:moveTo>
                  <a:cubicBezTo>
                    <a:pt x="2882" y="1"/>
                    <a:pt x="2831" y="29"/>
                    <a:pt x="2806" y="79"/>
                  </a:cubicBezTo>
                  <a:cubicBezTo>
                    <a:pt x="2574" y="529"/>
                    <a:pt x="2173" y="893"/>
                    <a:pt x="1700" y="1078"/>
                  </a:cubicBezTo>
                  <a:cubicBezTo>
                    <a:pt x="1457" y="1173"/>
                    <a:pt x="1195" y="1221"/>
                    <a:pt x="932" y="1221"/>
                  </a:cubicBezTo>
                  <a:cubicBezTo>
                    <a:pt x="686" y="1221"/>
                    <a:pt x="441" y="1179"/>
                    <a:pt x="211" y="1096"/>
                  </a:cubicBezTo>
                  <a:cubicBezTo>
                    <a:pt x="195" y="1090"/>
                    <a:pt x="179" y="1087"/>
                    <a:pt x="162" y="1087"/>
                  </a:cubicBezTo>
                  <a:cubicBezTo>
                    <a:pt x="104" y="1087"/>
                    <a:pt x="49" y="1123"/>
                    <a:pt x="28" y="1181"/>
                  </a:cubicBezTo>
                  <a:cubicBezTo>
                    <a:pt x="0" y="1256"/>
                    <a:pt x="39" y="1338"/>
                    <a:pt x="113" y="1365"/>
                  </a:cubicBezTo>
                  <a:cubicBezTo>
                    <a:pt x="374" y="1460"/>
                    <a:pt x="653" y="1507"/>
                    <a:pt x="932" y="1507"/>
                  </a:cubicBezTo>
                  <a:cubicBezTo>
                    <a:pt x="1230" y="1507"/>
                    <a:pt x="1530" y="1454"/>
                    <a:pt x="1805" y="1344"/>
                  </a:cubicBezTo>
                  <a:cubicBezTo>
                    <a:pt x="2340" y="1135"/>
                    <a:pt x="2798" y="722"/>
                    <a:pt x="3061" y="210"/>
                  </a:cubicBezTo>
                  <a:cubicBezTo>
                    <a:pt x="3098" y="140"/>
                    <a:pt x="3069" y="53"/>
                    <a:pt x="2999" y="16"/>
                  </a:cubicBezTo>
                  <a:cubicBezTo>
                    <a:pt x="2978" y="6"/>
                    <a:pt x="2956" y="1"/>
                    <a:pt x="2934"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46"/>
            <p:cNvSpPr/>
            <p:nvPr/>
          </p:nvSpPr>
          <p:spPr>
            <a:xfrm>
              <a:off x="3146466" y="694371"/>
              <a:ext cx="204165" cy="136380"/>
            </a:xfrm>
            <a:custGeom>
              <a:rect b="b" l="l" r="r" t="t"/>
              <a:pathLst>
                <a:path extrusionOk="0" h="7070" w="10584">
                  <a:moveTo>
                    <a:pt x="6464" y="1"/>
                  </a:moveTo>
                  <a:lnTo>
                    <a:pt x="2237" y="491"/>
                  </a:lnTo>
                  <a:lnTo>
                    <a:pt x="184" y="2502"/>
                  </a:lnTo>
                  <a:lnTo>
                    <a:pt x="24" y="3578"/>
                  </a:lnTo>
                  <a:cubicBezTo>
                    <a:pt x="0" y="4102"/>
                    <a:pt x="353" y="4621"/>
                    <a:pt x="849" y="4790"/>
                  </a:cubicBezTo>
                  <a:cubicBezTo>
                    <a:pt x="965" y="4830"/>
                    <a:pt x="1084" y="4848"/>
                    <a:pt x="1201" y="4848"/>
                  </a:cubicBezTo>
                  <a:cubicBezTo>
                    <a:pt x="1587" y="4848"/>
                    <a:pt x="1962" y="4647"/>
                    <a:pt x="2192" y="4318"/>
                  </a:cubicBezTo>
                  <a:cubicBezTo>
                    <a:pt x="2369" y="4729"/>
                    <a:pt x="2809" y="5007"/>
                    <a:pt x="3253" y="5007"/>
                  </a:cubicBezTo>
                  <a:cubicBezTo>
                    <a:pt x="3307" y="5007"/>
                    <a:pt x="3360" y="5003"/>
                    <a:pt x="3413" y="4995"/>
                  </a:cubicBezTo>
                  <a:cubicBezTo>
                    <a:pt x="3910" y="4919"/>
                    <a:pt x="4367" y="4495"/>
                    <a:pt x="4417" y="3997"/>
                  </a:cubicBezTo>
                  <a:cubicBezTo>
                    <a:pt x="4459" y="4249"/>
                    <a:pt x="4640" y="4471"/>
                    <a:pt x="4877" y="4566"/>
                  </a:cubicBezTo>
                  <a:cubicBezTo>
                    <a:pt x="4962" y="4601"/>
                    <a:pt x="5058" y="4617"/>
                    <a:pt x="5155" y="4617"/>
                  </a:cubicBezTo>
                  <a:cubicBezTo>
                    <a:pt x="5329" y="4617"/>
                    <a:pt x="5506" y="4565"/>
                    <a:pt x="5637" y="4468"/>
                  </a:cubicBezTo>
                  <a:lnTo>
                    <a:pt x="5637" y="4468"/>
                  </a:lnTo>
                  <a:cubicBezTo>
                    <a:pt x="5555" y="4813"/>
                    <a:pt x="5674" y="5200"/>
                    <a:pt x="5939" y="5438"/>
                  </a:cubicBezTo>
                  <a:cubicBezTo>
                    <a:pt x="6113" y="5596"/>
                    <a:pt x="6337" y="5672"/>
                    <a:pt x="6567" y="5672"/>
                  </a:cubicBezTo>
                  <a:cubicBezTo>
                    <a:pt x="6685" y="5672"/>
                    <a:pt x="6805" y="5652"/>
                    <a:pt x="6920" y="5612"/>
                  </a:cubicBezTo>
                  <a:lnTo>
                    <a:pt x="6920" y="5612"/>
                  </a:lnTo>
                  <a:cubicBezTo>
                    <a:pt x="6885" y="5939"/>
                    <a:pt x="6940" y="6281"/>
                    <a:pt x="7112" y="6560"/>
                  </a:cubicBezTo>
                  <a:cubicBezTo>
                    <a:pt x="7284" y="6839"/>
                    <a:pt x="7584" y="7047"/>
                    <a:pt x="7913" y="7067"/>
                  </a:cubicBezTo>
                  <a:cubicBezTo>
                    <a:pt x="7931" y="7069"/>
                    <a:pt x="7949" y="7069"/>
                    <a:pt x="7967" y="7069"/>
                  </a:cubicBezTo>
                  <a:cubicBezTo>
                    <a:pt x="8277" y="7069"/>
                    <a:pt x="8589" y="6888"/>
                    <a:pt x="8709" y="6600"/>
                  </a:cubicBezTo>
                  <a:lnTo>
                    <a:pt x="10393" y="6771"/>
                  </a:lnTo>
                  <a:lnTo>
                    <a:pt x="10583" y="4242"/>
                  </a:lnTo>
                  <a:lnTo>
                    <a:pt x="9508" y="1578"/>
                  </a:lnTo>
                  <a:lnTo>
                    <a:pt x="6464" y="1"/>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46"/>
            <p:cNvSpPr/>
            <p:nvPr/>
          </p:nvSpPr>
          <p:spPr>
            <a:xfrm>
              <a:off x="3299738" y="800654"/>
              <a:ext cx="57465" cy="64699"/>
            </a:xfrm>
            <a:custGeom>
              <a:rect b="b" l="l" r="r" t="t"/>
              <a:pathLst>
                <a:path extrusionOk="0" h="3354" w="2979">
                  <a:moveTo>
                    <a:pt x="1574" y="1"/>
                  </a:moveTo>
                  <a:cubicBezTo>
                    <a:pt x="1333" y="1"/>
                    <a:pt x="1086" y="72"/>
                    <a:pt x="866" y="210"/>
                  </a:cubicBezTo>
                  <a:cubicBezTo>
                    <a:pt x="188" y="637"/>
                    <a:pt x="1" y="1839"/>
                    <a:pt x="505" y="2657"/>
                  </a:cubicBezTo>
                  <a:cubicBezTo>
                    <a:pt x="888" y="3279"/>
                    <a:pt x="1322" y="3354"/>
                    <a:pt x="1508" y="3354"/>
                  </a:cubicBezTo>
                  <a:cubicBezTo>
                    <a:pt x="1567" y="3354"/>
                    <a:pt x="1601" y="3346"/>
                    <a:pt x="1601" y="3346"/>
                  </a:cubicBezTo>
                  <a:cubicBezTo>
                    <a:pt x="2309" y="3082"/>
                    <a:pt x="2979" y="1989"/>
                    <a:pt x="2728" y="989"/>
                  </a:cubicBezTo>
                  <a:cubicBezTo>
                    <a:pt x="2558" y="313"/>
                    <a:pt x="2078" y="1"/>
                    <a:pt x="1574"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46"/>
            <p:cNvSpPr/>
            <p:nvPr/>
          </p:nvSpPr>
          <p:spPr>
            <a:xfrm>
              <a:off x="3314514" y="813713"/>
              <a:ext cx="24691" cy="41030"/>
            </a:xfrm>
            <a:custGeom>
              <a:rect b="b" l="l" r="r" t="t"/>
              <a:pathLst>
                <a:path extrusionOk="0" h="2127" w="1280">
                  <a:moveTo>
                    <a:pt x="1020" y="0"/>
                  </a:moveTo>
                  <a:cubicBezTo>
                    <a:pt x="706" y="0"/>
                    <a:pt x="437" y="160"/>
                    <a:pt x="269" y="453"/>
                  </a:cubicBezTo>
                  <a:cubicBezTo>
                    <a:pt x="0" y="924"/>
                    <a:pt x="74" y="1590"/>
                    <a:pt x="452" y="2071"/>
                  </a:cubicBezTo>
                  <a:cubicBezTo>
                    <a:pt x="479" y="2107"/>
                    <a:pt x="522" y="2126"/>
                    <a:pt x="564" y="2126"/>
                  </a:cubicBezTo>
                  <a:cubicBezTo>
                    <a:pt x="595" y="2126"/>
                    <a:pt x="626" y="2117"/>
                    <a:pt x="651" y="2096"/>
                  </a:cubicBezTo>
                  <a:cubicBezTo>
                    <a:pt x="714" y="2047"/>
                    <a:pt x="726" y="1957"/>
                    <a:pt x="677" y="1894"/>
                  </a:cubicBezTo>
                  <a:cubicBezTo>
                    <a:pt x="319" y="1436"/>
                    <a:pt x="344" y="900"/>
                    <a:pt x="518" y="595"/>
                  </a:cubicBezTo>
                  <a:cubicBezTo>
                    <a:pt x="588" y="475"/>
                    <a:pt x="740" y="288"/>
                    <a:pt x="1018" y="288"/>
                  </a:cubicBezTo>
                  <a:cubicBezTo>
                    <a:pt x="1047" y="288"/>
                    <a:pt x="1076" y="290"/>
                    <a:pt x="1107" y="294"/>
                  </a:cubicBezTo>
                  <a:cubicBezTo>
                    <a:pt x="1114" y="295"/>
                    <a:pt x="1120" y="295"/>
                    <a:pt x="1126" y="295"/>
                  </a:cubicBezTo>
                  <a:cubicBezTo>
                    <a:pt x="1197" y="295"/>
                    <a:pt x="1260" y="243"/>
                    <a:pt x="1269" y="170"/>
                  </a:cubicBezTo>
                  <a:cubicBezTo>
                    <a:pt x="1280" y="92"/>
                    <a:pt x="1223" y="20"/>
                    <a:pt x="1146" y="9"/>
                  </a:cubicBezTo>
                  <a:cubicBezTo>
                    <a:pt x="1103" y="3"/>
                    <a:pt x="1061" y="0"/>
                    <a:pt x="1020"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46"/>
            <p:cNvSpPr/>
            <p:nvPr/>
          </p:nvSpPr>
          <p:spPr>
            <a:xfrm>
              <a:off x="3316616" y="829993"/>
              <a:ext cx="23457" cy="11941"/>
            </a:xfrm>
            <a:custGeom>
              <a:rect b="b" l="l" r="r" t="t"/>
              <a:pathLst>
                <a:path extrusionOk="0" h="619" w="1216">
                  <a:moveTo>
                    <a:pt x="670" y="1"/>
                  </a:moveTo>
                  <a:cubicBezTo>
                    <a:pt x="603" y="1"/>
                    <a:pt x="536" y="11"/>
                    <a:pt x="470" y="30"/>
                  </a:cubicBezTo>
                  <a:cubicBezTo>
                    <a:pt x="260" y="93"/>
                    <a:pt x="86" y="249"/>
                    <a:pt x="25" y="428"/>
                  </a:cubicBezTo>
                  <a:cubicBezTo>
                    <a:pt x="1" y="504"/>
                    <a:pt x="41" y="584"/>
                    <a:pt x="115" y="610"/>
                  </a:cubicBezTo>
                  <a:cubicBezTo>
                    <a:pt x="131" y="615"/>
                    <a:pt x="146" y="618"/>
                    <a:pt x="162" y="618"/>
                  </a:cubicBezTo>
                  <a:cubicBezTo>
                    <a:pt x="222" y="618"/>
                    <a:pt x="276" y="580"/>
                    <a:pt x="297" y="520"/>
                  </a:cubicBezTo>
                  <a:cubicBezTo>
                    <a:pt x="323" y="446"/>
                    <a:pt x="413" y="348"/>
                    <a:pt x="550" y="306"/>
                  </a:cubicBezTo>
                  <a:cubicBezTo>
                    <a:pt x="584" y="296"/>
                    <a:pt x="624" y="288"/>
                    <a:pt x="669" y="288"/>
                  </a:cubicBezTo>
                  <a:cubicBezTo>
                    <a:pt x="754" y="288"/>
                    <a:pt x="857" y="315"/>
                    <a:pt x="965" y="401"/>
                  </a:cubicBezTo>
                  <a:cubicBezTo>
                    <a:pt x="991" y="422"/>
                    <a:pt x="1023" y="432"/>
                    <a:pt x="1054" y="432"/>
                  </a:cubicBezTo>
                  <a:cubicBezTo>
                    <a:pt x="1096" y="432"/>
                    <a:pt x="1139" y="413"/>
                    <a:pt x="1168" y="377"/>
                  </a:cubicBezTo>
                  <a:cubicBezTo>
                    <a:pt x="1216" y="315"/>
                    <a:pt x="1206" y="225"/>
                    <a:pt x="1143" y="175"/>
                  </a:cubicBezTo>
                  <a:cubicBezTo>
                    <a:pt x="999" y="60"/>
                    <a:pt x="835" y="1"/>
                    <a:pt x="670"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46"/>
            <p:cNvSpPr/>
            <p:nvPr/>
          </p:nvSpPr>
          <p:spPr>
            <a:xfrm>
              <a:off x="2973346" y="1821398"/>
              <a:ext cx="623395" cy="149633"/>
            </a:xfrm>
            <a:custGeom>
              <a:rect b="b" l="l" r="r" t="t"/>
              <a:pathLst>
                <a:path extrusionOk="0" h="7757" w="32317">
                  <a:moveTo>
                    <a:pt x="12123" y="1"/>
                  </a:moveTo>
                  <a:cubicBezTo>
                    <a:pt x="9416" y="1"/>
                    <a:pt x="6549" y="504"/>
                    <a:pt x="3196" y="2165"/>
                  </a:cubicBezTo>
                  <a:cubicBezTo>
                    <a:pt x="0" y="3746"/>
                    <a:pt x="4231" y="7757"/>
                    <a:pt x="4231" y="7757"/>
                  </a:cubicBezTo>
                  <a:cubicBezTo>
                    <a:pt x="8174" y="7552"/>
                    <a:pt x="29275" y="4680"/>
                    <a:pt x="30857" y="3929"/>
                  </a:cubicBezTo>
                  <a:cubicBezTo>
                    <a:pt x="32317" y="3237"/>
                    <a:pt x="32131" y="647"/>
                    <a:pt x="30122" y="647"/>
                  </a:cubicBezTo>
                  <a:cubicBezTo>
                    <a:pt x="29953" y="647"/>
                    <a:pt x="29771" y="665"/>
                    <a:pt x="29576" y="705"/>
                  </a:cubicBezTo>
                  <a:cubicBezTo>
                    <a:pt x="27818" y="1060"/>
                    <a:pt x="26194" y="1193"/>
                    <a:pt x="24661" y="1193"/>
                  </a:cubicBezTo>
                  <a:cubicBezTo>
                    <a:pt x="20071" y="1193"/>
                    <a:pt x="16287" y="1"/>
                    <a:pt x="12123"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46"/>
            <p:cNvSpPr/>
            <p:nvPr/>
          </p:nvSpPr>
          <p:spPr>
            <a:xfrm>
              <a:off x="2989067" y="1420878"/>
              <a:ext cx="436668" cy="550228"/>
            </a:xfrm>
            <a:custGeom>
              <a:rect b="b" l="l" r="r" t="t"/>
              <a:pathLst>
                <a:path extrusionOk="0" h="28524" w="22637">
                  <a:moveTo>
                    <a:pt x="12914" y="1"/>
                  </a:moveTo>
                  <a:cubicBezTo>
                    <a:pt x="9799" y="5023"/>
                    <a:pt x="966" y="21456"/>
                    <a:pt x="394" y="24774"/>
                  </a:cubicBezTo>
                  <a:cubicBezTo>
                    <a:pt x="0" y="27056"/>
                    <a:pt x="1585" y="28524"/>
                    <a:pt x="3308" y="28524"/>
                  </a:cubicBezTo>
                  <a:cubicBezTo>
                    <a:pt x="4090" y="28524"/>
                    <a:pt x="4900" y="28221"/>
                    <a:pt x="5567" y="27556"/>
                  </a:cubicBezTo>
                  <a:cubicBezTo>
                    <a:pt x="7702" y="25423"/>
                    <a:pt x="20548" y="13348"/>
                    <a:pt x="21593" y="9662"/>
                  </a:cubicBezTo>
                  <a:cubicBezTo>
                    <a:pt x="22637" y="5975"/>
                    <a:pt x="22142" y="1"/>
                    <a:pt x="22142"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46"/>
            <p:cNvSpPr/>
            <p:nvPr/>
          </p:nvSpPr>
          <p:spPr>
            <a:xfrm>
              <a:off x="3127505" y="1818640"/>
              <a:ext cx="104860" cy="103279"/>
            </a:xfrm>
            <a:custGeom>
              <a:rect b="b" l="l" r="r" t="t"/>
              <a:pathLst>
                <a:path extrusionOk="0" h="5354" w="5436">
                  <a:moveTo>
                    <a:pt x="5279" y="0"/>
                  </a:moveTo>
                  <a:cubicBezTo>
                    <a:pt x="5242" y="0"/>
                    <a:pt x="5204" y="15"/>
                    <a:pt x="5176" y="43"/>
                  </a:cubicBezTo>
                  <a:cubicBezTo>
                    <a:pt x="3334" y="1913"/>
                    <a:pt x="1555" y="3653"/>
                    <a:pt x="58" y="5107"/>
                  </a:cubicBezTo>
                  <a:cubicBezTo>
                    <a:pt x="2" y="5163"/>
                    <a:pt x="0" y="5254"/>
                    <a:pt x="55" y="5310"/>
                  </a:cubicBezTo>
                  <a:cubicBezTo>
                    <a:pt x="84" y="5339"/>
                    <a:pt x="121" y="5354"/>
                    <a:pt x="158" y="5354"/>
                  </a:cubicBezTo>
                  <a:cubicBezTo>
                    <a:pt x="193" y="5354"/>
                    <a:pt x="231" y="5341"/>
                    <a:pt x="258" y="5313"/>
                  </a:cubicBezTo>
                  <a:cubicBezTo>
                    <a:pt x="1757" y="3856"/>
                    <a:pt x="3536" y="2116"/>
                    <a:pt x="5381" y="245"/>
                  </a:cubicBezTo>
                  <a:cubicBezTo>
                    <a:pt x="5436" y="188"/>
                    <a:pt x="5436" y="97"/>
                    <a:pt x="5379" y="42"/>
                  </a:cubicBezTo>
                  <a:cubicBezTo>
                    <a:pt x="5352" y="14"/>
                    <a:pt x="5315" y="0"/>
                    <a:pt x="5279"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46"/>
            <p:cNvSpPr/>
            <p:nvPr/>
          </p:nvSpPr>
          <p:spPr>
            <a:xfrm>
              <a:off x="3499940" y="1782569"/>
              <a:ext cx="199246" cy="243864"/>
            </a:xfrm>
            <a:custGeom>
              <a:rect b="b" l="l" r="r" t="t"/>
              <a:pathLst>
                <a:path extrusionOk="0" h="12642" w="10329">
                  <a:moveTo>
                    <a:pt x="5389" y="1"/>
                  </a:moveTo>
                  <a:cubicBezTo>
                    <a:pt x="3399" y="792"/>
                    <a:pt x="0" y="2020"/>
                    <a:pt x="421" y="3075"/>
                  </a:cubicBezTo>
                  <a:cubicBezTo>
                    <a:pt x="482" y="3230"/>
                    <a:pt x="610" y="3278"/>
                    <a:pt x="776" y="3278"/>
                  </a:cubicBezTo>
                  <a:cubicBezTo>
                    <a:pt x="1048" y="3278"/>
                    <a:pt x="1424" y="3150"/>
                    <a:pt x="1791" y="3150"/>
                  </a:cubicBezTo>
                  <a:cubicBezTo>
                    <a:pt x="2176" y="3150"/>
                    <a:pt x="2550" y="3291"/>
                    <a:pt x="2780" y="3870"/>
                  </a:cubicBezTo>
                  <a:cubicBezTo>
                    <a:pt x="3075" y="4614"/>
                    <a:pt x="2572" y="5332"/>
                    <a:pt x="2385" y="5480"/>
                  </a:cubicBezTo>
                  <a:cubicBezTo>
                    <a:pt x="2199" y="5628"/>
                    <a:pt x="1410" y="6187"/>
                    <a:pt x="1452" y="7354"/>
                  </a:cubicBezTo>
                  <a:cubicBezTo>
                    <a:pt x="1473" y="7922"/>
                    <a:pt x="1739" y="8146"/>
                    <a:pt x="2088" y="8146"/>
                  </a:cubicBezTo>
                  <a:cubicBezTo>
                    <a:pt x="2455" y="8146"/>
                    <a:pt x="2915" y="7897"/>
                    <a:pt x="3278" y="7539"/>
                  </a:cubicBezTo>
                  <a:cubicBezTo>
                    <a:pt x="4442" y="7741"/>
                    <a:pt x="6634" y="10464"/>
                    <a:pt x="7439" y="11499"/>
                  </a:cubicBezTo>
                  <a:cubicBezTo>
                    <a:pt x="8008" y="12229"/>
                    <a:pt x="8573" y="12641"/>
                    <a:pt x="9307" y="12641"/>
                  </a:cubicBezTo>
                  <a:cubicBezTo>
                    <a:pt x="9614" y="12641"/>
                    <a:pt x="9950" y="12570"/>
                    <a:pt x="10329" y="12419"/>
                  </a:cubicBezTo>
                  <a:lnTo>
                    <a:pt x="53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46"/>
            <p:cNvSpPr/>
            <p:nvPr/>
          </p:nvSpPr>
          <p:spPr>
            <a:xfrm>
              <a:off x="3586201" y="1785521"/>
              <a:ext cx="100906" cy="243440"/>
            </a:xfrm>
            <a:custGeom>
              <a:rect b="b" l="l" r="r" t="t"/>
              <a:pathLst>
                <a:path extrusionOk="0" h="12620" w="5231">
                  <a:moveTo>
                    <a:pt x="163" y="0"/>
                  </a:moveTo>
                  <a:cubicBezTo>
                    <a:pt x="146" y="0"/>
                    <a:pt x="128" y="3"/>
                    <a:pt x="110" y="10"/>
                  </a:cubicBezTo>
                  <a:cubicBezTo>
                    <a:pt x="38" y="39"/>
                    <a:pt x="0" y="123"/>
                    <a:pt x="29" y="196"/>
                  </a:cubicBezTo>
                  <a:lnTo>
                    <a:pt x="4935" y="12527"/>
                  </a:lnTo>
                  <a:cubicBezTo>
                    <a:pt x="4958" y="12584"/>
                    <a:pt x="5011" y="12619"/>
                    <a:pt x="5069" y="12619"/>
                  </a:cubicBezTo>
                  <a:cubicBezTo>
                    <a:pt x="5087" y="12619"/>
                    <a:pt x="5104" y="12616"/>
                    <a:pt x="5122" y="12608"/>
                  </a:cubicBezTo>
                  <a:cubicBezTo>
                    <a:pt x="5195" y="12579"/>
                    <a:pt x="5230" y="12495"/>
                    <a:pt x="5201" y="12423"/>
                  </a:cubicBezTo>
                  <a:lnTo>
                    <a:pt x="297" y="91"/>
                  </a:lnTo>
                  <a:cubicBezTo>
                    <a:pt x="275" y="34"/>
                    <a:pt x="221" y="0"/>
                    <a:pt x="163"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46"/>
            <p:cNvSpPr/>
            <p:nvPr/>
          </p:nvSpPr>
          <p:spPr>
            <a:xfrm>
              <a:off x="3543244" y="1803672"/>
              <a:ext cx="68557" cy="39853"/>
            </a:xfrm>
            <a:custGeom>
              <a:rect b="b" l="l" r="r" t="t"/>
              <a:pathLst>
                <a:path extrusionOk="0" h="2066" w="3554">
                  <a:moveTo>
                    <a:pt x="162" y="0"/>
                  </a:moveTo>
                  <a:cubicBezTo>
                    <a:pt x="145" y="0"/>
                    <a:pt x="127" y="4"/>
                    <a:pt x="110" y="10"/>
                  </a:cubicBezTo>
                  <a:cubicBezTo>
                    <a:pt x="36" y="39"/>
                    <a:pt x="0" y="123"/>
                    <a:pt x="29" y="197"/>
                  </a:cubicBezTo>
                  <a:cubicBezTo>
                    <a:pt x="406" y="1145"/>
                    <a:pt x="1222" y="2065"/>
                    <a:pt x="2414" y="2065"/>
                  </a:cubicBezTo>
                  <a:cubicBezTo>
                    <a:pt x="2732" y="2065"/>
                    <a:pt x="3075" y="1999"/>
                    <a:pt x="3444" y="1852"/>
                  </a:cubicBezTo>
                  <a:cubicBezTo>
                    <a:pt x="3518" y="1823"/>
                    <a:pt x="3554" y="1740"/>
                    <a:pt x="3525" y="1666"/>
                  </a:cubicBezTo>
                  <a:cubicBezTo>
                    <a:pt x="3502" y="1610"/>
                    <a:pt x="3447" y="1576"/>
                    <a:pt x="3390" y="1576"/>
                  </a:cubicBezTo>
                  <a:cubicBezTo>
                    <a:pt x="3373" y="1576"/>
                    <a:pt x="3356" y="1579"/>
                    <a:pt x="3339" y="1585"/>
                  </a:cubicBezTo>
                  <a:cubicBezTo>
                    <a:pt x="3006" y="1718"/>
                    <a:pt x="2696" y="1777"/>
                    <a:pt x="2411" y="1777"/>
                  </a:cubicBezTo>
                  <a:cubicBezTo>
                    <a:pt x="1364" y="1777"/>
                    <a:pt x="649" y="979"/>
                    <a:pt x="295" y="91"/>
                  </a:cubicBezTo>
                  <a:cubicBezTo>
                    <a:pt x="273" y="34"/>
                    <a:pt x="219" y="0"/>
                    <a:pt x="162"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46"/>
            <p:cNvSpPr/>
            <p:nvPr/>
          </p:nvSpPr>
          <p:spPr>
            <a:xfrm>
              <a:off x="3566121" y="1897745"/>
              <a:ext cx="17014" cy="35551"/>
            </a:xfrm>
            <a:custGeom>
              <a:rect b="b" l="l" r="r" t="t"/>
              <a:pathLst>
                <a:path extrusionOk="0" h="1843" w="882">
                  <a:moveTo>
                    <a:pt x="719" y="1"/>
                  </a:moveTo>
                  <a:cubicBezTo>
                    <a:pt x="673" y="1"/>
                    <a:pt x="628" y="22"/>
                    <a:pt x="601" y="63"/>
                  </a:cubicBezTo>
                  <a:cubicBezTo>
                    <a:pt x="273" y="545"/>
                    <a:pt x="66" y="1106"/>
                    <a:pt x="8" y="1684"/>
                  </a:cubicBezTo>
                  <a:cubicBezTo>
                    <a:pt x="0" y="1763"/>
                    <a:pt x="58" y="1834"/>
                    <a:pt x="137" y="1842"/>
                  </a:cubicBezTo>
                  <a:lnTo>
                    <a:pt x="152" y="1842"/>
                  </a:lnTo>
                  <a:cubicBezTo>
                    <a:pt x="224" y="1842"/>
                    <a:pt x="287" y="1788"/>
                    <a:pt x="294" y="1713"/>
                  </a:cubicBezTo>
                  <a:cubicBezTo>
                    <a:pt x="348" y="1182"/>
                    <a:pt x="535" y="668"/>
                    <a:pt x="838" y="224"/>
                  </a:cubicBezTo>
                  <a:cubicBezTo>
                    <a:pt x="882" y="160"/>
                    <a:pt x="866" y="70"/>
                    <a:pt x="800" y="26"/>
                  </a:cubicBezTo>
                  <a:cubicBezTo>
                    <a:pt x="775" y="9"/>
                    <a:pt x="747" y="1"/>
                    <a:pt x="719"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46"/>
            <p:cNvSpPr/>
            <p:nvPr/>
          </p:nvSpPr>
          <p:spPr>
            <a:xfrm>
              <a:off x="3583617" y="1911961"/>
              <a:ext cx="17207" cy="33082"/>
            </a:xfrm>
            <a:custGeom>
              <a:rect b="b" l="l" r="r" t="t"/>
              <a:pathLst>
                <a:path extrusionOk="0" h="1715" w="892">
                  <a:moveTo>
                    <a:pt x="731" y="0"/>
                  </a:moveTo>
                  <a:cubicBezTo>
                    <a:pt x="687" y="0"/>
                    <a:pt x="644" y="20"/>
                    <a:pt x="615" y="58"/>
                  </a:cubicBezTo>
                  <a:cubicBezTo>
                    <a:pt x="288" y="495"/>
                    <a:pt x="78" y="1012"/>
                    <a:pt x="10" y="1553"/>
                  </a:cubicBezTo>
                  <a:cubicBezTo>
                    <a:pt x="1" y="1632"/>
                    <a:pt x="57" y="1703"/>
                    <a:pt x="136" y="1713"/>
                  </a:cubicBezTo>
                  <a:cubicBezTo>
                    <a:pt x="143" y="1715"/>
                    <a:pt x="147" y="1715"/>
                    <a:pt x="154" y="1715"/>
                  </a:cubicBezTo>
                  <a:cubicBezTo>
                    <a:pt x="225" y="1715"/>
                    <a:pt x="286" y="1661"/>
                    <a:pt x="296" y="1589"/>
                  </a:cubicBezTo>
                  <a:cubicBezTo>
                    <a:pt x="357" y="1096"/>
                    <a:pt x="547" y="627"/>
                    <a:pt x="845" y="230"/>
                  </a:cubicBezTo>
                  <a:cubicBezTo>
                    <a:pt x="892" y="167"/>
                    <a:pt x="879" y="77"/>
                    <a:pt x="816" y="29"/>
                  </a:cubicBezTo>
                  <a:cubicBezTo>
                    <a:pt x="790" y="9"/>
                    <a:pt x="760" y="0"/>
                    <a:pt x="731"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46"/>
            <p:cNvSpPr/>
            <p:nvPr/>
          </p:nvSpPr>
          <p:spPr>
            <a:xfrm>
              <a:off x="3598662" y="1929823"/>
              <a:ext cx="18094" cy="29340"/>
            </a:xfrm>
            <a:custGeom>
              <a:rect b="b" l="l" r="r" t="t"/>
              <a:pathLst>
                <a:path extrusionOk="0" h="1521" w="938">
                  <a:moveTo>
                    <a:pt x="774" y="0"/>
                  </a:moveTo>
                  <a:cubicBezTo>
                    <a:pt x="727" y="0"/>
                    <a:pt x="680" y="24"/>
                    <a:pt x="653" y="67"/>
                  </a:cubicBezTo>
                  <a:cubicBezTo>
                    <a:pt x="402" y="463"/>
                    <a:pt x="192" y="887"/>
                    <a:pt x="28" y="1327"/>
                  </a:cubicBezTo>
                  <a:cubicBezTo>
                    <a:pt x="1" y="1401"/>
                    <a:pt x="39" y="1483"/>
                    <a:pt x="114" y="1511"/>
                  </a:cubicBezTo>
                  <a:cubicBezTo>
                    <a:pt x="130" y="1517"/>
                    <a:pt x="147" y="1520"/>
                    <a:pt x="163" y="1520"/>
                  </a:cubicBezTo>
                  <a:cubicBezTo>
                    <a:pt x="221" y="1520"/>
                    <a:pt x="276" y="1485"/>
                    <a:pt x="297" y="1427"/>
                  </a:cubicBezTo>
                  <a:cubicBezTo>
                    <a:pt x="454" y="1006"/>
                    <a:pt x="655" y="600"/>
                    <a:pt x="895" y="220"/>
                  </a:cubicBezTo>
                  <a:cubicBezTo>
                    <a:pt x="937" y="154"/>
                    <a:pt x="918" y="65"/>
                    <a:pt x="850" y="23"/>
                  </a:cubicBezTo>
                  <a:cubicBezTo>
                    <a:pt x="826" y="8"/>
                    <a:pt x="800" y="0"/>
                    <a:pt x="774"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46"/>
            <p:cNvSpPr/>
            <p:nvPr/>
          </p:nvSpPr>
          <p:spPr>
            <a:xfrm>
              <a:off x="3094521" y="1420917"/>
              <a:ext cx="331248" cy="351715"/>
            </a:xfrm>
            <a:custGeom>
              <a:rect b="b" l="l" r="r" t="t"/>
              <a:pathLst>
                <a:path extrusionOk="0" h="18233" w="17172">
                  <a:moveTo>
                    <a:pt x="7447" y="0"/>
                  </a:moveTo>
                  <a:cubicBezTo>
                    <a:pt x="5844" y="2584"/>
                    <a:pt x="2727" y="8189"/>
                    <a:pt x="0" y="13472"/>
                  </a:cubicBezTo>
                  <a:cubicBezTo>
                    <a:pt x="2260" y="16310"/>
                    <a:pt x="5808" y="18103"/>
                    <a:pt x="9436" y="18232"/>
                  </a:cubicBezTo>
                  <a:cubicBezTo>
                    <a:pt x="12699" y="14788"/>
                    <a:pt x="15647" y="11348"/>
                    <a:pt x="16126" y="9660"/>
                  </a:cubicBezTo>
                  <a:cubicBezTo>
                    <a:pt x="17172" y="5973"/>
                    <a:pt x="16677" y="0"/>
                    <a:pt x="166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46"/>
            <p:cNvSpPr/>
            <p:nvPr/>
          </p:nvSpPr>
          <p:spPr>
            <a:xfrm>
              <a:off x="3115527" y="1645558"/>
              <a:ext cx="187422" cy="101311"/>
            </a:xfrm>
            <a:custGeom>
              <a:rect b="b" l="l" r="r" t="t"/>
              <a:pathLst>
                <a:path extrusionOk="0" h="5252" w="9716">
                  <a:moveTo>
                    <a:pt x="160" y="1"/>
                  </a:moveTo>
                  <a:cubicBezTo>
                    <a:pt x="125" y="1"/>
                    <a:pt x="89" y="13"/>
                    <a:pt x="62" y="38"/>
                  </a:cubicBezTo>
                  <a:cubicBezTo>
                    <a:pt x="4" y="93"/>
                    <a:pt x="1" y="183"/>
                    <a:pt x="54" y="241"/>
                  </a:cubicBezTo>
                  <a:cubicBezTo>
                    <a:pt x="2542" y="2938"/>
                    <a:pt x="5912" y="4715"/>
                    <a:pt x="9541" y="5250"/>
                  </a:cubicBezTo>
                  <a:cubicBezTo>
                    <a:pt x="9548" y="5250"/>
                    <a:pt x="9556" y="5252"/>
                    <a:pt x="9562" y="5252"/>
                  </a:cubicBezTo>
                  <a:cubicBezTo>
                    <a:pt x="9631" y="5252"/>
                    <a:pt x="9693" y="5200"/>
                    <a:pt x="9704" y="5129"/>
                  </a:cubicBezTo>
                  <a:cubicBezTo>
                    <a:pt x="9715" y="5050"/>
                    <a:pt x="9662" y="4978"/>
                    <a:pt x="9583" y="4965"/>
                  </a:cubicBezTo>
                  <a:cubicBezTo>
                    <a:pt x="6018" y="4441"/>
                    <a:pt x="2708" y="2694"/>
                    <a:pt x="265" y="46"/>
                  </a:cubicBezTo>
                  <a:cubicBezTo>
                    <a:pt x="237" y="16"/>
                    <a:pt x="198" y="1"/>
                    <a:pt x="160"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46"/>
            <p:cNvSpPr/>
            <p:nvPr/>
          </p:nvSpPr>
          <p:spPr>
            <a:xfrm>
              <a:off x="3461516" y="1924460"/>
              <a:ext cx="250886" cy="557616"/>
            </a:xfrm>
            <a:custGeom>
              <a:rect b="b" l="l" r="r" t="t"/>
              <a:pathLst>
                <a:path extrusionOk="0" h="28907" w="13006">
                  <a:moveTo>
                    <a:pt x="3709" y="1"/>
                  </a:moveTo>
                  <a:cubicBezTo>
                    <a:pt x="1843" y="1"/>
                    <a:pt x="0" y="2941"/>
                    <a:pt x="0" y="2941"/>
                  </a:cubicBezTo>
                  <a:cubicBezTo>
                    <a:pt x="1038" y="6751"/>
                    <a:pt x="8350" y="26881"/>
                    <a:pt x="9420" y="28268"/>
                  </a:cubicBezTo>
                  <a:cubicBezTo>
                    <a:pt x="9756" y="28704"/>
                    <a:pt x="10266" y="28907"/>
                    <a:pt x="10777" y="28907"/>
                  </a:cubicBezTo>
                  <a:cubicBezTo>
                    <a:pt x="11891" y="28907"/>
                    <a:pt x="13005" y="27942"/>
                    <a:pt x="12300" y="26333"/>
                  </a:cubicBezTo>
                  <a:cubicBezTo>
                    <a:pt x="8024" y="16578"/>
                    <a:pt x="12402" y="9792"/>
                    <a:pt x="5275" y="862"/>
                  </a:cubicBezTo>
                  <a:cubicBezTo>
                    <a:pt x="4780" y="242"/>
                    <a:pt x="4243" y="1"/>
                    <a:pt x="3709"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46"/>
            <p:cNvSpPr/>
            <p:nvPr/>
          </p:nvSpPr>
          <p:spPr>
            <a:xfrm>
              <a:off x="3298600" y="1397731"/>
              <a:ext cx="278297" cy="605069"/>
            </a:xfrm>
            <a:custGeom>
              <a:rect b="b" l="l" r="r" t="t"/>
              <a:pathLst>
                <a:path extrusionOk="0" h="31367" w="14427">
                  <a:moveTo>
                    <a:pt x="11455" y="0"/>
                  </a:moveTo>
                  <a:lnTo>
                    <a:pt x="0" y="1834"/>
                  </a:lnTo>
                  <a:cubicBezTo>
                    <a:pt x="725" y="8519"/>
                    <a:pt x="6670" y="26748"/>
                    <a:pt x="8446" y="30248"/>
                  </a:cubicBezTo>
                  <a:cubicBezTo>
                    <a:pt x="8838" y="31021"/>
                    <a:pt x="9615" y="31367"/>
                    <a:pt x="10456" y="31367"/>
                  </a:cubicBezTo>
                  <a:cubicBezTo>
                    <a:pt x="12051" y="31367"/>
                    <a:pt x="13875" y="30118"/>
                    <a:pt x="13721" y="28169"/>
                  </a:cubicBezTo>
                  <a:cubicBezTo>
                    <a:pt x="13484" y="25194"/>
                    <a:pt x="14427" y="5908"/>
                    <a:pt x="11455"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46"/>
            <p:cNvSpPr/>
            <p:nvPr/>
          </p:nvSpPr>
          <p:spPr>
            <a:xfrm>
              <a:off x="3405057" y="1837968"/>
              <a:ext cx="35995" cy="89293"/>
            </a:xfrm>
            <a:custGeom>
              <a:rect b="b" l="l" r="r" t="t"/>
              <a:pathLst>
                <a:path extrusionOk="0" h="4629" w="1866">
                  <a:moveTo>
                    <a:pt x="162" y="1"/>
                  </a:moveTo>
                  <a:cubicBezTo>
                    <a:pt x="147" y="1"/>
                    <a:pt x="131" y="3"/>
                    <a:pt x="115" y="8"/>
                  </a:cubicBezTo>
                  <a:cubicBezTo>
                    <a:pt x="41" y="33"/>
                    <a:pt x="1" y="115"/>
                    <a:pt x="27" y="189"/>
                  </a:cubicBezTo>
                  <a:cubicBezTo>
                    <a:pt x="575" y="1812"/>
                    <a:pt x="1110" y="3315"/>
                    <a:pt x="1569" y="4535"/>
                  </a:cubicBezTo>
                  <a:cubicBezTo>
                    <a:pt x="1591" y="4593"/>
                    <a:pt x="1645" y="4629"/>
                    <a:pt x="1703" y="4629"/>
                  </a:cubicBezTo>
                  <a:cubicBezTo>
                    <a:pt x="1720" y="4629"/>
                    <a:pt x="1736" y="4626"/>
                    <a:pt x="1754" y="4619"/>
                  </a:cubicBezTo>
                  <a:cubicBezTo>
                    <a:pt x="1828" y="4592"/>
                    <a:pt x="1865" y="4508"/>
                    <a:pt x="1838" y="4434"/>
                  </a:cubicBezTo>
                  <a:cubicBezTo>
                    <a:pt x="1379" y="3217"/>
                    <a:pt x="847" y="1717"/>
                    <a:pt x="297" y="97"/>
                  </a:cubicBezTo>
                  <a:cubicBezTo>
                    <a:pt x="278" y="38"/>
                    <a:pt x="222" y="1"/>
                    <a:pt x="162"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46"/>
            <p:cNvSpPr/>
            <p:nvPr/>
          </p:nvSpPr>
          <p:spPr>
            <a:xfrm>
              <a:off x="3458912" y="1969732"/>
              <a:ext cx="81211" cy="17554"/>
            </a:xfrm>
            <a:custGeom>
              <a:rect b="b" l="l" r="r" t="t"/>
              <a:pathLst>
                <a:path extrusionOk="0" h="910" w="4210">
                  <a:moveTo>
                    <a:pt x="4045" y="0"/>
                  </a:moveTo>
                  <a:cubicBezTo>
                    <a:pt x="4023" y="0"/>
                    <a:pt x="4000" y="6"/>
                    <a:pt x="3979" y="17"/>
                  </a:cubicBezTo>
                  <a:cubicBezTo>
                    <a:pt x="3218" y="417"/>
                    <a:pt x="2358" y="623"/>
                    <a:pt x="1498" y="623"/>
                  </a:cubicBezTo>
                  <a:cubicBezTo>
                    <a:pt x="1059" y="623"/>
                    <a:pt x="620" y="569"/>
                    <a:pt x="195" y="460"/>
                  </a:cubicBezTo>
                  <a:cubicBezTo>
                    <a:pt x="183" y="457"/>
                    <a:pt x="170" y="455"/>
                    <a:pt x="158" y="455"/>
                  </a:cubicBezTo>
                  <a:cubicBezTo>
                    <a:pt x="95" y="455"/>
                    <a:pt x="37" y="498"/>
                    <a:pt x="21" y="563"/>
                  </a:cubicBezTo>
                  <a:cubicBezTo>
                    <a:pt x="0" y="639"/>
                    <a:pt x="47" y="718"/>
                    <a:pt x="124" y="737"/>
                  </a:cubicBezTo>
                  <a:cubicBezTo>
                    <a:pt x="572" y="853"/>
                    <a:pt x="1036" y="910"/>
                    <a:pt x="1499" y="910"/>
                  </a:cubicBezTo>
                  <a:cubicBezTo>
                    <a:pt x="2405" y="910"/>
                    <a:pt x="3312" y="692"/>
                    <a:pt x="4113" y="272"/>
                  </a:cubicBezTo>
                  <a:cubicBezTo>
                    <a:pt x="4182" y="234"/>
                    <a:pt x="4209" y="147"/>
                    <a:pt x="4172" y="77"/>
                  </a:cubicBezTo>
                  <a:cubicBezTo>
                    <a:pt x="4147" y="28"/>
                    <a:pt x="4097" y="0"/>
                    <a:pt x="4045"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46"/>
            <p:cNvSpPr/>
            <p:nvPr/>
          </p:nvSpPr>
          <p:spPr>
            <a:xfrm>
              <a:off x="3531015" y="2403449"/>
              <a:ext cx="236515" cy="187846"/>
            </a:xfrm>
            <a:custGeom>
              <a:rect b="b" l="l" r="r" t="t"/>
              <a:pathLst>
                <a:path extrusionOk="0" h="9738" w="12261">
                  <a:moveTo>
                    <a:pt x="8604" y="0"/>
                  </a:moveTo>
                  <a:cubicBezTo>
                    <a:pt x="8509" y="0"/>
                    <a:pt x="8420" y="24"/>
                    <a:pt x="8338" y="76"/>
                  </a:cubicBezTo>
                  <a:cubicBezTo>
                    <a:pt x="7725" y="461"/>
                    <a:pt x="9319" y="1701"/>
                    <a:pt x="7983" y="2540"/>
                  </a:cubicBezTo>
                  <a:cubicBezTo>
                    <a:pt x="7749" y="2687"/>
                    <a:pt x="7501" y="2740"/>
                    <a:pt x="7270" y="2740"/>
                  </a:cubicBezTo>
                  <a:cubicBezTo>
                    <a:pt x="6828" y="2740"/>
                    <a:pt x="6445" y="2547"/>
                    <a:pt x="6328" y="2444"/>
                  </a:cubicBezTo>
                  <a:cubicBezTo>
                    <a:pt x="6175" y="2310"/>
                    <a:pt x="5657" y="1809"/>
                    <a:pt x="4813" y="1809"/>
                  </a:cubicBezTo>
                  <a:cubicBezTo>
                    <a:pt x="4658" y="1809"/>
                    <a:pt x="4493" y="1826"/>
                    <a:pt x="4317" y="1865"/>
                  </a:cubicBezTo>
                  <a:cubicBezTo>
                    <a:pt x="3177" y="2116"/>
                    <a:pt x="3650" y="3124"/>
                    <a:pt x="4463" y="3694"/>
                  </a:cubicBezTo>
                  <a:cubicBezTo>
                    <a:pt x="4471" y="4392"/>
                    <a:pt x="3675" y="5604"/>
                    <a:pt x="2845" y="6679"/>
                  </a:cubicBezTo>
                  <a:lnTo>
                    <a:pt x="2847" y="6682"/>
                  </a:lnTo>
                  <a:cubicBezTo>
                    <a:pt x="2765" y="6788"/>
                    <a:pt x="2378" y="7261"/>
                    <a:pt x="1922" y="7393"/>
                  </a:cubicBezTo>
                  <a:cubicBezTo>
                    <a:pt x="663" y="7760"/>
                    <a:pt x="1" y="8355"/>
                    <a:pt x="1" y="9738"/>
                  </a:cubicBezTo>
                  <a:lnTo>
                    <a:pt x="6207" y="9738"/>
                  </a:lnTo>
                  <a:lnTo>
                    <a:pt x="12260" y="4407"/>
                  </a:lnTo>
                  <a:cubicBezTo>
                    <a:pt x="11220" y="2749"/>
                    <a:pt x="9608" y="0"/>
                    <a:pt x="86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46"/>
            <p:cNvSpPr/>
            <p:nvPr/>
          </p:nvSpPr>
          <p:spPr>
            <a:xfrm>
              <a:off x="3530128" y="2472427"/>
              <a:ext cx="229879" cy="106037"/>
            </a:xfrm>
            <a:custGeom>
              <a:rect b="b" l="l" r="r" t="t"/>
              <a:pathLst>
                <a:path extrusionOk="0" h="5497" w="11917">
                  <a:moveTo>
                    <a:pt x="11755" y="0"/>
                  </a:moveTo>
                  <a:cubicBezTo>
                    <a:pt x="11722" y="0"/>
                    <a:pt x="11690" y="11"/>
                    <a:pt x="11663" y="33"/>
                  </a:cubicBezTo>
                  <a:lnTo>
                    <a:pt x="5451" y="5209"/>
                  </a:lnTo>
                  <a:lnTo>
                    <a:pt x="144" y="5209"/>
                  </a:lnTo>
                  <a:cubicBezTo>
                    <a:pt x="65" y="5209"/>
                    <a:pt x="0" y="5274"/>
                    <a:pt x="0" y="5353"/>
                  </a:cubicBezTo>
                  <a:cubicBezTo>
                    <a:pt x="0" y="5432"/>
                    <a:pt x="65" y="5496"/>
                    <a:pt x="144" y="5496"/>
                  </a:cubicBezTo>
                  <a:lnTo>
                    <a:pt x="5502" y="5496"/>
                  </a:lnTo>
                  <a:cubicBezTo>
                    <a:pt x="5536" y="5496"/>
                    <a:pt x="5568" y="5485"/>
                    <a:pt x="5594" y="5462"/>
                  </a:cubicBezTo>
                  <a:lnTo>
                    <a:pt x="11847" y="254"/>
                  </a:lnTo>
                  <a:cubicBezTo>
                    <a:pt x="11908" y="204"/>
                    <a:pt x="11916" y="112"/>
                    <a:pt x="11865" y="52"/>
                  </a:cubicBezTo>
                  <a:cubicBezTo>
                    <a:pt x="11837" y="18"/>
                    <a:pt x="11796" y="0"/>
                    <a:pt x="11755"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46"/>
            <p:cNvSpPr/>
            <p:nvPr/>
          </p:nvSpPr>
          <p:spPr>
            <a:xfrm>
              <a:off x="3707897" y="2433907"/>
              <a:ext cx="29224" cy="69155"/>
            </a:xfrm>
            <a:custGeom>
              <a:rect b="b" l="l" r="r" t="t"/>
              <a:pathLst>
                <a:path extrusionOk="0" h="3585" w="1515">
                  <a:moveTo>
                    <a:pt x="1351" y="0"/>
                  </a:moveTo>
                  <a:cubicBezTo>
                    <a:pt x="1321" y="0"/>
                    <a:pt x="1290" y="9"/>
                    <a:pt x="1264" y="28"/>
                  </a:cubicBezTo>
                  <a:cubicBezTo>
                    <a:pt x="479" y="618"/>
                    <a:pt x="65" y="1232"/>
                    <a:pt x="31" y="1857"/>
                  </a:cubicBezTo>
                  <a:cubicBezTo>
                    <a:pt x="1" y="2426"/>
                    <a:pt x="286" y="2995"/>
                    <a:pt x="879" y="3546"/>
                  </a:cubicBezTo>
                  <a:cubicBezTo>
                    <a:pt x="906" y="3572"/>
                    <a:pt x="942" y="3585"/>
                    <a:pt x="977" y="3585"/>
                  </a:cubicBezTo>
                  <a:cubicBezTo>
                    <a:pt x="1016" y="3585"/>
                    <a:pt x="1053" y="3570"/>
                    <a:pt x="1082" y="3540"/>
                  </a:cubicBezTo>
                  <a:cubicBezTo>
                    <a:pt x="1137" y="3482"/>
                    <a:pt x="1134" y="3390"/>
                    <a:pt x="1076" y="3337"/>
                  </a:cubicBezTo>
                  <a:cubicBezTo>
                    <a:pt x="547" y="2845"/>
                    <a:pt x="292" y="2352"/>
                    <a:pt x="318" y="1872"/>
                  </a:cubicBezTo>
                  <a:cubicBezTo>
                    <a:pt x="347" y="1337"/>
                    <a:pt x="723" y="794"/>
                    <a:pt x="1437" y="259"/>
                  </a:cubicBezTo>
                  <a:cubicBezTo>
                    <a:pt x="1501" y="210"/>
                    <a:pt x="1514" y="120"/>
                    <a:pt x="1466" y="57"/>
                  </a:cubicBezTo>
                  <a:cubicBezTo>
                    <a:pt x="1438" y="20"/>
                    <a:pt x="1395" y="0"/>
                    <a:pt x="1351"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46"/>
            <p:cNvSpPr/>
            <p:nvPr/>
          </p:nvSpPr>
          <p:spPr>
            <a:xfrm>
              <a:off x="3613804" y="2479371"/>
              <a:ext cx="37789" cy="9992"/>
            </a:xfrm>
            <a:custGeom>
              <a:rect b="b" l="l" r="r" t="t"/>
              <a:pathLst>
                <a:path extrusionOk="0" h="518" w="1959">
                  <a:moveTo>
                    <a:pt x="571" y="0"/>
                  </a:moveTo>
                  <a:cubicBezTo>
                    <a:pt x="425" y="0"/>
                    <a:pt x="279" y="9"/>
                    <a:pt x="134" y="27"/>
                  </a:cubicBezTo>
                  <a:cubicBezTo>
                    <a:pt x="55" y="39"/>
                    <a:pt x="1" y="110"/>
                    <a:pt x="10" y="189"/>
                  </a:cubicBezTo>
                  <a:cubicBezTo>
                    <a:pt x="19" y="261"/>
                    <a:pt x="79" y="314"/>
                    <a:pt x="151" y="314"/>
                  </a:cubicBezTo>
                  <a:cubicBezTo>
                    <a:pt x="158" y="314"/>
                    <a:pt x="164" y="314"/>
                    <a:pt x="171" y="313"/>
                  </a:cubicBezTo>
                  <a:cubicBezTo>
                    <a:pt x="305" y="296"/>
                    <a:pt x="439" y="287"/>
                    <a:pt x="574" y="287"/>
                  </a:cubicBezTo>
                  <a:cubicBezTo>
                    <a:pt x="972" y="287"/>
                    <a:pt x="1370" y="362"/>
                    <a:pt x="1743" y="508"/>
                  </a:cubicBezTo>
                  <a:cubicBezTo>
                    <a:pt x="1760" y="514"/>
                    <a:pt x="1778" y="517"/>
                    <a:pt x="1796" y="517"/>
                  </a:cubicBezTo>
                  <a:cubicBezTo>
                    <a:pt x="1852" y="517"/>
                    <a:pt x="1907" y="482"/>
                    <a:pt x="1930" y="425"/>
                  </a:cubicBezTo>
                  <a:cubicBezTo>
                    <a:pt x="1959" y="351"/>
                    <a:pt x="1922" y="269"/>
                    <a:pt x="1847" y="240"/>
                  </a:cubicBezTo>
                  <a:cubicBezTo>
                    <a:pt x="1441" y="81"/>
                    <a:pt x="1006" y="0"/>
                    <a:pt x="571"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46"/>
            <p:cNvSpPr/>
            <p:nvPr/>
          </p:nvSpPr>
          <p:spPr>
            <a:xfrm>
              <a:off x="3603947" y="2498930"/>
              <a:ext cx="37789" cy="10860"/>
            </a:xfrm>
            <a:custGeom>
              <a:rect b="b" l="l" r="r" t="t"/>
              <a:pathLst>
                <a:path extrusionOk="0" h="563" w="1959">
                  <a:moveTo>
                    <a:pt x="437" y="1"/>
                  </a:moveTo>
                  <a:cubicBezTo>
                    <a:pt x="334" y="1"/>
                    <a:pt x="233" y="6"/>
                    <a:pt x="136" y="16"/>
                  </a:cubicBezTo>
                  <a:cubicBezTo>
                    <a:pt x="57" y="24"/>
                    <a:pt x="1" y="95"/>
                    <a:pt x="9" y="174"/>
                  </a:cubicBezTo>
                  <a:cubicBezTo>
                    <a:pt x="16" y="247"/>
                    <a:pt x="76" y="302"/>
                    <a:pt x="148" y="302"/>
                  </a:cubicBezTo>
                  <a:cubicBezTo>
                    <a:pt x="154" y="302"/>
                    <a:pt x="159" y="302"/>
                    <a:pt x="165" y="301"/>
                  </a:cubicBezTo>
                  <a:cubicBezTo>
                    <a:pt x="249" y="292"/>
                    <a:pt x="337" y="288"/>
                    <a:pt x="428" y="288"/>
                  </a:cubicBezTo>
                  <a:cubicBezTo>
                    <a:pt x="866" y="288"/>
                    <a:pt x="1364" y="385"/>
                    <a:pt x="1736" y="551"/>
                  </a:cubicBezTo>
                  <a:cubicBezTo>
                    <a:pt x="1756" y="559"/>
                    <a:pt x="1775" y="562"/>
                    <a:pt x="1794" y="562"/>
                  </a:cubicBezTo>
                  <a:cubicBezTo>
                    <a:pt x="1849" y="562"/>
                    <a:pt x="1902" y="531"/>
                    <a:pt x="1927" y="477"/>
                  </a:cubicBezTo>
                  <a:cubicBezTo>
                    <a:pt x="1959" y="404"/>
                    <a:pt x="1925" y="320"/>
                    <a:pt x="1852" y="288"/>
                  </a:cubicBezTo>
                  <a:cubicBezTo>
                    <a:pt x="1443" y="105"/>
                    <a:pt x="915" y="1"/>
                    <a:pt x="437"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46"/>
            <p:cNvSpPr/>
            <p:nvPr/>
          </p:nvSpPr>
          <p:spPr>
            <a:xfrm>
              <a:off x="3591988" y="2517622"/>
              <a:ext cx="35957" cy="11690"/>
            </a:xfrm>
            <a:custGeom>
              <a:rect b="b" l="l" r="r" t="t"/>
              <a:pathLst>
                <a:path extrusionOk="0" h="606" w="1864">
                  <a:moveTo>
                    <a:pt x="144" y="1"/>
                  </a:moveTo>
                  <a:cubicBezTo>
                    <a:pt x="65" y="1"/>
                    <a:pt x="0" y="65"/>
                    <a:pt x="0" y="144"/>
                  </a:cubicBezTo>
                  <a:cubicBezTo>
                    <a:pt x="0" y="223"/>
                    <a:pt x="65" y="288"/>
                    <a:pt x="144" y="288"/>
                  </a:cubicBezTo>
                  <a:cubicBezTo>
                    <a:pt x="579" y="288"/>
                    <a:pt x="1230" y="383"/>
                    <a:pt x="1633" y="589"/>
                  </a:cubicBezTo>
                  <a:cubicBezTo>
                    <a:pt x="1654" y="600"/>
                    <a:pt x="1676" y="605"/>
                    <a:pt x="1699" y="605"/>
                  </a:cubicBezTo>
                  <a:cubicBezTo>
                    <a:pt x="1750" y="605"/>
                    <a:pt x="1800" y="576"/>
                    <a:pt x="1826" y="528"/>
                  </a:cubicBezTo>
                  <a:cubicBezTo>
                    <a:pt x="1863" y="457"/>
                    <a:pt x="1834" y="370"/>
                    <a:pt x="1765" y="334"/>
                  </a:cubicBezTo>
                  <a:cubicBezTo>
                    <a:pt x="1317" y="104"/>
                    <a:pt x="627" y="1"/>
                    <a:pt x="144"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46"/>
            <p:cNvSpPr/>
            <p:nvPr/>
          </p:nvSpPr>
          <p:spPr>
            <a:xfrm>
              <a:off x="3298561" y="1397731"/>
              <a:ext cx="263926" cy="398281"/>
            </a:xfrm>
            <a:custGeom>
              <a:rect b="b" l="l" r="r" t="t"/>
              <a:pathLst>
                <a:path extrusionOk="0" h="20647" w="13682">
                  <a:moveTo>
                    <a:pt x="11457" y="0"/>
                  </a:moveTo>
                  <a:lnTo>
                    <a:pt x="1" y="1834"/>
                  </a:lnTo>
                  <a:cubicBezTo>
                    <a:pt x="434" y="5833"/>
                    <a:pt x="2735" y="13956"/>
                    <a:pt x="4897" y="20588"/>
                  </a:cubicBezTo>
                  <a:cubicBezTo>
                    <a:pt x="5353" y="20627"/>
                    <a:pt x="5811" y="20646"/>
                    <a:pt x="6269" y="20646"/>
                  </a:cubicBezTo>
                  <a:cubicBezTo>
                    <a:pt x="8832" y="20646"/>
                    <a:pt x="11402" y="20043"/>
                    <a:pt x="13681" y="18886"/>
                  </a:cubicBezTo>
                  <a:cubicBezTo>
                    <a:pt x="13622" y="12085"/>
                    <a:pt x="13259" y="3584"/>
                    <a:pt x="114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46"/>
            <p:cNvSpPr/>
            <p:nvPr/>
          </p:nvSpPr>
          <p:spPr>
            <a:xfrm>
              <a:off x="3295649" y="1430311"/>
              <a:ext cx="66512" cy="258312"/>
            </a:xfrm>
            <a:custGeom>
              <a:rect b="b" l="l" r="r" t="t"/>
              <a:pathLst>
                <a:path extrusionOk="0" h="13391" w="3448">
                  <a:moveTo>
                    <a:pt x="152" y="1"/>
                  </a:moveTo>
                  <a:cubicBezTo>
                    <a:pt x="147" y="1"/>
                    <a:pt x="142" y="1"/>
                    <a:pt x="137" y="2"/>
                  </a:cubicBezTo>
                  <a:cubicBezTo>
                    <a:pt x="58" y="11"/>
                    <a:pt x="0" y="82"/>
                    <a:pt x="10" y="160"/>
                  </a:cubicBezTo>
                  <a:cubicBezTo>
                    <a:pt x="290" y="2758"/>
                    <a:pt x="1405" y="7420"/>
                    <a:pt x="3149" y="13288"/>
                  </a:cubicBezTo>
                  <a:cubicBezTo>
                    <a:pt x="3168" y="13350"/>
                    <a:pt x="3225" y="13391"/>
                    <a:pt x="3286" y="13391"/>
                  </a:cubicBezTo>
                  <a:cubicBezTo>
                    <a:pt x="3301" y="13391"/>
                    <a:pt x="3313" y="13389"/>
                    <a:pt x="3328" y="13384"/>
                  </a:cubicBezTo>
                  <a:cubicBezTo>
                    <a:pt x="3404" y="13362"/>
                    <a:pt x="3447" y="13283"/>
                    <a:pt x="3425" y="13205"/>
                  </a:cubicBezTo>
                  <a:cubicBezTo>
                    <a:pt x="1686" y="7354"/>
                    <a:pt x="574" y="2709"/>
                    <a:pt x="295" y="129"/>
                  </a:cubicBezTo>
                  <a:cubicBezTo>
                    <a:pt x="286" y="55"/>
                    <a:pt x="223" y="1"/>
                    <a:pt x="152"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46"/>
            <p:cNvSpPr/>
            <p:nvPr/>
          </p:nvSpPr>
          <p:spPr>
            <a:xfrm>
              <a:off x="3387311" y="1725068"/>
              <a:ext cx="173899" cy="33989"/>
            </a:xfrm>
            <a:custGeom>
              <a:rect b="b" l="l" r="r" t="t"/>
              <a:pathLst>
                <a:path extrusionOk="0" h="1762" w="9015">
                  <a:moveTo>
                    <a:pt x="8853" y="0"/>
                  </a:moveTo>
                  <a:cubicBezTo>
                    <a:pt x="8833" y="0"/>
                    <a:pt x="8814" y="4"/>
                    <a:pt x="8795" y="13"/>
                  </a:cubicBezTo>
                  <a:cubicBezTo>
                    <a:pt x="6547" y="977"/>
                    <a:pt x="4110" y="1475"/>
                    <a:pt x="1666" y="1475"/>
                  </a:cubicBezTo>
                  <a:cubicBezTo>
                    <a:pt x="1165" y="1475"/>
                    <a:pt x="662" y="1454"/>
                    <a:pt x="162" y="1412"/>
                  </a:cubicBezTo>
                  <a:cubicBezTo>
                    <a:pt x="159" y="1412"/>
                    <a:pt x="156" y="1412"/>
                    <a:pt x="153" y="1412"/>
                  </a:cubicBezTo>
                  <a:cubicBezTo>
                    <a:pt x="80" y="1412"/>
                    <a:pt x="13" y="1467"/>
                    <a:pt x="7" y="1542"/>
                  </a:cubicBezTo>
                  <a:cubicBezTo>
                    <a:pt x="1" y="1621"/>
                    <a:pt x="59" y="1691"/>
                    <a:pt x="138" y="1697"/>
                  </a:cubicBezTo>
                  <a:cubicBezTo>
                    <a:pt x="647" y="1741"/>
                    <a:pt x="1156" y="1762"/>
                    <a:pt x="1667" y="1762"/>
                  </a:cubicBezTo>
                  <a:cubicBezTo>
                    <a:pt x="4149" y="1762"/>
                    <a:pt x="6624" y="1256"/>
                    <a:pt x="8908" y="276"/>
                  </a:cubicBezTo>
                  <a:cubicBezTo>
                    <a:pt x="8980" y="245"/>
                    <a:pt x="9014" y="160"/>
                    <a:pt x="8984" y="87"/>
                  </a:cubicBezTo>
                  <a:cubicBezTo>
                    <a:pt x="8960" y="33"/>
                    <a:pt x="8908" y="0"/>
                    <a:pt x="8853"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46"/>
            <p:cNvSpPr/>
            <p:nvPr/>
          </p:nvSpPr>
          <p:spPr>
            <a:xfrm>
              <a:off x="3420797" y="1415227"/>
              <a:ext cx="119212" cy="103703"/>
            </a:xfrm>
            <a:custGeom>
              <a:rect b="b" l="l" r="r" t="t"/>
              <a:pathLst>
                <a:path extrusionOk="0" h="5376" w="6180">
                  <a:moveTo>
                    <a:pt x="159" y="0"/>
                  </a:moveTo>
                  <a:cubicBezTo>
                    <a:pt x="148" y="0"/>
                    <a:pt x="137" y="1"/>
                    <a:pt x="126" y="4"/>
                  </a:cubicBezTo>
                  <a:cubicBezTo>
                    <a:pt x="49" y="23"/>
                    <a:pt x="0" y="100"/>
                    <a:pt x="20" y="178"/>
                  </a:cubicBezTo>
                  <a:cubicBezTo>
                    <a:pt x="350" y="1549"/>
                    <a:pt x="1119" y="2813"/>
                    <a:pt x="2184" y="3738"/>
                  </a:cubicBezTo>
                  <a:cubicBezTo>
                    <a:pt x="3249" y="4661"/>
                    <a:pt x="4611" y="5243"/>
                    <a:pt x="6015" y="5374"/>
                  </a:cubicBezTo>
                  <a:cubicBezTo>
                    <a:pt x="6020" y="5375"/>
                    <a:pt x="6024" y="5375"/>
                    <a:pt x="6029" y="5375"/>
                  </a:cubicBezTo>
                  <a:cubicBezTo>
                    <a:pt x="6102" y="5375"/>
                    <a:pt x="6165" y="5319"/>
                    <a:pt x="6171" y="5245"/>
                  </a:cubicBezTo>
                  <a:cubicBezTo>
                    <a:pt x="6179" y="5166"/>
                    <a:pt x="6121" y="5096"/>
                    <a:pt x="6042" y="5088"/>
                  </a:cubicBezTo>
                  <a:cubicBezTo>
                    <a:pt x="4696" y="4963"/>
                    <a:pt x="3393" y="4405"/>
                    <a:pt x="2373" y="3520"/>
                  </a:cubicBezTo>
                  <a:cubicBezTo>
                    <a:pt x="1351" y="2635"/>
                    <a:pt x="614" y="1424"/>
                    <a:pt x="298" y="110"/>
                  </a:cubicBezTo>
                  <a:cubicBezTo>
                    <a:pt x="283" y="44"/>
                    <a:pt x="224" y="0"/>
                    <a:pt x="159"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46"/>
            <p:cNvSpPr/>
            <p:nvPr/>
          </p:nvSpPr>
          <p:spPr>
            <a:xfrm>
              <a:off x="3130071" y="1042483"/>
              <a:ext cx="164698" cy="323744"/>
            </a:xfrm>
            <a:custGeom>
              <a:rect b="b" l="l" r="r" t="t"/>
              <a:pathLst>
                <a:path extrusionOk="0" h="16783" w="8538">
                  <a:moveTo>
                    <a:pt x="1920" y="0"/>
                  </a:moveTo>
                  <a:lnTo>
                    <a:pt x="1920" y="0"/>
                  </a:lnTo>
                  <a:cubicBezTo>
                    <a:pt x="1" y="1652"/>
                    <a:pt x="3909" y="13234"/>
                    <a:pt x="4807" y="15355"/>
                  </a:cubicBezTo>
                  <a:cubicBezTo>
                    <a:pt x="5223" y="16338"/>
                    <a:pt x="6008" y="16783"/>
                    <a:pt x="6742" y="16783"/>
                  </a:cubicBezTo>
                  <a:cubicBezTo>
                    <a:pt x="7591" y="16783"/>
                    <a:pt x="8371" y="16187"/>
                    <a:pt x="8429" y="15138"/>
                  </a:cubicBezTo>
                  <a:cubicBezTo>
                    <a:pt x="8537" y="13180"/>
                    <a:pt x="5806" y="3228"/>
                    <a:pt x="4807" y="1652"/>
                  </a:cubicBezTo>
                  <a:cubicBezTo>
                    <a:pt x="3807" y="74"/>
                    <a:pt x="1920" y="0"/>
                    <a:pt x="1920"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46"/>
            <p:cNvSpPr/>
            <p:nvPr/>
          </p:nvSpPr>
          <p:spPr>
            <a:xfrm>
              <a:off x="2994429" y="1254258"/>
              <a:ext cx="280072" cy="111978"/>
            </a:xfrm>
            <a:custGeom>
              <a:rect b="b" l="l" r="r" t="t"/>
              <a:pathLst>
                <a:path extrusionOk="0" h="5805" w="14519">
                  <a:moveTo>
                    <a:pt x="1676" y="0"/>
                  </a:moveTo>
                  <a:cubicBezTo>
                    <a:pt x="440" y="0"/>
                    <a:pt x="1" y="1754"/>
                    <a:pt x="960" y="2252"/>
                  </a:cubicBezTo>
                  <a:cubicBezTo>
                    <a:pt x="2538" y="3071"/>
                    <a:pt x="11266" y="5725"/>
                    <a:pt x="13784" y="5804"/>
                  </a:cubicBezTo>
                  <a:cubicBezTo>
                    <a:pt x="13784" y="5804"/>
                    <a:pt x="14519" y="3105"/>
                    <a:pt x="13079" y="2318"/>
                  </a:cubicBezTo>
                  <a:cubicBezTo>
                    <a:pt x="11640" y="1532"/>
                    <a:pt x="3151" y="141"/>
                    <a:pt x="1813" y="7"/>
                  </a:cubicBezTo>
                  <a:cubicBezTo>
                    <a:pt x="1766" y="3"/>
                    <a:pt x="1721" y="0"/>
                    <a:pt x="1676"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46"/>
            <p:cNvSpPr/>
            <p:nvPr/>
          </p:nvSpPr>
          <p:spPr>
            <a:xfrm>
              <a:off x="3199087" y="1283076"/>
              <a:ext cx="56037" cy="20698"/>
            </a:xfrm>
            <a:custGeom>
              <a:rect b="b" l="l" r="r" t="t"/>
              <a:pathLst>
                <a:path extrusionOk="0" h="1073" w="2905">
                  <a:moveTo>
                    <a:pt x="148" y="1"/>
                  </a:moveTo>
                  <a:cubicBezTo>
                    <a:pt x="77" y="1"/>
                    <a:pt x="18" y="56"/>
                    <a:pt x="10" y="128"/>
                  </a:cubicBezTo>
                  <a:cubicBezTo>
                    <a:pt x="1" y="205"/>
                    <a:pt x="55" y="278"/>
                    <a:pt x="134" y="288"/>
                  </a:cubicBezTo>
                  <a:cubicBezTo>
                    <a:pt x="1022" y="396"/>
                    <a:pt x="1878" y="655"/>
                    <a:pt x="2676" y="1058"/>
                  </a:cubicBezTo>
                  <a:cubicBezTo>
                    <a:pt x="2697" y="1068"/>
                    <a:pt x="2719" y="1072"/>
                    <a:pt x="2740" y="1072"/>
                  </a:cubicBezTo>
                  <a:cubicBezTo>
                    <a:pt x="2793" y="1072"/>
                    <a:pt x="2843" y="1043"/>
                    <a:pt x="2869" y="993"/>
                  </a:cubicBezTo>
                  <a:cubicBezTo>
                    <a:pt x="2905" y="923"/>
                    <a:pt x="2876" y="837"/>
                    <a:pt x="2805" y="802"/>
                  </a:cubicBezTo>
                  <a:cubicBezTo>
                    <a:pt x="1976" y="384"/>
                    <a:pt x="1090" y="115"/>
                    <a:pt x="170" y="2"/>
                  </a:cubicBezTo>
                  <a:cubicBezTo>
                    <a:pt x="162" y="1"/>
                    <a:pt x="155" y="1"/>
                    <a:pt x="148"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46"/>
            <p:cNvSpPr/>
            <p:nvPr/>
          </p:nvSpPr>
          <p:spPr>
            <a:xfrm>
              <a:off x="2930100" y="1211186"/>
              <a:ext cx="99305" cy="86535"/>
            </a:xfrm>
            <a:custGeom>
              <a:rect b="b" l="l" r="r" t="t"/>
              <a:pathLst>
                <a:path extrusionOk="0" h="4486" w="5148">
                  <a:moveTo>
                    <a:pt x="1088" y="0"/>
                  </a:moveTo>
                  <a:cubicBezTo>
                    <a:pt x="900" y="79"/>
                    <a:pt x="743" y="232"/>
                    <a:pt x="661" y="418"/>
                  </a:cubicBezTo>
                  <a:cubicBezTo>
                    <a:pt x="577" y="604"/>
                    <a:pt x="590" y="809"/>
                    <a:pt x="658" y="1001"/>
                  </a:cubicBezTo>
                  <a:cubicBezTo>
                    <a:pt x="534" y="1073"/>
                    <a:pt x="408" y="1146"/>
                    <a:pt x="307" y="1248"/>
                  </a:cubicBezTo>
                  <a:cubicBezTo>
                    <a:pt x="205" y="1347"/>
                    <a:pt x="129" y="1481"/>
                    <a:pt x="126" y="1625"/>
                  </a:cubicBezTo>
                  <a:cubicBezTo>
                    <a:pt x="123" y="1768"/>
                    <a:pt x="207" y="1931"/>
                    <a:pt x="342" y="1974"/>
                  </a:cubicBezTo>
                  <a:cubicBezTo>
                    <a:pt x="175" y="2044"/>
                    <a:pt x="51" y="2210"/>
                    <a:pt x="31" y="2392"/>
                  </a:cubicBezTo>
                  <a:cubicBezTo>
                    <a:pt x="13" y="2572"/>
                    <a:pt x="102" y="2772"/>
                    <a:pt x="254" y="2875"/>
                  </a:cubicBezTo>
                  <a:cubicBezTo>
                    <a:pt x="25" y="3070"/>
                    <a:pt x="1" y="3412"/>
                    <a:pt x="158" y="3668"/>
                  </a:cubicBezTo>
                  <a:cubicBezTo>
                    <a:pt x="648" y="4016"/>
                    <a:pt x="3018" y="4486"/>
                    <a:pt x="4230" y="4486"/>
                  </a:cubicBezTo>
                  <a:cubicBezTo>
                    <a:pt x="4252" y="4486"/>
                    <a:pt x="4274" y="4485"/>
                    <a:pt x="4295" y="4485"/>
                  </a:cubicBezTo>
                  <a:cubicBezTo>
                    <a:pt x="4750" y="3863"/>
                    <a:pt x="5108" y="3009"/>
                    <a:pt x="5148" y="2240"/>
                  </a:cubicBezTo>
                  <a:cubicBezTo>
                    <a:pt x="3988" y="1204"/>
                    <a:pt x="2563" y="493"/>
                    <a:pt x="1088"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46"/>
            <p:cNvSpPr/>
            <p:nvPr/>
          </p:nvSpPr>
          <p:spPr>
            <a:xfrm>
              <a:off x="2973211" y="1197896"/>
              <a:ext cx="56192" cy="56520"/>
            </a:xfrm>
            <a:custGeom>
              <a:rect b="b" l="l" r="r" t="t"/>
              <a:pathLst>
                <a:path extrusionOk="0" h="2930" w="2913">
                  <a:moveTo>
                    <a:pt x="281" y="1"/>
                  </a:moveTo>
                  <a:cubicBezTo>
                    <a:pt x="227" y="1"/>
                    <a:pt x="184" y="13"/>
                    <a:pt x="157" y="41"/>
                  </a:cubicBezTo>
                  <a:cubicBezTo>
                    <a:pt x="1" y="201"/>
                    <a:pt x="929" y="945"/>
                    <a:pt x="887" y="1234"/>
                  </a:cubicBezTo>
                  <a:cubicBezTo>
                    <a:pt x="845" y="1524"/>
                    <a:pt x="834" y="1983"/>
                    <a:pt x="834" y="1983"/>
                  </a:cubicBezTo>
                  <a:lnTo>
                    <a:pt x="2913" y="2929"/>
                  </a:lnTo>
                  <a:cubicBezTo>
                    <a:pt x="2678" y="1990"/>
                    <a:pt x="1751" y="763"/>
                    <a:pt x="1367" y="499"/>
                  </a:cubicBezTo>
                  <a:cubicBezTo>
                    <a:pt x="1049" y="281"/>
                    <a:pt x="537" y="1"/>
                    <a:pt x="281"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46"/>
            <p:cNvSpPr/>
            <p:nvPr/>
          </p:nvSpPr>
          <p:spPr>
            <a:xfrm>
              <a:off x="2950797" y="1217243"/>
              <a:ext cx="42438" cy="76215"/>
            </a:xfrm>
            <a:custGeom>
              <a:rect b="b" l="l" r="r" t="t"/>
              <a:pathLst>
                <a:path extrusionOk="0" h="3951" w="2200">
                  <a:moveTo>
                    <a:pt x="1220" y="1"/>
                  </a:moveTo>
                  <a:cubicBezTo>
                    <a:pt x="1158" y="1"/>
                    <a:pt x="1102" y="39"/>
                    <a:pt x="1082" y="100"/>
                  </a:cubicBezTo>
                  <a:cubicBezTo>
                    <a:pt x="1058" y="176"/>
                    <a:pt x="1100" y="257"/>
                    <a:pt x="1176" y="281"/>
                  </a:cubicBezTo>
                  <a:cubicBezTo>
                    <a:pt x="1445" y="365"/>
                    <a:pt x="1877" y="597"/>
                    <a:pt x="1793" y="930"/>
                  </a:cubicBezTo>
                  <a:cubicBezTo>
                    <a:pt x="1744" y="1125"/>
                    <a:pt x="1589" y="1156"/>
                    <a:pt x="1498" y="1156"/>
                  </a:cubicBezTo>
                  <a:cubicBezTo>
                    <a:pt x="1470" y="1156"/>
                    <a:pt x="1448" y="1153"/>
                    <a:pt x="1437" y="1151"/>
                  </a:cubicBezTo>
                  <a:cubicBezTo>
                    <a:pt x="1428" y="1149"/>
                    <a:pt x="1420" y="1149"/>
                    <a:pt x="1411" y="1149"/>
                  </a:cubicBezTo>
                  <a:cubicBezTo>
                    <a:pt x="1361" y="1149"/>
                    <a:pt x="1313" y="1176"/>
                    <a:pt x="1289" y="1222"/>
                  </a:cubicBezTo>
                  <a:cubicBezTo>
                    <a:pt x="1258" y="1274"/>
                    <a:pt x="1264" y="1340"/>
                    <a:pt x="1303" y="1386"/>
                  </a:cubicBezTo>
                  <a:cubicBezTo>
                    <a:pt x="1356" y="1449"/>
                    <a:pt x="1484" y="1646"/>
                    <a:pt x="1432" y="1794"/>
                  </a:cubicBezTo>
                  <a:cubicBezTo>
                    <a:pt x="1394" y="1902"/>
                    <a:pt x="1157" y="1935"/>
                    <a:pt x="1026" y="1935"/>
                  </a:cubicBezTo>
                  <a:cubicBezTo>
                    <a:pt x="1014" y="1935"/>
                    <a:pt x="1002" y="1935"/>
                    <a:pt x="992" y="1934"/>
                  </a:cubicBezTo>
                  <a:cubicBezTo>
                    <a:pt x="990" y="1934"/>
                    <a:pt x="987" y="1934"/>
                    <a:pt x="985" y="1934"/>
                  </a:cubicBezTo>
                  <a:cubicBezTo>
                    <a:pt x="920" y="1934"/>
                    <a:pt x="867" y="1975"/>
                    <a:pt x="849" y="2034"/>
                  </a:cubicBezTo>
                  <a:cubicBezTo>
                    <a:pt x="828" y="2095"/>
                    <a:pt x="853" y="2163"/>
                    <a:pt x="907" y="2199"/>
                  </a:cubicBezTo>
                  <a:cubicBezTo>
                    <a:pt x="921" y="2207"/>
                    <a:pt x="1232" y="2415"/>
                    <a:pt x="1110" y="2705"/>
                  </a:cubicBezTo>
                  <a:cubicBezTo>
                    <a:pt x="1050" y="2847"/>
                    <a:pt x="942" y="2884"/>
                    <a:pt x="847" y="2884"/>
                  </a:cubicBezTo>
                  <a:cubicBezTo>
                    <a:pt x="768" y="2884"/>
                    <a:pt x="699" y="2858"/>
                    <a:pt x="675" y="2848"/>
                  </a:cubicBezTo>
                  <a:cubicBezTo>
                    <a:pt x="657" y="2841"/>
                    <a:pt x="638" y="2837"/>
                    <a:pt x="619" y="2837"/>
                  </a:cubicBezTo>
                  <a:cubicBezTo>
                    <a:pt x="565" y="2837"/>
                    <a:pt x="513" y="2868"/>
                    <a:pt x="489" y="2921"/>
                  </a:cubicBezTo>
                  <a:cubicBezTo>
                    <a:pt x="455" y="2990"/>
                    <a:pt x="484" y="3074"/>
                    <a:pt x="554" y="3109"/>
                  </a:cubicBezTo>
                  <a:cubicBezTo>
                    <a:pt x="692" y="3180"/>
                    <a:pt x="966" y="3381"/>
                    <a:pt x="929" y="3549"/>
                  </a:cubicBezTo>
                  <a:cubicBezTo>
                    <a:pt x="913" y="3625"/>
                    <a:pt x="726" y="3662"/>
                    <a:pt x="506" y="3662"/>
                  </a:cubicBezTo>
                  <a:cubicBezTo>
                    <a:pt x="399" y="3662"/>
                    <a:pt x="284" y="3653"/>
                    <a:pt x="177" y="3636"/>
                  </a:cubicBezTo>
                  <a:cubicBezTo>
                    <a:pt x="168" y="3635"/>
                    <a:pt x="160" y="3634"/>
                    <a:pt x="152" y="3634"/>
                  </a:cubicBezTo>
                  <a:cubicBezTo>
                    <a:pt x="84" y="3634"/>
                    <a:pt x="24" y="3685"/>
                    <a:pt x="12" y="3754"/>
                  </a:cubicBezTo>
                  <a:cubicBezTo>
                    <a:pt x="1" y="3833"/>
                    <a:pt x="54" y="3907"/>
                    <a:pt x="131" y="3918"/>
                  </a:cubicBezTo>
                  <a:cubicBezTo>
                    <a:pt x="193" y="3928"/>
                    <a:pt x="344" y="3950"/>
                    <a:pt x="515" y="3950"/>
                  </a:cubicBezTo>
                  <a:cubicBezTo>
                    <a:pt x="803" y="3950"/>
                    <a:pt x="1150" y="3889"/>
                    <a:pt x="1210" y="3610"/>
                  </a:cubicBezTo>
                  <a:cubicBezTo>
                    <a:pt x="1250" y="3423"/>
                    <a:pt x="1166" y="3261"/>
                    <a:pt x="1055" y="3135"/>
                  </a:cubicBezTo>
                  <a:cubicBezTo>
                    <a:pt x="1198" y="3083"/>
                    <a:pt x="1308" y="2974"/>
                    <a:pt x="1374" y="2817"/>
                  </a:cubicBezTo>
                  <a:cubicBezTo>
                    <a:pt x="1479" y="2569"/>
                    <a:pt x="1413" y="2352"/>
                    <a:pt x="1301" y="2192"/>
                  </a:cubicBezTo>
                  <a:cubicBezTo>
                    <a:pt x="1464" y="2153"/>
                    <a:pt x="1640" y="2070"/>
                    <a:pt x="1703" y="1888"/>
                  </a:cubicBezTo>
                  <a:cubicBezTo>
                    <a:pt x="1761" y="1720"/>
                    <a:pt x="1719" y="1551"/>
                    <a:pt x="1659" y="1422"/>
                  </a:cubicBezTo>
                  <a:cubicBezTo>
                    <a:pt x="1828" y="1380"/>
                    <a:pt x="2004" y="1262"/>
                    <a:pt x="2070" y="1001"/>
                  </a:cubicBezTo>
                  <a:cubicBezTo>
                    <a:pt x="2199" y="495"/>
                    <a:pt x="1716" y="150"/>
                    <a:pt x="1263" y="7"/>
                  </a:cubicBezTo>
                  <a:cubicBezTo>
                    <a:pt x="1248" y="3"/>
                    <a:pt x="1234" y="1"/>
                    <a:pt x="1220"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46"/>
            <p:cNvSpPr/>
            <p:nvPr/>
          </p:nvSpPr>
          <p:spPr>
            <a:xfrm>
              <a:off x="2939397" y="1226868"/>
              <a:ext cx="43075" cy="18615"/>
            </a:xfrm>
            <a:custGeom>
              <a:rect b="b" l="l" r="r" t="t"/>
              <a:pathLst>
                <a:path extrusionOk="0" h="965" w="2233">
                  <a:moveTo>
                    <a:pt x="164" y="0"/>
                  </a:moveTo>
                  <a:cubicBezTo>
                    <a:pt x="110" y="0"/>
                    <a:pt x="59" y="31"/>
                    <a:pt x="34" y="83"/>
                  </a:cubicBezTo>
                  <a:cubicBezTo>
                    <a:pt x="0" y="156"/>
                    <a:pt x="31" y="241"/>
                    <a:pt x="104" y="273"/>
                  </a:cubicBezTo>
                  <a:cubicBezTo>
                    <a:pt x="724" y="563"/>
                    <a:pt x="1375" y="796"/>
                    <a:pt x="2039" y="961"/>
                  </a:cubicBezTo>
                  <a:cubicBezTo>
                    <a:pt x="2052" y="963"/>
                    <a:pt x="2063" y="965"/>
                    <a:pt x="2075" y="965"/>
                  </a:cubicBezTo>
                  <a:cubicBezTo>
                    <a:pt x="2139" y="965"/>
                    <a:pt x="2197" y="921"/>
                    <a:pt x="2213" y="857"/>
                  </a:cubicBezTo>
                  <a:cubicBezTo>
                    <a:pt x="2232" y="779"/>
                    <a:pt x="2186" y="702"/>
                    <a:pt x="2108" y="683"/>
                  </a:cubicBezTo>
                  <a:cubicBezTo>
                    <a:pt x="1462" y="522"/>
                    <a:pt x="829" y="296"/>
                    <a:pt x="224" y="14"/>
                  </a:cubicBezTo>
                  <a:cubicBezTo>
                    <a:pt x="205" y="5"/>
                    <a:pt x="184" y="0"/>
                    <a:pt x="164"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46"/>
            <p:cNvSpPr/>
            <p:nvPr/>
          </p:nvSpPr>
          <p:spPr>
            <a:xfrm>
              <a:off x="2932183" y="1245945"/>
              <a:ext cx="40490" cy="14159"/>
            </a:xfrm>
            <a:custGeom>
              <a:rect b="b" l="l" r="r" t="t"/>
              <a:pathLst>
                <a:path extrusionOk="0" h="734" w="2099">
                  <a:moveTo>
                    <a:pt x="163" y="1"/>
                  </a:moveTo>
                  <a:cubicBezTo>
                    <a:pt x="108" y="1"/>
                    <a:pt x="57" y="33"/>
                    <a:pt x="33" y="87"/>
                  </a:cubicBezTo>
                  <a:cubicBezTo>
                    <a:pt x="1" y="159"/>
                    <a:pt x="34" y="245"/>
                    <a:pt x="107" y="275"/>
                  </a:cubicBezTo>
                  <a:cubicBezTo>
                    <a:pt x="727" y="546"/>
                    <a:pt x="1241" y="674"/>
                    <a:pt x="1938" y="733"/>
                  </a:cubicBezTo>
                  <a:lnTo>
                    <a:pt x="1951" y="733"/>
                  </a:lnTo>
                  <a:cubicBezTo>
                    <a:pt x="2023" y="733"/>
                    <a:pt x="2086" y="677"/>
                    <a:pt x="2092" y="601"/>
                  </a:cubicBezTo>
                  <a:cubicBezTo>
                    <a:pt x="2099" y="522"/>
                    <a:pt x="2041" y="453"/>
                    <a:pt x="1962" y="446"/>
                  </a:cubicBezTo>
                  <a:cubicBezTo>
                    <a:pt x="1290" y="390"/>
                    <a:pt x="819" y="272"/>
                    <a:pt x="221" y="13"/>
                  </a:cubicBezTo>
                  <a:cubicBezTo>
                    <a:pt x="202" y="4"/>
                    <a:pt x="183" y="1"/>
                    <a:pt x="163"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46"/>
            <p:cNvSpPr/>
            <p:nvPr/>
          </p:nvSpPr>
          <p:spPr>
            <a:xfrm>
              <a:off x="2930852" y="1263093"/>
              <a:ext cx="34838" cy="14448"/>
            </a:xfrm>
            <a:custGeom>
              <a:rect b="b" l="l" r="r" t="t"/>
              <a:pathLst>
                <a:path extrusionOk="0" h="749" w="1806">
                  <a:moveTo>
                    <a:pt x="164" y="1"/>
                  </a:moveTo>
                  <a:cubicBezTo>
                    <a:pt x="113" y="1"/>
                    <a:pt x="64" y="27"/>
                    <a:pt x="39" y="75"/>
                  </a:cubicBezTo>
                  <a:cubicBezTo>
                    <a:pt x="0" y="146"/>
                    <a:pt x="26" y="233"/>
                    <a:pt x="95" y="270"/>
                  </a:cubicBezTo>
                  <a:cubicBezTo>
                    <a:pt x="622" y="560"/>
                    <a:pt x="1041" y="661"/>
                    <a:pt x="1631" y="747"/>
                  </a:cubicBezTo>
                  <a:cubicBezTo>
                    <a:pt x="1639" y="747"/>
                    <a:pt x="1646" y="748"/>
                    <a:pt x="1652" y="748"/>
                  </a:cubicBezTo>
                  <a:cubicBezTo>
                    <a:pt x="1723" y="748"/>
                    <a:pt x="1784" y="697"/>
                    <a:pt x="1794" y="624"/>
                  </a:cubicBezTo>
                  <a:cubicBezTo>
                    <a:pt x="1805" y="545"/>
                    <a:pt x="1752" y="473"/>
                    <a:pt x="1673" y="461"/>
                  </a:cubicBezTo>
                  <a:cubicBezTo>
                    <a:pt x="1117" y="381"/>
                    <a:pt x="722" y="287"/>
                    <a:pt x="234" y="18"/>
                  </a:cubicBezTo>
                  <a:cubicBezTo>
                    <a:pt x="212" y="7"/>
                    <a:pt x="188" y="1"/>
                    <a:pt x="164"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46"/>
            <p:cNvSpPr/>
            <p:nvPr/>
          </p:nvSpPr>
          <p:spPr>
            <a:xfrm>
              <a:off x="2980310" y="1268108"/>
              <a:ext cx="41551" cy="9143"/>
            </a:xfrm>
            <a:custGeom>
              <a:rect b="b" l="l" r="r" t="t"/>
              <a:pathLst>
                <a:path extrusionOk="0" h="474" w="2154">
                  <a:moveTo>
                    <a:pt x="1154" y="0"/>
                  </a:moveTo>
                  <a:cubicBezTo>
                    <a:pt x="797" y="0"/>
                    <a:pt x="439" y="66"/>
                    <a:pt x="110" y="197"/>
                  </a:cubicBezTo>
                  <a:cubicBezTo>
                    <a:pt x="36" y="226"/>
                    <a:pt x="0" y="308"/>
                    <a:pt x="29" y="382"/>
                  </a:cubicBezTo>
                  <a:cubicBezTo>
                    <a:pt x="52" y="438"/>
                    <a:pt x="105" y="474"/>
                    <a:pt x="163" y="474"/>
                  </a:cubicBezTo>
                  <a:cubicBezTo>
                    <a:pt x="179" y="474"/>
                    <a:pt x="198" y="471"/>
                    <a:pt x="215" y="462"/>
                  </a:cubicBezTo>
                  <a:cubicBezTo>
                    <a:pt x="510" y="346"/>
                    <a:pt x="831" y="288"/>
                    <a:pt x="1152" y="288"/>
                  </a:cubicBezTo>
                  <a:cubicBezTo>
                    <a:pt x="1423" y="288"/>
                    <a:pt x="1693" y="329"/>
                    <a:pt x="1947" y="413"/>
                  </a:cubicBezTo>
                  <a:cubicBezTo>
                    <a:pt x="1962" y="418"/>
                    <a:pt x="1978" y="420"/>
                    <a:pt x="1993" y="420"/>
                  </a:cubicBezTo>
                  <a:cubicBezTo>
                    <a:pt x="2053" y="420"/>
                    <a:pt x="2108" y="381"/>
                    <a:pt x="2128" y="322"/>
                  </a:cubicBezTo>
                  <a:cubicBezTo>
                    <a:pt x="2153" y="247"/>
                    <a:pt x="2111" y="166"/>
                    <a:pt x="2037" y="140"/>
                  </a:cubicBezTo>
                  <a:cubicBezTo>
                    <a:pt x="1754" y="47"/>
                    <a:pt x="1454" y="0"/>
                    <a:pt x="1154"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46"/>
            <p:cNvSpPr/>
            <p:nvPr/>
          </p:nvSpPr>
          <p:spPr>
            <a:xfrm>
              <a:off x="3153681" y="970168"/>
              <a:ext cx="365912" cy="474688"/>
            </a:xfrm>
            <a:custGeom>
              <a:rect b="b" l="l" r="r" t="t"/>
              <a:pathLst>
                <a:path extrusionOk="0" h="24608" w="18969">
                  <a:moveTo>
                    <a:pt x="10843" y="1"/>
                  </a:moveTo>
                  <a:lnTo>
                    <a:pt x="5070" y="1353"/>
                  </a:lnTo>
                  <a:cubicBezTo>
                    <a:pt x="3897" y="1712"/>
                    <a:pt x="1336" y="3188"/>
                    <a:pt x="696" y="3749"/>
                  </a:cubicBezTo>
                  <a:cubicBezTo>
                    <a:pt x="0" y="4514"/>
                    <a:pt x="160" y="7065"/>
                    <a:pt x="1694" y="7065"/>
                  </a:cubicBezTo>
                  <a:cubicBezTo>
                    <a:pt x="1737" y="7065"/>
                    <a:pt x="1781" y="7063"/>
                    <a:pt x="1826" y="7059"/>
                  </a:cubicBezTo>
                  <a:lnTo>
                    <a:pt x="1826" y="7059"/>
                  </a:lnTo>
                  <a:cubicBezTo>
                    <a:pt x="2353" y="8527"/>
                    <a:pt x="885" y="11992"/>
                    <a:pt x="1126" y="13412"/>
                  </a:cubicBezTo>
                  <a:cubicBezTo>
                    <a:pt x="1454" y="15319"/>
                    <a:pt x="2316" y="16097"/>
                    <a:pt x="3747" y="16361"/>
                  </a:cubicBezTo>
                  <a:cubicBezTo>
                    <a:pt x="4612" y="17867"/>
                    <a:pt x="4411" y="21902"/>
                    <a:pt x="4380" y="23368"/>
                  </a:cubicBezTo>
                  <a:cubicBezTo>
                    <a:pt x="5722" y="24167"/>
                    <a:pt x="7914" y="24608"/>
                    <a:pt x="10283" y="24608"/>
                  </a:cubicBezTo>
                  <a:cubicBezTo>
                    <a:pt x="13378" y="24608"/>
                    <a:pt x="16775" y="23855"/>
                    <a:pt x="18968" y="22166"/>
                  </a:cubicBezTo>
                  <a:cubicBezTo>
                    <a:pt x="17529" y="18922"/>
                    <a:pt x="16174" y="16060"/>
                    <a:pt x="16588" y="13875"/>
                  </a:cubicBezTo>
                  <a:cubicBezTo>
                    <a:pt x="17002" y="11691"/>
                    <a:pt x="16867" y="2858"/>
                    <a:pt x="16867" y="1290"/>
                  </a:cubicBezTo>
                  <a:cubicBezTo>
                    <a:pt x="15536" y="721"/>
                    <a:pt x="12446" y="81"/>
                    <a:pt x="10843"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46"/>
            <p:cNvSpPr/>
            <p:nvPr/>
          </p:nvSpPr>
          <p:spPr>
            <a:xfrm>
              <a:off x="3172082" y="972695"/>
              <a:ext cx="347509" cy="472161"/>
            </a:xfrm>
            <a:custGeom>
              <a:rect b="b" l="l" r="r" t="t"/>
              <a:pathLst>
                <a:path extrusionOk="0" h="24477" w="18015">
                  <a:moveTo>
                    <a:pt x="11152" y="0"/>
                  </a:moveTo>
                  <a:cubicBezTo>
                    <a:pt x="10619" y="3542"/>
                    <a:pt x="8733" y="6877"/>
                    <a:pt x="5940" y="9130"/>
                  </a:cubicBezTo>
                  <a:cubicBezTo>
                    <a:pt x="4474" y="6888"/>
                    <a:pt x="3384" y="4409"/>
                    <a:pt x="2741" y="1808"/>
                  </a:cubicBezTo>
                  <a:cubicBezTo>
                    <a:pt x="2492" y="1932"/>
                    <a:pt x="2234" y="2068"/>
                    <a:pt x="1977" y="2208"/>
                  </a:cubicBezTo>
                  <a:cubicBezTo>
                    <a:pt x="2168" y="4359"/>
                    <a:pt x="1794" y="6572"/>
                    <a:pt x="925" y="8559"/>
                  </a:cubicBezTo>
                  <a:cubicBezTo>
                    <a:pt x="706" y="10192"/>
                    <a:pt x="0" y="12264"/>
                    <a:pt x="172" y="13283"/>
                  </a:cubicBezTo>
                  <a:cubicBezTo>
                    <a:pt x="500" y="15188"/>
                    <a:pt x="1360" y="15966"/>
                    <a:pt x="2793" y="16230"/>
                  </a:cubicBezTo>
                  <a:cubicBezTo>
                    <a:pt x="3660" y="17736"/>
                    <a:pt x="3455" y="21771"/>
                    <a:pt x="3426" y="23237"/>
                  </a:cubicBezTo>
                  <a:cubicBezTo>
                    <a:pt x="4768" y="24036"/>
                    <a:pt x="6960" y="24477"/>
                    <a:pt x="9329" y="24477"/>
                  </a:cubicBezTo>
                  <a:cubicBezTo>
                    <a:pt x="12424" y="24477"/>
                    <a:pt x="15821" y="23724"/>
                    <a:pt x="18014" y="22035"/>
                  </a:cubicBezTo>
                  <a:cubicBezTo>
                    <a:pt x="16577" y="18789"/>
                    <a:pt x="15218" y="15929"/>
                    <a:pt x="15632" y="13744"/>
                  </a:cubicBezTo>
                  <a:cubicBezTo>
                    <a:pt x="15724" y="13265"/>
                    <a:pt x="15787" y="12471"/>
                    <a:pt x="15834" y="11500"/>
                  </a:cubicBezTo>
                  <a:cubicBezTo>
                    <a:pt x="14799" y="10865"/>
                    <a:pt x="14185" y="9673"/>
                    <a:pt x="13747" y="8519"/>
                  </a:cubicBezTo>
                  <a:cubicBezTo>
                    <a:pt x="12743" y="5865"/>
                    <a:pt x="12263" y="3035"/>
                    <a:pt x="12387" y="208"/>
                  </a:cubicBezTo>
                  <a:cubicBezTo>
                    <a:pt x="11961" y="127"/>
                    <a:pt x="11545" y="55"/>
                    <a:pt x="11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46"/>
            <p:cNvSpPr/>
            <p:nvPr/>
          </p:nvSpPr>
          <p:spPr>
            <a:xfrm>
              <a:off x="3219862" y="1241373"/>
              <a:ext cx="215257" cy="46952"/>
            </a:xfrm>
            <a:custGeom>
              <a:rect b="b" l="l" r="r" t="t"/>
              <a:pathLst>
                <a:path extrusionOk="0" h="2434" w="11159">
                  <a:moveTo>
                    <a:pt x="10999" y="1"/>
                  </a:moveTo>
                  <a:cubicBezTo>
                    <a:pt x="10965" y="1"/>
                    <a:pt x="10930" y="13"/>
                    <a:pt x="10902" y="39"/>
                  </a:cubicBezTo>
                  <a:cubicBezTo>
                    <a:pt x="9991" y="876"/>
                    <a:pt x="8777" y="1347"/>
                    <a:pt x="7544" y="1347"/>
                  </a:cubicBezTo>
                  <a:cubicBezTo>
                    <a:pt x="7465" y="1347"/>
                    <a:pt x="7386" y="1345"/>
                    <a:pt x="7307" y="1341"/>
                  </a:cubicBezTo>
                  <a:cubicBezTo>
                    <a:pt x="6938" y="1323"/>
                    <a:pt x="6559" y="1262"/>
                    <a:pt x="6193" y="1202"/>
                  </a:cubicBezTo>
                  <a:cubicBezTo>
                    <a:pt x="5746" y="1131"/>
                    <a:pt x="5286" y="1057"/>
                    <a:pt x="4822" y="1057"/>
                  </a:cubicBezTo>
                  <a:cubicBezTo>
                    <a:pt x="4708" y="1057"/>
                    <a:pt x="4593" y="1061"/>
                    <a:pt x="4479" y="1072"/>
                  </a:cubicBezTo>
                  <a:cubicBezTo>
                    <a:pt x="3810" y="1130"/>
                    <a:pt x="3181" y="1376"/>
                    <a:pt x="2572" y="1615"/>
                  </a:cubicBezTo>
                  <a:lnTo>
                    <a:pt x="2290" y="1724"/>
                  </a:lnTo>
                  <a:cubicBezTo>
                    <a:pt x="1709" y="1947"/>
                    <a:pt x="1094" y="2146"/>
                    <a:pt x="485" y="2146"/>
                  </a:cubicBezTo>
                  <a:cubicBezTo>
                    <a:pt x="379" y="2146"/>
                    <a:pt x="274" y="2140"/>
                    <a:pt x="169" y="2127"/>
                  </a:cubicBezTo>
                  <a:cubicBezTo>
                    <a:pt x="163" y="2127"/>
                    <a:pt x="157" y="2126"/>
                    <a:pt x="151" y="2126"/>
                  </a:cubicBezTo>
                  <a:cubicBezTo>
                    <a:pt x="79" y="2126"/>
                    <a:pt x="19" y="2180"/>
                    <a:pt x="10" y="2253"/>
                  </a:cubicBezTo>
                  <a:cubicBezTo>
                    <a:pt x="0" y="2332"/>
                    <a:pt x="55" y="2403"/>
                    <a:pt x="134" y="2413"/>
                  </a:cubicBezTo>
                  <a:cubicBezTo>
                    <a:pt x="251" y="2427"/>
                    <a:pt x="367" y="2433"/>
                    <a:pt x="484" y="2433"/>
                  </a:cubicBezTo>
                  <a:cubicBezTo>
                    <a:pt x="1138" y="2433"/>
                    <a:pt x="1786" y="2224"/>
                    <a:pt x="2393" y="1992"/>
                  </a:cubicBezTo>
                  <a:lnTo>
                    <a:pt x="2677" y="1882"/>
                  </a:lnTo>
                  <a:cubicBezTo>
                    <a:pt x="3267" y="1650"/>
                    <a:pt x="3876" y="1412"/>
                    <a:pt x="4503" y="1357"/>
                  </a:cubicBezTo>
                  <a:cubicBezTo>
                    <a:pt x="4610" y="1347"/>
                    <a:pt x="4718" y="1343"/>
                    <a:pt x="4825" y="1343"/>
                  </a:cubicBezTo>
                  <a:cubicBezTo>
                    <a:pt x="5260" y="1343"/>
                    <a:pt x="5694" y="1413"/>
                    <a:pt x="6148" y="1486"/>
                  </a:cubicBezTo>
                  <a:cubicBezTo>
                    <a:pt x="6522" y="1547"/>
                    <a:pt x="6907" y="1608"/>
                    <a:pt x="7294" y="1628"/>
                  </a:cubicBezTo>
                  <a:cubicBezTo>
                    <a:pt x="7376" y="1632"/>
                    <a:pt x="7457" y="1633"/>
                    <a:pt x="7539" y="1633"/>
                  </a:cubicBezTo>
                  <a:cubicBezTo>
                    <a:pt x="8844" y="1633"/>
                    <a:pt x="10131" y="1139"/>
                    <a:pt x="11096" y="250"/>
                  </a:cubicBezTo>
                  <a:cubicBezTo>
                    <a:pt x="11154" y="195"/>
                    <a:pt x="11159" y="105"/>
                    <a:pt x="11104" y="47"/>
                  </a:cubicBezTo>
                  <a:cubicBezTo>
                    <a:pt x="11076" y="16"/>
                    <a:pt x="11038" y="1"/>
                    <a:pt x="1099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46"/>
            <p:cNvSpPr/>
            <p:nvPr/>
          </p:nvSpPr>
          <p:spPr>
            <a:xfrm>
              <a:off x="3450657" y="1190296"/>
              <a:ext cx="50926" cy="205535"/>
            </a:xfrm>
            <a:custGeom>
              <a:rect b="b" l="l" r="r" t="t"/>
              <a:pathLst>
                <a:path extrusionOk="0" h="10655" w="2640">
                  <a:moveTo>
                    <a:pt x="618" y="1"/>
                  </a:moveTo>
                  <a:cubicBezTo>
                    <a:pt x="547" y="1"/>
                    <a:pt x="485" y="54"/>
                    <a:pt x="476" y="127"/>
                  </a:cubicBezTo>
                  <a:cubicBezTo>
                    <a:pt x="428" y="537"/>
                    <a:pt x="364" y="954"/>
                    <a:pt x="301" y="1357"/>
                  </a:cubicBezTo>
                  <a:cubicBezTo>
                    <a:pt x="175" y="2171"/>
                    <a:pt x="45" y="3012"/>
                    <a:pt x="30" y="3853"/>
                  </a:cubicBezTo>
                  <a:cubicBezTo>
                    <a:pt x="1" y="5633"/>
                    <a:pt x="760" y="7832"/>
                    <a:pt x="2351" y="10582"/>
                  </a:cubicBezTo>
                  <a:cubicBezTo>
                    <a:pt x="2378" y="10629"/>
                    <a:pt x="2426" y="10654"/>
                    <a:pt x="2475" y="10654"/>
                  </a:cubicBezTo>
                  <a:cubicBezTo>
                    <a:pt x="2501" y="10654"/>
                    <a:pt x="2525" y="10648"/>
                    <a:pt x="2547" y="10633"/>
                  </a:cubicBezTo>
                  <a:cubicBezTo>
                    <a:pt x="2615" y="10595"/>
                    <a:pt x="2639" y="10506"/>
                    <a:pt x="2599" y="10438"/>
                  </a:cubicBezTo>
                  <a:cubicBezTo>
                    <a:pt x="1034" y="7736"/>
                    <a:pt x="288" y="5583"/>
                    <a:pt x="317" y="3858"/>
                  </a:cubicBezTo>
                  <a:cubicBezTo>
                    <a:pt x="331" y="3038"/>
                    <a:pt x="460" y="2206"/>
                    <a:pt x="584" y="1401"/>
                  </a:cubicBezTo>
                  <a:cubicBezTo>
                    <a:pt x="647" y="996"/>
                    <a:pt x="712" y="576"/>
                    <a:pt x="762" y="161"/>
                  </a:cubicBezTo>
                  <a:cubicBezTo>
                    <a:pt x="771" y="82"/>
                    <a:pt x="715" y="11"/>
                    <a:pt x="636" y="2"/>
                  </a:cubicBezTo>
                  <a:cubicBezTo>
                    <a:pt x="630" y="1"/>
                    <a:pt x="624" y="1"/>
                    <a:pt x="618"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46"/>
            <p:cNvSpPr/>
            <p:nvPr/>
          </p:nvSpPr>
          <p:spPr>
            <a:xfrm>
              <a:off x="3426892" y="995031"/>
              <a:ext cx="190720" cy="308428"/>
            </a:xfrm>
            <a:custGeom>
              <a:rect b="b" l="l" r="r" t="t"/>
              <a:pathLst>
                <a:path extrusionOk="0" h="15989" w="9887">
                  <a:moveTo>
                    <a:pt x="2703" y="1"/>
                  </a:moveTo>
                  <a:cubicBezTo>
                    <a:pt x="2703" y="1"/>
                    <a:pt x="0" y="1936"/>
                    <a:pt x="266" y="3622"/>
                  </a:cubicBezTo>
                  <a:cubicBezTo>
                    <a:pt x="532" y="5308"/>
                    <a:pt x="4894" y="13029"/>
                    <a:pt x="6137" y="15003"/>
                  </a:cubicBezTo>
                  <a:cubicBezTo>
                    <a:pt x="6578" y="15705"/>
                    <a:pt x="7200" y="15988"/>
                    <a:pt x="7798" y="15988"/>
                  </a:cubicBezTo>
                  <a:cubicBezTo>
                    <a:pt x="8883" y="15988"/>
                    <a:pt x="9886" y="15053"/>
                    <a:pt x="9571" y="13988"/>
                  </a:cubicBezTo>
                  <a:cubicBezTo>
                    <a:pt x="9081" y="12336"/>
                    <a:pt x="5057" y="1501"/>
                    <a:pt x="2703"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46"/>
            <p:cNvSpPr/>
            <p:nvPr/>
          </p:nvSpPr>
          <p:spPr>
            <a:xfrm>
              <a:off x="3334150" y="1240525"/>
              <a:ext cx="260782" cy="114756"/>
            </a:xfrm>
            <a:custGeom>
              <a:rect b="b" l="l" r="r" t="t"/>
              <a:pathLst>
                <a:path extrusionOk="0" h="5949" w="13519">
                  <a:moveTo>
                    <a:pt x="10927" y="0"/>
                  </a:moveTo>
                  <a:cubicBezTo>
                    <a:pt x="8785" y="0"/>
                    <a:pt x="2673" y="2857"/>
                    <a:pt x="1342" y="3622"/>
                  </a:cubicBezTo>
                  <a:cubicBezTo>
                    <a:pt x="1" y="4392"/>
                    <a:pt x="678" y="5880"/>
                    <a:pt x="1948" y="5947"/>
                  </a:cubicBezTo>
                  <a:cubicBezTo>
                    <a:pt x="1970" y="5948"/>
                    <a:pt x="1996" y="5949"/>
                    <a:pt x="2023" y="5949"/>
                  </a:cubicBezTo>
                  <a:cubicBezTo>
                    <a:pt x="3517" y="5949"/>
                    <a:pt x="11602" y="4197"/>
                    <a:pt x="13519" y="3033"/>
                  </a:cubicBezTo>
                  <a:cubicBezTo>
                    <a:pt x="13519" y="3033"/>
                    <a:pt x="13074" y="34"/>
                    <a:pt x="10964" y="0"/>
                  </a:cubicBezTo>
                  <a:cubicBezTo>
                    <a:pt x="10952" y="0"/>
                    <a:pt x="10940" y="0"/>
                    <a:pt x="10927"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46"/>
            <p:cNvSpPr/>
            <p:nvPr/>
          </p:nvSpPr>
          <p:spPr>
            <a:xfrm>
              <a:off x="3515565" y="1238075"/>
              <a:ext cx="66184" cy="10397"/>
            </a:xfrm>
            <a:custGeom>
              <a:rect b="b" l="l" r="r" t="t"/>
              <a:pathLst>
                <a:path extrusionOk="0" h="539" w="3431">
                  <a:moveTo>
                    <a:pt x="1639" y="0"/>
                  </a:moveTo>
                  <a:cubicBezTo>
                    <a:pt x="1126" y="0"/>
                    <a:pt x="612" y="70"/>
                    <a:pt x="122" y="211"/>
                  </a:cubicBezTo>
                  <a:cubicBezTo>
                    <a:pt x="44" y="232"/>
                    <a:pt x="1" y="313"/>
                    <a:pt x="24" y="389"/>
                  </a:cubicBezTo>
                  <a:cubicBezTo>
                    <a:pt x="41" y="451"/>
                    <a:pt x="98" y="493"/>
                    <a:pt x="160" y="493"/>
                  </a:cubicBezTo>
                  <a:cubicBezTo>
                    <a:pt x="174" y="493"/>
                    <a:pt x="187" y="491"/>
                    <a:pt x="201" y="487"/>
                  </a:cubicBezTo>
                  <a:cubicBezTo>
                    <a:pt x="665" y="354"/>
                    <a:pt x="1151" y="288"/>
                    <a:pt x="1637" y="288"/>
                  </a:cubicBezTo>
                  <a:cubicBezTo>
                    <a:pt x="2177" y="288"/>
                    <a:pt x="2716" y="369"/>
                    <a:pt x="3227" y="532"/>
                  </a:cubicBezTo>
                  <a:cubicBezTo>
                    <a:pt x="3240" y="537"/>
                    <a:pt x="3255" y="538"/>
                    <a:pt x="3269" y="538"/>
                  </a:cubicBezTo>
                  <a:cubicBezTo>
                    <a:pt x="3330" y="538"/>
                    <a:pt x="3387" y="500"/>
                    <a:pt x="3406" y="439"/>
                  </a:cubicBezTo>
                  <a:cubicBezTo>
                    <a:pt x="3430" y="363"/>
                    <a:pt x="3388" y="282"/>
                    <a:pt x="3313" y="258"/>
                  </a:cubicBezTo>
                  <a:cubicBezTo>
                    <a:pt x="2775" y="86"/>
                    <a:pt x="2207" y="0"/>
                    <a:pt x="1639"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46"/>
            <p:cNvSpPr/>
            <p:nvPr/>
          </p:nvSpPr>
          <p:spPr>
            <a:xfrm>
              <a:off x="3429381" y="1064511"/>
              <a:ext cx="51929" cy="104938"/>
            </a:xfrm>
            <a:custGeom>
              <a:rect b="b" l="l" r="r" t="t"/>
              <a:pathLst>
                <a:path extrusionOk="0" h="5440" w="2692">
                  <a:moveTo>
                    <a:pt x="161" y="1"/>
                  </a:moveTo>
                  <a:cubicBezTo>
                    <a:pt x="144" y="1"/>
                    <a:pt x="126" y="4"/>
                    <a:pt x="110" y="10"/>
                  </a:cubicBezTo>
                  <a:cubicBezTo>
                    <a:pt x="36" y="39"/>
                    <a:pt x="0" y="123"/>
                    <a:pt x="27" y="197"/>
                  </a:cubicBezTo>
                  <a:cubicBezTo>
                    <a:pt x="738" y="2010"/>
                    <a:pt x="1558" y="3798"/>
                    <a:pt x="2401" y="5364"/>
                  </a:cubicBezTo>
                  <a:cubicBezTo>
                    <a:pt x="2427" y="5412"/>
                    <a:pt x="2475" y="5440"/>
                    <a:pt x="2527" y="5440"/>
                  </a:cubicBezTo>
                  <a:cubicBezTo>
                    <a:pt x="2550" y="5440"/>
                    <a:pt x="2574" y="5435"/>
                    <a:pt x="2595" y="5422"/>
                  </a:cubicBezTo>
                  <a:cubicBezTo>
                    <a:pt x="2664" y="5385"/>
                    <a:pt x="2691" y="5298"/>
                    <a:pt x="2653" y="5229"/>
                  </a:cubicBezTo>
                  <a:cubicBezTo>
                    <a:pt x="1816" y="3672"/>
                    <a:pt x="1001" y="1894"/>
                    <a:pt x="295" y="93"/>
                  </a:cubicBezTo>
                  <a:cubicBezTo>
                    <a:pt x="273" y="36"/>
                    <a:pt x="218" y="1"/>
                    <a:pt x="161"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46"/>
            <p:cNvSpPr/>
            <p:nvPr/>
          </p:nvSpPr>
          <p:spPr>
            <a:xfrm>
              <a:off x="3268355" y="1309310"/>
              <a:ext cx="103568" cy="79301"/>
            </a:xfrm>
            <a:custGeom>
              <a:rect b="b" l="l" r="r" t="t"/>
              <a:pathLst>
                <a:path extrusionOk="0" h="4111" w="5369">
                  <a:moveTo>
                    <a:pt x="3741" y="0"/>
                  </a:moveTo>
                  <a:cubicBezTo>
                    <a:pt x="2527" y="0"/>
                    <a:pt x="1310" y="228"/>
                    <a:pt x="147" y="583"/>
                  </a:cubicBezTo>
                  <a:cubicBezTo>
                    <a:pt x="39" y="755"/>
                    <a:pt x="0" y="969"/>
                    <a:pt x="40" y="1169"/>
                  </a:cubicBezTo>
                  <a:cubicBezTo>
                    <a:pt x="81" y="1369"/>
                    <a:pt x="210" y="1529"/>
                    <a:pt x="376" y="1646"/>
                  </a:cubicBezTo>
                  <a:cubicBezTo>
                    <a:pt x="316" y="1777"/>
                    <a:pt x="256" y="1909"/>
                    <a:pt x="232" y="2051"/>
                  </a:cubicBezTo>
                  <a:cubicBezTo>
                    <a:pt x="208" y="2191"/>
                    <a:pt x="223" y="2346"/>
                    <a:pt x="303" y="2463"/>
                  </a:cubicBezTo>
                  <a:cubicBezTo>
                    <a:pt x="369" y="2561"/>
                    <a:pt x="489" y="2635"/>
                    <a:pt x="605" y="2635"/>
                  </a:cubicBezTo>
                  <a:cubicBezTo>
                    <a:pt x="631" y="2635"/>
                    <a:pt x="657" y="2631"/>
                    <a:pt x="682" y="2623"/>
                  </a:cubicBezTo>
                  <a:lnTo>
                    <a:pt x="682" y="2623"/>
                  </a:lnTo>
                  <a:cubicBezTo>
                    <a:pt x="585" y="2776"/>
                    <a:pt x="580" y="2984"/>
                    <a:pt x="669" y="3143"/>
                  </a:cubicBezTo>
                  <a:cubicBezTo>
                    <a:pt x="757" y="3298"/>
                    <a:pt x="941" y="3408"/>
                    <a:pt x="1120" y="3408"/>
                  </a:cubicBezTo>
                  <a:cubicBezTo>
                    <a:pt x="1124" y="3408"/>
                    <a:pt x="1128" y="3408"/>
                    <a:pt x="1131" y="3408"/>
                  </a:cubicBezTo>
                  <a:lnTo>
                    <a:pt x="1131" y="3408"/>
                  </a:lnTo>
                  <a:cubicBezTo>
                    <a:pt x="1057" y="3699"/>
                    <a:pt x="1236" y="3991"/>
                    <a:pt x="1512" y="4110"/>
                  </a:cubicBezTo>
                  <a:cubicBezTo>
                    <a:pt x="2124" y="4110"/>
                    <a:pt x="4400" y="3082"/>
                    <a:pt x="5359" y="2381"/>
                  </a:cubicBezTo>
                  <a:cubicBezTo>
                    <a:pt x="5368" y="1609"/>
                    <a:pt x="5167" y="707"/>
                    <a:pt x="4753" y="56"/>
                  </a:cubicBezTo>
                  <a:cubicBezTo>
                    <a:pt x="4416" y="18"/>
                    <a:pt x="4079" y="0"/>
                    <a:pt x="3741"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46"/>
            <p:cNvSpPr/>
            <p:nvPr/>
          </p:nvSpPr>
          <p:spPr>
            <a:xfrm>
              <a:off x="3283767" y="1289442"/>
              <a:ext cx="76273" cy="29321"/>
            </a:xfrm>
            <a:custGeom>
              <a:rect b="b" l="l" r="r" t="t"/>
              <a:pathLst>
                <a:path extrusionOk="0" h="1520" w="3954">
                  <a:moveTo>
                    <a:pt x="1299" y="1"/>
                  </a:moveTo>
                  <a:cubicBezTo>
                    <a:pt x="1295" y="1"/>
                    <a:pt x="1290" y="1"/>
                    <a:pt x="1286" y="1"/>
                  </a:cubicBezTo>
                  <a:cubicBezTo>
                    <a:pt x="821" y="9"/>
                    <a:pt x="70" y="107"/>
                    <a:pt x="34" y="328"/>
                  </a:cubicBezTo>
                  <a:cubicBezTo>
                    <a:pt x="0" y="547"/>
                    <a:pt x="1188" y="618"/>
                    <a:pt x="1322" y="878"/>
                  </a:cubicBezTo>
                  <a:cubicBezTo>
                    <a:pt x="1456" y="1137"/>
                    <a:pt x="1712" y="1519"/>
                    <a:pt x="1712" y="1519"/>
                  </a:cubicBezTo>
                  <a:lnTo>
                    <a:pt x="3954" y="1086"/>
                  </a:lnTo>
                  <a:cubicBezTo>
                    <a:pt x="3223" y="463"/>
                    <a:pt x="1779" y="1"/>
                    <a:pt x="1299"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20" name="Shape 11420"/>
        <p:cNvGrpSpPr/>
        <p:nvPr/>
      </p:nvGrpSpPr>
      <p:grpSpPr>
        <a:xfrm>
          <a:off x="0" y="0"/>
          <a:ext cx="0" cy="0"/>
          <a:chOff x="0" y="0"/>
          <a:chExt cx="0" cy="0"/>
        </a:xfrm>
      </p:grpSpPr>
      <p:sp>
        <p:nvSpPr>
          <p:cNvPr id="11421" name="Google Shape;11421;p47"/>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11422" name="Google Shape;11422;p47"/>
          <p:cNvSpPr txBox="1"/>
          <p:nvPr>
            <p:ph idx="4294967295" type="body"/>
          </p:nvPr>
        </p:nvSpPr>
        <p:spPr>
          <a:xfrm>
            <a:off x="720000" y="1152475"/>
            <a:ext cx="770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r>
              <a:rPr lang="en"/>
              <a:t> </a:t>
            </a:r>
            <a:endParaRPr/>
          </a:p>
          <a:p>
            <a:pPr indent="0" lvl="0" marL="0" rtl="0" algn="l">
              <a:spcBef>
                <a:spcPts val="0"/>
              </a:spcBef>
              <a:spcAft>
                <a:spcPts val="0"/>
              </a:spcAft>
              <a:buNone/>
            </a:pPr>
            <a:r>
              <a:t/>
            </a:r>
            <a:endParaRPr/>
          </a:p>
          <a:p>
            <a:pPr indent="0" lvl="0" marL="0" rtl="0" algn="l">
              <a:spcBef>
                <a:spcPts val="0"/>
              </a:spcBef>
              <a:spcAft>
                <a:spcPts val="0"/>
              </a:spcAft>
              <a:buNone/>
            </a:pPr>
            <a:r>
              <a:rPr b="1" lang="en" sz="1600">
                <a:solidFill>
                  <a:schemeClr val="dk2"/>
                </a:solidFill>
              </a:rPr>
              <a:t>Vectors</a:t>
            </a:r>
            <a:endParaRPr sz="1600">
              <a:solidFill>
                <a:schemeClr val="dk2"/>
              </a:solidFill>
              <a:highlight>
                <a:schemeClr val="lt2"/>
              </a:highlight>
            </a:endParaRPr>
          </a:p>
          <a:p>
            <a:pPr indent="-317500" lvl="0" marL="457200" rtl="0" algn="l">
              <a:spcBef>
                <a:spcPts val="0"/>
              </a:spcBef>
              <a:spcAft>
                <a:spcPts val="0"/>
              </a:spcAft>
              <a:buClr>
                <a:schemeClr val="dk1"/>
              </a:buClr>
              <a:buSzPts val="1400"/>
              <a:buFont typeface="Anaheim"/>
              <a:buChar char="●"/>
            </a:pPr>
            <a:r>
              <a:rPr lang="en">
                <a:solidFill>
                  <a:schemeClr val="hlink"/>
                </a:solidFill>
                <a:uFill>
                  <a:noFill/>
                </a:uFill>
                <a:hlinkClick r:id="rId3"/>
              </a:rPr>
              <a:t>Bike race sport illustration</a:t>
            </a:r>
            <a:endParaRPr/>
          </a:p>
          <a:p>
            <a:pPr indent="0" lvl="0" marL="457200" rtl="0" algn="l">
              <a:spcBef>
                <a:spcPts val="0"/>
              </a:spcBef>
              <a:spcAft>
                <a:spcPts val="0"/>
              </a:spcAft>
              <a:buNone/>
            </a:pPr>
            <a:r>
              <a:t/>
            </a:r>
            <a:endParaRPr/>
          </a:p>
          <a:p>
            <a:pPr indent="0" lvl="0" marL="0" rtl="0" algn="l">
              <a:spcBef>
                <a:spcPts val="0"/>
              </a:spcBef>
              <a:spcAft>
                <a:spcPts val="0"/>
              </a:spcAft>
              <a:buNone/>
            </a:pPr>
            <a:r>
              <a:rPr b="1" lang="en" sz="1600">
                <a:solidFill>
                  <a:schemeClr val="dk2"/>
                </a:solidFill>
              </a:rPr>
              <a:t>Photos</a:t>
            </a:r>
            <a:endParaRPr sz="1600">
              <a:solidFill>
                <a:schemeClr val="dk2"/>
              </a:solidFill>
            </a:endParaRPr>
          </a:p>
          <a:p>
            <a:pPr indent="-317500" lvl="0" marL="457200" rtl="0" algn="l">
              <a:spcBef>
                <a:spcPts val="0"/>
              </a:spcBef>
              <a:spcAft>
                <a:spcPts val="0"/>
              </a:spcAft>
              <a:buSzPts val="1400"/>
              <a:buFont typeface="Anaheim"/>
              <a:buChar char="●"/>
            </a:pPr>
            <a:r>
              <a:rPr lang="en">
                <a:solidFill>
                  <a:schemeClr val="hlink"/>
                </a:solidFill>
                <a:uFill>
                  <a:noFill/>
                </a:uFill>
                <a:hlinkClick r:id="rId4"/>
              </a:rPr>
              <a:t>Swimmer in water close-up</a:t>
            </a:r>
            <a:endParaRPr/>
          </a:p>
          <a:p>
            <a:pPr indent="-317500" lvl="0" marL="457200" rtl="0" algn="l">
              <a:spcBef>
                <a:spcPts val="0"/>
              </a:spcBef>
              <a:spcAft>
                <a:spcPts val="0"/>
              </a:spcAft>
              <a:buSzPts val="1400"/>
              <a:buChar char="●"/>
            </a:pPr>
            <a:r>
              <a:rPr lang="en">
                <a:solidFill>
                  <a:schemeClr val="hlink"/>
                </a:solidFill>
                <a:uFill>
                  <a:noFill/>
                </a:uFill>
                <a:hlinkClick r:id="rId5"/>
              </a:rPr>
              <a:t>Male cyclist training with bicycle outdoors</a:t>
            </a:r>
            <a:endParaRPr/>
          </a:p>
          <a:p>
            <a:pPr indent="0" lvl="0" marL="0" rtl="0" algn="l">
              <a:spcBef>
                <a:spcPts val="0"/>
              </a:spcBef>
              <a:spcAft>
                <a:spcPts val="0"/>
              </a:spcAft>
              <a:buNone/>
            </a:pPr>
            <a:r>
              <a:t/>
            </a:r>
            <a:endParaRPr/>
          </a:p>
          <a:p>
            <a:pPr indent="0" lvl="0" marL="0" rtl="0" algn="l">
              <a:spcBef>
                <a:spcPts val="0"/>
              </a:spcBef>
              <a:spcAft>
                <a:spcPts val="0"/>
              </a:spcAft>
              <a:buNone/>
            </a:pPr>
            <a:r>
              <a:rPr b="1" lang="en" sz="1600">
                <a:solidFill>
                  <a:schemeClr val="dk2"/>
                </a:solidFill>
              </a:rPr>
              <a:t>Icons</a:t>
            </a:r>
            <a:endParaRPr sz="1600">
              <a:solidFill>
                <a:schemeClr val="dk2"/>
              </a:solidFill>
            </a:endParaRPr>
          </a:p>
          <a:p>
            <a:pPr indent="-317500" lvl="0" marL="457200" rtl="0" algn="l">
              <a:spcBef>
                <a:spcPts val="0"/>
              </a:spcBef>
              <a:spcAft>
                <a:spcPts val="0"/>
              </a:spcAft>
              <a:buClr>
                <a:schemeClr val="dk1"/>
              </a:buClr>
              <a:buSzPts val="1400"/>
              <a:buFont typeface="Anaheim"/>
              <a:buChar char="●"/>
            </a:pPr>
            <a:r>
              <a:rPr lang="en">
                <a:solidFill>
                  <a:schemeClr val="hlink"/>
                </a:solidFill>
                <a:uFill>
                  <a:noFill/>
                </a:uFill>
                <a:hlinkClick r:id="rId6"/>
              </a:rPr>
              <a:t>Triathlon free icon</a:t>
            </a:r>
            <a:endParaRPr/>
          </a:p>
          <a:p>
            <a:pPr indent="-317500" lvl="0" marL="457200" rtl="0" algn="l">
              <a:spcBef>
                <a:spcPts val="0"/>
              </a:spcBef>
              <a:spcAft>
                <a:spcPts val="0"/>
              </a:spcAft>
              <a:buSzPts val="1400"/>
              <a:buChar char="●"/>
            </a:pPr>
            <a:r>
              <a:rPr lang="en">
                <a:solidFill>
                  <a:schemeClr val="hlink"/>
                </a:solidFill>
                <a:uFill>
                  <a:noFill/>
                </a:uFill>
                <a:hlinkClick r:id="rId7"/>
              </a:rPr>
              <a:t>Icon Pack: Active Lifestyle | Flat</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26" name="Shape 11426"/>
        <p:cNvGrpSpPr/>
        <p:nvPr/>
      </p:nvGrpSpPr>
      <p:grpSpPr>
        <a:xfrm>
          <a:off x="0" y="0"/>
          <a:ext cx="0" cy="0"/>
          <a:chOff x="0" y="0"/>
          <a:chExt cx="0" cy="0"/>
        </a:xfrm>
      </p:grpSpPr>
      <p:sp>
        <p:nvSpPr>
          <p:cNvPr id="11427" name="Google Shape;11427;p48"/>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1428" name="Google Shape;11428;p48"/>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a:t>
            </a:r>
            <a:r>
              <a:rPr lang="en" sz="1100">
                <a:solidFill>
                  <a:schemeClr val="lt1"/>
                </a:solidFill>
              </a:rPr>
              <a:t>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None/>
            </a:pPr>
            <a:r>
              <a:t/>
            </a:r>
            <a:endParaRPr sz="1100">
              <a:solidFill>
                <a:schemeClr val="lt1"/>
              </a:solidFill>
            </a:endParaRPr>
          </a:p>
          <a:p>
            <a:pPr indent="0" lvl="0" marL="0" rtl="0" algn="l">
              <a:spcBef>
                <a:spcPts val="0"/>
              </a:spcBef>
              <a:spcAft>
                <a:spcPts val="0"/>
              </a:spcAft>
              <a:buNone/>
            </a:pPr>
            <a:r>
              <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100">
              <a:solidFill>
                <a:srgbClr val="FFFFFF"/>
              </a:solidFill>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32" name="Shape 11432"/>
        <p:cNvGrpSpPr/>
        <p:nvPr/>
      </p:nvGrpSpPr>
      <p:grpSpPr>
        <a:xfrm>
          <a:off x="0" y="0"/>
          <a:ext cx="0" cy="0"/>
          <a:chOff x="0" y="0"/>
          <a:chExt cx="0" cy="0"/>
        </a:xfrm>
      </p:grpSpPr>
      <p:sp>
        <p:nvSpPr>
          <p:cNvPr id="11433" name="Google Shape;11433;p49"/>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lang="en" sz="1100">
                <a:solidFill>
                  <a:schemeClr val="lt1"/>
                </a:solidFill>
              </a:rPr>
              <a:t>"</a:t>
            </a:r>
            <a:r>
              <a:rPr b="1" lang="en" sz="1100" u="sng">
                <a:solidFill>
                  <a:schemeClr val="hlink"/>
                </a:solidFill>
                <a:hlinkClick action="ppaction://hlinksldjump" r:id="rId4"/>
              </a:rPr>
              <a:t>Thanks</a:t>
            </a:r>
            <a:r>
              <a:rPr lang="en" sz="1100">
                <a:solidFill>
                  <a:schemeClr val="lt1"/>
                </a:solidFill>
              </a:rPr>
              <a:t>"</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11434" name="Google Shape;11434;p49"/>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38" name="Shape 11438"/>
        <p:cNvGrpSpPr/>
        <p:nvPr/>
      </p:nvGrpSpPr>
      <p:grpSpPr>
        <a:xfrm>
          <a:off x="0" y="0"/>
          <a:ext cx="0" cy="0"/>
          <a:chOff x="0" y="0"/>
          <a:chExt cx="0" cy="0"/>
        </a:xfrm>
      </p:grpSpPr>
      <p:sp>
        <p:nvSpPr>
          <p:cNvPr id="11439" name="Google Shape;11439;p50"/>
          <p:cNvSpPr txBox="1"/>
          <p:nvPr/>
        </p:nvSpPr>
        <p:spPr>
          <a:xfrm>
            <a:off x="716700" y="1188000"/>
            <a:ext cx="7710600" cy="1373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Sriracha</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https://fonts.google.com/specimen/Sriracha</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Roboto</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4">
                  <a:extLst>
                    <a:ext uri="{A12FA001-AC4F-418D-AE19-62706E023703}">
                      <ahyp:hlinkClr val="tx"/>
                    </a:ext>
                  </a:extLst>
                </a:hlinkClick>
              </a:rPr>
              <a:t>https://fonts.google.com/specimen/Roboto</a:t>
            </a:r>
            <a:r>
              <a:rPr lang="en" sz="1100">
                <a:solidFill>
                  <a:schemeClr val="lt1"/>
                </a:solidFill>
              </a:rPr>
              <a:t>)</a:t>
            </a:r>
            <a:endParaRPr sz="1100">
              <a:solidFill>
                <a:schemeClr val="lt1"/>
              </a:solidFill>
            </a:endParaRPr>
          </a:p>
        </p:txBody>
      </p:sp>
      <p:sp>
        <p:nvSpPr>
          <p:cNvPr id="11440" name="Google Shape;11440;p50"/>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
        <p:nvSpPr>
          <p:cNvPr id="11441" name="Google Shape;11441;p50"/>
          <p:cNvSpPr/>
          <p:nvPr/>
        </p:nvSpPr>
        <p:spPr>
          <a:xfrm>
            <a:off x="2052650" y="2947175"/>
            <a:ext cx="791400" cy="754200"/>
          </a:xfrm>
          <a:prstGeom prst="roundRect">
            <a:avLst>
              <a:gd fmla="val 16667" name="adj"/>
            </a:avLst>
          </a:prstGeom>
          <a:solidFill>
            <a:srgbClr val="19191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50"/>
          <p:cNvSpPr/>
          <p:nvPr/>
        </p:nvSpPr>
        <p:spPr>
          <a:xfrm>
            <a:off x="3114470" y="29471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50"/>
          <p:cNvSpPr/>
          <p:nvPr/>
        </p:nvSpPr>
        <p:spPr>
          <a:xfrm>
            <a:off x="4176289" y="2947175"/>
            <a:ext cx="791400" cy="754200"/>
          </a:xfrm>
          <a:prstGeom prst="roundRect">
            <a:avLst>
              <a:gd fmla="val 16667" name="adj"/>
            </a:avLst>
          </a:prstGeom>
          <a:solidFill>
            <a:srgbClr val="FA5B6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50"/>
          <p:cNvSpPr txBox="1"/>
          <p:nvPr/>
        </p:nvSpPr>
        <p:spPr>
          <a:xfrm>
            <a:off x="20526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#191919</a:t>
            </a:r>
            <a:endParaRPr sz="1000">
              <a:solidFill>
                <a:srgbClr val="FFFFFF"/>
              </a:solidFill>
            </a:endParaRPr>
          </a:p>
        </p:txBody>
      </p:sp>
      <p:sp>
        <p:nvSpPr>
          <p:cNvPr id="11445" name="Google Shape;11445;p50"/>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191919"/>
                </a:solidFill>
              </a:rPr>
              <a:t>#ffffff</a:t>
            </a:r>
            <a:endParaRPr sz="1000">
              <a:solidFill>
                <a:srgbClr val="191919"/>
              </a:solidFill>
            </a:endParaRPr>
          </a:p>
        </p:txBody>
      </p:sp>
      <p:sp>
        <p:nvSpPr>
          <p:cNvPr id="11446" name="Google Shape;11446;p50"/>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#fa5b60</a:t>
            </a:r>
            <a:endParaRPr sz="1000">
              <a:solidFill>
                <a:srgbClr val="FFFFFF"/>
              </a:solidFill>
            </a:endParaRPr>
          </a:p>
        </p:txBody>
      </p:sp>
      <p:sp>
        <p:nvSpPr>
          <p:cNvPr id="11447" name="Google Shape;11447;p50"/>
          <p:cNvSpPr/>
          <p:nvPr/>
        </p:nvSpPr>
        <p:spPr>
          <a:xfrm>
            <a:off x="5238125" y="2947175"/>
            <a:ext cx="791400" cy="754200"/>
          </a:xfrm>
          <a:prstGeom prst="roundRect">
            <a:avLst>
              <a:gd fmla="val 16667" name="adj"/>
            </a:avLst>
          </a:prstGeom>
          <a:solidFill>
            <a:srgbClr val="F7794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50"/>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#f7794d</a:t>
            </a:r>
            <a:endParaRPr sz="1000">
              <a:solidFill>
                <a:srgbClr val="FFFFFF"/>
              </a:solidFill>
            </a:endParaRPr>
          </a:p>
        </p:txBody>
      </p:sp>
      <p:sp>
        <p:nvSpPr>
          <p:cNvPr id="11449" name="Google Shape;11449;p50"/>
          <p:cNvSpPr/>
          <p:nvPr/>
        </p:nvSpPr>
        <p:spPr>
          <a:xfrm>
            <a:off x="2052650" y="3878275"/>
            <a:ext cx="791400" cy="754200"/>
          </a:xfrm>
          <a:prstGeom prst="roundRect">
            <a:avLst>
              <a:gd fmla="val 16667" name="adj"/>
            </a:avLst>
          </a:prstGeom>
          <a:solidFill>
            <a:srgbClr val="FBE4B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50"/>
          <p:cNvSpPr/>
          <p:nvPr/>
        </p:nvSpPr>
        <p:spPr>
          <a:xfrm>
            <a:off x="3114470" y="3878275"/>
            <a:ext cx="791400" cy="754200"/>
          </a:xfrm>
          <a:prstGeom prst="roundRect">
            <a:avLst>
              <a:gd fmla="val 16667" name="adj"/>
            </a:avLst>
          </a:prstGeom>
          <a:solidFill>
            <a:srgbClr val="BAC7B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50"/>
          <p:cNvSpPr/>
          <p:nvPr/>
        </p:nvSpPr>
        <p:spPr>
          <a:xfrm>
            <a:off x="4176289" y="3878275"/>
            <a:ext cx="791400" cy="754200"/>
          </a:xfrm>
          <a:prstGeom prst="roundRect">
            <a:avLst>
              <a:gd fmla="val 16667" name="adj"/>
            </a:avLst>
          </a:prstGeom>
          <a:solidFill>
            <a:srgbClr val="35594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50"/>
          <p:cNvSpPr txBox="1"/>
          <p:nvPr/>
        </p:nvSpPr>
        <p:spPr>
          <a:xfrm>
            <a:off x="205265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#fbe4b2</a:t>
            </a:r>
            <a:endParaRPr sz="1000">
              <a:solidFill>
                <a:srgbClr val="FFFFFF"/>
              </a:solidFill>
            </a:endParaRPr>
          </a:p>
        </p:txBody>
      </p:sp>
      <p:sp>
        <p:nvSpPr>
          <p:cNvPr id="11453" name="Google Shape;11453;p50"/>
          <p:cNvSpPr txBox="1"/>
          <p:nvPr/>
        </p:nvSpPr>
        <p:spPr>
          <a:xfrm>
            <a:off x="311447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#bac7be</a:t>
            </a:r>
            <a:endParaRPr sz="1000">
              <a:solidFill>
                <a:srgbClr val="FFFFFF"/>
              </a:solidFill>
            </a:endParaRPr>
          </a:p>
        </p:txBody>
      </p:sp>
      <p:sp>
        <p:nvSpPr>
          <p:cNvPr id="11454" name="Google Shape;11454;p50"/>
          <p:cNvSpPr txBox="1"/>
          <p:nvPr/>
        </p:nvSpPr>
        <p:spPr>
          <a:xfrm>
            <a:off x="417630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#35594d</a:t>
            </a:r>
            <a:endParaRPr sz="1000">
              <a:solidFill>
                <a:srgbClr val="FFFFFF"/>
              </a:solidFill>
            </a:endParaRPr>
          </a:p>
        </p:txBody>
      </p:sp>
      <p:sp>
        <p:nvSpPr>
          <p:cNvPr id="11455" name="Google Shape;11455;p50"/>
          <p:cNvSpPr/>
          <p:nvPr/>
        </p:nvSpPr>
        <p:spPr>
          <a:xfrm>
            <a:off x="5238125" y="3878275"/>
            <a:ext cx="791400" cy="754200"/>
          </a:xfrm>
          <a:prstGeom prst="roundRect">
            <a:avLst>
              <a:gd fmla="val 16667" name="adj"/>
            </a:avLst>
          </a:prstGeom>
          <a:solidFill>
            <a:srgbClr val="5FB6B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50"/>
          <p:cNvSpPr txBox="1"/>
          <p:nvPr/>
        </p:nvSpPr>
        <p:spPr>
          <a:xfrm>
            <a:off x="523812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#5fb6be</a:t>
            </a:r>
            <a:endParaRPr sz="1000">
              <a:solidFill>
                <a:srgbClr val="FFFFFF"/>
              </a:solidFill>
            </a:endParaRPr>
          </a:p>
        </p:txBody>
      </p:sp>
      <p:sp>
        <p:nvSpPr>
          <p:cNvPr id="11457" name="Google Shape;11457;p50"/>
          <p:cNvSpPr/>
          <p:nvPr/>
        </p:nvSpPr>
        <p:spPr>
          <a:xfrm>
            <a:off x="6299950" y="2947175"/>
            <a:ext cx="791400" cy="754200"/>
          </a:xfrm>
          <a:prstGeom prst="roundRect">
            <a:avLst>
              <a:gd fmla="val 16667" name="adj"/>
            </a:avLst>
          </a:prstGeom>
          <a:solidFill>
            <a:srgbClr val="96996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50"/>
          <p:cNvSpPr txBox="1"/>
          <p:nvPr/>
        </p:nvSpPr>
        <p:spPr>
          <a:xfrm>
            <a:off x="62999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#969960</a:t>
            </a:r>
            <a:endParaRPr sz="1000">
              <a:solidFill>
                <a:srgbClr val="FFFFFF"/>
              </a:solidFill>
            </a:endParaRPr>
          </a:p>
        </p:txBody>
      </p:sp>
      <p:sp>
        <p:nvSpPr>
          <p:cNvPr id="11459" name="Google Shape;11459;p50"/>
          <p:cNvSpPr/>
          <p:nvPr/>
        </p:nvSpPr>
        <p:spPr>
          <a:xfrm>
            <a:off x="6299950" y="3878275"/>
            <a:ext cx="791400" cy="754200"/>
          </a:xfrm>
          <a:prstGeom prst="roundRect">
            <a:avLst>
              <a:gd fmla="val 16667" name="adj"/>
            </a:avLst>
          </a:prstGeom>
          <a:solidFill>
            <a:srgbClr val="C5E3E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50"/>
          <p:cNvSpPr txBox="1"/>
          <p:nvPr/>
        </p:nvSpPr>
        <p:spPr>
          <a:xfrm>
            <a:off x="629995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#c5e3e6</a:t>
            </a:r>
            <a:endParaRPr sz="1000">
              <a:solidFill>
                <a:srgbClr val="FFFFFF"/>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64" name="Shape 11464"/>
        <p:cNvGrpSpPr/>
        <p:nvPr/>
      </p:nvGrpSpPr>
      <p:grpSpPr>
        <a:xfrm>
          <a:off x="0" y="0"/>
          <a:ext cx="0" cy="0"/>
          <a:chOff x="0" y="0"/>
          <a:chExt cx="0" cy="0"/>
        </a:xfrm>
      </p:grpSpPr>
      <p:sp>
        <p:nvSpPr>
          <p:cNvPr id="11465" name="Google Shape;11465;p51"/>
          <p:cNvSpPr txBox="1"/>
          <p:nvPr/>
        </p:nvSpPr>
        <p:spPr>
          <a:xfrm>
            <a:off x="1472200" y="1188000"/>
            <a:ext cx="6199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11466" name="Google Shape;11466;p51"/>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11467" name="Google Shape;11467;p51"/>
          <p:cNvPicPr preferRelativeResize="0"/>
          <p:nvPr/>
        </p:nvPicPr>
        <p:blipFill rotWithShape="1">
          <a:blip r:embed="rId5">
            <a:alphaModFix/>
          </a:blip>
          <a:srcRect b="16541" l="0" r="0" t="16547"/>
          <a:stretch/>
        </p:blipFill>
        <p:spPr>
          <a:xfrm>
            <a:off x="723400" y="2607125"/>
            <a:ext cx="1522615" cy="1018800"/>
          </a:xfrm>
          <a:prstGeom prst="rect">
            <a:avLst/>
          </a:prstGeom>
          <a:noFill/>
          <a:ln>
            <a:noFill/>
          </a:ln>
        </p:spPr>
      </p:pic>
      <p:sp>
        <p:nvSpPr>
          <p:cNvPr id="11468" name="Google Shape;11468;p51">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11469" name="Google Shape;11469;p51">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11470" name="Google Shape;11470;p51">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11471" name="Google Shape;11471;p51">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11472" name="Google Shape;11472;p51"/>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1473" name="Google Shape;11473;p51"/>
          <p:cNvPicPr preferRelativeResize="0"/>
          <p:nvPr/>
        </p:nvPicPr>
        <p:blipFill rotWithShape="1">
          <a:blip r:embed="rId15">
            <a:alphaModFix/>
          </a:blip>
          <a:srcRect b="6378" l="0" r="0" t="6378"/>
          <a:stretch/>
        </p:blipFill>
        <p:spPr>
          <a:xfrm>
            <a:off x="3816030" y="2517800"/>
            <a:ext cx="1372495" cy="1197450"/>
          </a:xfrm>
          <a:prstGeom prst="rect">
            <a:avLst/>
          </a:prstGeom>
          <a:noFill/>
          <a:ln>
            <a:noFill/>
          </a:ln>
        </p:spPr>
      </p:pic>
      <p:pic>
        <p:nvPicPr>
          <p:cNvPr id="11474" name="Google Shape;11474;p51"/>
          <p:cNvPicPr preferRelativeResize="0"/>
          <p:nvPr/>
        </p:nvPicPr>
        <p:blipFill rotWithShape="1">
          <a:blip r:embed="rId16">
            <a:alphaModFix/>
          </a:blip>
          <a:srcRect b="9257" l="0" r="0" t="9257"/>
          <a:stretch/>
        </p:blipFill>
        <p:spPr>
          <a:xfrm>
            <a:off x="5306751" y="2557330"/>
            <a:ext cx="1372475" cy="1118390"/>
          </a:xfrm>
          <a:prstGeom prst="rect">
            <a:avLst/>
          </a:prstGeom>
          <a:noFill/>
          <a:ln>
            <a:noFill/>
          </a:ln>
        </p:spPr>
      </p:pic>
      <p:pic>
        <p:nvPicPr>
          <p:cNvPr id="11475" name="Google Shape;11475;p51"/>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1476" name="Google Shape;11476;p51">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80" name="Shape 11480"/>
        <p:cNvGrpSpPr/>
        <p:nvPr/>
      </p:nvGrpSpPr>
      <p:grpSpPr>
        <a:xfrm>
          <a:off x="0" y="0"/>
          <a:ext cx="0" cy="0"/>
          <a:chOff x="0" y="0"/>
          <a:chExt cx="0" cy="0"/>
        </a:xfrm>
      </p:grpSpPr>
      <p:sp>
        <p:nvSpPr>
          <p:cNvPr id="11481" name="Google Shape;11481;p52"/>
          <p:cNvSpPr txBox="1"/>
          <p:nvPr/>
        </p:nvSpPr>
        <p:spPr>
          <a:xfrm>
            <a:off x="716700" y="1188004"/>
            <a:ext cx="7710600" cy="895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sp>
        <p:nvSpPr>
          <p:cNvPr id="11482" name="Google Shape;11482;p52"/>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grpSp>
        <p:nvGrpSpPr>
          <p:cNvPr id="11483" name="Google Shape;11483;p52"/>
          <p:cNvGrpSpPr/>
          <p:nvPr/>
        </p:nvGrpSpPr>
        <p:grpSpPr>
          <a:xfrm>
            <a:off x="5048544" y="3019584"/>
            <a:ext cx="442841" cy="514271"/>
            <a:chOff x="4727025" y="1332775"/>
            <a:chExt cx="59900" cy="69625"/>
          </a:xfrm>
        </p:grpSpPr>
        <p:sp>
          <p:nvSpPr>
            <p:cNvPr id="11484" name="Google Shape;11484;p52"/>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52"/>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6" name="Google Shape;11486;p52"/>
          <p:cNvGrpSpPr/>
          <p:nvPr/>
        </p:nvGrpSpPr>
        <p:grpSpPr>
          <a:xfrm>
            <a:off x="5723860" y="2267072"/>
            <a:ext cx="500909" cy="500899"/>
            <a:chOff x="4820425" y="1329900"/>
            <a:chExt cx="70175" cy="70350"/>
          </a:xfrm>
        </p:grpSpPr>
        <p:sp>
          <p:nvSpPr>
            <p:cNvPr id="11487" name="Google Shape;11487;p52"/>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52"/>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52"/>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52"/>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1" name="Google Shape;11491;p52"/>
          <p:cNvGrpSpPr/>
          <p:nvPr/>
        </p:nvGrpSpPr>
        <p:grpSpPr>
          <a:xfrm>
            <a:off x="6376484" y="2278862"/>
            <a:ext cx="538135" cy="493119"/>
            <a:chOff x="4903200" y="1331525"/>
            <a:chExt cx="73575" cy="67425"/>
          </a:xfrm>
        </p:grpSpPr>
        <p:sp>
          <p:nvSpPr>
            <p:cNvPr id="11492" name="Google Shape;11492;p52"/>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1493" name="Google Shape;11493;p52"/>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4" name="Google Shape;11494;p52"/>
          <p:cNvGrpSpPr/>
          <p:nvPr/>
        </p:nvGrpSpPr>
        <p:grpSpPr>
          <a:xfrm>
            <a:off x="5636435" y="3020840"/>
            <a:ext cx="544563" cy="511895"/>
            <a:chOff x="4815575" y="1416800"/>
            <a:chExt cx="73750" cy="71400"/>
          </a:xfrm>
        </p:grpSpPr>
        <p:sp>
          <p:nvSpPr>
            <p:cNvPr id="11495" name="Google Shape;11495;p52"/>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52"/>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52"/>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8" name="Google Shape;11498;p52"/>
          <p:cNvGrpSpPr/>
          <p:nvPr/>
        </p:nvGrpSpPr>
        <p:grpSpPr>
          <a:xfrm>
            <a:off x="6333060" y="3020546"/>
            <a:ext cx="602914" cy="512477"/>
            <a:chOff x="4902475" y="1418875"/>
            <a:chExt cx="74500" cy="63775"/>
          </a:xfrm>
        </p:grpSpPr>
        <p:sp>
          <p:nvSpPr>
            <p:cNvPr id="11499" name="Google Shape;11499;p52"/>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52"/>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1" name="Google Shape;11501;p52"/>
          <p:cNvGrpSpPr/>
          <p:nvPr/>
        </p:nvGrpSpPr>
        <p:grpSpPr>
          <a:xfrm>
            <a:off x="5748932" y="3759785"/>
            <a:ext cx="515391" cy="525699"/>
            <a:chOff x="4818100" y="1507675"/>
            <a:chExt cx="71225" cy="71625"/>
          </a:xfrm>
        </p:grpSpPr>
        <p:sp>
          <p:nvSpPr>
            <p:cNvPr id="11502" name="Google Shape;11502;p5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5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5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5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6" name="Google Shape;11506;p52"/>
          <p:cNvGrpSpPr/>
          <p:nvPr/>
        </p:nvGrpSpPr>
        <p:grpSpPr>
          <a:xfrm>
            <a:off x="5087034" y="3781317"/>
            <a:ext cx="522956" cy="489869"/>
            <a:chOff x="4721450" y="1509475"/>
            <a:chExt cx="79350" cy="74325"/>
          </a:xfrm>
        </p:grpSpPr>
        <p:sp>
          <p:nvSpPr>
            <p:cNvPr id="11507" name="Google Shape;11507;p52"/>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52"/>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52"/>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52"/>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1" name="Google Shape;11511;p52"/>
          <p:cNvGrpSpPr/>
          <p:nvPr/>
        </p:nvGrpSpPr>
        <p:grpSpPr>
          <a:xfrm>
            <a:off x="6410277" y="3761069"/>
            <a:ext cx="525704" cy="535436"/>
            <a:chOff x="4906800" y="1507500"/>
            <a:chExt cx="70350" cy="71075"/>
          </a:xfrm>
        </p:grpSpPr>
        <p:sp>
          <p:nvSpPr>
            <p:cNvPr id="11512" name="Google Shape;11512;p52"/>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52"/>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52"/>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52"/>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52"/>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7" name="Google Shape;11517;p52"/>
          <p:cNvGrpSpPr/>
          <p:nvPr/>
        </p:nvGrpSpPr>
        <p:grpSpPr>
          <a:xfrm>
            <a:off x="4443099" y="2267050"/>
            <a:ext cx="508054" cy="508095"/>
            <a:chOff x="3736598" y="2170606"/>
            <a:chExt cx="404889" cy="404889"/>
          </a:xfrm>
        </p:grpSpPr>
        <p:sp>
          <p:nvSpPr>
            <p:cNvPr id="11518" name="Google Shape;11518;p52"/>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52"/>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52"/>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52"/>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2" name="Google Shape;11522;p52"/>
          <p:cNvGrpSpPr/>
          <p:nvPr/>
        </p:nvGrpSpPr>
        <p:grpSpPr>
          <a:xfrm>
            <a:off x="3731139" y="2267145"/>
            <a:ext cx="575790" cy="507904"/>
            <a:chOff x="3161917" y="2170682"/>
            <a:chExt cx="458870" cy="404737"/>
          </a:xfrm>
        </p:grpSpPr>
        <p:sp>
          <p:nvSpPr>
            <p:cNvPr id="11523" name="Google Shape;11523;p52"/>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1524" name="Google Shape;11524;p52"/>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52"/>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6" name="Google Shape;11526;p52"/>
          <p:cNvGrpSpPr/>
          <p:nvPr/>
        </p:nvGrpSpPr>
        <p:grpSpPr>
          <a:xfrm>
            <a:off x="3758669" y="3027517"/>
            <a:ext cx="520730" cy="498567"/>
            <a:chOff x="3179914" y="2889488"/>
            <a:chExt cx="422876" cy="404911"/>
          </a:xfrm>
        </p:grpSpPr>
        <p:sp>
          <p:nvSpPr>
            <p:cNvPr id="11527" name="Google Shape;11527;p52"/>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52"/>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52"/>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52"/>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52"/>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52"/>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3" name="Google Shape;11533;p52"/>
          <p:cNvGrpSpPr/>
          <p:nvPr/>
        </p:nvGrpSpPr>
        <p:grpSpPr>
          <a:xfrm>
            <a:off x="4387349" y="3027477"/>
            <a:ext cx="516145" cy="498648"/>
            <a:chOff x="3729467" y="2889422"/>
            <a:chExt cx="419153" cy="404977"/>
          </a:xfrm>
        </p:grpSpPr>
        <p:sp>
          <p:nvSpPr>
            <p:cNvPr id="11534" name="Google Shape;11534;p52"/>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52"/>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52"/>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52"/>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52"/>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52"/>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52"/>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1" name="Google Shape;11541;p52"/>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52"/>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52"/>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52"/>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5" name="Google Shape;11545;p52"/>
          <p:cNvGrpSpPr/>
          <p:nvPr/>
        </p:nvGrpSpPr>
        <p:grpSpPr>
          <a:xfrm>
            <a:off x="7107677" y="2474362"/>
            <a:ext cx="166473" cy="141497"/>
            <a:chOff x="4660325" y="1866850"/>
            <a:chExt cx="68350" cy="58100"/>
          </a:xfrm>
        </p:grpSpPr>
        <p:sp>
          <p:nvSpPr>
            <p:cNvPr id="11546" name="Google Shape;11546;p52"/>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52"/>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8" name="Google Shape;11548;p52"/>
          <p:cNvGrpSpPr/>
          <p:nvPr/>
        </p:nvGrpSpPr>
        <p:grpSpPr>
          <a:xfrm>
            <a:off x="7417022" y="2500086"/>
            <a:ext cx="162515" cy="90049"/>
            <a:chOff x="4791775" y="1877500"/>
            <a:chExt cx="66725" cy="36975"/>
          </a:xfrm>
        </p:grpSpPr>
        <p:sp>
          <p:nvSpPr>
            <p:cNvPr id="11549" name="Google Shape;11549;p52"/>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52"/>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1" name="Google Shape;11551;p52"/>
          <p:cNvGrpSpPr/>
          <p:nvPr/>
        </p:nvGrpSpPr>
        <p:grpSpPr>
          <a:xfrm>
            <a:off x="7738734" y="2500086"/>
            <a:ext cx="144979" cy="90049"/>
            <a:chOff x="4923925" y="1877500"/>
            <a:chExt cx="59525" cy="36975"/>
          </a:xfrm>
        </p:grpSpPr>
        <p:sp>
          <p:nvSpPr>
            <p:cNvPr id="11552" name="Google Shape;11552;p52"/>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52"/>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4" name="Google Shape;11554;p52"/>
          <p:cNvGrpSpPr/>
          <p:nvPr/>
        </p:nvGrpSpPr>
        <p:grpSpPr>
          <a:xfrm>
            <a:off x="8033226" y="2482277"/>
            <a:ext cx="141447" cy="125667"/>
            <a:chOff x="5058450" y="1870100"/>
            <a:chExt cx="58075" cy="51600"/>
          </a:xfrm>
        </p:grpSpPr>
        <p:sp>
          <p:nvSpPr>
            <p:cNvPr id="11555" name="Google Shape;11555;p52"/>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52"/>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7" name="Google Shape;11557;p52"/>
          <p:cNvGrpSpPr/>
          <p:nvPr/>
        </p:nvGrpSpPr>
        <p:grpSpPr>
          <a:xfrm>
            <a:off x="7447741" y="2904685"/>
            <a:ext cx="101077" cy="107645"/>
            <a:chOff x="4811425" y="2065025"/>
            <a:chExt cx="41500" cy="44200"/>
          </a:xfrm>
        </p:grpSpPr>
        <p:sp>
          <p:nvSpPr>
            <p:cNvPr id="11558" name="Google Shape;11558;p52"/>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52"/>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0" name="Google Shape;11560;p52"/>
          <p:cNvGrpSpPr/>
          <p:nvPr/>
        </p:nvGrpSpPr>
        <p:grpSpPr>
          <a:xfrm>
            <a:off x="7740178" y="2904898"/>
            <a:ext cx="120867" cy="107218"/>
            <a:chOff x="4929875" y="2065025"/>
            <a:chExt cx="49625" cy="44025"/>
          </a:xfrm>
        </p:grpSpPr>
        <p:sp>
          <p:nvSpPr>
            <p:cNvPr id="11561" name="Google Shape;11561;p52"/>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52"/>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3" name="Google Shape;11563;p52"/>
          <p:cNvGrpSpPr/>
          <p:nvPr/>
        </p:nvGrpSpPr>
        <p:grpSpPr>
          <a:xfrm>
            <a:off x="8068847" y="2907912"/>
            <a:ext cx="70206" cy="101191"/>
            <a:chOff x="5083925" y="2066350"/>
            <a:chExt cx="28825" cy="41550"/>
          </a:xfrm>
        </p:grpSpPr>
        <p:sp>
          <p:nvSpPr>
            <p:cNvPr id="11564" name="Google Shape;11564;p52"/>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52"/>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6" name="Google Shape;11566;p52"/>
          <p:cNvGrpSpPr/>
          <p:nvPr/>
        </p:nvGrpSpPr>
        <p:grpSpPr>
          <a:xfrm>
            <a:off x="7100401" y="2923559"/>
            <a:ext cx="181026" cy="69896"/>
            <a:chOff x="4659775" y="2072775"/>
            <a:chExt cx="74325" cy="28700"/>
          </a:xfrm>
        </p:grpSpPr>
        <p:sp>
          <p:nvSpPr>
            <p:cNvPr id="11567" name="Google Shape;11567;p52"/>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52"/>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52"/>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0" name="Google Shape;11570;p52"/>
          <p:cNvGrpSpPr/>
          <p:nvPr/>
        </p:nvGrpSpPr>
        <p:grpSpPr>
          <a:xfrm>
            <a:off x="8020257" y="2714124"/>
            <a:ext cx="167387" cy="89197"/>
            <a:chOff x="4662475" y="1976500"/>
            <a:chExt cx="68725" cy="36625"/>
          </a:xfrm>
        </p:grpSpPr>
        <p:sp>
          <p:nvSpPr>
            <p:cNvPr id="11571" name="Google Shape;11571;p52"/>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52"/>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52"/>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4" name="Google Shape;11574;p52"/>
          <p:cNvGrpSpPr/>
          <p:nvPr/>
        </p:nvGrpSpPr>
        <p:grpSpPr>
          <a:xfrm>
            <a:off x="7717162" y="2717564"/>
            <a:ext cx="166899" cy="82317"/>
            <a:chOff x="4920150" y="1977875"/>
            <a:chExt cx="68525" cy="33800"/>
          </a:xfrm>
        </p:grpSpPr>
        <p:sp>
          <p:nvSpPr>
            <p:cNvPr id="11575" name="Google Shape;11575;p52"/>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52"/>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52"/>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8" name="Google Shape;11578;p52"/>
          <p:cNvGrpSpPr/>
          <p:nvPr/>
        </p:nvGrpSpPr>
        <p:grpSpPr>
          <a:xfrm>
            <a:off x="7128319" y="3121482"/>
            <a:ext cx="125190" cy="127858"/>
            <a:chOff x="4676550" y="2160575"/>
            <a:chExt cx="51400" cy="52500"/>
          </a:xfrm>
        </p:grpSpPr>
        <p:sp>
          <p:nvSpPr>
            <p:cNvPr id="11579" name="Google Shape;11579;p52"/>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52"/>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52"/>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2" name="Google Shape;11582;p52"/>
          <p:cNvGrpSpPr/>
          <p:nvPr/>
        </p:nvGrpSpPr>
        <p:grpSpPr>
          <a:xfrm>
            <a:off x="7425577" y="3128514"/>
            <a:ext cx="145405" cy="113794"/>
            <a:chOff x="4768325" y="2163475"/>
            <a:chExt cx="59700" cy="46725"/>
          </a:xfrm>
        </p:grpSpPr>
        <p:sp>
          <p:nvSpPr>
            <p:cNvPr id="11583" name="Google Shape;11583;p52"/>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52"/>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5" name="Google Shape;11585;p52"/>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52"/>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52"/>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52"/>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52"/>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52"/>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91" name="Google Shape;11591;p52"/>
          <p:cNvGrpSpPr/>
          <p:nvPr/>
        </p:nvGrpSpPr>
        <p:grpSpPr>
          <a:xfrm>
            <a:off x="7441895" y="3383608"/>
            <a:ext cx="112768" cy="106853"/>
            <a:chOff x="4768575" y="2253950"/>
            <a:chExt cx="46300" cy="43875"/>
          </a:xfrm>
        </p:grpSpPr>
        <p:sp>
          <p:nvSpPr>
            <p:cNvPr id="11592" name="Google Shape;11592;p52"/>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52"/>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4" name="Google Shape;11594;p52"/>
          <p:cNvGrpSpPr/>
          <p:nvPr/>
        </p:nvGrpSpPr>
        <p:grpSpPr>
          <a:xfrm>
            <a:off x="7741518" y="3872634"/>
            <a:ext cx="118187" cy="146246"/>
            <a:chOff x="4960900" y="2433225"/>
            <a:chExt cx="48525" cy="60050"/>
          </a:xfrm>
        </p:grpSpPr>
        <p:sp>
          <p:nvSpPr>
            <p:cNvPr id="11595" name="Google Shape;11595;p52"/>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52"/>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7" name="Google Shape;11597;p52"/>
          <p:cNvGrpSpPr/>
          <p:nvPr/>
        </p:nvGrpSpPr>
        <p:grpSpPr>
          <a:xfrm>
            <a:off x="7430083" y="4136695"/>
            <a:ext cx="136394" cy="143810"/>
            <a:chOff x="4854075" y="2527625"/>
            <a:chExt cx="56000" cy="59050"/>
          </a:xfrm>
        </p:grpSpPr>
        <p:sp>
          <p:nvSpPr>
            <p:cNvPr id="11598" name="Google Shape;11598;p52"/>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52"/>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00" name="Google Shape;11600;p52"/>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52"/>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52"/>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03" name="Google Shape;11603;p52"/>
          <p:cNvGrpSpPr/>
          <p:nvPr/>
        </p:nvGrpSpPr>
        <p:grpSpPr>
          <a:xfrm>
            <a:off x="8054294" y="3600439"/>
            <a:ext cx="99312" cy="160797"/>
            <a:chOff x="5059700" y="2334775"/>
            <a:chExt cx="40775" cy="66025"/>
          </a:xfrm>
        </p:grpSpPr>
        <p:sp>
          <p:nvSpPr>
            <p:cNvPr id="11604" name="Google Shape;11604;p52"/>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52"/>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52"/>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52"/>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52"/>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52"/>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52"/>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52"/>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52"/>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3" name="Google Shape;11613;p52"/>
          <p:cNvGrpSpPr/>
          <p:nvPr/>
        </p:nvGrpSpPr>
        <p:grpSpPr>
          <a:xfrm>
            <a:off x="8011458" y="3865571"/>
            <a:ext cx="184984" cy="160371"/>
            <a:chOff x="5037700" y="2430325"/>
            <a:chExt cx="75950" cy="65850"/>
          </a:xfrm>
        </p:grpSpPr>
        <p:sp>
          <p:nvSpPr>
            <p:cNvPr id="11614" name="Google Shape;11614;p52"/>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52"/>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6" name="Google Shape;11616;p52"/>
          <p:cNvGrpSpPr/>
          <p:nvPr/>
        </p:nvGrpSpPr>
        <p:grpSpPr>
          <a:xfrm>
            <a:off x="7430964" y="3632023"/>
            <a:ext cx="173014" cy="97629"/>
            <a:chOff x="4756975" y="2341800"/>
            <a:chExt cx="91975" cy="51925"/>
          </a:xfrm>
        </p:grpSpPr>
        <p:sp>
          <p:nvSpPr>
            <p:cNvPr id="11617" name="Google Shape;11617;p52"/>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52"/>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52"/>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52"/>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52"/>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52"/>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52"/>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52"/>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52"/>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52"/>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52"/>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52"/>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52"/>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52"/>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52"/>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52"/>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52"/>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52"/>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52"/>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52"/>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7" name="Google Shape;11637;p52"/>
          <p:cNvGrpSpPr/>
          <p:nvPr/>
        </p:nvGrpSpPr>
        <p:grpSpPr>
          <a:xfrm>
            <a:off x="7697901" y="4120720"/>
            <a:ext cx="212497" cy="175761"/>
            <a:chOff x="4943575" y="2516350"/>
            <a:chExt cx="98675" cy="81700"/>
          </a:xfrm>
        </p:grpSpPr>
        <p:sp>
          <p:nvSpPr>
            <p:cNvPr id="11638" name="Google Shape;11638;p52"/>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52"/>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52"/>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52"/>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52"/>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52"/>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52"/>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52"/>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52"/>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52"/>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52"/>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52"/>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52"/>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52"/>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52"/>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52"/>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52"/>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52"/>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52"/>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52"/>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52"/>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52"/>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52"/>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52"/>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52"/>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52"/>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52"/>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52"/>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52"/>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52"/>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52"/>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52"/>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52"/>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52"/>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52"/>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52"/>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52"/>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52"/>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52"/>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52"/>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52"/>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52"/>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52"/>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52"/>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52"/>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52"/>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52"/>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52"/>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52"/>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52"/>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52"/>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52"/>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52"/>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52"/>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52"/>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52"/>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52"/>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52"/>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52"/>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52"/>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52"/>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52"/>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52"/>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52"/>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52"/>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52"/>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52"/>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52"/>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52"/>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52"/>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52"/>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52"/>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52"/>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52"/>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52"/>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52"/>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52"/>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52"/>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6" name="Google Shape;11716;p52"/>
          <p:cNvGrpSpPr/>
          <p:nvPr/>
        </p:nvGrpSpPr>
        <p:grpSpPr>
          <a:xfrm>
            <a:off x="1955962" y="3346963"/>
            <a:ext cx="965351" cy="134611"/>
            <a:chOff x="4411970" y="2962952"/>
            <a:chExt cx="706544" cy="104212"/>
          </a:xfrm>
        </p:grpSpPr>
        <p:sp>
          <p:nvSpPr>
            <p:cNvPr id="11717" name="Google Shape;11717;p52"/>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52"/>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52"/>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52"/>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1" name="Google Shape;11721;p52"/>
          <p:cNvGrpSpPr/>
          <p:nvPr/>
        </p:nvGrpSpPr>
        <p:grpSpPr>
          <a:xfrm>
            <a:off x="1955962" y="2935877"/>
            <a:ext cx="960158" cy="289172"/>
            <a:chOff x="4411970" y="2726085"/>
            <a:chExt cx="643107" cy="193659"/>
          </a:xfrm>
        </p:grpSpPr>
        <p:sp>
          <p:nvSpPr>
            <p:cNvPr id="11722" name="Google Shape;11722;p52"/>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52"/>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52"/>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5" name="Google Shape;11725;p52"/>
          <p:cNvGrpSpPr/>
          <p:nvPr/>
        </p:nvGrpSpPr>
        <p:grpSpPr>
          <a:xfrm>
            <a:off x="958854" y="3201987"/>
            <a:ext cx="833173" cy="259209"/>
            <a:chOff x="4411970" y="4340222"/>
            <a:chExt cx="779467" cy="242683"/>
          </a:xfrm>
        </p:grpSpPr>
        <p:sp>
          <p:nvSpPr>
            <p:cNvPr id="11726" name="Google Shape;11726;p52"/>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52"/>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52"/>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9" name="Google Shape;11729;p52"/>
          <p:cNvGrpSpPr/>
          <p:nvPr/>
        </p:nvGrpSpPr>
        <p:grpSpPr>
          <a:xfrm>
            <a:off x="1955962" y="2597733"/>
            <a:ext cx="965160" cy="216230"/>
            <a:chOff x="4411970" y="2468674"/>
            <a:chExt cx="747317" cy="167425"/>
          </a:xfrm>
        </p:grpSpPr>
        <p:sp>
          <p:nvSpPr>
            <p:cNvPr id="11730" name="Google Shape;11730;p52"/>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52"/>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2" name="Google Shape;11732;p52"/>
          <p:cNvGrpSpPr/>
          <p:nvPr/>
        </p:nvGrpSpPr>
        <p:grpSpPr>
          <a:xfrm>
            <a:off x="954709" y="2502450"/>
            <a:ext cx="810451" cy="319148"/>
            <a:chOff x="4411970" y="3686602"/>
            <a:chExt cx="797845" cy="314215"/>
          </a:xfrm>
        </p:grpSpPr>
        <p:sp>
          <p:nvSpPr>
            <p:cNvPr id="11733" name="Google Shape;11733;p52"/>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52"/>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52"/>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52"/>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52"/>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38" name="Google Shape;11738;p52"/>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39" name="Google Shape;11739;p52"/>
          <p:cNvGrpSpPr/>
          <p:nvPr/>
        </p:nvGrpSpPr>
        <p:grpSpPr>
          <a:xfrm>
            <a:off x="954806" y="2256974"/>
            <a:ext cx="1970333" cy="208784"/>
            <a:chOff x="6336019" y="3733725"/>
            <a:chExt cx="2566206" cy="351310"/>
          </a:xfrm>
        </p:grpSpPr>
        <p:sp>
          <p:nvSpPr>
            <p:cNvPr id="11740" name="Google Shape;11740;p52"/>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52"/>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52"/>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52"/>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4" name="Google Shape;11744;p52"/>
          <p:cNvGrpSpPr/>
          <p:nvPr/>
        </p:nvGrpSpPr>
        <p:grpSpPr>
          <a:xfrm>
            <a:off x="1955962" y="3864529"/>
            <a:ext cx="946551" cy="153200"/>
            <a:chOff x="4404545" y="3301592"/>
            <a:chExt cx="782403" cy="129272"/>
          </a:xfrm>
        </p:grpSpPr>
        <p:sp>
          <p:nvSpPr>
            <p:cNvPr id="11745" name="Google Shape;11745;p52"/>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52"/>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7" name="Google Shape;11747;p52"/>
          <p:cNvGrpSpPr/>
          <p:nvPr/>
        </p:nvGrpSpPr>
        <p:grpSpPr>
          <a:xfrm>
            <a:off x="1955962" y="3603488"/>
            <a:ext cx="962257" cy="139127"/>
            <a:chOff x="4411970" y="3131459"/>
            <a:chExt cx="710520" cy="117397"/>
          </a:xfrm>
        </p:grpSpPr>
        <p:sp>
          <p:nvSpPr>
            <p:cNvPr id="11748" name="Google Shape;11748;p52"/>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52"/>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1750" name="Google Shape;11750;p52"/>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1" name="Google Shape;11751;p52"/>
          <p:cNvGrpSpPr/>
          <p:nvPr/>
        </p:nvGrpSpPr>
        <p:grpSpPr>
          <a:xfrm>
            <a:off x="956107" y="3538282"/>
            <a:ext cx="823838" cy="458988"/>
            <a:chOff x="4411970" y="1801825"/>
            <a:chExt cx="734586" cy="409262"/>
          </a:xfrm>
        </p:grpSpPr>
        <p:sp>
          <p:nvSpPr>
            <p:cNvPr id="11752" name="Google Shape;11752;p52"/>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52"/>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4" name="Google Shape;11754;p52"/>
          <p:cNvGrpSpPr/>
          <p:nvPr/>
        </p:nvGrpSpPr>
        <p:grpSpPr>
          <a:xfrm>
            <a:off x="956107" y="4086708"/>
            <a:ext cx="856348" cy="212039"/>
            <a:chOff x="4411970" y="2233974"/>
            <a:chExt cx="763574" cy="189068"/>
          </a:xfrm>
        </p:grpSpPr>
        <p:sp>
          <p:nvSpPr>
            <p:cNvPr id="11755" name="Google Shape;11755;p52"/>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52"/>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7" name="Google Shape;11757;p52"/>
          <p:cNvGrpSpPr/>
          <p:nvPr/>
        </p:nvGrpSpPr>
        <p:grpSpPr>
          <a:xfrm>
            <a:off x="3066303" y="2262044"/>
            <a:ext cx="511602" cy="511602"/>
            <a:chOff x="5681300" y="2527788"/>
            <a:chExt cx="805800" cy="805800"/>
          </a:xfrm>
        </p:grpSpPr>
        <p:sp>
          <p:nvSpPr>
            <p:cNvPr id="11758" name="Google Shape;11758;p52"/>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52"/>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0" name="Google Shape;11760;p52"/>
          <p:cNvGrpSpPr/>
          <p:nvPr/>
        </p:nvGrpSpPr>
        <p:grpSpPr>
          <a:xfrm>
            <a:off x="3063497" y="3028627"/>
            <a:ext cx="513021" cy="512935"/>
            <a:chOff x="4049800" y="640400"/>
            <a:chExt cx="858900" cy="858900"/>
          </a:xfrm>
        </p:grpSpPr>
        <p:sp>
          <p:nvSpPr>
            <p:cNvPr id="11761" name="Google Shape;11761;p52"/>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52"/>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3" name="Google Shape;11763;p52"/>
          <p:cNvGrpSpPr/>
          <p:nvPr/>
        </p:nvGrpSpPr>
        <p:grpSpPr>
          <a:xfrm>
            <a:off x="2980696" y="3680519"/>
            <a:ext cx="686489" cy="686585"/>
            <a:chOff x="5080188" y="927900"/>
            <a:chExt cx="961200" cy="961200"/>
          </a:xfrm>
        </p:grpSpPr>
        <p:sp>
          <p:nvSpPr>
            <p:cNvPr id="11764" name="Google Shape;11764;p52"/>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52"/>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52"/>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52"/>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52"/>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52"/>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52"/>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52"/>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2" name="Google Shape;11772;p52"/>
          <p:cNvGrpSpPr/>
          <p:nvPr/>
        </p:nvGrpSpPr>
        <p:grpSpPr>
          <a:xfrm>
            <a:off x="3763848" y="3773248"/>
            <a:ext cx="510373" cy="510937"/>
            <a:chOff x="7508249" y="1522825"/>
            <a:chExt cx="1326332" cy="1322987"/>
          </a:xfrm>
        </p:grpSpPr>
        <p:sp>
          <p:nvSpPr>
            <p:cNvPr id="11773" name="Google Shape;11773;p52"/>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52"/>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52"/>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52"/>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52"/>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52"/>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52"/>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52"/>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52"/>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52"/>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3" name="Google Shape;11783;p52"/>
          <p:cNvGrpSpPr/>
          <p:nvPr/>
        </p:nvGrpSpPr>
        <p:grpSpPr>
          <a:xfrm>
            <a:off x="4455441" y="3774653"/>
            <a:ext cx="492652" cy="503348"/>
            <a:chOff x="6039282" y="1042577"/>
            <a:chExt cx="734315" cy="731929"/>
          </a:xfrm>
        </p:grpSpPr>
        <p:sp>
          <p:nvSpPr>
            <p:cNvPr id="11784" name="Google Shape;11784;p52"/>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52"/>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52"/>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52"/>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52"/>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52"/>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52"/>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52"/>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52"/>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52"/>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52"/>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52"/>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52"/>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52"/>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52"/>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52"/>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52"/>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52"/>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52"/>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52"/>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52"/>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5" name="Google Shape;11805;p52"/>
          <p:cNvGrpSpPr/>
          <p:nvPr/>
        </p:nvGrpSpPr>
        <p:grpSpPr>
          <a:xfrm>
            <a:off x="5095855" y="2270694"/>
            <a:ext cx="483304" cy="504902"/>
            <a:chOff x="1825800" y="1651625"/>
            <a:chExt cx="568125" cy="591775"/>
          </a:xfrm>
        </p:grpSpPr>
        <p:sp>
          <p:nvSpPr>
            <p:cNvPr id="11806" name="Google Shape;11806;p52"/>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52"/>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52"/>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52"/>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52"/>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52"/>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2" name="Google Shape;11812;p52"/>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52"/>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52"/>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52"/>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19" name="Shape 11819"/>
        <p:cNvGrpSpPr/>
        <p:nvPr/>
      </p:nvGrpSpPr>
      <p:grpSpPr>
        <a:xfrm>
          <a:off x="0" y="0"/>
          <a:ext cx="0" cy="0"/>
          <a:chOff x="0" y="0"/>
          <a:chExt cx="0" cy="0"/>
        </a:xfrm>
      </p:grpSpPr>
      <p:grpSp>
        <p:nvGrpSpPr>
          <p:cNvPr id="11820" name="Google Shape;11820;p53"/>
          <p:cNvGrpSpPr/>
          <p:nvPr/>
        </p:nvGrpSpPr>
        <p:grpSpPr>
          <a:xfrm>
            <a:off x="722059" y="974193"/>
            <a:ext cx="2492868" cy="1379876"/>
            <a:chOff x="2654821" y="2311071"/>
            <a:chExt cx="2279715" cy="1262120"/>
          </a:xfrm>
        </p:grpSpPr>
        <p:grpSp>
          <p:nvGrpSpPr>
            <p:cNvPr id="11821" name="Google Shape;11821;p53"/>
            <p:cNvGrpSpPr/>
            <p:nvPr/>
          </p:nvGrpSpPr>
          <p:grpSpPr>
            <a:xfrm>
              <a:off x="4034269" y="2840745"/>
              <a:ext cx="40212" cy="36437"/>
              <a:chOff x="4293400" y="2574725"/>
              <a:chExt cx="84425" cy="80100"/>
            </a:xfrm>
          </p:grpSpPr>
          <p:sp>
            <p:nvSpPr>
              <p:cNvPr id="11822" name="Google Shape;11822;p53"/>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1823" name="Google Shape;11823;p53"/>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4" name="Google Shape;11824;p53"/>
            <p:cNvGrpSpPr/>
            <p:nvPr/>
          </p:nvGrpSpPr>
          <p:grpSpPr>
            <a:xfrm>
              <a:off x="3894606" y="2334874"/>
              <a:ext cx="913198" cy="518984"/>
              <a:chOff x="4000175" y="1462675"/>
              <a:chExt cx="1917275" cy="1140875"/>
            </a:xfrm>
          </p:grpSpPr>
          <p:sp>
            <p:nvSpPr>
              <p:cNvPr id="11825" name="Google Shape;11825;p53"/>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1826" name="Google Shape;11826;p53"/>
              <p:cNvGrpSpPr/>
              <p:nvPr/>
            </p:nvGrpSpPr>
            <p:grpSpPr>
              <a:xfrm>
                <a:off x="4000175" y="1462675"/>
                <a:ext cx="1917275" cy="1140875"/>
                <a:chOff x="4000175" y="1462675"/>
                <a:chExt cx="1917275" cy="1140875"/>
              </a:xfrm>
            </p:grpSpPr>
            <p:sp>
              <p:nvSpPr>
                <p:cNvPr id="11827" name="Google Shape;11827;p53"/>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1828" name="Google Shape;11828;p53"/>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53"/>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53"/>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53"/>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1832" name="Google Shape;11832;p53"/>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33" name="Google Shape;11833;p53"/>
            <p:cNvGrpSpPr/>
            <p:nvPr/>
          </p:nvGrpSpPr>
          <p:grpSpPr>
            <a:xfrm>
              <a:off x="3875768" y="2846704"/>
              <a:ext cx="44796" cy="47366"/>
              <a:chOff x="3960625" y="2587825"/>
              <a:chExt cx="94050" cy="104125"/>
            </a:xfrm>
          </p:grpSpPr>
          <p:sp>
            <p:nvSpPr>
              <p:cNvPr id="11834" name="Google Shape;11834;p53"/>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1835" name="Google Shape;11835;p53"/>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6" name="Google Shape;11836;p53"/>
            <p:cNvGrpSpPr/>
            <p:nvPr/>
          </p:nvGrpSpPr>
          <p:grpSpPr>
            <a:xfrm>
              <a:off x="3782759" y="2807162"/>
              <a:ext cx="82686" cy="85487"/>
              <a:chOff x="3765350" y="2500900"/>
              <a:chExt cx="173600" cy="187925"/>
            </a:xfrm>
          </p:grpSpPr>
          <p:sp>
            <p:nvSpPr>
              <p:cNvPr id="11837" name="Google Shape;11837;p53"/>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1838" name="Google Shape;11838;p53"/>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53"/>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53"/>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53"/>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53"/>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3" name="Google Shape;11843;p53"/>
            <p:cNvGrpSpPr/>
            <p:nvPr/>
          </p:nvGrpSpPr>
          <p:grpSpPr>
            <a:xfrm>
              <a:off x="3775674" y="2798496"/>
              <a:ext cx="40545" cy="23564"/>
              <a:chOff x="3750475" y="2481850"/>
              <a:chExt cx="85125" cy="51800"/>
            </a:xfrm>
          </p:grpSpPr>
          <p:sp>
            <p:nvSpPr>
              <p:cNvPr id="11844" name="Google Shape;11844;p53"/>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53"/>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1846" name="Google Shape;11846;p53"/>
            <p:cNvGrpSpPr/>
            <p:nvPr/>
          </p:nvGrpSpPr>
          <p:grpSpPr>
            <a:xfrm>
              <a:off x="3716946" y="2776024"/>
              <a:ext cx="81971" cy="76912"/>
              <a:chOff x="3627175" y="2432450"/>
              <a:chExt cx="172100" cy="169075"/>
            </a:xfrm>
          </p:grpSpPr>
          <p:sp>
            <p:nvSpPr>
              <p:cNvPr id="11847" name="Google Shape;11847;p53"/>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53"/>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1849" name="Google Shape;11849;p53"/>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1850" name="Google Shape;11850;p53"/>
            <p:cNvGrpSpPr/>
            <p:nvPr/>
          </p:nvGrpSpPr>
          <p:grpSpPr>
            <a:xfrm>
              <a:off x="3685682" y="2845624"/>
              <a:ext cx="29311" cy="45055"/>
              <a:chOff x="3561536" y="2585450"/>
              <a:chExt cx="61539" cy="99045"/>
            </a:xfrm>
          </p:grpSpPr>
          <p:sp>
            <p:nvSpPr>
              <p:cNvPr id="11851" name="Google Shape;11851;p53"/>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53"/>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1853" name="Google Shape;11853;p53"/>
            <p:cNvGrpSpPr/>
            <p:nvPr/>
          </p:nvGrpSpPr>
          <p:grpSpPr>
            <a:xfrm>
              <a:off x="3849905" y="2572252"/>
              <a:ext cx="74339" cy="119559"/>
              <a:chOff x="3906325" y="1984500"/>
              <a:chExt cx="156075" cy="262825"/>
            </a:xfrm>
          </p:grpSpPr>
          <p:sp>
            <p:nvSpPr>
              <p:cNvPr id="11854" name="Google Shape;11854;p53"/>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1855" name="Google Shape;11855;p53"/>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6" name="Google Shape;11856;p53"/>
            <p:cNvGrpSpPr/>
            <p:nvPr/>
          </p:nvGrpSpPr>
          <p:grpSpPr>
            <a:xfrm>
              <a:off x="2654821" y="2414345"/>
              <a:ext cx="667570" cy="558731"/>
              <a:chOff x="1397225" y="1637375"/>
              <a:chExt cx="1401575" cy="1228250"/>
            </a:xfrm>
          </p:grpSpPr>
          <p:sp>
            <p:nvSpPr>
              <p:cNvPr id="11857" name="Google Shape;11857;p53"/>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1858" name="Google Shape;11858;p53"/>
              <p:cNvGrpSpPr/>
              <p:nvPr/>
            </p:nvGrpSpPr>
            <p:grpSpPr>
              <a:xfrm>
                <a:off x="1397225" y="1637375"/>
                <a:ext cx="1398775" cy="1228250"/>
                <a:chOff x="1397225" y="1637375"/>
                <a:chExt cx="1398775" cy="1228250"/>
              </a:xfrm>
            </p:grpSpPr>
            <p:sp>
              <p:nvSpPr>
                <p:cNvPr id="11859" name="Google Shape;11859;p53"/>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53"/>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61" name="Google Shape;11861;p53"/>
            <p:cNvGrpSpPr/>
            <p:nvPr/>
          </p:nvGrpSpPr>
          <p:grpSpPr>
            <a:xfrm>
              <a:off x="3230417" y="3103734"/>
              <a:ext cx="282982" cy="280332"/>
              <a:chOff x="2605700" y="3152850"/>
              <a:chExt cx="594125" cy="616250"/>
            </a:xfrm>
          </p:grpSpPr>
          <p:sp>
            <p:nvSpPr>
              <p:cNvPr id="11862" name="Google Shape;11862;p53"/>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1863" name="Google Shape;11863;p53"/>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1864" name="Google Shape;11864;p53"/>
            <p:cNvGrpSpPr/>
            <p:nvPr/>
          </p:nvGrpSpPr>
          <p:grpSpPr>
            <a:xfrm>
              <a:off x="3265985" y="3226989"/>
              <a:ext cx="87151" cy="346202"/>
              <a:chOff x="2680375" y="3423800"/>
              <a:chExt cx="182975" cy="761050"/>
            </a:xfrm>
          </p:grpSpPr>
          <p:sp>
            <p:nvSpPr>
              <p:cNvPr id="11865" name="Google Shape;11865;p53"/>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1866" name="Google Shape;11866;p53"/>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7" name="Google Shape;11867;p53"/>
            <p:cNvGrpSpPr/>
            <p:nvPr/>
          </p:nvGrpSpPr>
          <p:grpSpPr>
            <a:xfrm>
              <a:off x="3855466" y="3289811"/>
              <a:ext cx="112514" cy="94210"/>
              <a:chOff x="3918000" y="3561900"/>
              <a:chExt cx="236225" cy="207100"/>
            </a:xfrm>
          </p:grpSpPr>
          <p:sp>
            <p:nvSpPr>
              <p:cNvPr id="11868" name="Google Shape;11868;p53"/>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1869" name="Google Shape;11869;p53"/>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70" name="Google Shape;11870;p53"/>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53"/>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53"/>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1873" name="Google Shape;11873;p53"/>
            <p:cNvGrpSpPr/>
            <p:nvPr/>
          </p:nvGrpSpPr>
          <p:grpSpPr>
            <a:xfrm>
              <a:off x="2905224" y="2311071"/>
              <a:ext cx="596721" cy="528992"/>
              <a:chOff x="1922950" y="1410350"/>
              <a:chExt cx="1252825" cy="1162875"/>
            </a:xfrm>
          </p:grpSpPr>
          <p:sp>
            <p:nvSpPr>
              <p:cNvPr id="11874" name="Google Shape;11874;p53"/>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53"/>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53"/>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53"/>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53"/>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53"/>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53"/>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53"/>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53"/>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53"/>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53"/>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53"/>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53"/>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53"/>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53"/>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53"/>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1890" name="Google Shape;11890;p53"/>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53"/>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53"/>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53"/>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53"/>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53"/>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53"/>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53"/>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53"/>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53"/>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53"/>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53"/>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53"/>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53"/>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53"/>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53"/>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53"/>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53"/>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53"/>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53"/>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1910" name="Google Shape;11910;p53"/>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1911" name="Google Shape;11911;p53"/>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2" name="Google Shape;11912;p53"/>
            <p:cNvGrpSpPr/>
            <p:nvPr/>
          </p:nvGrpSpPr>
          <p:grpSpPr>
            <a:xfrm>
              <a:off x="3280929" y="3294542"/>
              <a:ext cx="109894" cy="272224"/>
              <a:chOff x="2711750" y="3572300"/>
              <a:chExt cx="230725" cy="598425"/>
            </a:xfrm>
          </p:grpSpPr>
          <p:sp>
            <p:nvSpPr>
              <p:cNvPr id="11913" name="Google Shape;11913;p53"/>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53"/>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5" name="Google Shape;11915;p53"/>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6" name="Google Shape;11916;p53"/>
            <p:cNvGrpSpPr/>
            <p:nvPr/>
          </p:nvGrpSpPr>
          <p:grpSpPr>
            <a:xfrm>
              <a:off x="3790439" y="2408636"/>
              <a:ext cx="73017" cy="75684"/>
              <a:chOff x="3781475" y="1624825"/>
              <a:chExt cx="153300" cy="166375"/>
            </a:xfrm>
          </p:grpSpPr>
          <p:sp>
            <p:nvSpPr>
              <p:cNvPr id="11917" name="Google Shape;11917;p53"/>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53"/>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53"/>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53"/>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1" name="Google Shape;11921;p53"/>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53"/>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53"/>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53"/>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53"/>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53"/>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53"/>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8" name="Google Shape;11928;p53"/>
            <p:cNvGrpSpPr/>
            <p:nvPr/>
          </p:nvGrpSpPr>
          <p:grpSpPr>
            <a:xfrm>
              <a:off x="4403342" y="3107749"/>
              <a:ext cx="316680" cy="101374"/>
              <a:chOff x="5068275" y="3161675"/>
              <a:chExt cx="664875" cy="222850"/>
            </a:xfrm>
          </p:grpSpPr>
          <p:sp>
            <p:nvSpPr>
              <p:cNvPr id="11929" name="Google Shape;11929;p53"/>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53"/>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53"/>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53"/>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3" name="Google Shape;11933;p53"/>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53"/>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53"/>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53"/>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53"/>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53"/>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53"/>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53"/>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53"/>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53"/>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53"/>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53"/>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53"/>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53"/>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53"/>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53"/>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53"/>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53"/>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53"/>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53"/>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53"/>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53"/>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53"/>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53"/>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53"/>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53"/>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53"/>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53"/>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53"/>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2" name="Google Shape;11962;p53"/>
            <p:cNvGrpSpPr/>
            <p:nvPr/>
          </p:nvGrpSpPr>
          <p:grpSpPr>
            <a:xfrm>
              <a:off x="3697513" y="2707266"/>
              <a:ext cx="59549" cy="79733"/>
              <a:chOff x="3586375" y="2281300"/>
              <a:chExt cx="125025" cy="175275"/>
            </a:xfrm>
          </p:grpSpPr>
          <p:sp>
            <p:nvSpPr>
              <p:cNvPr id="11963" name="Google Shape;11963;p53"/>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53"/>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65" name="Google Shape;11965;p53"/>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6" name="Google Shape;11966;p53"/>
            <p:cNvGrpSpPr/>
            <p:nvPr/>
          </p:nvGrpSpPr>
          <p:grpSpPr>
            <a:xfrm>
              <a:off x="4513224" y="3221724"/>
              <a:ext cx="274563" cy="280321"/>
              <a:chOff x="5298975" y="3412225"/>
              <a:chExt cx="576450" cy="616225"/>
            </a:xfrm>
          </p:grpSpPr>
          <p:sp>
            <p:nvSpPr>
              <p:cNvPr id="11967" name="Google Shape;11967;p53"/>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1968" name="Google Shape;11968;p53"/>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9" name="Google Shape;11969;p53"/>
            <p:cNvGrpSpPr/>
            <p:nvPr/>
          </p:nvGrpSpPr>
          <p:grpSpPr>
            <a:xfrm>
              <a:off x="4824403" y="3421846"/>
              <a:ext cx="110132" cy="130647"/>
              <a:chOff x="5952300" y="3852150"/>
              <a:chExt cx="231225" cy="287200"/>
            </a:xfrm>
          </p:grpSpPr>
          <p:sp>
            <p:nvSpPr>
              <p:cNvPr id="11970" name="Google Shape;11970;p53"/>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53"/>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72" name="Google Shape;11972;p53"/>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53"/>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53"/>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53"/>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53"/>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53"/>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53"/>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53"/>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0" name="Google Shape;11980;p53"/>
            <p:cNvGrpSpPr/>
            <p:nvPr/>
          </p:nvGrpSpPr>
          <p:grpSpPr>
            <a:xfrm>
              <a:off x="4295710" y="3079670"/>
              <a:ext cx="14968" cy="27135"/>
              <a:chOff x="4842300" y="3099950"/>
              <a:chExt cx="31425" cy="59650"/>
            </a:xfrm>
          </p:grpSpPr>
          <p:sp>
            <p:nvSpPr>
              <p:cNvPr id="11981" name="Google Shape;11981;p53"/>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53"/>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53"/>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53"/>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5" name="Google Shape;11985;p53"/>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53"/>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53"/>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53"/>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53"/>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53"/>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53"/>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53"/>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3" name="Google Shape;11993;p53"/>
            <p:cNvGrpSpPr/>
            <p:nvPr/>
          </p:nvGrpSpPr>
          <p:grpSpPr>
            <a:xfrm>
              <a:off x="3831056" y="2816010"/>
              <a:ext cx="37378" cy="27612"/>
              <a:chOff x="3866750" y="2520350"/>
              <a:chExt cx="78475" cy="60700"/>
            </a:xfrm>
          </p:grpSpPr>
          <p:sp>
            <p:nvSpPr>
              <p:cNvPr id="11994" name="Google Shape;11994;p53"/>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53"/>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53"/>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53"/>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8" name="Google Shape;11998;p53"/>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53"/>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53"/>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53"/>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53"/>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53"/>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53"/>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53"/>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53"/>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53"/>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53"/>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53"/>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53"/>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53"/>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53"/>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53"/>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53"/>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015" name="Google Shape;12015;p53"/>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53"/>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53"/>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53"/>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53"/>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53"/>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53"/>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53"/>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53"/>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53"/>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53"/>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53"/>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027" name="Google Shape;12027;p53"/>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53"/>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53"/>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53"/>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53"/>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53"/>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53"/>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53"/>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53"/>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53"/>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53"/>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53"/>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53"/>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0" name="Google Shape;12040;p53"/>
            <p:cNvGrpSpPr/>
            <p:nvPr/>
          </p:nvGrpSpPr>
          <p:grpSpPr>
            <a:xfrm>
              <a:off x="3632736" y="3051591"/>
              <a:ext cx="63288" cy="45217"/>
              <a:chOff x="3450375" y="3038225"/>
              <a:chExt cx="132875" cy="99400"/>
            </a:xfrm>
          </p:grpSpPr>
          <p:sp>
            <p:nvSpPr>
              <p:cNvPr id="12041" name="Google Shape;12041;p53"/>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53"/>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43" name="Google Shape;12043;p53"/>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53"/>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53"/>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53"/>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53"/>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53"/>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53"/>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53"/>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53"/>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052" name="Google Shape;12052;p53"/>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53"/>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53"/>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53"/>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53"/>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53"/>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53"/>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53"/>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53"/>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53"/>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062" name="Google Shape;12062;p53"/>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53"/>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53"/>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53"/>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53"/>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53"/>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068" name="Google Shape;12068;p53"/>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53"/>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53"/>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53"/>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53"/>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53"/>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53"/>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53"/>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53"/>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53"/>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8" name="Google Shape;12078;p53"/>
          <p:cNvGrpSpPr/>
          <p:nvPr/>
        </p:nvGrpSpPr>
        <p:grpSpPr>
          <a:xfrm>
            <a:off x="719116" y="2869970"/>
            <a:ext cx="2622876" cy="1333540"/>
            <a:chOff x="238125" y="1038125"/>
            <a:chExt cx="7146800" cy="3633625"/>
          </a:xfrm>
        </p:grpSpPr>
        <p:sp>
          <p:nvSpPr>
            <p:cNvPr id="12079" name="Google Shape;12079;p53"/>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53"/>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53"/>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53"/>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53"/>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53"/>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53"/>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53"/>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53"/>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53"/>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53"/>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53"/>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53"/>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53"/>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53"/>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53"/>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53"/>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53"/>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53"/>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53"/>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53"/>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53"/>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53"/>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53"/>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53"/>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53"/>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53"/>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53"/>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53"/>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53"/>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53"/>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53"/>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53"/>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53"/>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53"/>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53"/>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53"/>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53"/>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53"/>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53"/>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53"/>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53"/>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53"/>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53"/>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53"/>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53"/>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53"/>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53"/>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53"/>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53"/>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53"/>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53"/>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53"/>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53"/>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53"/>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53"/>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53"/>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53"/>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53"/>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53"/>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53"/>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53"/>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53"/>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53"/>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53"/>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53"/>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53"/>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53"/>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53"/>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53"/>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53"/>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53"/>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53"/>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53"/>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53"/>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53"/>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53"/>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53"/>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53"/>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53"/>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53"/>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53"/>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53"/>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53"/>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53"/>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53"/>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53"/>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53"/>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53"/>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53"/>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53"/>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53"/>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53"/>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53"/>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53"/>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53"/>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53"/>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53"/>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53"/>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53"/>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53"/>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53"/>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53"/>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53"/>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53"/>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53"/>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53"/>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53"/>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53"/>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53"/>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53"/>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53"/>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53"/>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53"/>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53"/>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53"/>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53"/>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53"/>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53"/>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53"/>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53"/>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53"/>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53"/>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53"/>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53"/>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53"/>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53"/>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53"/>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53"/>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53"/>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53"/>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53"/>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53"/>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53"/>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53"/>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53"/>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53"/>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53"/>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53"/>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53"/>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53"/>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53"/>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53"/>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53"/>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53"/>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53"/>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53"/>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53"/>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53"/>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53"/>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53"/>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53"/>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53"/>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53"/>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53"/>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53"/>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53"/>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53"/>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53"/>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53"/>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53"/>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53"/>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53"/>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53"/>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53"/>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53"/>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53"/>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53"/>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53"/>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53"/>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53"/>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53"/>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53"/>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53"/>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53"/>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53"/>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53"/>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53"/>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53"/>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53"/>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53"/>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53"/>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53"/>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53"/>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53"/>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53"/>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53"/>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53"/>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53"/>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53"/>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53"/>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53"/>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53"/>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53"/>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53"/>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53"/>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53"/>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53"/>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53"/>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53"/>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53"/>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53"/>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53"/>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53"/>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53"/>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53"/>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53"/>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53"/>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53"/>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53"/>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53"/>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53"/>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53"/>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53"/>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53"/>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53"/>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53"/>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53"/>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53"/>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53"/>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53"/>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53"/>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53"/>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53"/>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53"/>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53"/>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53"/>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53"/>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53"/>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53"/>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53"/>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53"/>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53"/>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53"/>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53"/>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53"/>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53"/>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53"/>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53"/>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53"/>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53"/>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53"/>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53"/>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53"/>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53"/>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53"/>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53"/>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53"/>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53"/>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53"/>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53"/>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53"/>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53"/>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53"/>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53"/>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53"/>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53"/>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53"/>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53"/>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53"/>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53"/>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53"/>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53"/>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53"/>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53"/>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53"/>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53"/>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53"/>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53"/>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53"/>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53"/>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53"/>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53"/>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53"/>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53"/>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53"/>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53"/>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53"/>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53"/>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53"/>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53"/>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53"/>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53"/>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53"/>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53"/>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53"/>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53"/>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53"/>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53"/>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53"/>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53"/>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53"/>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53"/>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53"/>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53"/>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53"/>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53"/>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53"/>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53"/>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53"/>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53"/>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53"/>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53"/>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53"/>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53"/>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53"/>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53"/>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53"/>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53"/>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53"/>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53"/>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53"/>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53"/>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53"/>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53"/>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53"/>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53"/>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53"/>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53"/>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53"/>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53"/>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53"/>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53"/>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53"/>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53"/>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53"/>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53"/>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53"/>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53"/>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53"/>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53"/>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53"/>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53"/>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53"/>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53"/>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53"/>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53"/>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53"/>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53"/>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53"/>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53"/>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53"/>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53"/>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53"/>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53"/>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53"/>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53"/>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53"/>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53"/>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53"/>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53"/>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53"/>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53"/>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53"/>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53"/>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53"/>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53"/>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53"/>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53"/>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53"/>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53"/>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53"/>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53"/>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53"/>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53"/>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53"/>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53"/>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53"/>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53"/>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53"/>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53"/>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53"/>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53"/>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53"/>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53"/>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53"/>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53"/>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53"/>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53"/>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53"/>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53"/>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53"/>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53"/>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53"/>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53"/>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53"/>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53"/>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53"/>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53"/>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53"/>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53"/>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53"/>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53"/>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53"/>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53"/>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53"/>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53"/>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53"/>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53"/>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53"/>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53"/>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53"/>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53"/>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53"/>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53"/>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53"/>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53"/>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53"/>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53"/>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53"/>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53"/>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53"/>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53"/>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53"/>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53"/>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53"/>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53"/>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53"/>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53"/>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53"/>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53"/>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53"/>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53"/>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53"/>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53"/>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53"/>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53"/>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53"/>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53"/>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53"/>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53"/>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53"/>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53"/>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53"/>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53"/>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53"/>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53"/>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53"/>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53"/>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53"/>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53"/>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53"/>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53"/>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53"/>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53"/>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53"/>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53"/>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53"/>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53"/>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53"/>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53"/>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53"/>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53"/>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53"/>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53"/>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53"/>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53"/>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53"/>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53"/>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53"/>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53"/>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53"/>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53"/>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53"/>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53"/>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53"/>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53"/>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53"/>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53"/>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53"/>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53"/>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53"/>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53"/>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53"/>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53"/>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53"/>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53"/>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53"/>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53"/>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53"/>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53"/>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53"/>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53"/>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53"/>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53"/>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53"/>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53"/>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53"/>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53"/>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53"/>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53"/>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53"/>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53"/>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53"/>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53"/>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53"/>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53"/>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53"/>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53"/>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53"/>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53"/>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53"/>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53"/>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53"/>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53"/>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53"/>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53"/>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53"/>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53"/>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53"/>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53"/>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53"/>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53"/>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53"/>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53"/>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53"/>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53"/>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53"/>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53"/>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53"/>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53"/>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53"/>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53"/>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53"/>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53"/>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53"/>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53"/>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53"/>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53"/>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53"/>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53"/>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53"/>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53"/>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53"/>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53"/>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53"/>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53"/>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53"/>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53"/>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53"/>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53"/>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53"/>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53"/>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53"/>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53"/>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53"/>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53"/>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53"/>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53"/>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53"/>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53"/>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53"/>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53"/>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53"/>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53"/>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53"/>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53"/>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53"/>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53"/>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53"/>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53"/>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53"/>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53"/>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53"/>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53"/>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53"/>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53"/>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53"/>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53"/>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53"/>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53"/>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53"/>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53"/>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53"/>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53"/>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53"/>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53"/>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53"/>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53"/>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53"/>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53"/>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53"/>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53"/>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53"/>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53"/>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53"/>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53"/>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53"/>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53"/>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53"/>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53"/>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53"/>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53"/>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53"/>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53"/>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53"/>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53"/>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53"/>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53"/>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53"/>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53"/>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53"/>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53"/>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53"/>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53"/>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53"/>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53"/>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53"/>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53"/>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53"/>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53"/>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53"/>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53"/>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53"/>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53"/>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53"/>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53"/>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53"/>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53"/>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53"/>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53"/>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53"/>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53"/>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53"/>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53"/>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53"/>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53"/>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53"/>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53"/>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53"/>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53"/>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53"/>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53"/>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53"/>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53"/>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53"/>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53"/>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53"/>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53"/>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53"/>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53"/>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53"/>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53"/>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53"/>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53"/>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53"/>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53"/>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53"/>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53"/>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53"/>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53"/>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53"/>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53"/>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53"/>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53"/>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53"/>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53"/>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53"/>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53"/>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53"/>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53"/>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53"/>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53"/>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53"/>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53"/>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53"/>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53"/>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53"/>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53"/>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53"/>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53"/>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53"/>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53"/>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53"/>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53"/>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53"/>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53"/>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53"/>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53"/>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53"/>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53"/>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53"/>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53"/>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53"/>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53"/>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53"/>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53"/>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53"/>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53"/>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53"/>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53"/>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53"/>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53"/>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53"/>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53"/>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53"/>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53"/>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53"/>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53"/>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53"/>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53"/>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53"/>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53"/>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53"/>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53"/>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53"/>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53"/>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53"/>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53"/>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53"/>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53"/>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53"/>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53"/>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53"/>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53"/>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53"/>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53"/>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53"/>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53"/>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53"/>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53"/>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53"/>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53"/>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53"/>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53"/>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53"/>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53"/>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53"/>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53"/>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53"/>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53"/>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53"/>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53"/>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53"/>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53"/>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53"/>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53"/>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53"/>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53"/>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53"/>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53"/>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53"/>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53"/>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53"/>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53"/>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53"/>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53"/>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53"/>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53"/>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53"/>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53"/>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53"/>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53"/>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53"/>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53"/>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53"/>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53"/>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53"/>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53"/>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53"/>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53"/>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53"/>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53"/>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53"/>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53"/>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53"/>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53"/>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53"/>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53"/>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53"/>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53"/>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53"/>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53"/>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53"/>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53"/>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53"/>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53"/>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53"/>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53"/>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53"/>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53"/>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53"/>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53"/>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53"/>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53"/>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53"/>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53"/>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53"/>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53"/>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53"/>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53"/>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53"/>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53"/>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53"/>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53"/>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53"/>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53"/>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53"/>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53"/>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53"/>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53"/>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53"/>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53"/>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53"/>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53"/>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53"/>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53"/>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53"/>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53"/>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53"/>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53"/>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53"/>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53"/>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53"/>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53"/>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53"/>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53"/>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53"/>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53"/>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53"/>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53"/>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53"/>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53"/>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53"/>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53"/>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53"/>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53"/>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53"/>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53"/>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53"/>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53"/>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53"/>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53"/>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53"/>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53"/>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53"/>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53"/>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53"/>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53"/>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53"/>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53"/>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53"/>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53"/>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53"/>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53"/>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53"/>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53"/>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53"/>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53"/>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53"/>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53"/>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53"/>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53"/>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53"/>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53"/>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53"/>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53"/>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53"/>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53"/>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53"/>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53"/>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53"/>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53"/>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53"/>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53"/>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53"/>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53"/>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53"/>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53"/>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53"/>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53"/>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53"/>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53"/>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53"/>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53"/>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53"/>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53"/>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53"/>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53"/>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53"/>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53"/>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53"/>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53"/>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53"/>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53"/>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53"/>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53"/>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53"/>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53"/>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53"/>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53"/>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53"/>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53"/>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53"/>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53"/>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53"/>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53"/>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53"/>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53"/>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53"/>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53"/>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53"/>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53"/>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53"/>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53"/>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53"/>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53"/>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53"/>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53"/>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53"/>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53"/>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53"/>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53"/>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53"/>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53"/>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53"/>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53"/>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53"/>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53"/>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53"/>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53"/>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53"/>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53"/>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53"/>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53"/>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53"/>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53"/>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53"/>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53"/>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53"/>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53"/>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53"/>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53"/>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53"/>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53"/>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53"/>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53"/>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53"/>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53"/>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53"/>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53"/>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53"/>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53"/>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53"/>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53"/>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53"/>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53"/>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53"/>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53"/>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53"/>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53"/>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53"/>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53"/>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53"/>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53"/>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53"/>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53"/>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53"/>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53"/>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53"/>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53"/>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53"/>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53"/>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53"/>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53"/>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53"/>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53"/>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53"/>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53"/>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53"/>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53"/>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53"/>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53"/>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53"/>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53"/>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53"/>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53"/>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53"/>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53"/>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53"/>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53"/>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53"/>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53"/>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53"/>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53"/>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53"/>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53"/>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53"/>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53"/>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53"/>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53"/>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53"/>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53"/>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53"/>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53"/>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53"/>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53"/>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53"/>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53"/>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53"/>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53"/>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53"/>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53"/>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53"/>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53"/>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53"/>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53"/>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53"/>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53"/>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53"/>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53"/>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53"/>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53"/>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53"/>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53"/>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53"/>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53"/>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53"/>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53"/>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53"/>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53"/>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53"/>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53"/>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53"/>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53"/>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53"/>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53"/>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53"/>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53"/>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53"/>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53"/>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53"/>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53"/>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53"/>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53"/>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53"/>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53"/>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53"/>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53"/>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53"/>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53"/>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53"/>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53"/>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53"/>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53"/>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53"/>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53"/>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53"/>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53"/>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53"/>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53"/>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53"/>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53"/>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53"/>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53"/>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53"/>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53"/>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53"/>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53"/>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53"/>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53"/>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53"/>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53"/>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53"/>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53"/>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53"/>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53"/>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53"/>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53"/>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53"/>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53"/>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53"/>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53"/>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53"/>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53"/>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53"/>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53"/>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53"/>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53"/>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53"/>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53"/>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53"/>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53"/>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53"/>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53"/>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53"/>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53"/>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53"/>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53"/>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53"/>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53"/>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53"/>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53"/>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53"/>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53"/>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53"/>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53"/>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53"/>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53"/>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53"/>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53"/>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53"/>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53"/>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53"/>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53"/>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53"/>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53"/>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53"/>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53"/>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53"/>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53"/>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53"/>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53"/>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53"/>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53"/>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53"/>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53"/>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53"/>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53"/>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53"/>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53"/>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53"/>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53"/>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53"/>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53"/>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53"/>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53"/>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53"/>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53"/>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53"/>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53"/>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53"/>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53"/>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53"/>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53"/>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53"/>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53"/>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53"/>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53"/>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53"/>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53"/>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53"/>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53"/>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53"/>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53"/>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53"/>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53"/>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53"/>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53"/>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53"/>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53"/>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53"/>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53"/>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53"/>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53"/>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53"/>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53"/>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53"/>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53"/>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53"/>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53"/>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53"/>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53"/>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53"/>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53"/>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53"/>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53"/>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53"/>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53"/>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53"/>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53"/>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53"/>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53"/>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53"/>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53"/>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53"/>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53"/>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53"/>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53"/>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53"/>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53"/>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53"/>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53"/>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53"/>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53"/>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53"/>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53"/>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53"/>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53"/>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53"/>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53"/>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53"/>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53"/>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53"/>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53"/>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53"/>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53"/>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53"/>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53"/>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53"/>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53"/>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53"/>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53"/>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53"/>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53"/>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53"/>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53"/>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53"/>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53"/>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53"/>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53"/>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53"/>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53"/>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53"/>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53"/>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53"/>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53"/>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53"/>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53"/>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53"/>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53"/>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53"/>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53"/>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53"/>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53"/>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53"/>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53"/>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53"/>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53"/>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53"/>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53"/>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53"/>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53"/>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53"/>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53"/>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53"/>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53"/>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53"/>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53"/>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53"/>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53"/>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53"/>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53"/>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53"/>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53"/>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53"/>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53"/>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53"/>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53"/>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53"/>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53"/>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53"/>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53"/>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53"/>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53"/>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53"/>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53"/>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53"/>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53"/>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53"/>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53"/>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53"/>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53"/>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53"/>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53"/>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53"/>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53"/>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53"/>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53"/>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53"/>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53"/>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53"/>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53"/>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53"/>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53"/>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53"/>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53"/>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53"/>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53"/>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53"/>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53"/>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53"/>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53"/>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53"/>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53"/>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53"/>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53"/>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53"/>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53"/>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53"/>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53"/>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53"/>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53"/>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53"/>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53"/>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53"/>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53"/>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53"/>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53"/>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53"/>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53"/>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53"/>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53"/>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53"/>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53"/>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53"/>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53"/>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53"/>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53"/>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53"/>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53"/>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53"/>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53"/>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53"/>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53"/>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53"/>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53"/>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53"/>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53"/>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53"/>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53"/>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53"/>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53"/>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53"/>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53"/>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53"/>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53"/>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53"/>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53"/>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53"/>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53"/>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53"/>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53"/>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53"/>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53"/>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53"/>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53"/>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53"/>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53"/>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53"/>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53"/>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53"/>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53"/>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53"/>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53"/>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53"/>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53"/>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53"/>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53"/>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53"/>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53"/>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53"/>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53"/>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53"/>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53"/>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53"/>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53"/>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53"/>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53"/>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53"/>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53"/>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53"/>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53"/>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53"/>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53"/>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53"/>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53"/>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53"/>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53"/>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53"/>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53"/>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53"/>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53"/>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53"/>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53"/>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53"/>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53"/>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53"/>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53"/>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53"/>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53"/>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53"/>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53"/>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53"/>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53"/>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53"/>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53"/>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53"/>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53"/>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53"/>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53"/>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53"/>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53"/>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53"/>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53"/>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53"/>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53"/>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53"/>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53"/>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53"/>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53"/>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53"/>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53"/>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53"/>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53"/>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53"/>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53"/>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53"/>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53"/>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53"/>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53"/>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53"/>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53"/>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53"/>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53"/>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53"/>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53"/>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53"/>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53"/>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53"/>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53"/>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53"/>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53"/>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53"/>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53"/>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53"/>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53"/>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53"/>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53"/>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53"/>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53"/>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53"/>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53"/>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53"/>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53"/>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53"/>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53"/>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53"/>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53"/>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53"/>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53"/>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53"/>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53"/>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53"/>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53"/>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53"/>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53"/>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53"/>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53"/>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53"/>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53"/>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53"/>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53"/>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53"/>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53"/>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53"/>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53"/>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53"/>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53"/>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53"/>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53"/>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53"/>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53"/>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53"/>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53"/>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53"/>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53"/>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53"/>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53"/>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53"/>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53"/>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53"/>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53"/>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53"/>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53"/>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53"/>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53"/>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53"/>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53"/>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53"/>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53"/>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53"/>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53"/>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53"/>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53"/>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53"/>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53"/>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53"/>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53"/>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53"/>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53"/>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53"/>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53"/>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53"/>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53"/>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53"/>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53"/>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53"/>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53"/>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53"/>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53"/>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53"/>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53"/>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53"/>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53"/>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53"/>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53"/>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53"/>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53"/>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53"/>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53"/>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53"/>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53"/>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53"/>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53"/>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53"/>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53"/>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53"/>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53"/>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53"/>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53"/>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53"/>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53"/>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53"/>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53"/>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53"/>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53"/>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53"/>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53"/>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53"/>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53"/>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53"/>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53"/>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53"/>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53"/>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53"/>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53"/>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53"/>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53"/>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53"/>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53"/>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53"/>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53"/>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53"/>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53"/>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53"/>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53"/>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53"/>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53"/>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53"/>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53"/>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53"/>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53"/>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53"/>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53"/>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53"/>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53"/>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53"/>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53"/>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53"/>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53"/>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53"/>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53"/>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53"/>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53"/>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53"/>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53"/>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53"/>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53"/>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53"/>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53"/>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53"/>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1" name="Google Shape;13651;p53"/>
          <p:cNvGrpSpPr/>
          <p:nvPr/>
        </p:nvGrpSpPr>
        <p:grpSpPr>
          <a:xfrm>
            <a:off x="5834044" y="1012080"/>
            <a:ext cx="2590840" cy="1380235"/>
            <a:chOff x="233350" y="949250"/>
            <a:chExt cx="7137300" cy="3802300"/>
          </a:xfrm>
        </p:grpSpPr>
        <p:sp>
          <p:nvSpPr>
            <p:cNvPr id="13652" name="Google Shape;13652;p5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5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5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5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5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5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5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5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5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5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5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5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5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5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5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5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5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5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5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5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5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5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5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5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5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5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5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5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5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5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5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5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5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5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5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5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5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5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5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5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5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5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5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5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5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5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5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5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5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5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5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3" name="Google Shape;13703;p53"/>
          <p:cNvGrpSpPr/>
          <p:nvPr/>
        </p:nvGrpSpPr>
        <p:grpSpPr>
          <a:xfrm>
            <a:off x="7648473" y="3056853"/>
            <a:ext cx="104231" cy="320340"/>
            <a:chOff x="7564426" y="3224343"/>
            <a:chExt cx="119985" cy="368801"/>
          </a:xfrm>
        </p:grpSpPr>
        <p:sp>
          <p:nvSpPr>
            <p:cNvPr id="13704" name="Google Shape;13704;p53"/>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53"/>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6" name="Google Shape;13706;p53"/>
          <p:cNvGrpSpPr/>
          <p:nvPr/>
        </p:nvGrpSpPr>
        <p:grpSpPr>
          <a:xfrm>
            <a:off x="7347962" y="3050954"/>
            <a:ext cx="189489" cy="332132"/>
            <a:chOff x="8370831" y="3202002"/>
            <a:chExt cx="218129" cy="382376"/>
          </a:xfrm>
        </p:grpSpPr>
        <p:sp>
          <p:nvSpPr>
            <p:cNvPr id="13707" name="Google Shape;13707;p53"/>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53"/>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9" name="Google Shape;13709;p53"/>
          <p:cNvGrpSpPr/>
          <p:nvPr/>
        </p:nvGrpSpPr>
        <p:grpSpPr>
          <a:xfrm>
            <a:off x="8071351" y="3462086"/>
            <a:ext cx="309429" cy="267000"/>
            <a:chOff x="6742064" y="3750480"/>
            <a:chExt cx="399315" cy="344560"/>
          </a:xfrm>
        </p:grpSpPr>
        <p:sp>
          <p:nvSpPr>
            <p:cNvPr id="13710" name="Google Shape;13710;p53"/>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53"/>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2" name="Google Shape;13712;p53"/>
          <p:cNvGrpSpPr/>
          <p:nvPr/>
        </p:nvGrpSpPr>
        <p:grpSpPr>
          <a:xfrm>
            <a:off x="7610370" y="3813134"/>
            <a:ext cx="180437" cy="281608"/>
            <a:chOff x="7248525" y="3739696"/>
            <a:chExt cx="230531" cy="359790"/>
          </a:xfrm>
        </p:grpSpPr>
        <p:sp>
          <p:nvSpPr>
            <p:cNvPr id="13713" name="Google Shape;13713;p53"/>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53"/>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5" name="Google Shape;13715;p53"/>
          <p:cNvGrpSpPr/>
          <p:nvPr/>
        </p:nvGrpSpPr>
        <p:grpSpPr>
          <a:xfrm>
            <a:off x="7856289" y="3456358"/>
            <a:ext cx="162896" cy="278710"/>
            <a:chOff x="7601242" y="3729267"/>
            <a:chExt cx="222566" cy="380803"/>
          </a:xfrm>
        </p:grpSpPr>
        <p:sp>
          <p:nvSpPr>
            <p:cNvPr id="13716" name="Google Shape;13716;p53"/>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53"/>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18" name="Google Shape;13718;p53"/>
          <p:cNvSpPr/>
          <p:nvPr/>
        </p:nvSpPr>
        <p:spPr>
          <a:xfrm>
            <a:off x="7822315" y="3068715"/>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19" name="Google Shape;13719;p53"/>
          <p:cNvGrpSpPr/>
          <p:nvPr/>
        </p:nvGrpSpPr>
        <p:grpSpPr>
          <a:xfrm>
            <a:off x="7345935" y="3457498"/>
            <a:ext cx="193543" cy="275990"/>
            <a:chOff x="8304647" y="3738687"/>
            <a:chExt cx="225076" cy="320956"/>
          </a:xfrm>
        </p:grpSpPr>
        <p:sp>
          <p:nvSpPr>
            <p:cNvPr id="13720" name="Google Shape;13720;p53"/>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53"/>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53"/>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3" name="Google Shape;13723;p53"/>
          <p:cNvGrpSpPr/>
          <p:nvPr/>
        </p:nvGrpSpPr>
        <p:grpSpPr>
          <a:xfrm>
            <a:off x="7618427" y="3457498"/>
            <a:ext cx="178492" cy="275990"/>
            <a:chOff x="8615101" y="3738687"/>
            <a:chExt cx="207573" cy="320956"/>
          </a:xfrm>
        </p:grpSpPr>
        <p:sp>
          <p:nvSpPr>
            <p:cNvPr id="13724" name="Google Shape;13724;p53"/>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53"/>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53"/>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27" name="Google Shape;13727;p53"/>
          <p:cNvSpPr/>
          <p:nvPr/>
        </p:nvSpPr>
        <p:spPr>
          <a:xfrm>
            <a:off x="8114867" y="3047381"/>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28" name="Google Shape;13728;p53"/>
          <p:cNvGrpSpPr/>
          <p:nvPr/>
        </p:nvGrpSpPr>
        <p:grpSpPr>
          <a:xfrm>
            <a:off x="6013132" y="3578986"/>
            <a:ext cx="557671" cy="511283"/>
            <a:chOff x="6015419" y="3716859"/>
            <a:chExt cx="557671" cy="511283"/>
          </a:xfrm>
        </p:grpSpPr>
        <p:sp>
          <p:nvSpPr>
            <p:cNvPr id="13729" name="Google Shape;13729;p53"/>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30" name="Google Shape;13730;p53"/>
            <p:cNvGrpSpPr/>
            <p:nvPr/>
          </p:nvGrpSpPr>
          <p:grpSpPr>
            <a:xfrm>
              <a:off x="6036094" y="3716980"/>
              <a:ext cx="529860" cy="510468"/>
              <a:chOff x="6036094" y="3716980"/>
              <a:chExt cx="529860" cy="510468"/>
            </a:xfrm>
          </p:grpSpPr>
          <p:sp>
            <p:nvSpPr>
              <p:cNvPr id="13731" name="Google Shape;13731;p53"/>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53"/>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53"/>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53"/>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53"/>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53"/>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53"/>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53"/>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53"/>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53"/>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41" name="Google Shape;13741;p53"/>
          <p:cNvGrpSpPr/>
          <p:nvPr/>
        </p:nvGrpSpPr>
        <p:grpSpPr>
          <a:xfrm>
            <a:off x="6642017" y="2935755"/>
            <a:ext cx="576302" cy="511871"/>
            <a:chOff x="6644304" y="3073628"/>
            <a:chExt cx="576302" cy="511871"/>
          </a:xfrm>
        </p:grpSpPr>
        <p:sp>
          <p:nvSpPr>
            <p:cNvPr id="13742" name="Google Shape;13742;p53"/>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43" name="Google Shape;13743;p53"/>
            <p:cNvGrpSpPr/>
            <p:nvPr/>
          </p:nvGrpSpPr>
          <p:grpSpPr>
            <a:xfrm>
              <a:off x="6712169" y="3085440"/>
              <a:ext cx="481622" cy="494913"/>
              <a:chOff x="6712169" y="3085440"/>
              <a:chExt cx="481622" cy="494913"/>
            </a:xfrm>
          </p:grpSpPr>
          <p:sp>
            <p:nvSpPr>
              <p:cNvPr id="13744" name="Google Shape;13744;p53"/>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53"/>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53"/>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53"/>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53"/>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49" name="Google Shape;13749;p53"/>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53"/>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53"/>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52" name="Google Shape;13752;p53"/>
          <p:cNvSpPr/>
          <p:nvPr/>
        </p:nvSpPr>
        <p:spPr>
          <a:xfrm>
            <a:off x="6986052" y="2952384"/>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53" name="Google Shape;13753;p53"/>
          <p:cNvGrpSpPr/>
          <p:nvPr/>
        </p:nvGrpSpPr>
        <p:grpSpPr>
          <a:xfrm>
            <a:off x="6649868" y="3578750"/>
            <a:ext cx="560631" cy="511352"/>
            <a:chOff x="6652154" y="3716623"/>
            <a:chExt cx="560631" cy="511352"/>
          </a:xfrm>
        </p:grpSpPr>
        <p:sp>
          <p:nvSpPr>
            <p:cNvPr id="13754" name="Google Shape;13754;p53"/>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55" name="Google Shape;13755;p53"/>
            <p:cNvGrpSpPr/>
            <p:nvPr/>
          </p:nvGrpSpPr>
          <p:grpSpPr>
            <a:xfrm>
              <a:off x="6669657" y="3716715"/>
              <a:ext cx="466779" cy="464290"/>
              <a:chOff x="6669657" y="3716715"/>
              <a:chExt cx="466779" cy="464290"/>
            </a:xfrm>
          </p:grpSpPr>
          <p:sp>
            <p:nvSpPr>
              <p:cNvPr id="13756" name="Google Shape;13756;p53"/>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53"/>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53"/>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53"/>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53"/>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53"/>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53"/>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53"/>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53"/>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53"/>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53"/>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53"/>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53"/>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69" name="Google Shape;13769;p53"/>
          <p:cNvGrpSpPr/>
          <p:nvPr/>
        </p:nvGrpSpPr>
        <p:grpSpPr>
          <a:xfrm>
            <a:off x="7843959" y="3860159"/>
            <a:ext cx="187557" cy="187557"/>
            <a:chOff x="8565775" y="671075"/>
            <a:chExt cx="441000" cy="441000"/>
          </a:xfrm>
        </p:grpSpPr>
        <p:sp>
          <p:nvSpPr>
            <p:cNvPr id="13770" name="Google Shape;13770;p53"/>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53"/>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72" name="Google Shape;13772;p53"/>
          <p:cNvSpPr/>
          <p:nvPr/>
        </p:nvSpPr>
        <p:spPr>
          <a:xfrm>
            <a:off x="8145173" y="3856079"/>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53"/>
          <p:cNvSpPr/>
          <p:nvPr/>
        </p:nvSpPr>
        <p:spPr>
          <a:xfrm flipH="1">
            <a:off x="7353412" y="3822535"/>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74" name="Google Shape;13774;p53"/>
          <p:cNvGrpSpPr/>
          <p:nvPr/>
        </p:nvGrpSpPr>
        <p:grpSpPr>
          <a:xfrm>
            <a:off x="5997814" y="2938377"/>
            <a:ext cx="587871" cy="512373"/>
            <a:chOff x="6000100" y="3076250"/>
            <a:chExt cx="587871" cy="512373"/>
          </a:xfrm>
        </p:grpSpPr>
        <p:sp>
          <p:nvSpPr>
            <p:cNvPr id="13775" name="Google Shape;13775;p53"/>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76" name="Google Shape;13776;p53"/>
            <p:cNvGrpSpPr/>
            <p:nvPr/>
          </p:nvGrpSpPr>
          <p:grpSpPr>
            <a:xfrm>
              <a:off x="6031360" y="3076713"/>
              <a:ext cx="539107" cy="480965"/>
              <a:chOff x="6031360" y="3076713"/>
              <a:chExt cx="539107" cy="480965"/>
            </a:xfrm>
          </p:grpSpPr>
          <p:sp>
            <p:nvSpPr>
              <p:cNvPr id="13777" name="Google Shape;13777;p53"/>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53"/>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53"/>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53"/>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53"/>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53"/>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53"/>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84" name="Google Shape;13784;p53"/>
          <p:cNvGrpSpPr/>
          <p:nvPr/>
        </p:nvGrpSpPr>
        <p:grpSpPr>
          <a:xfrm>
            <a:off x="3416805" y="919691"/>
            <a:ext cx="2310381" cy="1488888"/>
            <a:chOff x="229225" y="549050"/>
            <a:chExt cx="7161750" cy="4615275"/>
          </a:xfrm>
        </p:grpSpPr>
        <p:sp>
          <p:nvSpPr>
            <p:cNvPr id="13785" name="Google Shape;13785;p53"/>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53"/>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53"/>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53"/>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53"/>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53"/>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53"/>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53"/>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53"/>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53"/>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53"/>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53"/>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53"/>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53"/>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53"/>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53"/>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53"/>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53"/>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53"/>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53"/>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53"/>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53"/>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53"/>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53"/>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53"/>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53"/>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53"/>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53"/>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53"/>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53"/>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53"/>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53"/>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53"/>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53"/>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53"/>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53"/>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53"/>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53"/>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53"/>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53"/>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53"/>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53"/>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53"/>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53"/>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53"/>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53"/>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53"/>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53"/>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53"/>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53"/>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53"/>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53"/>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53"/>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53"/>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53"/>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53"/>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53"/>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53"/>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53"/>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53"/>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53"/>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53"/>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53"/>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53"/>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53"/>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53"/>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53"/>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53"/>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53"/>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53"/>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53"/>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53"/>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53"/>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53"/>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53"/>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53"/>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53"/>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53"/>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53"/>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53"/>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53"/>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53"/>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53"/>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53"/>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53"/>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53"/>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53"/>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53"/>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53"/>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53"/>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53"/>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53"/>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53"/>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53"/>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53"/>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53"/>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53"/>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53"/>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53"/>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53"/>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53"/>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53"/>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53"/>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53"/>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53"/>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53"/>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53"/>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53"/>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53"/>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53"/>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53"/>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53"/>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53"/>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53"/>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53"/>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53"/>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53"/>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2" name="Google Shape;13902;p53"/>
          <p:cNvGrpSpPr/>
          <p:nvPr/>
        </p:nvGrpSpPr>
        <p:grpSpPr>
          <a:xfrm>
            <a:off x="3514723" y="2849588"/>
            <a:ext cx="2310282" cy="1374222"/>
            <a:chOff x="238125" y="732525"/>
            <a:chExt cx="7130500" cy="4241425"/>
          </a:xfrm>
        </p:grpSpPr>
        <p:sp>
          <p:nvSpPr>
            <p:cNvPr id="13903" name="Google Shape;13903;p53"/>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53"/>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53"/>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53"/>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53"/>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53"/>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53"/>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53"/>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53"/>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53"/>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53"/>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53"/>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53"/>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53"/>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53"/>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53"/>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53"/>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53"/>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53"/>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53"/>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53"/>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53"/>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53"/>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53"/>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53"/>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53"/>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53"/>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53"/>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53"/>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53"/>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53"/>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53"/>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53"/>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53"/>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53"/>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53"/>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53"/>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53"/>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53"/>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53"/>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53"/>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53"/>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53"/>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53"/>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53"/>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53"/>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53"/>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53"/>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53"/>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53"/>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53"/>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53"/>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53"/>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53"/>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53"/>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53"/>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53"/>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53"/>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53"/>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53"/>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53"/>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53"/>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53"/>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53"/>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53"/>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53"/>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53"/>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53"/>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53"/>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53"/>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53"/>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53"/>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53"/>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53"/>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53"/>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53"/>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53"/>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53"/>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53"/>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53"/>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53"/>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53"/>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53"/>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53"/>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53"/>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53"/>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53"/>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53"/>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53"/>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53"/>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53"/>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53"/>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53"/>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53"/>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53"/>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53"/>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53"/>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53"/>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53"/>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53"/>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53"/>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53"/>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53"/>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53"/>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53"/>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53"/>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53"/>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53"/>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53"/>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53"/>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53"/>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53"/>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53"/>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53"/>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20" name="Shape 14020"/>
        <p:cNvGrpSpPr/>
        <p:nvPr/>
      </p:nvGrpSpPr>
      <p:grpSpPr>
        <a:xfrm>
          <a:off x="0" y="0"/>
          <a:ext cx="0" cy="0"/>
          <a:chOff x="0" y="0"/>
          <a:chExt cx="0" cy="0"/>
        </a:xfrm>
      </p:grpSpPr>
      <p:grpSp>
        <p:nvGrpSpPr>
          <p:cNvPr id="14021" name="Google Shape;14021;p54"/>
          <p:cNvGrpSpPr/>
          <p:nvPr/>
        </p:nvGrpSpPr>
        <p:grpSpPr>
          <a:xfrm>
            <a:off x="725414" y="969763"/>
            <a:ext cx="2507799" cy="206239"/>
            <a:chOff x="106648" y="895722"/>
            <a:chExt cx="4481413" cy="374300"/>
          </a:xfrm>
        </p:grpSpPr>
        <p:grpSp>
          <p:nvGrpSpPr>
            <p:cNvPr id="14022" name="Google Shape;14022;p54"/>
            <p:cNvGrpSpPr/>
            <p:nvPr/>
          </p:nvGrpSpPr>
          <p:grpSpPr>
            <a:xfrm>
              <a:off x="2233276" y="895722"/>
              <a:ext cx="1082667" cy="223591"/>
              <a:chOff x="4808316" y="2800065"/>
              <a:chExt cx="1999386" cy="412910"/>
            </a:xfrm>
          </p:grpSpPr>
          <p:sp>
            <p:nvSpPr>
              <p:cNvPr id="14023" name="Google Shape;14023;p54"/>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24" name="Google Shape;14024;p54"/>
              <p:cNvGrpSpPr/>
              <p:nvPr/>
            </p:nvGrpSpPr>
            <p:grpSpPr>
              <a:xfrm>
                <a:off x="4808316" y="2800065"/>
                <a:ext cx="92400" cy="411825"/>
                <a:chOff x="845575" y="2563700"/>
                <a:chExt cx="92400" cy="411825"/>
              </a:xfrm>
            </p:grpSpPr>
            <p:cxnSp>
              <p:nvCxnSpPr>
                <p:cNvPr id="14025" name="Google Shape;14025;p5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4026" name="Google Shape;14026;p5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27" name="Google Shape;14027;p54"/>
            <p:cNvGrpSpPr/>
            <p:nvPr/>
          </p:nvGrpSpPr>
          <p:grpSpPr>
            <a:xfrm>
              <a:off x="106648" y="895722"/>
              <a:ext cx="1088401" cy="223591"/>
              <a:chOff x="881025" y="2800065"/>
              <a:chExt cx="2009975" cy="412910"/>
            </a:xfrm>
          </p:grpSpPr>
          <p:sp>
            <p:nvSpPr>
              <p:cNvPr id="14028" name="Google Shape;14028;p54"/>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29" name="Google Shape;14029;p54"/>
              <p:cNvGrpSpPr/>
              <p:nvPr/>
            </p:nvGrpSpPr>
            <p:grpSpPr>
              <a:xfrm>
                <a:off x="881025" y="2800065"/>
                <a:ext cx="92400" cy="411825"/>
                <a:chOff x="845575" y="2563700"/>
                <a:chExt cx="92400" cy="411825"/>
              </a:xfrm>
            </p:grpSpPr>
            <p:cxnSp>
              <p:nvCxnSpPr>
                <p:cNvPr id="14030" name="Google Shape;14030;p5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4031" name="Google Shape;14031;p5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32" name="Google Shape;14032;p54"/>
            <p:cNvGrpSpPr/>
            <p:nvPr/>
          </p:nvGrpSpPr>
          <p:grpSpPr>
            <a:xfrm>
              <a:off x="1172346" y="1047018"/>
              <a:ext cx="1083151" cy="223003"/>
              <a:chOff x="2849073" y="3079467"/>
              <a:chExt cx="2000279" cy="411825"/>
            </a:xfrm>
          </p:grpSpPr>
          <p:sp>
            <p:nvSpPr>
              <p:cNvPr id="14033" name="Google Shape;14033;p54"/>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34" name="Google Shape;14034;p54"/>
              <p:cNvGrpSpPr/>
              <p:nvPr/>
            </p:nvGrpSpPr>
            <p:grpSpPr>
              <a:xfrm rot="10800000">
                <a:off x="2849073" y="3079467"/>
                <a:ext cx="92400" cy="411825"/>
                <a:chOff x="2070100" y="2563700"/>
                <a:chExt cx="92400" cy="411825"/>
              </a:xfrm>
            </p:grpSpPr>
            <p:cxnSp>
              <p:nvCxnSpPr>
                <p:cNvPr id="14035" name="Google Shape;14035;p5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4036" name="Google Shape;14036;p5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37" name="Google Shape;14037;p54"/>
            <p:cNvGrpSpPr/>
            <p:nvPr/>
          </p:nvGrpSpPr>
          <p:grpSpPr>
            <a:xfrm>
              <a:off x="3290132" y="1047018"/>
              <a:ext cx="1297929" cy="223003"/>
              <a:chOff x="6760035" y="3079467"/>
              <a:chExt cx="2396914" cy="411825"/>
            </a:xfrm>
          </p:grpSpPr>
          <p:sp>
            <p:nvSpPr>
              <p:cNvPr id="14038" name="Google Shape;14038;p54"/>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39" name="Google Shape;14039;p54"/>
              <p:cNvGrpSpPr/>
              <p:nvPr/>
            </p:nvGrpSpPr>
            <p:grpSpPr>
              <a:xfrm rot="10800000">
                <a:off x="6760035" y="3079467"/>
                <a:ext cx="92400" cy="411825"/>
                <a:chOff x="2070100" y="2563700"/>
                <a:chExt cx="92400" cy="411825"/>
              </a:xfrm>
            </p:grpSpPr>
            <p:cxnSp>
              <p:nvCxnSpPr>
                <p:cNvPr id="14040" name="Google Shape;14040;p5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4041" name="Google Shape;14041;p5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042" name="Google Shape;14042;p54"/>
          <p:cNvGrpSpPr/>
          <p:nvPr/>
        </p:nvGrpSpPr>
        <p:grpSpPr>
          <a:xfrm>
            <a:off x="2143176" y="3369134"/>
            <a:ext cx="1086701" cy="799429"/>
            <a:chOff x="2183288" y="3555572"/>
            <a:chExt cx="1136241" cy="835873"/>
          </a:xfrm>
        </p:grpSpPr>
        <p:sp>
          <p:nvSpPr>
            <p:cNvPr id="14043" name="Google Shape;14043;p54"/>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44" name="Google Shape;14044;p54"/>
            <p:cNvGrpSpPr/>
            <p:nvPr/>
          </p:nvGrpSpPr>
          <p:grpSpPr>
            <a:xfrm>
              <a:off x="2205895" y="3637269"/>
              <a:ext cx="1089848" cy="724993"/>
              <a:chOff x="2205895" y="3637269"/>
              <a:chExt cx="1089848" cy="724993"/>
            </a:xfrm>
          </p:grpSpPr>
          <p:sp>
            <p:nvSpPr>
              <p:cNvPr id="14045" name="Google Shape;14045;p54"/>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54"/>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54"/>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54"/>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54"/>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54"/>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51" name="Google Shape;14051;p54"/>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052" name="Google Shape;14052;p54"/>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4053" name="Google Shape;14053;p54"/>
            <p:cNvGrpSpPr/>
            <p:nvPr/>
          </p:nvGrpSpPr>
          <p:grpSpPr>
            <a:xfrm>
              <a:off x="3173850" y="3779426"/>
              <a:ext cx="145679" cy="70048"/>
              <a:chOff x="3173850" y="3779426"/>
              <a:chExt cx="145679" cy="70048"/>
            </a:xfrm>
          </p:grpSpPr>
          <p:cxnSp>
            <p:nvCxnSpPr>
              <p:cNvPr id="14054" name="Google Shape;14054;p54"/>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14055" name="Google Shape;14055;p54"/>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6" name="Google Shape;14056;p54"/>
            <p:cNvGrpSpPr/>
            <p:nvPr/>
          </p:nvGrpSpPr>
          <p:grpSpPr>
            <a:xfrm>
              <a:off x="2183288" y="4139483"/>
              <a:ext cx="145133" cy="70048"/>
              <a:chOff x="2183288" y="4139483"/>
              <a:chExt cx="145133" cy="70048"/>
            </a:xfrm>
          </p:grpSpPr>
          <p:cxnSp>
            <p:nvCxnSpPr>
              <p:cNvPr id="14057" name="Google Shape;14057;p54"/>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14058" name="Google Shape;14058;p54"/>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59" name="Google Shape;14059;p54"/>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060" name="Google Shape;14060;p54"/>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4061" name="Google Shape;14061;p54"/>
            <p:cNvGrpSpPr/>
            <p:nvPr/>
          </p:nvGrpSpPr>
          <p:grpSpPr>
            <a:xfrm>
              <a:off x="2943836" y="4268886"/>
              <a:ext cx="60717" cy="122559"/>
              <a:chOff x="2943836" y="4268886"/>
              <a:chExt cx="60717" cy="122559"/>
            </a:xfrm>
          </p:grpSpPr>
          <p:sp>
            <p:nvSpPr>
              <p:cNvPr id="14062" name="Google Shape;14062;p54"/>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063" name="Google Shape;14063;p54"/>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14064" name="Google Shape;14064;p54"/>
          <p:cNvGrpSpPr/>
          <p:nvPr/>
        </p:nvGrpSpPr>
        <p:grpSpPr>
          <a:xfrm>
            <a:off x="3406121" y="1290134"/>
            <a:ext cx="1675870" cy="758251"/>
            <a:chOff x="3530532" y="1496185"/>
            <a:chExt cx="1562000" cy="706730"/>
          </a:xfrm>
        </p:grpSpPr>
        <p:cxnSp>
          <p:nvCxnSpPr>
            <p:cNvPr id="14065" name="Google Shape;14065;p54"/>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14066" name="Google Shape;14066;p54"/>
            <p:cNvGrpSpPr/>
            <p:nvPr/>
          </p:nvGrpSpPr>
          <p:grpSpPr>
            <a:xfrm>
              <a:off x="3530532" y="1496185"/>
              <a:ext cx="323430" cy="463587"/>
              <a:chOff x="3530532" y="1496185"/>
              <a:chExt cx="323430" cy="463587"/>
            </a:xfrm>
          </p:grpSpPr>
          <p:grpSp>
            <p:nvGrpSpPr>
              <p:cNvPr id="14067" name="Google Shape;14067;p54"/>
              <p:cNvGrpSpPr/>
              <p:nvPr/>
            </p:nvGrpSpPr>
            <p:grpSpPr>
              <a:xfrm>
                <a:off x="3567462" y="1496185"/>
                <a:ext cx="286500" cy="361376"/>
                <a:chOff x="3567462" y="1496185"/>
                <a:chExt cx="286500" cy="361376"/>
              </a:xfrm>
            </p:grpSpPr>
            <p:cxnSp>
              <p:nvCxnSpPr>
                <p:cNvPr id="14068" name="Google Shape;14068;p54"/>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4069" name="Google Shape;14069;p54"/>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70" name="Google Shape;14070;p54"/>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1" name="Google Shape;14071;p54"/>
            <p:cNvGrpSpPr/>
            <p:nvPr/>
          </p:nvGrpSpPr>
          <p:grpSpPr>
            <a:xfrm>
              <a:off x="3891569" y="1779209"/>
              <a:ext cx="323945" cy="423706"/>
              <a:chOff x="3891569" y="1779209"/>
              <a:chExt cx="323945" cy="423706"/>
            </a:xfrm>
          </p:grpSpPr>
          <p:grpSp>
            <p:nvGrpSpPr>
              <p:cNvPr id="14072" name="Google Shape;14072;p54"/>
              <p:cNvGrpSpPr/>
              <p:nvPr/>
            </p:nvGrpSpPr>
            <p:grpSpPr>
              <a:xfrm>
                <a:off x="3929014" y="1881638"/>
                <a:ext cx="286500" cy="321278"/>
                <a:chOff x="3929014" y="1881638"/>
                <a:chExt cx="286500" cy="321278"/>
              </a:xfrm>
            </p:grpSpPr>
            <p:cxnSp>
              <p:nvCxnSpPr>
                <p:cNvPr id="14073" name="Google Shape;14073;p54"/>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14074" name="Google Shape;14074;p54"/>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75" name="Google Shape;14075;p54"/>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6" name="Google Shape;14076;p54"/>
            <p:cNvGrpSpPr/>
            <p:nvPr/>
          </p:nvGrpSpPr>
          <p:grpSpPr>
            <a:xfrm>
              <a:off x="4252606" y="1496185"/>
              <a:ext cx="324721" cy="463587"/>
              <a:chOff x="4252606" y="1496185"/>
              <a:chExt cx="324721" cy="463587"/>
            </a:xfrm>
          </p:grpSpPr>
          <p:grpSp>
            <p:nvGrpSpPr>
              <p:cNvPr id="14077" name="Google Shape;14077;p54"/>
              <p:cNvGrpSpPr/>
              <p:nvPr/>
            </p:nvGrpSpPr>
            <p:grpSpPr>
              <a:xfrm>
                <a:off x="4290828" y="1496185"/>
                <a:ext cx="286500" cy="361376"/>
                <a:chOff x="4290828" y="1496185"/>
                <a:chExt cx="286500" cy="361376"/>
              </a:xfrm>
            </p:grpSpPr>
            <p:cxnSp>
              <p:nvCxnSpPr>
                <p:cNvPr id="14078" name="Google Shape;14078;p54"/>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4079" name="Google Shape;14079;p54"/>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80" name="Google Shape;14080;p54"/>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1" name="Google Shape;14081;p54"/>
            <p:cNvGrpSpPr/>
            <p:nvPr/>
          </p:nvGrpSpPr>
          <p:grpSpPr>
            <a:xfrm>
              <a:off x="4613643" y="1763716"/>
              <a:ext cx="325308" cy="439200"/>
              <a:chOff x="4613643" y="1763716"/>
              <a:chExt cx="325308" cy="439200"/>
            </a:xfrm>
          </p:grpSpPr>
          <p:grpSp>
            <p:nvGrpSpPr>
              <p:cNvPr id="14082" name="Google Shape;14082;p54"/>
              <p:cNvGrpSpPr/>
              <p:nvPr/>
            </p:nvGrpSpPr>
            <p:grpSpPr>
              <a:xfrm>
                <a:off x="4652451" y="1879538"/>
                <a:ext cx="286500" cy="323378"/>
                <a:chOff x="4652451" y="1879538"/>
                <a:chExt cx="286500" cy="323378"/>
              </a:xfrm>
            </p:grpSpPr>
            <p:cxnSp>
              <p:nvCxnSpPr>
                <p:cNvPr id="14083" name="Google Shape;14083;p54"/>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14084" name="Google Shape;14084;p54"/>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85" name="Google Shape;14085;p54"/>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86" name="Google Shape;14086;p54"/>
          <p:cNvGrpSpPr/>
          <p:nvPr/>
        </p:nvGrpSpPr>
        <p:grpSpPr>
          <a:xfrm>
            <a:off x="3417981" y="2143759"/>
            <a:ext cx="1652173" cy="391517"/>
            <a:chOff x="3512551" y="2358270"/>
            <a:chExt cx="1597383" cy="378533"/>
          </a:xfrm>
        </p:grpSpPr>
        <p:cxnSp>
          <p:nvCxnSpPr>
            <p:cNvPr id="14087" name="Google Shape;14087;p54"/>
            <p:cNvCxnSpPr>
              <a:stCxn id="14088" idx="6"/>
              <a:endCxn id="14089"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14090" name="Google Shape;14090;p54"/>
            <p:cNvGrpSpPr/>
            <p:nvPr/>
          </p:nvGrpSpPr>
          <p:grpSpPr>
            <a:xfrm>
              <a:off x="3512551" y="2358270"/>
              <a:ext cx="225647" cy="307714"/>
              <a:chOff x="2182679" y="2004714"/>
              <a:chExt cx="792300" cy="1080458"/>
            </a:xfrm>
          </p:grpSpPr>
          <p:cxnSp>
            <p:nvCxnSpPr>
              <p:cNvPr id="14091" name="Google Shape;14091;p54"/>
              <p:cNvCxnSpPr>
                <a:stCxn id="14092"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4088" name="Google Shape;14088;p54"/>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54"/>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3" name="Google Shape;14093;p54"/>
            <p:cNvGrpSpPr/>
            <p:nvPr/>
          </p:nvGrpSpPr>
          <p:grpSpPr>
            <a:xfrm>
              <a:off x="3969644" y="2440153"/>
              <a:ext cx="225853" cy="296651"/>
              <a:chOff x="3775710" y="1729289"/>
              <a:chExt cx="136500" cy="179289"/>
            </a:xfrm>
          </p:grpSpPr>
          <p:cxnSp>
            <p:nvCxnSpPr>
              <p:cNvPr id="14094" name="Google Shape;14094;p54"/>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14095" name="Google Shape;14095;p54"/>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54"/>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7" name="Google Shape;14097;p54"/>
            <p:cNvGrpSpPr/>
            <p:nvPr/>
          </p:nvGrpSpPr>
          <p:grpSpPr>
            <a:xfrm>
              <a:off x="4427051" y="2358270"/>
              <a:ext cx="225647" cy="307714"/>
              <a:chOff x="5393704" y="2004714"/>
              <a:chExt cx="792300" cy="1080458"/>
            </a:xfrm>
          </p:grpSpPr>
          <p:cxnSp>
            <p:nvCxnSpPr>
              <p:cNvPr id="14098" name="Google Shape;14098;p54"/>
              <p:cNvCxnSpPr>
                <a:stCxn id="14099"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4100" name="Google Shape;14100;p54"/>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54"/>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1" name="Google Shape;14101;p54"/>
            <p:cNvGrpSpPr/>
            <p:nvPr/>
          </p:nvGrpSpPr>
          <p:grpSpPr>
            <a:xfrm>
              <a:off x="4884287" y="2440252"/>
              <a:ext cx="225647" cy="296532"/>
              <a:chOff x="6999166" y="2292572"/>
              <a:chExt cx="792300" cy="1041192"/>
            </a:xfrm>
          </p:grpSpPr>
          <p:cxnSp>
            <p:nvCxnSpPr>
              <p:cNvPr id="14102" name="Google Shape;14102;p54"/>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14089" name="Google Shape;14089;p54"/>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54"/>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04" name="Google Shape;14104;p54"/>
          <p:cNvGrpSpPr/>
          <p:nvPr/>
        </p:nvGrpSpPr>
        <p:grpSpPr>
          <a:xfrm>
            <a:off x="6838789" y="979959"/>
            <a:ext cx="1581844" cy="732818"/>
            <a:chOff x="634175" y="2986275"/>
            <a:chExt cx="3147949" cy="1458344"/>
          </a:xfrm>
        </p:grpSpPr>
        <p:cxnSp>
          <p:nvCxnSpPr>
            <p:cNvPr id="14105" name="Google Shape;14105;p54"/>
            <p:cNvCxnSpPr>
              <a:stCxn id="14106" idx="4"/>
              <a:endCxn id="14107"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14108" name="Google Shape;14108;p54"/>
            <p:cNvCxnSpPr>
              <a:stCxn id="14107" idx="0"/>
              <a:endCxn id="14109"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4110" name="Google Shape;14110;p54"/>
            <p:cNvCxnSpPr>
              <a:stCxn id="14109" idx="4"/>
              <a:endCxn id="14111"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4112" name="Google Shape;14112;p54"/>
            <p:cNvCxnSpPr>
              <a:stCxn id="14111" idx="0"/>
              <a:endCxn id="14113"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14113" name="Google Shape;14113;p54"/>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4109" name="Google Shape;14109;p54"/>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4106" name="Google Shape;14106;p54"/>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4111" name="Google Shape;14111;p54"/>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4107" name="Google Shape;14107;p54"/>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4114" name="Google Shape;14114;p54"/>
          <p:cNvGrpSpPr/>
          <p:nvPr/>
        </p:nvGrpSpPr>
        <p:grpSpPr>
          <a:xfrm>
            <a:off x="3406504" y="2674269"/>
            <a:ext cx="1675128" cy="313674"/>
            <a:chOff x="998425" y="1182125"/>
            <a:chExt cx="1065400" cy="199500"/>
          </a:xfrm>
        </p:grpSpPr>
        <p:sp>
          <p:nvSpPr>
            <p:cNvPr id="14115" name="Google Shape;14115;p54"/>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54"/>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54"/>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54"/>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54"/>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0" name="Google Shape;14120;p54"/>
          <p:cNvGrpSpPr/>
          <p:nvPr/>
        </p:nvGrpSpPr>
        <p:grpSpPr>
          <a:xfrm>
            <a:off x="3406503" y="3630235"/>
            <a:ext cx="1675129" cy="525345"/>
            <a:chOff x="5194708" y="3484366"/>
            <a:chExt cx="3148148" cy="987304"/>
          </a:xfrm>
        </p:grpSpPr>
        <p:grpSp>
          <p:nvGrpSpPr>
            <p:cNvPr id="14121" name="Google Shape;14121;p54"/>
            <p:cNvGrpSpPr/>
            <p:nvPr/>
          </p:nvGrpSpPr>
          <p:grpSpPr>
            <a:xfrm>
              <a:off x="7531521" y="3484366"/>
              <a:ext cx="811335" cy="987304"/>
              <a:chOff x="3379425" y="1617275"/>
              <a:chExt cx="1090650" cy="1327200"/>
            </a:xfrm>
          </p:grpSpPr>
          <p:sp>
            <p:nvSpPr>
              <p:cNvPr id="14122" name="Google Shape;14122;p54"/>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54"/>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54"/>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5" name="Google Shape;14125;p54"/>
            <p:cNvGrpSpPr/>
            <p:nvPr/>
          </p:nvGrpSpPr>
          <p:grpSpPr>
            <a:xfrm>
              <a:off x="6752546" y="3484366"/>
              <a:ext cx="811428" cy="987304"/>
              <a:chOff x="2332275" y="1617275"/>
              <a:chExt cx="1090775" cy="1327200"/>
            </a:xfrm>
          </p:grpSpPr>
          <p:sp>
            <p:nvSpPr>
              <p:cNvPr id="14126" name="Google Shape;14126;p54"/>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54"/>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54"/>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9" name="Google Shape;14129;p54"/>
            <p:cNvGrpSpPr/>
            <p:nvPr/>
          </p:nvGrpSpPr>
          <p:grpSpPr>
            <a:xfrm>
              <a:off x="5973664" y="3484366"/>
              <a:ext cx="811335" cy="987304"/>
              <a:chOff x="1285250" y="1617275"/>
              <a:chExt cx="1090650" cy="1327200"/>
            </a:xfrm>
          </p:grpSpPr>
          <p:sp>
            <p:nvSpPr>
              <p:cNvPr id="14130" name="Google Shape;14130;p54"/>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54"/>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54"/>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3" name="Google Shape;14133;p54"/>
            <p:cNvGrpSpPr/>
            <p:nvPr/>
          </p:nvGrpSpPr>
          <p:grpSpPr>
            <a:xfrm>
              <a:off x="5194708" y="3484366"/>
              <a:ext cx="811409" cy="987304"/>
              <a:chOff x="238125" y="1617275"/>
              <a:chExt cx="1090750" cy="1327200"/>
            </a:xfrm>
          </p:grpSpPr>
          <p:sp>
            <p:nvSpPr>
              <p:cNvPr id="14134" name="Google Shape;14134;p54"/>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54"/>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54"/>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37" name="Google Shape;14137;p54"/>
          <p:cNvGrpSpPr/>
          <p:nvPr/>
        </p:nvGrpSpPr>
        <p:grpSpPr>
          <a:xfrm>
            <a:off x="6840188" y="2276124"/>
            <a:ext cx="1579046" cy="522230"/>
            <a:chOff x="6853641" y="2534077"/>
            <a:chExt cx="1515545" cy="501229"/>
          </a:xfrm>
        </p:grpSpPr>
        <p:grpSp>
          <p:nvGrpSpPr>
            <p:cNvPr id="14138" name="Google Shape;14138;p54"/>
            <p:cNvGrpSpPr/>
            <p:nvPr/>
          </p:nvGrpSpPr>
          <p:grpSpPr>
            <a:xfrm>
              <a:off x="6853641" y="2618923"/>
              <a:ext cx="1515545" cy="324556"/>
              <a:chOff x="6853641" y="2618923"/>
              <a:chExt cx="1515545" cy="324556"/>
            </a:xfrm>
          </p:grpSpPr>
          <p:sp>
            <p:nvSpPr>
              <p:cNvPr id="14139" name="Google Shape;14139;p54"/>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54"/>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54"/>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54"/>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54"/>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44" name="Google Shape;14144;p54"/>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54"/>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54"/>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54"/>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54"/>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9" name="Google Shape;14149;p54"/>
          <p:cNvGrpSpPr/>
          <p:nvPr/>
        </p:nvGrpSpPr>
        <p:grpSpPr>
          <a:xfrm>
            <a:off x="3435080" y="3151165"/>
            <a:ext cx="1617976" cy="346616"/>
            <a:chOff x="1808063" y="4294338"/>
            <a:chExt cx="3370782" cy="721817"/>
          </a:xfrm>
        </p:grpSpPr>
        <p:sp>
          <p:nvSpPr>
            <p:cNvPr id="14150" name="Google Shape;14150;p54"/>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54"/>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54"/>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54"/>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54"/>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54"/>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54"/>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54"/>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54"/>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54"/>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0" name="Google Shape;14160;p54"/>
          <p:cNvGrpSpPr/>
          <p:nvPr/>
        </p:nvGrpSpPr>
        <p:grpSpPr>
          <a:xfrm>
            <a:off x="5261076" y="3817915"/>
            <a:ext cx="1417067" cy="350605"/>
            <a:chOff x="4234950" y="2101012"/>
            <a:chExt cx="4219974" cy="1044090"/>
          </a:xfrm>
        </p:grpSpPr>
        <p:sp>
          <p:nvSpPr>
            <p:cNvPr id="14161" name="Google Shape;14161;p54"/>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54"/>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54"/>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54"/>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54"/>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54"/>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54"/>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54"/>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54"/>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54"/>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54"/>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54"/>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54"/>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54"/>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54"/>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54"/>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7" name="Google Shape;14177;p54"/>
          <p:cNvGrpSpPr/>
          <p:nvPr/>
        </p:nvGrpSpPr>
        <p:grpSpPr>
          <a:xfrm>
            <a:off x="6836548" y="1808672"/>
            <a:ext cx="1586327" cy="371557"/>
            <a:chOff x="1247650" y="2075423"/>
            <a:chExt cx="6648477" cy="1557238"/>
          </a:xfrm>
        </p:grpSpPr>
        <p:sp>
          <p:nvSpPr>
            <p:cNvPr id="14178" name="Google Shape;14178;p54"/>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54"/>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54"/>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54"/>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54"/>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54"/>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4" name="Google Shape;14184;p54"/>
          <p:cNvGrpSpPr/>
          <p:nvPr/>
        </p:nvGrpSpPr>
        <p:grpSpPr>
          <a:xfrm>
            <a:off x="5267818" y="961862"/>
            <a:ext cx="1415601" cy="1648533"/>
            <a:chOff x="1839112" y="2209163"/>
            <a:chExt cx="1918159" cy="2233784"/>
          </a:xfrm>
        </p:grpSpPr>
        <p:sp>
          <p:nvSpPr>
            <p:cNvPr id="14185" name="Google Shape;14185;p54"/>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54"/>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54"/>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88" name="Google Shape;14188;p54"/>
            <p:cNvCxnSpPr>
              <a:stCxn id="14185" idx="6"/>
              <a:endCxn id="14186"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4189" name="Google Shape;14189;p54"/>
            <p:cNvCxnSpPr>
              <a:stCxn id="14186" idx="4"/>
              <a:endCxn id="14190"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14191" name="Google Shape;14191;p54"/>
            <p:cNvCxnSpPr>
              <a:stCxn id="14190" idx="6"/>
              <a:endCxn id="14187"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4192" name="Google Shape;14192;p54"/>
            <p:cNvCxnSpPr>
              <a:stCxn id="14187" idx="4"/>
              <a:endCxn id="14193"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14190" name="Google Shape;14190;p54"/>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54"/>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54"/>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95" name="Google Shape;14195;p54"/>
            <p:cNvCxnSpPr>
              <a:endCxn id="14194"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14196" name="Google Shape;14196;p54"/>
          <p:cNvGrpSpPr/>
          <p:nvPr/>
        </p:nvGrpSpPr>
        <p:grpSpPr>
          <a:xfrm>
            <a:off x="3425084" y="979946"/>
            <a:ext cx="1637968" cy="154942"/>
            <a:chOff x="238125" y="2506075"/>
            <a:chExt cx="7115411" cy="673075"/>
          </a:xfrm>
        </p:grpSpPr>
        <p:sp>
          <p:nvSpPr>
            <p:cNvPr id="14197" name="Google Shape;14197;p54"/>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54"/>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54"/>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54"/>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54"/>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2" name="Google Shape;14202;p54"/>
          <p:cNvGrpSpPr/>
          <p:nvPr/>
        </p:nvGrpSpPr>
        <p:grpSpPr>
          <a:xfrm>
            <a:off x="1965820" y="1294664"/>
            <a:ext cx="1262932" cy="785408"/>
            <a:chOff x="548861" y="389676"/>
            <a:chExt cx="3843371" cy="2390163"/>
          </a:xfrm>
        </p:grpSpPr>
        <p:cxnSp>
          <p:nvCxnSpPr>
            <p:cNvPr id="14203" name="Google Shape;14203;p54"/>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4204" name="Google Shape;14204;p54"/>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4205" name="Google Shape;14205;p54"/>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4206" name="Google Shape;14206;p54"/>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14207" name="Google Shape;14207;p54"/>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4208" name="Google Shape;14208;p54"/>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209" name="Google Shape;14209;p54"/>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4210" name="Google Shape;14210;p54"/>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54"/>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54"/>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54"/>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54"/>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54"/>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6" name="Google Shape;14216;p54"/>
          <p:cNvGrpSpPr/>
          <p:nvPr/>
        </p:nvGrpSpPr>
        <p:grpSpPr>
          <a:xfrm>
            <a:off x="753952" y="2401541"/>
            <a:ext cx="1412054" cy="633562"/>
            <a:chOff x="1187400" y="2529299"/>
            <a:chExt cx="6769193" cy="2241903"/>
          </a:xfrm>
        </p:grpSpPr>
        <p:sp>
          <p:nvSpPr>
            <p:cNvPr id="14217" name="Google Shape;14217;p54"/>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4218" name="Google Shape;14218;p54"/>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219" name="Google Shape;14219;p54"/>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220" name="Google Shape;14220;p54"/>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221" name="Google Shape;14221;p54"/>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222" name="Google Shape;14222;p54"/>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223" name="Google Shape;14223;p54"/>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4224" name="Google Shape;14224;p54"/>
            <p:cNvCxnSpPr>
              <a:stCxn id="14217" idx="2"/>
              <a:endCxn id="14218"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4225" name="Google Shape;14225;p54"/>
            <p:cNvCxnSpPr>
              <a:stCxn id="14219" idx="0"/>
              <a:endCxn id="14217"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4226" name="Google Shape;14226;p54"/>
            <p:cNvCxnSpPr>
              <a:stCxn id="14219" idx="2"/>
              <a:endCxn id="14221"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4227" name="Google Shape;14227;p54"/>
            <p:cNvCxnSpPr>
              <a:stCxn id="14220" idx="0"/>
              <a:endCxn id="14219"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4228" name="Google Shape;14228;p54"/>
            <p:cNvCxnSpPr>
              <a:stCxn id="14218" idx="2"/>
              <a:endCxn id="14223"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4229" name="Google Shape;14229;p54"/>
            <p:cNvCxnSpPr>
              <a:stCxn id="14222" idx="0"/>
              <a:endCxn id="14218"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14230" name="Google Shape;14230;p54"/>
          <p:cNvGrpSpPr/>
          <p:nvPr/>
        </p:nvGrpSpPr>
        <p:grpSpPr>
          <a:xfrm>
            <a:off x="6840198" y="2894250"/>
            <a:ext cx="1579035" cy="540873"/>
            <a:chOff x="6895650" y="3126697"/>
            <a:chExt cx="1436662" cy="492105"/>
          </a:xfrm>
        </p:grpSpPr>
        <p:sp>
          <p:nvSpPr>
            <p:cNvPr id="14231" name="Google Shape;14231;p54"/>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54"/>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54"/>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54"/>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54"/>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36" name="Google Shape;14236;p54"/>
            <p:cNvGrpSpPr/>
            <p:nvPr/>
          </p:nvGrpSpPr>
          <p:grpSpPr>
            <a:xfrm>
              <a:off x="6995957" y="3335810"/>
              <a:ext cx="1230393" cy="71754"/>
              <a:chOff x="6995957" y="3287964"/>
              <a:chExt cx="1230393" cy="71754"/>
            </a:xfrm>
          </p:grpSpPr>
          <p:sp>
            <p:nvSpPr>
              <p:cNvPr id="14237" name="Google Shape;14237;p54"/>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54"/>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54"/>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54"/>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54"/>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42" name="Google Shape;14242;p54"/>
          <p:cNvGrpSpPr/>
          <p:nvPr/>
        </p:nvGrpSpPr>
        <p:grpSpPr>
          <a:xfrm>
            <a:off x="6838780" y="3531013"/>
            <a:ext cx="1581862" cy="650625"/>
            <a:chOff x="6777990" y="3710194"/>
            <a:chExt cx="1646915" cy="677382"/>
          </a:xfrm>
        </p:grpSpPr>
        <p:grpSp>
          <p:nvGrpSpPr>
            <p:cNvPr id="14243" name="Google Shape;14243;p54"/>
            <p:cNvGrpSpPr/>
            <p:nvPr/>
          </p:nvGrpSpPr>
          <p:grpSpPr>
            <a:xfrm>
              <a:off x="6777990" y="3874492"/>
              <a:ext cx="411129" cy="513083"/>
              <a:chOff x="6777990" y="3874492"/>
              <a:chExt cx="411129" cy="513083"/>
            </a:xfrm>
          </p:grpSpPr>
          <p:cxnSp>
            <p:nvCxnSpPr>
              <p:cNvPr id="14244" name="Google Shape;14244;p54"/>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4245" name="Google Shape;14245;p54"/>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6" name="Google Shape;14246;p54"/>
            <p:cNvGrpSpPr/>
            <p:nvPr/>
          </p:nvGrpSpPr>
          <p:grpSpPr>
            <a:xfrm>
              <a:off x="7188425" y="3710194"/>
              <a:ext cx="411123" cy="520535"/>
              <a:chOff x="7188425" y="3710194"/>
              <a:chExt cx="411123" cy="520535"/>
            </a:xfrm>
          </p:grpSpPr>
          <p:cxnSp>
            <p:nvCxnSpPr>
              <p:cNvPr id="14247" name="Google Shape;14247;p54"/>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14248" name="Google Shape;14248;p54"/>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9" name="Google Shape;14249;p54"/>
            <p:cNvGrpSpPr/>
            <p:nvPr/>
          </p:nvGrpSpPr>
          <p:grpSpPr>
            <a:xfrm>
              <a:off x="7603341" y="3874492"/>
              <a:ext cx="411474" cy="513083"/>
              <a:chOff x="7603341" y="3874492"/>
              <a:chExt cx="411474" cy="513083"/>
            </a:xfrm>
          </p:grpSpPr>
          <p:cxnSp>
            <p:nvCxnSpPr>
              <p:cNvPr id="14250" name="Google Shape;14250;p54"/>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4251" name="Google Shape;14251;p54"/>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2" name="Google Shape;14252;p54"/>
            <p:cNvGrpSpPr/>
            <p:nvPr/>
          </p:nvGrpSpPr>
          <p:grpSpPr>
            <a:xfrm>
              <a:off x="8013776" y="3722847"/>
              <a:ext cx="411129" cy="507881"/>
              <a:chOff x="8013776" y="3722847"/>
              <a:chExt cx="411129" cy="507881"/>
            </a:xfrm>
          </p:grpSpPr>
          <p:cxnSp>
            <p:nvCxnSpPr>
              <p:cNvPr id="14253" name="Google Shape;14253;p54"/>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14254" name="Google Shape;14254;p54"/>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55" name="Google Shape;14255;p54"/>
          <p:cNvGrpSpPr/>
          <p:nvPr/>
        </p:nvGrpSpPr>
        <p:grpSpPr>
          <a:xfrm>
            <a:off x="5258295" y="2703853"/>
            <a:ext cx="1421889" cy="1020603"/>
            <a:chOff x="5190863" y="2824811"/>
            <a:chExt cx="1544860" cy="1108869"/>
          </a:xfrm>
        </p:grpSpPr>
        <p:grpSp>
          <p:nvGrpSpPr>
            <p:cNvPr id="14256" name="Google Shape;14256;p54"/>
            <p:cNvGrpSpPr/>
            <p:nvPr/>
          </p:nvGrpSpPr>
          <p:grpSpPr>
            <a:xfrm>
              <a:off x="5938695" y="3176919"/>
              <a:ext cx="685761" cy="404739"/>
              <a:chOff x="5938695" y="3176919"/>
              <a:chExt cx="685761" cy="404739"/>
            </a:xfrm>
          </p:grpSpPr>
          <p:grpSp>
            <p:nvGrpSpPr>
              <p:cNvPr id="14257" name="Google Shape;14257;p54"/>
              <p:cNvGrpSpPr/>
              <p:nvPr/>
            </p:nvGrpSpPr>
            <p:grpSpPr>
              <a:xfrm>
                <a:off x="5938695" y="3176919"/>
                <a:ext cx="685761" cy="404739"/>
                <a:chOff x="5938695" y="3176919"/>
                <a:chExt cx="685761" cy="404739"/>
              </a:xfrm>
            </p:grpSpPr>
            <p:sp>
              <p:nvSpPr>
                <p:cNvPr id="14258" name="Google Shape;14258;p54"/>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54"/>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60" name="Google Shape;14260;p54"/>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1" name="Google Shape;14261;p54"/>
            <p:cNvGrpSpPr/>
            <p:nvPr/>
          </p:nvGrpSpPr>
          <p:grpSpPr>
            <a:xfrm>
              <a:off x="5305233" y="3176835"/>
              <a:ext cx="685971" cy="404655"/>
              <a:chOff x="5305233" y="3176835"/>
              <a:chExt cx="685971" cy="404655"/>
            </a:xfrm>
          </p:grpSpPr>
          <p:grpSp>
            <p:nvGrpSpPr>
              <p:cNvPr id="14262" name="Google Shape;14262;p54"/>
              <p:cNvGrpSpPr/>
              <p:nvPr/>
            </p:nvGrpSpPr>
            <p:grpSpPr>
              <a:xfrm>
                <a:off x="5305233" y="3176835"/>
                <a:ext cx="685971" cy="404655"/>
                <a:chOff x="5305233" y="3176835"/>
                <a:chExt cx="685971" cy="404655"/>
              </a:xfrm>
            </p:grpSpPr>
            <p:sp>
              <p:nvSpPr>
                <p:cNvPr id="14263" name="Google Shape;14263;p54"/>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54"/>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65" name="Google Shape;14265;p54"/>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66" name="Google Shape;14266;p54"/>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67" name="Google Shape;14267;p54"/>
            <p:cNvGrpSpPr/>
            <p:nvPr/>
          </p:nvGrpSpPr>
          <p:grpSpPr>
            <a:xfrm>
              <a:off x="5657361" y="2824811"/>
              <a:ext cx="1078361" cy="404655"/>
              <a:chOff x="5657361" y="2824811"/>
              <a:chExt cx="1078361" cy="404655"/>
            </a:xfrm>
          </p:grpSpPr>
          <p:grpSp>
            <p:nvGrpSpPr>
              <p:cNvPr id="14268" name="Google Shape;14268;p54"/>
              <p:cNvGrpSpPr/>
              <p:nvPr/>
            </p:nvGrpSpPr>
            <p:grpSpPr>
              <a:xfrm>
                <a:off x="5657361" y="2824811"/>
                <a:ext cx="1078361" cy="404655"/>
                <a:chOff x="5657361" y="2824811"/>
                <a:chExt cx="1078361" cy="404655"/>
              </a:xfrm>
            </p:grpSpPr>
            <p:grpSp>
              <p:nvGrpSpPr>
                <p:cNvPr id="14269" name="Google Shape;14269;p54"/>
                <p:cNvGrpSpPr/>
                <p:nvPr/>
              </p:nvGrpSpPr>
              <p:grpSpPr>
                <a:xfrm>
                  <a:off x="5938485" y="2824811"/>
                  <a:ext cx="797237" cy="404655"/>
                  <a:chOff x="5938485" y="2824811"/>
                  <a:chExt cx="797237" cy="404655"/>
                </a:xfrm>
              </p:grpSpPr>
              <p:sp>
                <p:nvSpPr>
                  <p:cNvPr id="14270" name="Google Shape;14270;p54"/>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54"/>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72" name="Google Shape;14272;p54"/>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73" name="Google Shape;14273;p54"/>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4" name="Google Shape;14274;p54"/>
            <p:cNvGrpSpPr/>
            <p:nvPr/>
          </p:nvGrpSpPr>
          <p:grpSpPr>
            <a:xfrm>
              <a:off x="5190863" y="3528942"/>
              <a:ext cx="1078026" cy="404739"/>
              <a:chOff x="5190863" y="3528942"/>
              <a:chExt cx="1078026" cy="404739"/>
            </a:xfrm>
          </p:grpSpPr>
          <p:sp>
            <p:nvSpPr>
              <p:cNvPr id="14275" name="Google Shape;14275;p54"/>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76" name="Google Shape;14276;p54"/>
              <p:cNvGrpSpPr/>
              <p:nvPr/>
            </p:nvGrpSpPr>
            <p:grpSpPr>
              <a:xfrm>
                <a:off x="5190863" y="3528942"/>
                <a:ext cx="1078026" cy="404739"/>
                <a:chOff x="5190863" y="3528942"/>
                <a:chExt cx="1078026" cy="404739"/>
              </a:xfrm>
            </p:grpSpPr>
            <p:sp>
              <p:nvSpPr>
                <p:cNvPr id="14277" name="Google Shape;14277;p54"/>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54"/>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279" name="Google Shape;14279;p54"/>
          <p:cNvGrpSpPr/>
          <p:nvPr/>
        </p:nvGrpSpPr>
        <p:grpSpPr>
          <a:xfrm>
            <a:off x="724302" y="1268321"/>
            <a:ext cx="1086719" cy="879487"/>
            <a:chOff x="803162" y="1474292"/>
            <a:chExt cx="1086719" cy="879487"/>
          </a:xfrm>
        </p:grpSpPr>
        <p:grpSp>
          <p:nvGrpSpPr>
            <p:cNvPr id="14280" name="Google Shape;14280;p54"/>
            <p:cNvGrpSpPr/>
            <p:nvPr/>
          </p:nvGrpSpPr>
          <p:grpSpPr>
            <a:xfrm>
              <a:off x="803162" y="1625948"/>
              <a:ext cx="445856" cy="576579"/>
              <a:chOff x="803162" y="1625948"/>
              <a:chExt cx="445856" cy="576579"/>
            </a:xfrm>
          </p:grpSpPr>
          <p:sp>
            <p:nvSpPr>
              <p:cNvPr id="14281" name="Google Shape;14281;p54"/>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82" name="Google Shape;14282;p54"/>
              <p:cNvGrpSpPr/>
              <p:nvPr/>
            </p:nvGrpSpPr>
            <p:grpSpPr>
              <a:xfrm>
                <a:off x="1056023" y="1625948"/>
                <a:ext cx="192995" cy="576579"/>
                <a:chOff x="1056023" y="1625948"/>
                <a:chExt cx="192995" cy="576579"/>
              </a:xfrm>
            </p:grpSpPr>
            <p:sp>
              <p:nvSpPr>
                <p:cNvPr id="14283" name="Google Shape;14283;p54"/>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54"/>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54"/>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54"/>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54"/>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88" name="Google Shape;14288;p54"/>
            <p:cNvGrpSpPr/>
            <p:nvPr/>
          </p:nvGrpSpPr>
          <p:grpSpPr>
            <a:xfrm>
              <a:off x="1371406" y="1474292"/>
              <a:ext cx="518475" cy="879487"/>
              <a:chOff x="1398231" y="1474292"/>
              <a:chExt cx="518475" cy="879487"/>
            </a:xfrm>
          </p:grpSpPr>
          <p:grpSp>
            <p:nvGrpSpPr>
              <p:cNvPr id="14289" name="Google Shape;14289;p54"/>
              <p:cNvGrpSpPr/>
              <p:nvPr/>
            </p:nvGrpSpPr>
            <p:grpSpPr>
              <a:xfrm>
                <a:off x="1398231" y="1474292"/>
                <a:ext cx="518475" cy="341643"/>
                <a:chOff x="1398231" y="1474292"/>
                <a:chExt cx="518475" cy="341643"/>
              </a:xfrm>
            </p:grpSpPr>
            <p:sp>
              <p:nvSpPr>
                <p:cNvPr id="14290" name="Google Shape;14290;p54"/>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91" name="Google Shape;14291;p54"/>
                <p:cNvGrpSpPr/>
                <p:nvPr/>
              </p:nvGrpSpPr>
              <p:grpSpPr>
                <a:xfrm>
                  <a:off x="1616453" y="1474292"/>
                  <a:ext cx="300253" cy="341643"/>
                  <a:chOff x="1616453" y="1475379"/>
                  <a:chExt cx="300253" cy="341643"/>
                </a:xfrm>
              </p:grpSpPr>
              <p:sp>
                <p:nvSpPr>
                  <p:cNvPr id="14292" name="Google Shape;14292;p54"/>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54"/>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54"/>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54"/>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54"/>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54"/>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54"/>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99" name="Google Shape;14299;p54"/>
                  <p:cNvGrpSpPr/>
                  <p:nvPr/>
                </p:nvGrpSpPr>
                <p:grpSpPr>
                  <a:xfrm>
                    <a:off x="1839639" y="1475379"/>
                    <a:ext cx="77067" cy="341643"/>
                    <a:chOff x="1839639" y="1475379"/>
                    <a:chExt cx="77067" cy="341643"/>
                  </a:xfrm>
                </p:grpSpPr>
                <p:sp>
                  <p:nvSpPr>
                    <p:cNvPr id="14300" name="Google Shape;14300;p54"/>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54"/>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302" name="Google Shape;14302;p54"/>
              <p:cNvGrpSpPr/>
              <p:nvPr/>
            </p:nvGrpSpPr>
            <p:grpSpPr>
              <a:xfrm>
                <a:off x="1398451" y="2012951"/>
                <a:ext cx="518255" cy="340828"/>
                <a:chOff x="1398451" y="2012951"/>
                <a:chExt cx="518255" cy="340828"/>
              </a:xfrm>
            </p:grpSpPr>
            <p:sp>
              <p:nvSpPr>
                <p:cNvPr id="14303" name="Google Shape;14303;p54"/>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04" name="Google Shape;14304;p54"/>
                <p:cNvGrpSpPr/>
                <p:nvPr/>
              </p:nvGrpSpPr>
              <p:grpSpPr>
                <a:xfrm>
                  <a:off x="1616453" y="2012951"/>
                  <a:ext cx="300253" cy="340828"/>
                  <a:chOff x="1616453" y="2013538"/>
                  <a:chExt cx="300253" cy="340828"/>
                </a:xfrm>
              </p:grpSpPr>
              <p:sp>
                <p:nvSpPr>
                  <p:cNvPr id="14305" name="Google Shape;14305;p54"/>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54"/>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54"/>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54"/>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54"/>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54"/>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54"/>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12" name="Google Shape;14312;p54"/>
                  <p:cNvGrpSpPr/>
                  <p:nvPr/>
                </p:nvGrpSpPr>
                <p:grpSpPr>
                  <a:xfrm>
                    <a:off x="1839639" y="2013538"/>
                    <a:ext cx="77067" cy="340828"/>
                    <a:chOff x="1839639" y="2013538"/>
                    <a:chExt cx="77067" cy="340828"/>
                  </a:xfrm>
                </p:grpSpPr>
                <p:sp>
                  <p:nvSpPr>
                    <p:cNvPr id="14313" name="Google Shape;14313;p54"/>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54"/>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14315" name="Google Shape;14315;p54"/>
          <p:cNvGrpSpPr/>
          <p:nvPr/>
        </p:nvGrpSpPr>
        <p:grpSpPr>
          <a:xfrm>
            <a:off x="721126" y="3399508"/>
            <a:ext cx="1368681" cy="682918"/>
            <a:chOff x="724986" y="3605478"/>
            <a:chExt cx="1368681" cy="682918"/>
          </a:xfrm>
        </p:grpSpPr>
        <p:grpSp>
          <p:nvGrpSpPr>
            <p:cNvPr id="14316" name="Google Shape;14316;p54"/>
            <p:cNvGrpSpPr/>
            <p:nvPr/>
          </p:nvGrpSpPr>
          <p:grpSpPr>
            <a:xfrm>
              <a:off x="1289102" y="3823629"/>
              <a:ext cx="240442" cy="250435"/>
              <a:chOff x="-165066" y="3843615"/>
              <a:chExt cx="221259" cy="230455"/>
            </a:xfrm>
          </p:grpSpPr>
          <p:sp>
            <p:nvSpPr>
              <p:cNvPr id="14317" name="Google Shape;14317;p54"/>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54"/>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54"/>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54"/>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54"/>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54"/>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54"/>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54"/>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54"/>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54"/>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54"/>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54"/>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54"/>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54"/>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54"/>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54"/>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54"/>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54"/>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54"/>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54"/>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7" name="Google Shape;14337;p54"/>
            <p:cNvGrpSpPr/>
            <p:nvPr/>
          </p:nvGrpSpPr>
          <p:grpSpPr>
            <a:xfrm>
              <a:off x="724986" y="3605478"/>
              <a:ext cx="1368681" cy="682918"/>
              <a:chOff x="724986" y="3605478"/>
              <a:chExt cx="1368681" cy="682918"/>
            </a:xfrm>
          </p:grpSpPr>
          <p:grpSp>
            <p:nvGrpSpPr>
              <p:cNvPr id="14338" name="Google Shape;14338;p54"/>
              <p:cNvGrpSpPr/>
              <p:nvPr/>
            </p:nvGrpSpPr>
            <p:grpSpPr>
              <a:xfrm>
                <a:off x="1498221" y="4047614"/>
                <a:ext cx="529172" cy="240783"/>
                <a:chOff x="1498221" y="4047614"/>
                <a:chExt cx="529172" cy="240783"/>
              </a:xfrm>
            </p:grpSpPr>
            <p:grpSp>
              <p:nvGrpSpPr>
                <p:cNvPr id="14339" name="Google Shape;14339;p54"/>
                <p:cNvGrpSpPr/>
                <p:nvPr/>
              </p:nvGrpSpPr>
              <p:grpSpPr>
                <a:xfrm>
                  <a:off x="1826655" y="4224370"/>
                  <a:ext cx="200738" cy="25631"/>
                  <a:chOff x="1826655" y="4224370"/>
                  <a:chExt cx="200738" cy="25631"/>
                </a:xfrm>
              </p:grpSpPr>
              <p:sp>
                <p:nvSpPr>
                  <p:cNvPr id="14340" name="Google Shape;14340;p54"/>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54"/>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2" name="Google Shape;14342;p54"/>
                <p:cNvGrpSpPr/>
                <p:nvPr/>
              </p:nvGrpSpPr>
              <p:grpSpPr>
                <a:xfrm>
                  <a:off x="1498221" y="4047614"/>
                  <a:ext cx="328444" cy="240783"/>
                  <a:chOff x="1498221" y="4047614"/>
                  <a:chExt cx="328444" cy="240783"/>
                </a:xfrm>
              </p:grpSpPr>
              <p:sp>
                <p:nvSpPr>
                  <p:cNvPr id="14343" name="Google Shape;14343;p54"/>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44" name="Google Shape;14344;p54"/>
                  <p:cNvGrpSpPr/>
                  <p:nvPr/>
                </p:nvGrpSpPr>
                <p:grpSpPr>
                  <a:xfrm>
                    <a:off x="1498221" y="4047614"/>
                    <a:ext cx="150566" cy="190416"/>
                    <a:chOff x="1498221" y="4047614"/>
                    <a:chExt cx="150566" cy="190416"/>
                  </a:xfrm>
                </p:grpSpPr>
                <p:sp>
                  <p:nvSpPr>
                    <p:cNvPr id="14345" name="Google Shape;14345;p54"/>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54"/>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347" name="Google Shape;14347;p54"/>
              <p:cNvGrpSpPr/>
              <p:nvPr/>
            </p:nvGrpSpPr>
            <p:grpSpPr>
              <a:xfrm>
                <a:off x="1560718" y="3800594"/>
                <a:ext cx="532948" cy="302090"/>
                <a:chOff x="1560718" y="3800594"/>
                <a:chExt cx="532948" cy="302090"/>
              </a:xfrm>
            </p:grpSpPr>
            <p:grpSp>
              <p:nvGrpSpPr>
                <p:cNvPr id="14348" name="Google Shape;14348;p54"/>
                <p:cNvGrpSpPr/>
                <p:nvPr/>
              </p:nvGrpSpPr>
              <p:grpSpPr>
                <a:xfrm>
                  <a:off x="1912179" y="3827344"/>
                  <a:ext cx="181487" cy="25631"/>
                  <a:chOff x="1912179" y="3827344"/>
                  <a:chExt cx="181487" cy="25631"/>
                </a:xfrm>
              </p:grpSpPr>
              <p:sp>
                <p:nvSpPr>
                  <p:cNvPr id="14349" name="Google Shape;14349;p54"/>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54"/>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1" name="Google Shape;14351;p54"/>
                <p:cNvGrpSpPr/>
                <p:nvPr/>
              </p:nvGrpSpPr>
              <p:grpSpPr>
                <a:xfrm>
                  <a:off x="1912179" y="4044505"/>
                  <a:ext cx="181487" cy="25622"/>
                  <a:chOff x="1912179" y="4044506"/>
                  <a:chExt cx="181487" cy="25622"/>
                </a:xfrm>
              </p:grpSpPr>
              <p:sp>
                <p:nvSpPr>
                  <p:cNvPr id="14352" name="Google Shape;14352;p54"/>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54"/>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4" name="Google Shape;14354;p54"/>
                <p:cNvGrpSpPr/>
                <p:nvPr/>
              </p:nvGrpSpPr>
              <p:grpSpPr>
                <a:xfrm>
                  <a:off x="1560718" y="3800594"/>
                  <a:ext cx="351472" cy="302090"/>
                  <a:chOff x="1560718" y="3800594"/>
                  <a:chExt cx="351472" cy="302090"/>
                </a:xfrm>
              </p:grpSpPr>
              <p:grpSp>
                <p:nvGrpSpPr>
                  <p:cNvPr id="14355" name="Google Shape;14355;p54"/>
                  <p:cNvGrpSpPr/>
                  <p:nvPr/>
                </p:nvGrpSpPr>
                <p:grpSpPr>
                  <a:xfrm>
                    <a:off x="1560718" y="3842857"/>
                    <a:ext cx="173586" cy="217131"/>
                    <a:chOff x="1560718" y="3842857"/>
                    <a:chExt cx="173586" cy="217131"/>
                  </a:xfrm>
                </p:grpSpPr>
                <p:sp>
                  <p:nvSpPr>
                    <p:cNvPr id="14356" name="Google Shape;14356;p54"/>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54"/>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54"/>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59" name="Google Shape;14359;p54"/>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54"/>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361" name="Google Shape;14361;p54"/>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62" name="Google Shape;14362;p54"/>
              <p:cNvGrpSpPr/>
              <p:nvPr/>
            </p:nvGrpSpPr>
            <p:grpSpPr>
              <a:xfrm>
                <a:off x="785350" y="3605478"/>
                <a:ext cx="535311" cy="249245"/>
                <a:chOff x="785350" y="3605478"/>
                <a:chExt cx="535311" cy="249245"/>
              </a:xfrm>
            </p:grpSpPr>
            <p:grpSp>
              <p:nvGrpSpPr>
                <p:cNvPr id="14363" name="Google Shape;14363;p54"/>
                <p:cNvGrpSpPr/>
                <p:nvPr/>
              </p:nvGrpSpPr>
              <p:grpSpPr>
                <a:xfrm>
                  <a:off x="785350" y="3605478"/>
                  <a:ext cx="376191" cy="102736"/>
                  <a:chOff x="785350" y="3605478"/>
                  <a:chExt cx="376191" cy="102736"/>
                </a:xfrm>
              </p:grpSpPr>
              <p:sp>
                <p:nvSpPr>
                  <p:cNvPr id="14364" name="Google Shape;14364;p54"/>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54"/>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54"/>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7" name="Google Shape;14367;p54"/>
                <p:cNvGrpSpPr/>
                <p:nvPr/>
              </p:nvGrpSpPr>
              <p:grpSpPr>
                <a:xfrm>
                  <a:off x="1161530" y="3655851"/>
                  <a:ext cx="159131" cy="198872"/>
                  <a:chOff x="1161530" y="3655851"/>
                  <a:chExt cx="159131" cy="198872"/>
                </a:xfrm>
              </p:grpSpPr>
              <p:sp>
                <p:nvSpPr>
                  <p:cNvPr id="14368" name="Google Shape;14368;p54"/>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54"/>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70" name="Google Shape;14370;p54"/>
              <p:cNvGrpSpPr/>
              <p:nvPr/>
            </p:nvGrpSpPr>
            <p:grpSpPr>
              <a:xfrm>
                <a:off x="785350" y="4047614"/>
                <a:ext cx="535311" cy="240783"/>
                <a:chOff x="785350" y="4047614"/>
                <a:chExt cx="535311" cy="240783"/>
              </a:xfrm>
            </p:grpSpPr>
            <p:grpSp>
              <p:nvGrpSpPr>
                <p:cNvPr id="14371" name="Google Shape;14371;p54"/>
                <p:cNvGrpSpPr/>
                <p:nvPr/>
              </p:nvGrpSpPr>
              <p:grpSpPr>
                <a:xfrm>
                  <a:off x="1161636" y="4047614"/>
                  <a:ext cx="159025" cy="190415"/>
                  <a:chOff x="1161636" y="4047614"/>
                  <a:chExt cx="159025" cy="190415"/>
                </a:xfrm>
              </p:grpSpPr>
              <p:sp>
                <p:nvSpPr>
                  <p:cNvPr id="14372" name="Google Shape;14372;p54"/>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54"/>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4" name="Google Shape;14374;p54"/>
                <p:cNvGrpSpPr/>
                <p:nvPr/>
              </p:nvGrpSpPr>
              <p:grpSpPr>
                <a:xfrm>
                  <a:off x="785350" y="4185661"/>
                  <a:ext cx="376191" cy="102736"/>
                  <a:chOff x="785350" y="4185661"/>
                  <a:chExt cx="376191" cy="102736"/>
                </a:xfrm>
              </p:grpSpPr>
              <p:sp>
                <p:nvSpPr>
                  <p:cNvPr id="14375" name="Google Shape;14375;p54"/>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54"/>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54"/>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78" name="Google Shape;14378;p54"/>
              <p:cNvGrpSpPr/>
              <p:nvPr/>
            </p:nvGrpSpPr>
            <p:grpSpPr>
              <a:xfrm>
                <a:off x="1501054" y="3605478"/>
                <a:ext cx="526340" cy="249240"/>
                <a:chOff x="1501054" y="3605478"/>
                <a:chExt cx="526340" cy="249240"/>
              </a:xfrm>
            </p:grpSpPr>
            <p:grpSp>
              <p:nvGrpSpPr>
                <p:cNvPr id="14379" name="Google Shape;14379;p54"/>
                <p:cNvGrpSpPr/>
                <p:nvPr/>
              </p:nvGrpSpPr>
              <p:grpSpPr>
                <a:xfrm>
                  <a:off x="1834208" y="3643867"/>
                  <a:ext cx="193185" cy="25622"/>
                  <a:chOff x="1834208" y="3643867"/>
                  <a:chExt cx="193185" cy="25622"/>
                </a:xfrm>
              </p:grpSpPr>
              <p:sp>
                <p:nvSpPr>
                  <p:cNvPr id="14380" name="Google Shape;14380;p54"/>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54"/>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2" name="Google Shape;14382;p54"/>
                <p:cNvGrpSpPr/>
                <p:nvPr/>
              </p:nvGrpSpPr>
              <p:grpSpPr>
                <a:xfrm>
                  <a:off x="1501054" y="3605478"/>
                  <a:ext cx="333165" cy="249240"/>
                  <a:chOff x="1501054" y="3605478"/>
                  <a:chExt cx="333165" cy="249240"/>
                </a:xfrm>
              </p:grpSpPr>
              <p:sp>
                <p:nvSpPr>
                  <p:cNvPr id="14383" name="Google Shape;14383;p54"/>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84" name="Google Shape;14384;p54"/>
                  <p:cNvGrpSpPr/>
                  <p:nvPr/>
                </p:nvGrpSpPr>
                <p:grpSpPr>
                  <a:xfrm>
                    <a:off x="1501054" y="3655851"/>
                    <a:ext cx="155286" cy="198867"/>
                    <a:chOff x="1501054" y="3655851"/>
                    <a:chExt cx="155286" cy="198867"/>
                  </a:xfrm>
                </p:grpSpPr>
                <p:sp>
                  <p:nvSpPr>
                    <p:cNvPr id="14385" name="Google Shape;14385;p54"/>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54"/>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387" name="Google Shape;14387;p54"/>
              <p:cNvGrpSpPr/>
              <p:nvPr/>
            </p:nvGrpSpPr>
            <p:grpSpPr>
              <a:xfrm>
                <a:off x="724986" y="3800594"/>
                <a:ext cx="532950" cy="302090"/>
                <a:chOff x="724986" y="3800594"/>
                <a:chExt cx="532950" cy="302090"/>
              </a:xfrm>
            </p:grpSpPr>
            <p:grpSp>
              <p:nvGrpSpPr>
                <p:cNvPr id="14388" name="Google Shape;14388;p54"/>
                <p:cNvGrpSpPr/>
                <p:nvPr/>
              </p:nvGrpSpPr>
              <p:grpSpPr>
                <a:xfrm>
                  <a:off x="724986" y="4044367"/>
                  <a:ext cx="181314" cy="25626"/>
                  <a:chOff x="724986" y="4044367"/>
                  <a:chExt cx="181314" cy="25626"/>
                </a:xfrm>
              </p:grpSpPr>
              <p:sp>
                <p:nvSpPr>
                  <p:cNvPr id="14389" name="Google Shape;14389;p54"/>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54"/>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1" name="Google Shape;14391;p54"/>
                <p:cNvGrpSpPr/>
                <p:nvPr/>
              </p:nvGrpSpPr>
              <p:grpSpPr>
                <a:xfrm>
                  <a:off x="906290" y="3800594"/>
                  <a:ext cx="351646" cy="302090"/>
                  <a:chOff x="906290" y="3800594"/>
                  <a:chExt cx="351646" cy="302090"/>
                </a:xfrm>
              </p:grpSpPr>
              <p:grpSp>
                <p:nvGrpSpPr>
                  <p:cNvPr id="14392" name="Google Shape;14392;p54"/>
                  <p:cNvGrpSpPr/>
                  <p:nvPr/>
                </p:nvGrpSpPr>
                <p:grpSpPr>
                  <a:xfrm>
                    <a:off x="1084172" y="3842857"/>
                    <a:ext cx="173764" cy="217131"/>
                    <a:chOff x="1084172" y="3842857"/>
                    <a:chExt cx="173764" cy="217131"/>
                  </a:xfrm>
                </p:grpSpPr>
                <p:grpSp>
                  <p:nvGrpSpPr>
                    <p:cNvPr id="14393" name="Google Shape;14393;p54"/>
                    <p:cNvGrpSpPr/>
                    <p:nvPr/>
                  </p:nvGrpSpPr>
                  <p:grpSpPr>
                    <a:xfrm>
                      <a:off x="1156862" y="3936509"/>
                      <a:ext cx="101073" cy="25622"/>
                      <a:chOff x="1156862" y="3936509"/>
                      <a:chExt cx="101073" cy="25622"/>
                    </a:xfrm>
                  </p:grpSpPr>
                  <p:sp>
                    <p:nvSpPr>
                      <p:cNvPr id="14394" name="Google Shape;14394;p54"/>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54"/>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96" name="Google Shape;14396;p54"/>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97" name="Google Shape;14397;p54"/>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54"/>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9" name="Google Shape;14399;p54"/>
                <p:cNvGrpSpPr/>
                <p:nvPr/>
              </p:nvGrpSpPr>
              <p:grpSpPr>
                <a:xfrm>
                  <a:off x="724986" y="3830189"/>
                  <a:ext cx="189533" cy="25626"/>
                  <a:chOff x="724986" y="3830189"/>
                  <a:chExt cx="189533" cy="25626"/>
                </a:xfrm>
              </p:grpSpPr>
              <p:sp>
                <p:nvSpPr>
                  <p:cNvPr id="14400" name="Google Shape;14400;p54"/>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54"/>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4402" name="Google Shape;14402;p54"/>
          <p:cNvGrpSpPr/>
          <p:nvPr/>
        </p:nvGrpSpPr>
        <p:grpSpPr>
          <a:xfrm>
            <a:off x="2249438" y="2249669"/>
            <a:ext cx="948701" cy="935378"/>
            <a:chOff x="2253298" y="2428317"/>
            <a:chExt cx="948701" cy="935378"/>
          </a:xfrm>
        </p:grpSpPr>
        <p:sp>
          <p:nvSpPr>
            <p:cNvPr id="14403" name="Google Shape;14403;p54"/>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54"/>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54"/>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54"/>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54"/>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54"/>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54"/>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54"/>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54"/>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54"/>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54"/>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54"/>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54"/>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54"/>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54"/>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54"/>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54"/>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54"/>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54"/>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54"/>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54"/>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54"/>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54"/>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54"/>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54"/>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54"/>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54"/>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54"/>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54"/>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54"/>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54"/>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54"/>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54"/>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39" name="Shape 14439"/>
        <p:cNvGrpSpPr/>
        <p:nvPr/>
      </p:nvGrpSpPr>
      <p:grpSpPr>
        <a:xfrm>
          <a:off x="0" y="0"/>
          <a:ext cx="0" cy="0"/>
          <a:chOff x="0" y="0"/>
          <a:chExt cx="0" cy="0"/>
        </a:xfrm>
      </p:grpSpPr>
      <p:graphicFrame>
        <p:nvGraphicFramePr>
          <p:cNvPr id="14440" name="Google Shape;14440;p55"/>
          <p:cNvGraphicFramePr/>
          <p:nvPr/>
        </p:nvGraphicFramePr>
        <p:xfrm>
          <a:off x="3342575" y="2130461"/>
          <a:ext cx="3000000" cy="3000000"/>
        </p:xfrm>
        <a:graphic>
          <a:graphicData uri="http://schemas.openxmlformats.org/drawingml/2006/table">
            <a:tbl>
              <a:tblPr>
                <a:noFill/>
                <a:tableStyleId>{BD5B165A-5D91-4C7E-8B97-439C4C4040DF}</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4441" name="Google Shape;14441;p55"/>
          <p:cNvGrpSpPr/>
          <p:nvPr/>
        </p:nvGrpSpPr>
        <p:grpSpPr>
          <a:xfrm>
            <a:off x="3339745" y="952988"/>
            <a:ext cx="2363393" cy="1017867"/>
            <a:chOff x="3292400" y="1219146"/>
            <a:chExt cx="2615240" cy="1110239"/>
          </a:xfrm>
        </p:grpSpPr>
        <p:sp>
          <p:nvSpPr>
            <p:cNvPr id="14442" name="Google Shape;14442;p55"/>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14443" name="Google Shape;14443;p55"/>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44" name="Google Shape;14444;p55"/>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14445" name="Google Shape;14445;p55"/>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14446" name="Google Shape;14446;p55"/>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14447" name="Google Shape;14447;p55"/>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14448" name="Google Shape;14448;p55"/>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14449" name="Google Shape;14449;p55"/>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14450" name="Google Shape;14450;p55"/>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14451" name="Google Shape;14451;p55"/>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14452" name="Google Shape;14452;p55"/>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4453" name="Google Shape;14453;p55"/>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14454" name="Google Shape;14454;p55"/>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4455" name="Google Shape;14455;p55"/>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14456" name="Google Shape;14456;p55"/>
            <p:cNvGrpSpPr/>
            <p:nvPr/>
          </p:nvGrpSpPr>
          <p:grpSpPr>
            <a:xfrm>
              <a:off x="3748438" y="1378608"/>
              <a:ext cx="2159202" cy="903971"/>
              <a:chOff x="1683525" y="2179850"/>
              <a:chExt cx="4519050" cy="2134525"/>
            </a:xfrm>
          </p:grpSpPr>
          <p:sp>
            <p:nvSpPr>
              <p:cNvPr id="14457" name="Google Shape;14457;p55"/>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58" name="Google Shape;14458;p55"/>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59" name="Google Shape;14459;p55"/>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60" name="Google Shape;14460;p55"/>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61" name="Google Shape;14461;p55"/>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62" name="Google Shape;14462;p55"/>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63" name="Google Shape;14463;p55"/>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64" name="Google Shape;14464;p55"/>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65" name="Google Shape;14465;p55"/>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66" name="Google Shape;14466;p55"/>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67" name="Google Shape;14467;p55"/>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68" name="Google Shape;14468;p55"/>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14469" name="Google Shape;14469;p55"/>
          <p:cNvGraphicFramePr/>
          <p:nvPr/>
        </p:nvGraphicFramePr>
        <p:xfrm>
          <a:off x="5935838" y="2130461"/>
          <a:ext cx="3000000" cy="3000000"/>
        </p:xfrm>
        <a:graphic>
          <a:graphicData uri="http://schemas.openxmlformats.org/drawingml/2006/table">
            <a:tbl>
              <a:tblPr>
                <a:noFill/>
                <a:tableStyleId>{BD5B165A-5D91-4C7E-8B97-439C4C4040DF}</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14470" name="Google Shape;14470;p55"/>
          <p:cNvGrpSpPr/>
          <p:nvPr/>
        </p:nvGrpSpPr>
        <p:grpSpPr>
          <a:xfrm>
            <a:off x="5910045" y="3189058"/>
            <a:ext cx="2522867" cy="1001454"/>
            <a:chOff x="1904318" y="789980"/>
            <a:chExt cx="1489472" cy="606868"/>
          </a:xfrm>
        </p:grpSpPr>
        <p:cxnSp>
          <p:nvCxnSpPr>
            <p:cNvPr id="14471" name="Google Shape;14471;p55"/>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4472" name="Google Shape;14472;p55"/>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4473" name="Google Shape;14473;p55"/>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4474" name="Google Shape;14474;p55"/>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14475" name="Google Shape;14475;p55"/>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14476" name="Google Shape;14476;p55"/>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14477" name="Google Shape;14477;p55"/>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14478" name="Google Shape;14478;p55"/>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55"/>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55"/>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55"/>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55"/>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55"/>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55"/>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14485" name="Google Shape;14485;p55"/>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14486" name="Google Shape;14486;p55"/>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14487" name="Google Shape;14487;p55"/>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8" name="Google Shape;14488;p55"/>
          <p:cNvGrpSpPr/>
          <p:nvPr/>
        </p:nvGrpSpPr>
        <p:grpSpPr>
          <a:xfrm>
            <a:off x="712562" y="998017"/>
            <a:ext cx="2394370" cy="976502"/>
            <a:chOff x="749309" y="1112739"/>
            <a:chExt cx="2371603" cy="976502"/>
          </a:xfrm>
        </p:grpSpPr>
        <p:sp>
          <p:nvSpPr>
            <p:cNvPr id="14489" name="Google Shape;14489;p55"/>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55"/>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55"/>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55"/>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55"/>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55"/>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55"/>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55"/>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55"/>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55"/>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55"/>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55"/>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55"/>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55"/>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55"/>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55"/>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55"/>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55"/>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55"/>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55"/>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55"/>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55"/>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55"/>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55"/>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55"/>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55"/>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55"/>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55"/>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55"/>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55"/>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55"/>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55"/>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4521" name="Google Shape;14521;p55"/>
          <p:cNvGraphicFramePr/>
          <p:nvPr/>
        </p:nvGraphicFramePr>
        <p:xfrm>
          <a:off x="5935863" y="996311"/>
          <a:ext cx="3000000" cy="3000000"/>
        </p:xfrm>
        <a:graphic>
          <a:graphicData uri="http://schemas.openxmlformats.org/drawingml/2006/table">
            <a:tbl>
              <a:tblPr>
                <a:noFill/>
                <a:tableStyleId>{BD5B165A-5D91-4C7E-8B97-439C4C4040DF}</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pSp>
        <p:nvGrpSpPr>
          <p:cNvPr id="14522" name="Google Shape;14522;p55"/>
          <p:cNvGrpSpPr/>
          <p:nvPr/>
        </p:nvGrpSpPr>
        <p:grpSpPr>
          <a:xfrm>
            <a:off x="4086505" y="2517104"/>
            <a:ext cx="1517436" cy="74460"/>
            <a:chOff x="3980086" y="2804397"/>
            <a:chExt cx="1227600" cy="66900"/>
          </a:xfrm>
        </p:grpSpPr>
        <p:sp>
          <p:nvSpPr>
            <p:cNvPr id="14523" name="Google Shape;14523;p55"/>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55"/>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5" name="Google Shape;14525;p55"/>
          <p:cNvGrpSpPr/>
          <p:nvPr/>
        </p:nvGrpSpPr>
        <p:grpSpPr>
          <a:xfrm>
            <a:off x="4711569" y="2809692"/>
            <a:ext cx="892956" cy="74460"/>
            <a:chOff x="3980086" y="2804397"/>
            <a:chExt cx="1227600" cy="66900"/>
          </a:xfrm>
        </p:grpSpPr>
        <p:sp>
          <p:nvSpPr>
            <p:cNvPr id="14526" name="Google Shape;14526;p55"/>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55"/>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8" name="Google Shape;14528;p55"/>
          <p:cNvGrpSpPr/>
          <p:nvPr/>
        </p:nvGrpSpPr>
        <p:grpSpPr>
          <a:xfrm>
            <a:off x="3344661" y="3168575"/>
            <a:ext cx="2363244" cy="1005943"/>
            <a:chOff x="3358415" y="3361302"/>
            <a:chExt cx="2363244" cy="1024695"/>
          </a:xfrm>
        </p:grpSpPr>
        <p:grpSp>
          <p:nvGrpSpPr>
            <p:cNvPr id="14529" name="Google Shape;14529;p55"/>
            <p:cNvGrpSpPr/>
            <p:nvPr/>
          </p:nvGrpSpPr>
          <p:grpSpPr>
            <a:xfrm>
              <a:off x="3358415" y="3361302"/>
              <a:ext cx="441300" cy="1024695"/>
              <a:chOff x="3358415" y="3361302"/>
              <a:chExt cx="441300" cy="1024695"/>
            </a:xfrm>
          </p:grpSpPr>
          <p:sp>
            <p:nvSpPr>
              <p:cNvPr id="14530" name="Google Shape;14530;p55"/>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55"/>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55"/>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55"/>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55"/>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55"/>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6" name="Google Shape;14536;p55"/>
            <p:cNvGrpSpPr/>
            <p:nvPr/>
          </p:nvGrpSpPr>
          <p:grpSpPr>
            <a:xfrm>
              <a:off x="3838901" y="3361302"/>
              <a:ext cx="441300" cy="1024695"/>
              <a:chOff x="3838901" y="3361302"/>
              <a:chExt cx="441300" cy="1024695"/>
            </a:xfrm>
          </p:grpSpPr>
          <p:sp>
            <p:nvSpPr>
              <p:cNvPr id="14537" name="Google Shape;14537;p55"/>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55"/>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55"/>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55"/>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55"/>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55"/>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3" name="Google Shape;14543;p55"/>
            <p:cNvGrpSpPr/>
            <p:nvPr/>
          </p:nvGrpSpPr>
          <p:grpSpPr>
            <a:xfrm>
              <a:off x="4319387" y="3361302"/>
              <a:ext cx="441300" cy="1024695"/>
              <a:chOff x="4319387" y="3361302"/>
              <a:chExt cx="441300" cy="1024695"/>
            </a:xfrm>
          </p:grpSpPr>
          <p:sp>
            <p:nvSpPr>
              <p:cNvPr id="14544" name="Google Shape;14544;p55"/>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55"/>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55"/>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55"/>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55"/>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55"/>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0" name="Google Shape;14550;p55"/>
            <p:cNvGrpSpPr/>
            <p:nvPr/>
          </p:nvGrpSpPr>
          <p:grpSpPr>
            <a:xfrm>
              <a:off x="4799873" y="3361302"/>
              <a:ext cx="441300" cy="1024695"/>
              <a:chOff x="4799873" y="3361302"/>
              <a:chExt cx="441300" cy="1024695"/>
            </a:xfrm>
          </p:grpSpPr>
          <p:sp>
            <p:nvSpPr>
              <p:cNvPr id="14551" name="Google Shape;14551;p55"/>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55"/>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55"/>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55"/>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55"/>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55"/>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7" name="Google Shape;14557;p55"/>
            <p:cNvGrpSpPr/>
            <p:nvPr/>
          </p:nvGrpSpPr>
          <p:grpSpPr>
            <a:xfrm>
              <a:off x="5280360" y="3361302"/>
              <a:ext cx="441300" cy="1024695"/>
              <a:chOff x="5280360" y="3361302"/>
              <a:chExt cx="441300" cy="1024695"/>
            </a:xfrm>
          </p:grpSpPr>
          <p:sp>
            <p:nvSpPr>
              <p:cNvPr id="14558" name="Google Shape;14558;p55"/>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55"/>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55"/>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55"/>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55"/>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55"/>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4564" name="Google Shape;14564;p55"/>
          <p:cNvGraphicFramePr/>
          <p:nvPr/>
        </p:nvGraphicFramePr>
        <p:xfrm>
          <a:off x="711088" y="2130461"/>
          <a:ext cx="3000000" cy="3000000"/>
        </p:xfrm>
        <a:graphic>
          <a:graphicData uri="http://schemas.openxmlformats.org/drawingml/2006/table">
            <a:tbl>
              <a:tblPr>
                <a:noFill/>
                <a:tableStyleId>{BD5B165A-5D91-4C7E-8B97-439C4C4040DF}</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4565" name="Google Shape;14565;p55"/>
          <p:cNvGrpSpPr/>
          <p:nvPr/>
        </p:nvGrpSpPr>
        <p:grpSpPr>
          <a:xfrm>
            <a:off x="712613" y="3180186"/>
            <a:ext cx="2403614" cy="1005900"/>
            <a:chOff x="726450" y="3372825"/>
            <a:chExt cx="2403614" cy="1005900"/>
          </a:xfrm>
        </p:grpSpPr>
        <p:grpSp>
          <p:nvGrpSpPr>
            <p:cNvPr id="14566" name="Google Shape;14566;p55"/>
            <p:cNvGrpSpPr/>
            <p:nvPr/>
          </p:nvGrpSpPr>
          <p:grpSpPr>
            <a:xfrm>
              <a:off x="726450" y="3696000"/>
              <a:ext cx="2403614" cy="500898"/>
              <a:chOff x="726450" y="3696000"/>
              <a:chExt cx="2403614" cy="500898"/>
            </a:xfrm>
          </p:grpSpPr>
          <p:sp>
            <p:nvSpPr>
              <p:cNvPr id="14567" name="Google Shape;14567;p55"/>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568" name="Google Shape;14568;p55"/>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4569" name="Google Shape;14569;p55"/>
            <p:cNvGrpSpPr/>
            <p:nvPr/>
          </p:nvGrpSpPr>
          <p:grpSpPr>
            <a:xfrm>
              <a:off x="1348050" y="3372825"/>
              <a:ext cx="1720425" cy="1005900"/>
              <a:chOff x="1348050" y="3372825"/>
              <a:chExt cx="1720425" cy="1005900"/>
            </a:xfrm>
          </p:grpSpPr>
          <p:sp>
            <p:nvSpPr>
              <p:cNvPr id="14570" name="Google Shape;14570;p55"/>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571" name="Google Shape;14571;p55"/>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572" name="Google Shape;14572;p55"/>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573" name="Google Shape;14573;p55"/>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574" name="Google Shape;14574;p55"/>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4575" name="Google Shape;14575;p55"/>
            <p:cNvGrpSpPr/>
            <p:nvPr/>
          </p:nvGrpSpPr>
          <p:grpSpPr>
            <a:xfrm>
              <a:off x="1455707" y="3731058"/>
              <a:ext cx="1491150" cy="417657"/>
              <a:chOff x="1455707" y="3731058"/>
              <a:chExt cx="1491150" cy="417657"/>
            </a:xfrm>
          </p:grpSpPr>
          <p:grpSp>
            <p:nvGrpSpPr>
              <p:cNvPr id="14576" name="Google Shape;14576;p55"/>
              <p:cNvGrpSpPr/>
              <p:nvPr/>
            </p:nvGrpSpPr>
            <p:grpSpPr>
              <a:xfrm>
                <a:off x="1472938" y="3745828"/>
                <a:ext cx="72126" cy="53788"/>
                <a:chOff x="1472938" y="3745828"/>
                <a:chExt cx="72126" cy="53788"/>
              </a:xfrm>
            </p:grpSpPr>
            <p:sp>
              <p:nvSpPr>
                <p:cNvPr id="14577" name="Google Shape;14577;p55"/>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55"/>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9" name="Google Shape;14579;p55"/>
              <p:cNvGrpSpPr/>
              <p:nvPr/>
            </p:nvGrpSpPr>
            <p:grpSpPr>
              <a:xfrm>
                <a:off x="1819181" y="4089633"/>
                <a:ext cx="72126" cy="53788"/>
                <a:chOff x="1819181" y="4089633"/>
                <a:chExt cx="72126" cy="53788"/>
              </a:xfrm>
            </p:grpSpPr>
            <p:sp>
              <p:nvSpPr>
                <p:cNvPr id="14580" name="Google Shape;14580;p55"/>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55"/>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2" name="Google Shape;14582;p55"/>
              <p:cNvGrpSpPr/>
              <p:nvPr/>
            </p:nvGrpSpPr>
            <p:grpSpPr>
              <a:xfrm>
                <a:off x="1455707" y="4084171"/>
                <a:ext cx="64321" cy="64544"/>
                <a:chOff x="1455707" y="4084171"/>
                <a:chExt cx="64321" cy="64544"/>
              </a:xfrm>
            </p:grpSpPr>
            <p:sp>
              <p:nvSpPr>
                <p:cNvPr id="14583" name="Google Shape;14583;p55"/>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55"/>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5" name="Google Shape;14585;p55"/>
              <p:cNvGrpSpPr/>
              <p:nvPr/>
            </p:nvGrpSpPr>
            <p:grpSpPr>
              <a:xfrm>
                <a:off x="1818610" y="3731058"/>
                <a:ext cx="64321" cy="64544"/>
                <a:chOff x="1818610" y="3731058"/>
                <a:chExt cx="64321" cy="64544"/>
              </a:xfrm>
            </p:grpSpPr>
            <p:sp>
              <p:nvSpPr>
                <p:cNvPr id="14586" name="Google Shape;14586;p55"/>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55"/>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8" name="Google Shape;14588;p55"/>
              <p:cNvGrpSpPr/>
              <p:nvPr/>
            </p:nvGrpSpPr>
            <p:grpSpPr>
              <a:xfrm>
                <a:off x="2172491" y="4089633"/>
                <a:ext cx="72126" cy="53788"/>
                <a:chOff x="2172491" y="4089633"/>
                <a:chExt cx="72126" cy="53788"/>
              </a:xfrm>
            </p:grpSpPr>
            <p:sp>
              <p:nvSpPr>
                <p:cNvPr id="14589" name="Google Shape;14589;p55"/>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55"/>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1" name="Google Shape;14591;p55"/>
              <p:cNvGrpSpPr/>
              <p:nvPr/>
            </p:nvGrpSpPr>
            <p:grpSpPr>
              <a:xfrm>
                <a:off x="2171920" y="3731058"/>
                <a:ext cx="64321" cy="64544"/>
                <a:chOff x="2171920" y="3731058"/>
                <a:chExt cx="64321" cy="64544"/>
              </a:xfrm>
            </p:grpSpPr>
            <p:sp>
              <p:nvSpPr>
                <p:cNvPr id="14592" name="Google Shape;14592;p55"/>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55"/>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4" name="Google Shape;14594;p55"/>
              <p:cNvGrpSpPr/>
              <p:nvPr/>
            </p:nvGrpSpPr>
            <p:grpSpPr>
              <a:xfrm>
                <a:off x="2874730" y="3745828"/>
                <a:ext cx="72126" cy="53788"/>
                <a:chOff x="2874730" y="3745828"/>
                <a:chExt cx="72126" cy="53788"/>
              </a:xfrm>
            </p:grpSpPr>
            <p:sp>
              <p:nvSpPr>
                <p:cNvPr id="14595" name="Google Shape;14595;p55"/>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55"/>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7" name="Google Shape;14597;p55"/>
              <p:cNvGrpSpPr/>
              <p:nvPr/>
            </p:nvGrpSpPr>
            <p:grpSpPr>
              <a:xfrm>
                <a:off x="2878589" y="4081481"/>
                <a:ext cx="64321" cy="64544"/>
                <a:chOff x="2878589" y="4081481"/>
                <a:chExt cx="64321" cy="64544"/>
              </a:xfrm>
            </p:grpSpPr>
            <p:sp>
              <p:nvSpPr>
                <p:cNvPr id="14598" name="Google Shape;14598;p55"/>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55"/>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0" name="Google Shape;14600;p55"/>
              <p:cNvGrpSpPr/>
              <p:nvPr/>
            </p:nvGrpSpPr>
            <p:grpSpPr>
              <a:xfrm>
                <a:off x="2525796" y="4089633"/>
                <a:ext cx="72126" cy="53788"/>
                <a:chOff x="2525796" y="4089633"/>
                <a:chExt cx="72126" cy="53788"/>
              </a:xfrm>
            </p:grpSpPr>
            <p:sp>
              <p:nvSpPr>
                <p:cNvPr id="14601" name="Google Shape;14601;p55"/>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55"/>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3" name="Google Shape;14603;p55"/>
              <p:cNvGrpSpPr/>
              <p:nvPr/>
            </p:nvGrpSpPr>
            <p:grpSpPr>
              <a:xfrm>
                <a:off x="2525225" y="3731058"/>
                <a:ext cx="64321" cy="64544"/>
                <a:chOff x="2525225" y="3731058"/>
                <a:chExt cx="64321" cy="64544"/>
              </a:xfrm>
            </p:grpSpPr>
            <p:sp>
              <p:nvSpPr>
                <p:cNvPr id="14604" name="Google Shape;14604;p55"/>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55"/>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09" name="Shape 14609"/>
        <p:cNvGrpSpPr/>
        <p:nvPr/>
      </p:nvGrpSpPr>
      <p:grpSpPr>
        <a:xfrm>
          <a:off x="0" y="0"/>
          <a:ext cx="0" cy="0"/>
          <a:chOff x="0" y="0"/>
          <a:chExt cx="0" cy="0"/>
        </a:xfrm>
      </p:grpSpPr>
      <p:grpSp>
        <p:nvGrpSpPr>
          <p:cNvPr id="14610" name="Google Shape;14610;p56"/>
          <p:cNvGrpSpPr/>
          <p:nvPr/>
        </p:nvGrpSpPr>
        <p:grpSpPr>
          <a:xfrm>
            <a:off x="716996" y="971307"/>
            <a:ext cx="845921" cy="690752"/>
            <a:chOff x="732428" y="1198513"/>
            <a:chExt cx="845921" cy="690752"/>
          </a:xfrm>
        </p:grpSpPr>
        <p:grpSp>
          <p:nvGrpSpPr>
            <p:cNvPr id="14611" name="Google Shape;14611;p56"/>
            <p:cNvGrpSpPr/>
            <p:nvPr/>
          </p:nvGrpSpPr>
          <p:grpSpPr>
            <a:xfrm>
              <a:off x="823030" y="1198513"/>
              <a:ext cx="755319" cy="690752"/>
              <a:chOff x="823030" y="1198513"/>
              <a:chExt cx="755319" cy="690752"/>
            </a:xfrm>
          </p:grpSpPr>
          <p:sp>
            <p:nvSpPr>
              <p:cNvPr id="14612" name="Google Shape;14612;p56"/>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56"/>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4" name="Google Shape;14614;p56"/>
            <p:cNvGrpSpPr/>
            <p:nvPr/>
          </p:nvGrpSpPr>
          <p:grpSpPr>
            <a:xfrm>
              <a:off x="732428" y="1239937"/>
              <a:ext cx="739912" cy="607886"/>
              <a:chOff x="732428" y="1239937"/>
              <a:chExt cx="739912" cy="607886"/>
            </a:xfrm>
          </p:grpSpPr>
          <p:sp>
            <p:nvSpPr>
              <p:cNvPr id="14615" name="Google Shape;14615;p56"/>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56"/>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7" name="Google Shape;14617;p56"/>
            <p:cNvGrpSpPr/>
            <p:nvPr/>
          </p:nvGrpSpPr>
          <p:grpSpPr>
            <a:xfrm>
              <a:off x="732428" y="1277018"/>
              <a:ext cx="702832" cy="533758"/>
              <a:chOff x="732428" y="1277018"/>
              <a:chExt cx="702832" cy="533758"/>
            </a:xfrm>
          </p:grpSpPr>
          <p:sp>
            <p:nvSpPr>
              <p:cNvPr id="14618" name="Google Shape;14618;p56"/>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56"/>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0" name="Google Shape;14620;p56"/>
            <p:cNvGrpSpPr/>
            <p:nvPr/>
          </p:nvGrpSpPr>
          <p:grpSpPr>
            <a:xfrm>
              <a:off x="931170" y="1306653"/>
              <a:ext cx="647179" cy="474455"/>
              <a:chOff x="931170" y="1306653"/>
              <a:chExt cx="647179" cy="474455"/>
            </a:xfrm>
          </p:grpSpPr>
          <p:sp>
            <p:nvSpPr>
              <p:cNvPr id="14621" name="Google Shape;14621;p56"/>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56"/>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23" name="Google Shape;14623;p56"/>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4" name="Google Shape;14624;p56"/>
          <p:cNvGrpSpPr/>
          <p:nvPr/>
        </p:nvGrpSpPr>
        <p:grpSpPr>
          <a:xfrm>
            <a:off x="3948605" y="971313"/>
            <a:ext cx="634656" cy="699982"/>
            <a:chOff x="5985650" y="2860025"/>
            <a:chExt cx="1396075" cy="1539775"/>
          </a:xfrm>
        </p:grpSpPr>
        <p:sp>
          <p:nvSpPr>
            <p:cNvPr id="14625" name="Google Shape;14625;p56"/>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56"/>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56"/>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56"/>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56"/>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56"/>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56"/>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56"/>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56"/>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56"/>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56"/>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56"/>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56"/>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56"/>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56"/>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56"/>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56"/>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56"/>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56"/>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56"/>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56"/>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56"/>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56"/>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56"/>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56"/>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56"/>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56"/>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56"/>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56"/>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56"/>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56"/>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56"/>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7" name="Google Shape;14657;p56"/>
          <p:cNvGrpSpPr/>
          <p:nvPr/>
        </p:nvGrpSpPr>
        <p:grpSpPr>
          <a:xfrm>
            <a:off x="4704254" y="971307"/>
            <a:ext cx="725845" cy="699975"/>
            <a:chOff x="4249973" y="1201875"/>
            <a:chExt cx="1958568" cy="1888762"/>
          </a:xfrm>
        </p:grpSpPr>
        <p:sp>
          <p:nvSpPr>
            <p:cNvPr id="14658" name="Google Shape;14658;p56"/>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59" name="Google Shape;14659;p56"/>
            <p:cNvGrpSpPr/>
            <p:nvPr/>
          </p:nvGrpSpPr>
          <p:grpSpPr>
            <a:xfrm>
              <a:off x="5853086" y="1789142"/>
              <a:ext cx="355454" cy="1048099"/>
              <a:chOff x="5576108" y="2016725"/>
              <a:chExt cx="565200" cy="1666560"/>
            </a:xfrm>
          </p:grpSpPr>
          <p:sp>
            <p:nvSpPr>
              <p:cNvPr id="14660" name="Google Shape;14660;p56"/>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661" name="Google Shape;14661;p56"/>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2" name="Google Shape;14662;p56"/>
            <p:cNvGrpSpPr/>
            <p:nvPr/>
          </p:nvGrpSpPr>
          <p:grpSpPr>
            <a:xfrm>
              <a:off x="4869455" y="2691676"/>
              <a:ext cx="1013897" cy="398961"/>
              <a:chOff x="4012057" y="3451825"/>
              <a:chExt cx="1612175" cy="634379"/>
            </a:xfrm>
          </p:grpSpPr>
          <p:sp>
            <p:nvSpPr>
              <p:cNvPr id="14663" name="Google Shape;14663;p56"/>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664" name="Google Shape;14664;p56"/>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5" name="Google Shape;14665;p56"/>
            <p:cNvGrpSpPr/>
            <p:nvPr/>
          </p:nvGrpSpPr>
          <p:grpSpPr>
            <a:xfrm>
              <a:off x="4276937" y="2155961"/>
              <a:ext cx="651965" cy="891358"/>
              <a:chOff x="3069908" y="2599997"/>
              <a:chExt cx="1036675" cy="1417328"/>
            </a:xfrm>
          </p:grpSpPr>
          <p:sp>
            <p:nvSpPr>
              <p:cNvPr id="14666" name="Google Shape;14666;p56"/>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667" name="Google Shape;14667;p56"/>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8" name="Google Shape;14668;p56"/>
            <p:cNvGrpSpPr/>
            <p:nvPr/>
          </p:nvGrpSpPr>
          <p:grpSpPr>
            <a:xfrm>
              <a:off x="5054918" y="1201875"/>
              <a:ext cx="999548" cy="602711"/>
              <a:chOff x="4306958" y="1082925"/>
              <a:chExt cx="1589359" cy="958358"/>
            </a:xfrm>
          </p:grpSpPr>
          <p:sp>
            <p:nvSpPr>
              <p:cNvPr id="14669" name="Google Shape;14669;p56"/>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670" name="Google Shape;14670;p56"/>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1" name="Google Shape;14671;p56"/>
            <p:cNvGrpSpPr/>
            <p:nvPr/>
          </p:nvGrpSpPr>
          <p:grpSpPr>
            <a:xfrm>
              <a:off x="4249973" y="1303451"/>
              <a:ext cx="799317" cy="841334"/>
              <a:chOff x="3027033" y="1244439"/>
              <a:chExt cx="1270977" cy="1337786"/>
            </a:xfrm>
          </p:grpSpPr>
          <p:sp>
            <p:nvSpPr>
              <p:cNvPr id="14672" name="Google Shape;14672;p56"/>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673" name="Google Shape;14673;p56"/>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74" name="Google Shape;14674;p56"/>
          <p:cNvGrpSpPr/>
          <p:nvPr/>
        </p:nvGrpSpPr>
        <p:grpSpPr>
          <a:xfrm>
            <a:off x="4057119" y="1858087"/>
            <a:ext cx="750769" cy="683784"/>
            <a:chOff x="4204684" y="2104422"/>
            <a:chExt cx="699822" cy="637382"/>
          </a:xfrm>
        </p:grpSpPr>
        <p:grpSp>
          <p:nvGrpSpPr>
            <p:cNvPr id="14675" name="Google Shape;14675;p56"/>
            <p:cNvGrpSpPr/>
            <p:nvPr/>
          </p:nvGrpSpPr>
          <p:grpSpPr>
            <a:xfrm>
              <a:off x="4204684" y="2430067"/>
              <a:ext cx="342957" cy="311738"/>
              <a:chOff x="4204684" y="2430067"/>
              <a:chExt cx="342957" cy="311738"/>
            </a:xfrm>
          </p:grpSpPr>
          <p:sp>
            <p:nvSpPr>
              <p:cNvPr id="14676" name="Google Shape;14676;p56"/>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56"/>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8" name="Google Shape;14678;p56"/>
            <p:cNvGrpSpPr/>
            <p:nvPr/>
          </p:nvGrpSpPr>
          <p:grpSpPr>
            <a:xfrm>
              <a:off x="4561586" y="2430067"/>
              <a:ext cx="342920" cy="311738"/>
              <a:chOff x="4561586" y="2430067"/>
              <a:chExt cx="342920" cy="311738"/>
            </a:xfrm>
          </p:grpSpPr>
          <p:sp>
            <p:nvSpPr>
              <p:cNvPr id="14679" name="Google Shape;14679;p56"/>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56"/>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1" name="Google Shape;14681;p56"/>
            <p:cNvGrpSpPr/>
            <p:nvPr/>
          </p:nvGrpSpPr>
          <p:grpSpPr>
            <a:xfrm>
              <a:off x="4561586" y="2104422"/>
              <a:ext cx="342920" cy="311738"/>
              <a:chOff x="4561586" y="2104422"/>
              <a:chExt cx="342920" cy="311738"/>
            </a:xfrm>
          </p:grpSpPr>
          <p:sp>
            <p:nvSpPr>
              <p:cNvPr id="14682" name="Google Shape;14682;p56"/>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56"/>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4" name="Google Shape;14684;p56"/>
            <p:cNvGrpSpPr/>
            <p:nvPr/>
          </p:nvGrpSpPr>
          <p:grpSpPr>
            <a:xfrm>
              <a:off x="4204684" y="2104422"/>
              <a:ext cx="342957" cy="311664"/>
              <a:chOff x="4204684" y="2104422"/>
              <a:chExt cx="342957" cy="311664"/>
            </a:xfrm>
          </p:grpSpPr>
          <p:sp>
            <p:nvSpPr>
              <p:cNvPr id="14685" name="Google Shape;14685;p56"/>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56"/>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87" name="Google Shape;14687;p56"/>
          <p:cNvGrpSpPr/>
          <p:nvPr/>
        </p:nvGrpSpPr>
        <p:grpSpPr>
          <a:xfrm>
            <a:off x="5521552" y="971301"/>
            <a:ext cx="660591" cy="688867"/>
            <a:chOff x="5830645" y="1267368"/>
            <a:chExt cx="530340" cy="553040"/>
          </a:xfrm>
        </p:grpSpPr>
        <p:sp>
          <p:nvSpPr>
            <p:cNvPr id="14688" name="Google Shape;14688;p56"/>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89" name="Google Shape;14689;p56"/>
            <p:cNvGrpSpPr/>
            <p:nvPr/>
          </p:nvGrpSpPr>
          <p:grpSpPr>
            <a:xfrm>
              <a:off x="5830645" y="1267368"/>
              <a:ext cx="259743" cy="269909"/>
              <a:chOff x="5830645" y="1267368"/>
              <a:chExt cx="259743" cy="269909"/>
            </a:xfrm>
          </p:grpSpPr>
          <p:sp>
            <p:nvSpPr>
              <p:cNvPr id="14690" name="Google Shape;14690;p56"/>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56"/>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2" name="Google Shape;14692;p56"/>
            <p:cNvGrpSpPr/>
            <p:nvPr/>
          </p:nvGrpSpPr>
          <p:grpSpPr>
            <a:xfrm>
              <a:off x="6101293" y="1267368"/>
              <a:ext cx="259692" cy="269909"/>
              <a:chOff x="6101293" y="1267368"/>
              <a:chExt cx="259692" cy="269909"/>
            </a:xfrm>
          </p:grpSpPr>
          <p:sp>
            <p:nvSpPr>
              <p:cNvPr id="14693" name="Google Shape;14693;p56"/>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56"/>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5" name="Google Shape;14695;p56"/>
            <p:cNvGrpSpPr/>
            <p:nvPr/>
          </p:nvGrpSpPr>
          <p:grpSpPr>
            <a:xfrm>
              <a:off x="5830645" y="1550500"/>
              <a:ext cx="259692" cy="269909"/>
              <a:chOff x="5830645" y="1550500"/>
              <a:chExt cx="259692" cy="269909"/>
            </a:xfrm>
          </p:grpSpPr>
          <p:sp>
            <p:nvSpPr>
              <p:cNvPr id="14696" name="Google Shape;14696;p56"/>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56"/>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8" name="Google Shape;14698;p56"/>
            <p:cNvGrpSpPr/>
            <p:nvPr/>
          </p:nvGrpSpPr>
          <p:grpSpPr>
            <a:xfrm>
              <a:off x="6101293" y="1550500"/>
              <a:ext cx="259692" cy="269909"/>
              <a:chOff x="6101293" y="1550500"/>
              <a:chExt cx="259692" cy="269909"/>
            </a:xfrm>
          </p:grpSpPr>
          <p:sp>
            <p:nvSpPr>
              <p:cNvPr id="14699" name="Google Shape;14699;p56"/>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56"/>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01" name="Google Shape;14701;p56"/>
          <p:cNvGrpSpPr/>
          <p:nvPr/>
        </p:nvGrpSpPr>
        <p:grpSpPr>
          <a:xfrm>
            <a:off x="723705" y="1861761"/>
            <a:ext cx="697154" cy="679574"/>
            <a:chOff x="2679875" y="2361475"/>
            <a:chExt cx="780425" cy="760575"/>
          </a:xfrm>
        </p:grpSpPr>
        <p:sp>
          <p:nvSpPr>
            <p:cNvPr id="14702" name="Google Shape;14702;p56"/>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56"/>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56"/>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56"/>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56"/>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56"/>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8" name="Google Shape;14708;p56"/>
          <p:cNvGrpSpPr/>
          <p:nvPr/>
        </p:nvGrpSpPr>
        <p:grpSpPr>
          <a:xfrm>
            <a:off x="3122864" y="971353"/>
            <a:ext cx="735829" cy="684547"/>
            <a:chOff x="3351965" y="1148808"/>
            <a:chExt cx="750770" cy="698375"/>
          </a:xfrm>
        </p:grpSpPr>
        <p:grpSp>
          <p:nvGrpSpPr>
            <p:cNvPr id="14709" name="Google Shape;14709;p56"/>
            <p:cNvGrpSpPr/>
            <p:nvPr/>
          </p:nvGrpSpPr>
          <p:grpSpPr>
            <a:xfrm>
              <a:off x="3586796" y="1148808"/>
              <a:ext cx="294857" cy="286830"/>
              <a:chOff x="3750225" y="1774000"/>
              <a:chExt cx="149575" cy="145525"/>
            </a:xfrm>
          </p:grpSpPr>
          <p:sp>
            <p:nvSpPr>
              <p:cNvPr id="14710" name="Google Shape;14710;p56"/>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56"/>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2" name="Google Shape;14712;p56"/>
            <p:cNvGrpSpPr/>
            <p:nvPr/>
          </p:nvGrpSpPr>
          <p:grpSpPr>
            <a:xfrm>
              <a:off x="3779245" y="1375768"/>
              <a:ext cx="323490" cy="286978"/>
              <a:chOff x="3847850" y="1889150"/>
              <a:chExt cx="164100" cy="145600"/>
            </a:xfrm>
          </p:grpSpPr>
          <p:sp>
            <p:nvSpPr>
              <p:cNvPr id="14713" name="Google Shape;14713;p56"/>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56"/>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5" name="Google Shape;14715;p56"/>
            <p:cNvGrpSpPr/>
            <p:nvPr/>
          </p:nvGrpSpPr>
          <p:grpSpPr>
            <a:xfrm>
              <a:off x="3351965" y="1330435"/>
              <a:ext cx="295449" cy="285401"/>
              <a:chOff x="3631100" y="1866150"/>
              <a:chExt cx="149875" cy="144800"/>
            </a:xfrm>
          </p:grpSpPr>
          <p:sp>
            <p:nvSpPr>
              <p:cNvPr id="14716" name="Google Shape;14716;p56"/>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56"/>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8" name="Google Shape;14718;p56"/>
            <p:cNvGrpSpPr/>
            <p:nvPr/>
          </p:nvGrpSpPr>
          <p:grpSpPr>
            <a:xfrm>
              <a:off x="3548208" y="1560352"/>
              <a:ext cx="294808" cy="286830"/>
              <a:chOff x="3730650" y="1982800"/>
              <a:chExt cx="149550" cy="145525"/>
            </a:xfrm>
          </p:grpSpPr>
          <p:sp>
            <p:nvSpPr>
              <p:cNvPr id="14719" name="Google Shape;14719;p56"/>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56"/>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21" name="Google Shape;14721;p56"/>
          <p:cNvGrpSpPr/>
          <p:nvPr/>
        </p:nvGrpSpPr>
        <p:grpSpPr>
          <a:xfrm>
            <a:off x="7624517" y="971307"/>
            <a:ext cx="804565" cy="677795"/>
            <a:chOff x="7636443" y="1204988"/>
            <a:chExt cx="804565" cy="677795"/>
          </a:xfrm>
        </p:grpSpPr>
        <p:grpSp>
          <p:nvGrpSpPr>
            <p:cNvPr id="14722" name="Google Shape;14722;p56"/>
            <p:cNvGrpSpPr/>
            <p:nvPr/>
          </p:nvGrpSpPr>
          <p:grpSpPr>
            <a:xfrm>
              <a:off x="7636443" y="1509705"/>
              <a:ext cx="804565" cy="373078"/>
              <a:chOff x="7636443" y="1509705"/>
              <a:chExt cx="804565" cy="373078"/>
            </a:xfrm>
          </p:grpSpPr>
          <p:sp>
            <p:nvSpPr>
              <p:cNvPr id="14723" name="Google Shape;14723;p56"/>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56"/>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5" name="Google Shape;14725;p56"/>
            <p:cNvGrpSpPr/>
            <p:nvPr/>
          </p:nvGrpSpPr>
          <p:grpSpPr>
            <a:xfrm>
              <a:off x="7636443" y="1408133"/>
              <a:ext cx="804565" cy="373078"/>
              <a:chOff x="7636443" y="1408133"/>
              <a:chExt cx="804565" cy="373078"/>
            </a:xfrm>
          </p:grpSpPr>
          <p:sp>
            <p:nvSpPr>
              <p:cNvPr id="14726" name="Google Shape;14726;p56"/>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56"/>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8" name="Google Shape;14728;p56"/>
            <p:cNvGrpSpPr/>
            <p:nvPr/>
          </p:nvGrpSpPr>
          <p:grpSpPr>
            <a:xfrm>
              <a:off x="7636443" y="1306560"/>
              <a:ext cx="804565" cy="373078"/>
              <a:chOff x="7636443" y="1306560"/>
              <a:chExt cx="804565" cy="373078"/>
            </a:xfrm>
          </p:grpSpPr>
          <p:sp>
            <p:nvSpPr>
              <p:cNvPr id="14729" name="Google Shape;14729;p56"/>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56"/>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1" name="Google Shape;14731;p56"/>
            <p:cNvGrpSpPr/>
            <p:nvPr/>
          </p:nvGrpSpPr>
          <p:grpSpPr>
            <a:xfrm>
              <a:off x="7636443" y="1204988"/>
              <a:ext cx="804565" cy="373078"/>
              <a:chOff x="7636443" y="1204988"/>
              <a:chExt cx="804565" cy="373078"/>
            </a:xfrm>
          </p:grpSpPr>
          <p:sp>
            <p:nvSpPr>
              <p:cNvPr id="14732" name="Google Shape;14732;p56"/>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56"/>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34" name="Google Shape;14734;p56"/>
          <p:cNvGrpSpPr/>
          <p:nvPr/>
        </p:nvGrpSpPr>
        <p:grpSpPr>
          <a:xfrm>
            <a:off x="4963363" y="1878721"/>
            <a:ext cx="661339" cy="661188"/>
            <a:chOff x="3990000" y="975400"/>
            <a:chExt cx="3934200" cy="3933300"/>
          </a:xfrm>
        </p:grpSpPr>
        <p:sp>
          <p:nvSpPr>
            <p:cNvPr id="14735" name="Google Shape;14735;p56"/>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56"/>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56"/>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56"/>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9" name="Google Shape;14739;p56"/>
          <p:cNvGrpSpPr/>
          <p:nvPr/>
        </p:nvGrpSpPr>
        <p:grpSpPr>
          <a:xfrm>
            <a:off x="6607011" y="1857359"/>
            <a:ext cx="868881" cy="684241"/>
            <a:chOff x="6598259" y="2078634"/>
            <a:chExt cx="868881" cy="684241"/>
          </a:xfrm>
        </p:grpSpPr>
        <p:sp>
          <p:nvSpPr>
            <p:cNvPr id="14740" name="Google Shape;14740;p56"/>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56"/>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56"/>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56"/>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56"/>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56"/>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46" name="Google Shape;14746;p56"/>
            <p:cNvGrpSpPr/>
            <p:nvPr/>
          </p:nvGrpSpPr>
          <p:grpSpPr>
            <a:xfrm>
              <a:off x="6808175" y="2078634"/>
              <a:ext cx="452229" cy="684241"/>
              <a:chOff x="6808175" y="2078634"/>
              <a:chExt cx="452229" cy="684241"/>
            </a:xfrm>
          </p:grpSpPr>
          <p:sp>
            <p:nvSpPr>
              <p:cNvPr id="14747" name="Google Shape;14747;p56"/>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56"/>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56"/>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56"/>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56"/>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56"/>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53" name="Google Shape;14753;p56"/>
              <p:cNvGrpSpPr/>
              <p:nvPr/>
            </p:nvGrpSpPr>
            <p:grpSpPr>
              <a:xfrm>
                <a:off x="6821586" y="2078634"/>
                <a:ext cx="426871" cy="684241"/>
                <a:chOff x="6821586" y="2078634"/>
                <a:chExt cx="426871" cy="684241"/>
              </a:xfrm>
            </p:grpSpPr>
            <p:grpSp>
              <p:nvGrpSpPr>
                <p:cNvPr id="14754" name="Google Shape;14754;p56"/>
                <p:cNvGrpSpPr/>
                <p:nvPr/>
              </p:nvGrpSpPr>
              <p:grpSpPr>
                <a:xfrm>
                  <a:off x="6821586" y="2078634"/>
                  <a:ext cx="426871" cy="684241"/>
                  <a:chOff x="6821586" y="2078634"/>
                  <a:chExt cx="426871" cy="684241"/>
                </a:xfrm>
              </p:grpSpPr>
              <p:sp>
                <p:nvSpPr>
                  <p:cNvPr id="14755" name="Google Shape;14755;p56"/>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56"/>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56"/>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56"/>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56"/>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56"/>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56"/>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56"/>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56"/>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56"/>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56"/>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56"/>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56"/>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56"/>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56"/>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56"/>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56"/>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56"/>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56"/>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74" name="Google Shape;14774;p56"/>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56"/>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56"/>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56"/>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56"/>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56"/>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780" name="Google Shape;14780;p56"/>
          <p:cNvGrpSpPr/>
          <p:nvPr/>
        </p:nvGrpSpPr>
        <p:grpSpPr>
          <a:xfrm>
            <a:off x="5780178" y="1862968"/>
            <a:ext cx="671358" cy="671358"/>
            <a:chOff x="6535625" y="760425"/>
            <a:chExt cx="1665900" cy="1665900"/>
          </a:xfrm>
        </p:grpSpPr>
        <p:sp>
          <p:nvSpPr>
            <p:cNvPr id="14781" name="Google Shape;14781;p56"/>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56"/>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56"/>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56"/>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5" name="Google Shape;14785;p56"/>
          <p:cNvGrpSpPr/>
          <p:nvPr/>
        </p:nvGrpSpPr>
        <p:grpSpPr>
          <a:xfrm>
            <a:off x="716994" y="3531369"/>
            <a:ext cx="1340789" cy="640830"/>
            <a:chOff x="238125" y="1151100"/>
            <a:chExt cx="7139450" cy="3412300"/>
          </a:xfrm>
        </p:grpSpPr>
        <p:sp>
          <p:nvSpPr>
            <p:cNvPr id="14786" name="Google Shape;14786;p56"/>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56"/>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56"/>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56"/>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56"/>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56"/>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56"/>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56"/>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56"/>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56"/>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56"/>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56"/>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8" name="Google Shape;14798;p56"/>
          <p:cNvGrpSpPr/>
          <p:nvPr/>
        </p:nvGrpSpPr>
        <p:grpSpPr>
          <a:xfrm>
            <a:off x="5584217" y="2734650"/>
            <a:ext cx="985357" cy="585764"/>
            <a:chOff x="5145061" y="2881789"/>
            <a:chExt cx="1107641" cy="658458"/>
          </a:xfrm>
        </p:grpSpPr>
        <p:grpSp>
          <p:nvGrpSpPr>
            <p:cNvPr id="14799" name="Google Shape;14799;p56"/>
            <p:cNvGrpSpPr/>
            <p:nvPr/>
          </p:nvGrpSpPr>
          <p:grpSpPr>
            <a:xfrm>
              <a:off x="5722989" y="3244587"/>
              <a:ext cx="529713" cy="295659"/>
              <a:chOff x="5722989" y="3244587"/>
              <a:chExt cx="529713" cy="295659"/>
            </a:xfrm>
          </p:grpSpPr>
          <p:sp>
            <p:nvSpPr>
              <p:cNvPr id="14800" name="Google Shape;14800;p56"/>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4801" name="Google Shape;14801;p56"/>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4802" name="Google Shape;14802;p56"/>
            <p:cNvGrpSpPr/>
            <p:nvPr/>
          </p:nvGrpSpPr>
          <p:grpSpPr>
            <a:xfrm>
              <a:off x="5145061" y="3244587"/>
              <a:ext cx="536807" cy="295659"/>
              <a:chOff x="5145061" y="3244587"/>
              <a:chExt cx="536807" cy="295659"/>
            </a:xfrm>
          </p:grpSpPr>
          <p:sp>
            <p:nvSpPr>
              <p:cNvPr id="14803" name="Google Shape;14803;p56"/>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4804" name="Google Shape;14804;p56"/>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4805" name="Google Shape;14805;p56"/>
            <p:cNvGrpSpPr/>
            <p:nvPr/>
          </p:nvGrpSpPr>
          <p:grpSpPr>
            <a:xfrm>
              <a:off x="5341327" y="2898245"/>
              <a:ext cx="532309" cy="614891"/>
              <a:chOff x="5341327" y="2898245"/>
              <a:chExt cx="532309" cy="614891"/>
            </a:xfrm>
          </p:grpSpPr>
          <p:sp>
            <p:nvSpPr>
              <p:cNvPr id="14806" name="Google Shape;14806;p56"/>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4807" name="Google Shape;14807;p56"/>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4808" name="Google Shape;14808;p56"/>
            <p:cNvGrpSpPr/>
            <p:nvPr/>
          </p:nvGrpSpPr>
          <p:grpSpPr>
            <a:xfrm>
              <a:off x="5532290" y="2881789"/>
              <a:ext cx="620516" cy="305456"/>
              <a:chOff x="5532290" y="2881789"/>
              <a:chExt cx="620516" cy="305456"/>
            </a:xfrm>
          </p:grpSpPr>
          <p:sp>
            <p:nvSpPr>
              <p:cNvPr id="14809" name="Google Shape;14809;p56"/>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4810" name="Google Shape;14810;p56"/>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4811" name="Google Shape;14811;p56"/>
          <p:cNvGrpSpPr/>
          <p:nvPr/>
        </p:nvGrpSpPr>
        <p:grpSpPr>
          <a:xfrm>
            <a:off x="8163140" y="3526708"/>
            <a:ext cx="269068" cy="645491"/>
            <a:chOff x="7026852" y="3311869"/>
            <a:chExt cx="434331" cy="1041954"/>
          </a:xfrm>
        </p:grpSpPr>
        <p:sp>
          <p:nvSpPr>
            <p:cNvPr id="14812" name="Google Shape;14812;p56"/>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56"/>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56"/>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5" name="Google Shape;14815;p56"/>
          <p:cNvGrpSpPr/>
          <p:nvPr/>
        </p:nvGrpSpPr>
        <p:grpSpPr>
          <a:xfrm>
            <a:off x="6179721" y="3565945"/>
            <a:ext cx="293882" cy="293836"/>
            <a:chOff x="4873519" y="3311869"/>
            <a:chExt cx="499374" cy="499296"/>
          </a:xfrm>
        </p:grpSpPr>
        <p:sp>
          <p:nvSpPr>
            <p:cNvPr id="14816" name="Google Shape;14816;p56"/>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56"/>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8" name="Google Shape;14818;p56"/>
          <p:cNvGrpSpPr/>
          <p:nvPr/>
        </p:nvGrpSpPr>
        <p:grpSpPr>
          <a:xfrm>
            <a:off x="6179721" y="3878317"/>
            <a:ext cx="293882" cy="293882"/>
            <a:chOff x="4873519" y="3875839"/>
            <a:chExt cx="499374" cy="499374"/>
          </a:xfrm>
        </p:grpSpPr>
        <p:sp>
          <p:nvSpPr>
            <p:cNvPr id="14819" name="Google Shape;14819;p56"/>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56"/>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1" name="Google Shape;14821;p56"/>
          <p:cNvGrpSpPr/>
          <p:nvPr/>
        </p:nvGrpSpPr>
        <p:grpSpPr>
          <a:xfrm>
            <a:off x="2410248" y="1850269"/>
            <a:ext cx="698104" cy="698208"/>
            <a:chOff x="2565073" y="2075876"/>
            <a:chExt cx="672482" cy="672518"/>
          </a:xfrm>
        </p:grpSpPr>
        <p:sp>
          <p:nvSpPr>
            <p:cNvPr id="14822" name="Google Shape;14822;p56"/>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56"/>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56"/>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56"/>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56"/>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56"/>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8" name="Google Shape;14828;p56"/>
          <p:cNvGrpSpPr/>
          <p:nvPr/>
        </p:nvGrpSpPr>
        <p:grpSpPr>
          <a:xfrm>
            <a:off x="5633660" y="3534870"/>
            <a:ext cx="438354" cy="637329"/>
            <a:chOff x="1697726" y="3244179"/>
            <a:chExt cx="788124" cy="1146069"/>
          </a:xfrm>
        </p:grpSpPr>
        <p:sp>
          <p:nvSpPr>
            <p:cNvPr id="14829" name="Google Shape;14829;p56"/>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56"/>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31" name="Google Shape;14831;p56"/>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32" name="Google Shape;14832;p56"/>
          <p:cNvGrpSpPr/>
          <p:nvPr/>
        </p:nvGrpSpPr>
        <p:grpSpPr>
          <a:xfrm>
            <a:off x="7634874" y="1863232"/>
            <a:ext cx="799565" cy="670282"/>
            <a:chOff x="7617850" y="2063282"/>
            <a:chExt cx="799565" cy="670282"/>
          </a:xfrm>
        </p:grpSpPr>
        <p:cxnSp>
          <p:nvCxnSpPr>
            <p:cNvPr id="14833" name="Google Shape;14833;p56"/>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4834" name="Google Shape;14834;p56"/>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4835" name="Google Shape;14835;p56"/>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4836" name="Google Shape;14836;p56"/>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4837" name="Google Shape;14837;p56"/>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4838" name="Google Shape;14838;p56"/>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4839" name="Google Shape;14839;p56"/>
            <p:cNvGrpSpPr/>
            <p:nvPr/>
          </p:nvGrpSpPr>
          <p:grpSpPr>
            <a:xfrm>
              <a:off x="7734309" y="2063282"/>
              <a:ext cx="570957" cy="620095"/>
              <a:chOff x="7734309" y="2063282"/>
              <a:chExt cx="570957" cy="620095"/>
            </a:xfrm>
          </p:grpSpPr>
          <p:grpSp>
            <p:nvGrpSpPr>
              <p:cNvPr id="14840" name="Google Shape;14840;p56"/>
              <p:cNvGrpSpPr/>
              <p:nvPr/>
            </p:nvGrpSpPr>
            <p:grpSpPr>
              <a:xfrm>
                <a:off x="8031573" y="2063282"/>
                <a:ext cx="273693" cy="620095"/>
                <a:chOff x="8031573" y="2063282"/>
                <a:chExt cx="273693" cy="620095"/>
              </a:xfrm>
            </p:grpSpPr>
            <p:sp>
              <p:nvSpPr>
                <p:cNvPr id="14841" name="Google Shape;14841;p56"/>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56"/>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56"/>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56"/>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5" name="Google Shape;14845;p56"/>
              <p:cNvGrpSpPr/>
              <p:nvPr/>
            </p:nvGrpSpPr>
            <p:grpSpPr>
              <a:xfrm flipH="1">
                <a:off x="7734309" y="2063282"/>
                <a:ext cx="273693" cy="620095"/>
                <a:chOff x="8031573" y="2063282"/>
                <a:chExt cx="273693" cy="620095"/>
              </a:xfrm>
            </p:grpSpPr>
            <p:sp>
              <p:nvSpPr>
                <p:cNvPr id="14846" name="Google Shape;14846;p56"/>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56"/>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56"/>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56"/>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4850" name="Google Shape;14850;p56"/>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56"/>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52" name="Google Shape;14852;p56"/>
          <p:cNvGrpSpPr/>
          <p:nvPr/>
        </p:nvGrpSpPr>
        <p:grpSpPr>
          <a:xfrm>
            <a:off x="7821480" y="2716716"/>
            <a:ext cx="602567" cy="601884"/>
            <a:chOff x="1186975" y="238125"/>
            <a:chExt cx="5244275" cy="5238325"/>
          </a:xfrm>
        </p:grpSpPr>
        <p:sp>
          <p:nvSpPr>
            <p:cNvPr id="14853" name="Google Shape;14853;p56"/>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56"/>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56"/>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56"/>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7" name="Google Shape;14857;p56"/>
          <p:cNvGrpSpPr/>
          <p:nvPr/>
        </p:nvGrpSpPr>
        <p:grpSpPr>
          <a:xfrm>
            <a:off x="3264218" y="1856199"/>
            <a:ext cx="651848" cy="687338"/>
            <a:chOff x="3400515" y="2056248"/>
            <a:chExt cx="698134" cy="735987"/>
          </a:xfrm>
        </p:grpSpPr>
        <p:grpSp>
          <p:nvGrpSpPr>
            <p:cNvPr id="14858" name="Google Shape;14858;p56"/>
            <p:cNvGrpSpPr/>
            <p:nvPr/>
          </p:nvGrpSpPr>
          <p:grpSpPr>
            <a:xfrm>
              <a:off x="3400515" y="2283913"/>
              <a:ext cx="312919" cy="219900"/>
              <a:chOff x="3400515" y="2283913"/>
              <a:chExt cx="312919" cy="219900"/>
            </a:xfrm>
          </p:grpSpPr>
          <p:sp>
            <p:nvSpPr>
              <p:cNvPr id="14859" name="Google Shape;14859;p56"/>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4860" name="Google Shape;14860;p56"/>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14861" name="Google Shape;14861;p56"/>
            <p:cNvGrpSpPr/>
            <p:nvPr/>
          </p:nvGrpSpPr>
          <p:grpSpPr>
            <a:xfrm>
              <a:off x="3547823" y="2461089"/>
              <a:ext cx="219900" cy="331146"/>
              <a:chOff x="3547823" y="2461089"/>
              <a:chExt cx="219900" cy="331146"/>
            </a:xfrm>
          </p:grpSpPr>
          <p:sp>
            <p:nvSpPr>
              <p:cNvPr id="14862" name="Google Shape;14862;p56"/>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4863" name="Google Shape;14863;p56"/>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14864" name="Google Shape;14864;p56"/>
            <p:cNvGrpSpPr/>
            <p:nvPr/>
          </p:nvGrpSpPr>
          <p:grpSpPr>
            <a:xfrm>
              <a:off x="3734138" y="2461089"/>
              <a:ext cx="219900" cy="331146"/>
              <a:chOff x="3734138" y="2461089"/>
              <a:chExt cx="219900" cy="331146"/>
            </a:xfrm>
          </p:grpSpPr>
          <p:sp>
            <p:nvSpPr>
              <p:cNvPr id="14865" name="Google Shape;14865;p56"/>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4866" name="Google Shape;14866;p56"/>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14867" name="Google Shape;14867;p56"/>
            <p:cNvGrpSpPr/>
            <p:nvPr/>
          </p:nvGrpSpPr>
          <p:grpSpPr>
            <a:xfrm>
              <a:off x="3787560" y="2281742"/>
              <a:ext cx="311089" cy="219900"/>
              <a:chOff x="3787560" y="2281742"/>
              <a:chExt cx="311089" cy="219900"/>
            </a:xfrm>
          </p:grpSpPr>
          <p:sp>
            <p:nvSpPr>
              <p:cNvPr id="14868" name="Google Shape;14868;p56"/>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4869" name="Google Shape;14869;p56"/>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14870" name="Google Shape;14870;p56"/>
            <p:cNvGrpSpPr/>
            <p:nvPr/>
          </p:nvGrpSpPr>
          <p:grpSpPr>
            <a:xfrm>
              <a:off x="3637290" y="2056248"/>
              <a:ext cx="219900" cy="330736"/>
              <a:chOff x="3637290" y="2056248"/>
              <a:chExt cx="219900" cy="330736"/>
            </a:xfrm>
          </p:grpSpPr>
          <p:sp>
            <p:nvSpPr>
              <p:cNvPr id="14871" name="Google Shape;14871;p56"/>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4872" name="Google Shape;14872;p56"/>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14873" name="Google Shape;14873;p56"/>
          <p:cNvGrpSpPr/>
          <p:nvPr/>
        </p:nvGrpSpPr>
        <p:grpSpPr>
          <a:xfrm>
            <a:off x="2555923" y="2726206"/>
            <a:ext cx="1268144" cy="592394"/>
            <a:chOff x="238125" y="1188750"/>
            <a:chExt cx="7140450" cy="3335550"/>
          </a:xfrm>
        </p:grpSpPr>
        <p:sp>
          <p:nvSpPr>
            <p:cNvPr id="14874" name="Google Shape;14874;p56"/>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56"/>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56"/>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56"/>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56"/>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9" name="Google Shape;14879;p56"/>
          <p:cNvGrpSpPr/>
          <p:nvPr/>
        </p:nvGrpSpPr>
        <p:grpSpPr>
          <a:xfrm>
            <a:off x="6663824" y="2728360"/>
            <a:ext cx="1053944" cy="590147"/>
            <a:chOff x="238125" y="1335475"/>
            <a:chExt cx="5418735" cy="3034175"/>
          </a:xfrm>
        </p:grpSpPr>
        <p:sp>
          <p:nvSpPr>
            <p:cNvPr id="14880" name="Google Shape;14880;p56"/>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56"/>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56"/>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3" name="Google Shape;14883;p56"/>
          <p:cNvGrpSpPr/>
          <p:nvPr/>
        </p:nvGrpSpPr>
        <p:grpSpPr>
          <a:xfrm>
            <a:off x="4094633" y="3533260"/>
            <a:ext cx="1268207" cy="638939"/>
            <a:chOff x="3967651" y="3645904"/>
            <a:chExt cx="1479304" cy="745292"/>
          </a:xfrm>
        </p:grpSpPr>
        <p:grpSp>
          <p:nvGrpSpPr>
            <p:cNvPr id="14884" name="Google Shape;14884;p56"/>
            <p:cNvGrpSpPr/>
            <p:nvPr/>
          </p:nvGrpSpPr>
          <p:grpSpPr>
            <a:xfrm>
              <a:off x="3967651" y="4009026"/>
              <a:ext cx="1479304" cy="382170"/>
              <a:chOff x="3967651" y="4009026"/>
              <a:chExt cx="1479304" cy="382170"/>
            </a:xfrm>
          </p:grpSpPr>
          <p:grpSp>
            <p:nvGrpSpPr>
              <p:cNvPr id="14885" name="Google Shape;14885;p56"/>
              <p:cNvGrpSpPr/>
              <p:nvPr/>
            </p:nvGrpSpPr>
            <p:grpSpPr>
              <a:xfrm>
                <a:off x="4892216" y="4195630"/>
                <a:ext cx="554739" cy="195566"/>
                <a:chOff x="3604375" y="4892160"/>
                <a:chExt cx="1651500" cy="582215"/>
              </a:xfrm>
            </p:grpSpPr>
            <p:sp>
              <p:nvSpPr>
                <p:cNvPr id="14886" name="Google Shape;14886;p56"/>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56"/>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8" name="Google Shape;14888;p56"/>
              <p:cNvGrpSpPr/>
              <p:nvPr/>
            </p:nvGrpSpPr>
            <p:grpSpPr>
              <a:xfrm>
                <a:off x="3967651" y="4146303"/>
                <a:ext cx="579402" cy="244893"/>
                <a:chOff x="851875" y="4745310"/>
                <a:chExt cx="1724925" cy="729065"/>
              </a:xfrm>
            </p:grpSpPr>
            <p:sp>
              <p:nvSpPr>
                <p:cNvPr id="14889" name="Google Shape;14889;p56"/>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56"/>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1" name="Google Shape;14891;p56"/>
              <p:cNvGrpSpPr/>
              <p:nvPr/>
            </p:nvGrpSpPr>
            <p:grpSpPr>
              <a:xfrm>
                <a:off x="4460753" y="4009026"/>
                <a:ext cx="493110" cy="382170"/>
                <a:chOff x="2319875" y="4336625"/>
                <a:chExt cx="1468025" cy="1137750"/>
              </a:xfrm>
            </p:grpSpPr>
            <p:sp>
              <p:nvSpPr>
                <p:cNvPr id="14892" name="Google Shape;14892;p56"/>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56"/>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894" name="Google Shape;14894;p56"/>
            <p:cNvGrpSpPr/>
            <p:nvPr/>
          </p:nvGrpSpPr>
          <p:grpSpPr>
            <a:xfrm>
              <a:off x="4479443" y="3645904"/>
              <a:ext cx="455965" cy="388789"/>
              <a:chOff x="2957425" y="238100"/>
              <a:chExt cx="1910200" cy="1628775"/>
            </a:xfrm>
          </p:grpSpPr>
          <p:sp>
            <p:nvSpPr>
              <p:cNvPr id="14895" name="Google Shape;14895;p56"/>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56"/>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56"/>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56"/>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56"/>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56"/>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56"/>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56"/>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56"/>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56"/>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05" name="Google Shape;14905;p56"/>
          <p:cNvGrpSpPr/>
          <p:nvPr/>
        </p:nvGrpSpPr>
        <p:grpSpPr>
          <a:xfrm>
            <a:off x="2480746" y="3534460"/>
            <a:ext cx="1243128" cy="637739"/>
            <a:chOff x="2496310" y="3693351"/>
            <a:chExt cx="1342906" cy="688926"/>
          </a:xfrm>
        </p:grpSpPr>
        <p:grpSp>
          <p:nvGrpSpPr>
            <p:cNvPr id="14906" name="Google Shape;14906;p56"/>
            <p:cNvGrpSpPr/>
            <p:nvPr/>
          </p:nvGrpSpPr>
          <p:grpSpPr>
            <a:xfrm>
              <a:off x="2496310" y="3693351"/>
              <a:ext cx="1342906" cy="688875"/>
              <a:chOff x="2496310" y="3693351"/>
              <a:chExt cx="1342906" cy="688875"/>
            </a:xfrm>
          </p:grpSpPr>
          <p:sp>
            <p:nvSpPr>
              <p:cNvPr id="14907" name="Google Shape;14907;p56"/>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56"/>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56"/>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56"/>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56"/>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56"/>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913" name="Google Shape;14913;p56"/>
              <p:cNvCxnSpPr>
                <a:stCxn id="14911"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14914" name="Google Shape;14914;p56"/>
              <p:cNvCxnSpPr>
                <a:stCxn id="14908"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14915" name="Google Shape;14915;p56"/>
              <p:cNvCxnSpPr>
                <a:stCxn id="14909"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4916" name="Google Shape;14916;p56"/>
              <p:cNvCxnSpPr>
                <a:stCxn id="14912"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4917" name="Google Shape;14917;p56"/>
              <p:cNvCxnSpPr>
                <a:stCxn id="14910"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4918" name="Google Shape;14918;p56"/>
            <p:cNvGrpSpPr/>
            <p:nvPr/>
          </p:nvGrpSpPr>
          <p:grpSpPr>
            <a:xfrm>
              <a:off x="2675275" y="3930557"/>
              <a:ext cx="1003306" cy="451719"/>
              <a:chOff x="2675275" y="4174282"/>
              <a:chExt cx="1003306" cy="451719"/>
            </a:xfrm>
          </p:grpSpPr>
          <p:sp>
            <p:nvSpPr>
              <p:cNvPr id="14919" name="Google Shape;14919;p56"/>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56"/>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56"/>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22" name="Google Shape;14922;p56"/>
          <p:cNvGrpSpPr/>
          <p:nvPr/>
        </p:nvGrpSpPr>
        <p:grpSpPr>
          <a:xfrm>
            <a:off x="1654417" y="971307"/>
            <a:ext cx="574511" cy="874709"/>
            <a:chOff x="1715404" y="1112080"/>
            <a:chExt cx="642270" cy="977984"/>
          </a:xfrm>
        </p:grpSpPr>
        <p:grpSp>
          <p:nvGrpSpPr>
            <p:cNvPr id="14923" name="Google Shape;14923;p56"/>
            <p:cNvGrpSpPr/>
            <p:nvPr/>
          </p:nvGrpSpPr>
          <p:grpSpPr>
            <a:xfrm>
              <a:off x="1715404" y="1112080"/>
              <a:ext cx="642270" cy="977984"/>
              <a:chOff x="1715404" y="1112080"/>
              <a:chExt cx="642270" cy="977984"/>
            </a:xfrm>
          </p:grpSpPr>
          <p:sp>
            <p:nvSpPr>
              <p:cNvPr id="14924" name="Google Shape;14924;p56"/>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56"/>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6" name="Google Shape;14926;p56"/>
            <p:cNvGrpSpPr/>
            <p:nvPr/>
          </p:nvGrpSpPr>
          <p:grpSpPr>
            <a:xfrm>
              <a:off x="1768927" y="1165603"/>
              <a:ext cx="535225" cy="851367"/>
              <a:chOff x="1768927" y="1165603"/>
              <a:chExt cx="535225" cy="851367"/>
            </a:xfrm>
          </p:grpSpPr>
          <p:sp>
            <p:nvSpPr>
              <p:cNvPr id="14927" name="Google Shape;14927;p56"/>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56"/>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9" name="Google Shape;14929;p56"/>
            <p:cNvGrpSpPr/>
            <p:nvPr/>
          </p:nvGrpSpPr>
          <p:grpSpPr>
            <a:xfrm>
              <a:off x="1822449" y="1219125"/>
              <a:ext cx="428180" cy="718859"/>
              <a:chOff x="1822449" y="1219125"/>
              <a:chExt cx="428180" cy="718859"/>
            </a:xfrm>
          </p:grpSpPr>
          <p:sp>
            <p:nvSpPr>
              <p:cNvPr id="14930" name="Google Shape;14930;p56"/>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56"/>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2" name="Google Shape;14932;p56"/>
            <p:cNvGrpSpPr/>
            <p:nvPr/>
          </p:nvGrpSpPr>
          <p:grpSpPr>
            <a:xfrm>
              <a:off x="1875972" y="1272648"/>
              <a:ext cx="321135" cy="586939"/>
              <a:chOff x="1875972" y="1272648"/>
              <a:chExt cx="321135" cy="586939"/>
            </a:xfrm>
          </p:grpSpPr>
          <p:sp>
            <p:nvSpPr>
              <p:cNvPr id="14933" name="Google Shape;14933;p56"/>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56"/>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35" name="Google Shape;14935;p56"/>
          <p:cNvGrpSpPr/>
          <p:nvPr/>
        </p:nvGrpSpPr>
        <p:grpSpPr>
          <a:xfrm>
            <a:off x="7761578" y="3528028"/>
            <a:ext cx="293855" cy="644170"/>
            <a:chOff x="241025" y="3151575"/>
            <a:chExt cx="293855" cy="644170"/>
          </a:xfrm>
        </p:grpSpPr>
        <p:sp>
          <p:nvSpPr>
            <p:cNvPr id="14936" name="Google Shape;14936;p56"/>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56"/>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8" name="Google Shape;14938;p56"/>
          <p:cNvGrpSpPr/>
          <p:nvPr/>
        </p:nvGrpSpPr>
        <p:grpSpPr>
          <a:xfrm>
            <a:off x="709562" y="2728028"/>
            <a:ext cx="1779649" cy="591620"/>
            <a:chOff x="246070" y="1983375"/>
            <a:chExt cx="1855347" cy="616849"/>
          </a:xfrm>
        </p:grpSpPr>
        <p:sp>
          <p:nvSpPr>
            <p:cNvPr id="14939" name="Google Shape;14939;p56"/>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56"/>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56"/>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56"/>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56"/>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56"/>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56"/>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56"/>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56"/>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8" name="Google Shape;14948;p56"/>
          <p:cNvGrpSpPr/>
          <p:nvPr/>
        </p:nvGrpSpPr>
        <p:grpSpPr>
          <a:xfrm>
            <a:off x="2320428" y="971307"/>
            <a:ext cx="711055" cy="745993"/>
            <a:chOff x="2496269" y="1171698"/>
            <a:chExt cx="761953" cy="799392"/>
          </a:xfrm>
        </p:grpSpPr>
        <p:grpSp>
          <p:nvGrpSpPr>
            <p:cNvPr id="14949" name="Google Shape;14949;p56"/>
            <p:cNvGrpSpPr/>
            <p:nvPr/>
          </p:nvGrpSpPr>
          <p:grpSpPr>
            <a:xfrm>
              <a:off x="2496269" y="1171698"/>
              <a:ext cx="761953" cy="723022"/>
              <a:chOff x="2496269" y="1171698"/>
              <a:chExt cx="761953" cy="723022"/>
            </a:xfrm>
          </p:grpSpPr>
          <p:sp>
            <p:nvSpPr>
              <p:cNvPr id="14950" name="Google Shape;14950;p56"/>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56"/>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52" name="Google Shape;14952;p56"/>
              <p:cNvGrpSpPr/>
              <p:nvPr/>
            </p:nvGrpSpPr>
            <p:grpSpPr>
              <a:xfrm>
                <a:off x="2496269" y="1171698"/>
                <a:ext cx="761953" cy="723022"/>
                <a:chOff x="2496269" y="1120652"/>
                <a:chExt cx="761953" cy="723022"/>
              </a:xfrm>
            </p:grpSpPr>
            <p:grpSp>
              <p:nvGrpSpPr>
                <p:cNvPr id="14953" name="Google Shape;14953;p56"/>
                <p:cNvGrpSpPr/>
                <p:nvPr/>
              </p:nvGrpSpPr>
              <p:grpSpPr>
                <a:xfrm>
                  <a:off x="2496269" y="1120652"/>
                  <a:ext cx="761953" cy="723022"/>
                  <a:chOff x="2496269" y="1120652"/>
                  <a:chExt cx="761953" cy="723022"/>
                </a:xfrm>
              </p:grpSpPr>
              <p:grpSp>
                <p:nvGrpSpPr>
                  <p:cNvPr id="14954" name="Google Shape;14954;p56"/>
                  <p:cNvGrpSpPr/>
                  <p:nvPr/>
                </p:nvGrpSpPr>
                <p:grpSpPr>
                  <a:xfrm>
                    <a:off x="2496269" y="1304589"/>
                    <a:ext cx="407089" cy="305057"/>
                    <a:chOff x="2496269" y="1304589"/>
                    <a:chExt cx="407089" cy="305057"/>
                  </a:xfrm>
                </p:grpSpPr>
                <p:sp>
                  <p:nvSpPr>
                    <p:cNvPr id="14955" name="Google Shape;14955;p56"/>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56"/>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7" name="Google Shape;14957;p56"/>
                  <p:cNvGrpSpPr/>
                  <p:nvPr/>
                </p:nvGrpSpPr>
                <p:grpSpPr>
                  <a:xfrm>
                    <a:off x="2586468" y="1493376"/>
                    <a:ext cx="358850" cy="349656"/>
                    <a:chOff x="2586468" y="1493376"/>
                    <a:chExt cx="358850" cy="349656"/>
                  </a:xfrm>
                </p:grpSpPr>
                <p:sp>
                  <p:nvSpPr>
                    <p:cNvPr id="14958" name="Google Shape;14958;p56"/>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56"/>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0" name="Google Shape;14960;p56"/>
                  <p:cNvGrpSpPr/>
                  <p:nvPr/>
                </p:nvGrpSpPr>
                <p:grpSpPr>
                  <a:xfrm>
                    <a:off x="2807939" y="1494024"/>
                    <a:ext cx="358857" cy="349650"/>
                    <a:chOff x="2807939" y="1494024"/>
                    <a:chExt cx="358857" cy="349650"/>
                  </a:xfrm>
                </p:grpSpPr>
                <p:sp>
                  <p:nvSpPr>
                    <p:cNvPr id="14961" name="Google Shape;14961;p56"/>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56"/>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3" name="Google Shape;14963;p56"/>
                  <p:cNvGrpSpPr/>
                  <p:nvPr/>
                </p:nvGrpSpPr>
                <p:grpSpPr>
                  <a:xfrm>
                    <a:off x="2851133" y="1305635"/>
                    <a:ext cx="407089" cy="305057"/>
                    <a:chOff x="2851133" y="1305635"/>
                    <a:chExt cx="407089" cy="305057"/>
                  </a:xfrm>
                </p:grpSpPr>
                <p:sp>
                  <p:nvSpPr>
                    <p:cNvPr id="14964" name="Google Shape;14964;p56"/>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56"/>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6" name="Google Shape;14966;p56"/>
                  <p:cNvGrpSpPr/>
                  <p:nvPr/>
                </p:nvGrpSpPr>
                <p:grpSpPr>
                  <a:xfrm>
                    <a:off x="2727495" y="1120652"/>
                    <a:ext cx="300271" cy="396358"/>
                    <a:chOff x="2727495" y="1120652"/>
                    <a:chExt cx="300271" cy="396358"/>
                  </a:xfrm>
                </p:grpSpPr>
                <p:sp>
                  <p:nvSpPr>
                    <p:cNvPr id="14967" name="Google Shape;14967;p56"/>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56"/>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69" name="Google Shape;14969;p56"/>
                <p:cNvGrpSpPr/>
                <p:nvPr/>
              </p:nvGrpSpPr>
              <p:grpSpPr>
                <a:xfrm>
                  <a:off x="2722305" y="1350460"/>
                  <a:ext cx="308357" cy="308344"/>
                  <a:chOff x="2722305" y="1350460"/>
                  <a:chExt cx="308357" cy="308344"/>
                </a:xfrm>
              </p:grpSpPr>
              <p:sp>
                <p:nvSpPr>
                  <p:cNvPr id="14970" name="Google Shape;14970;p56"/>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71" name="Google Shape;14971;p56"/>
                  <p:cNvGrpSpPr/>
                  <p:nvPr/>
                </p:nvGrpSpPr>
                <p:grpSpPr>
                  <a:xfrm>
                    <a:off x="2725064" y="1364529"/>
                    <a:ext cx="297954" cy="280182"/>
                    <a:chOff x="2725064" y="1364529"/>
                    <a:chExt cx="297954" cy="280182"/>
                  </a:xfrm>
                </p:grpSpPr>
                <p:sp>
                  <p:nvSpPr>
                    <p:cNvPr id="14972" name="Google Shape;14972;p56"/>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56"/>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56"/>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56"/>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56"/>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14977" name="Google Shape;14977;p56"/>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56"/>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56"/>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56"/>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56"/>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2" name="Google Shape;14982;p56"/>
          <p:cNvGrpSpPr/>
          <p:nvPr/>
        </p:nvGrpSpPr>
        <p:grpSpPr>
          <a:xfrm>
            <a:off x="3909129" y="2727412"/>
            <a:ext cx="1569144" cy="591015"/>
            <a:chOff x="3820100" y="3023049"/>
            <a:chExt cx="1303926" cy="491162"/>
          </a:xfrm>
        </p:grpSpPr>
        <p:grpSp>
          <p:nvGrpSpPr>
            <p:cNvPr id="14983" name="Google Shape;14983;p56"/>
            <p:cNvGrpSpPr/>
            <p:nvPr/>
          </p:nvGrpSpPr>
          <p:grpSpPr>
            <a:xfrm>
              <a:off x="3820100" y="3023072"/>
              <a:ext cx="1303926" cy="491139"/>
              <a:chOff x="3820100" y="3023072"/>
              <a:chExt cx="1303926" cy="491139"/>
            </a:xfrm>
          </p:grpSpPr>
          <p:sp>
            <p:nvSpPr>
              <p:cNvPr id="14984" name="Google Shape;14984;p56"/>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56"/>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6" name="Google Shape;14986;p56"/>
            <p:cNvGrpSpPr/>
            <p:nvPr/>
          </p:nvGrpSpPr>
          <p:grpSpPr>
            <a:xfrm>
              <a:off x="4132439" y="3023645"/>
              <a:ext cx="393633" cy="177096"/>
              <a:chOff x="4132439" y="3023645"/>
              <a:chExt cx="393633" cy="177096"/>
            </a:xfrm>
          </p:grpSpPr>
          <p:sp>
            <p:nvSpPr>
              <p:cNvPr id="14987" name="Google Shape;14987;p56"/>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56"/>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9" name="Google Shape;14989;p56"/>
            <p:cNvGrpSpPr/>
            <p:nvPr/>
          </p:nvGrpSpPr>
          <p:grpSpPr>
            <a:xfrm>
              <a:off x="3921811" y="3023049"/>
              <a:ext cx="1002397" cy="388943"/>
              <a:chOff x="3921811" y="3023049"/>
              <a:chExt cx="1002397" cy="388943"/>
            </a:xfrm>
          </p:grpSpPr>
          <p:sp>
            <p:nvSpPr>
              <p:cNvPr id="14990" name="Google Shape;14990;p56"/>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56"/>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2" name="Google Shape;14992;p56"/>
            <p:cNvGrpSpPr/>
            <p:nvPr/>
          </p:nvGrpSpPr>
          <p:grpSpPr>
            <a:xfrm>
              <a:off x="4023645" y="3023049"/>
              <a:ext cx="683032" cy="286722"/>
              <a:chOff x="4023645" y="3023049"/>
              <a:chExt cx="683032" cy="286722"/>
            </a:xfrm>
          </p:grpSpPr>
          <p:sp>
            <p:nvSpPr>
              <p:cNvPr id="14993" name="Google Shape;14993;p56"/>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56"/>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95" name="Google Shape;14995;p56"/>
          <p:cNvGrpSpPr/>
          <p:nvPr/>
        </p:nvGrpSpPr>
        <p:grpSpPr>
          <a:xfrm>
            <a:off x="1541251" y="1854258"/>
            <a:ext cx="713522" cy="688025"/>
            <a:chOff x="1706078" y="2092648"/>
            <a:chExt cx="660913" cy="637296"/>
          </a:xfrm>
        </p:grpSpPr>
        <p:sp>
          <p:nvSpPr>
            <p:cNvPr id="14996" name="Google Shape;14996;p56"/>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97" name="Google Shape;14997;p56"/>
            <p:cNvGrpSpPr/>
            <p:nvPr/>
          </p:nvGrpSpPr>
          <p:grpSpPr>
            <a:xfrm>
              <a:off x="1706078" y="2092648"/>
              <a:ext cx="660913" cy="575241"/>
              <a:chOff x="1706078" y="2092648"/>
              <a:chExt cx="660913" cy="575241"/>
            </a:xfrm>
          </p:grpSpPr>
          <p:sp>
            <p:nvSpPr>
              <p:cNvPr id="14998" name="Google Shape;14998;p56"/>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56"/>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56"/>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001" name="Google Shape;15001;p56"/>
          <p:cNvGrpSpPr/>
          <p:nvPr/>
        </p:nvGrpSpPr>
        <p:grpSpPr>
          <a:xfrm>
            <a:off x="6303109" y="971806"/>
            <a:ext cx="1317459" cy="684168"/>
            <a:chOff x="238125" y="999450"/>
            <a:chExt cx="7140700" cy="3708225"/>
          </a:xfrm>
        </p:grpSpPr>
        <p:sp>
          <p:nvSpPr>
            <p:cNvPr id="15002" name="Google Shape;15002;p56"/>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56"/>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56"/>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56"/>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56"/>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56"/>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56"/>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56"/>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56"/>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14" name="Shape 15014"/>
        <p:cNvGrpSpPr/>
        <p:nvPr/>
      </p:nvGrpSpPr>
      <p:grpSpPr>
        <a:xfrm>
          <a:off x="0" y="0"/>
          <a:ext cx="0" cy="0"/>
          <a:chOff x="0" y="0"/>
          <a:chExt cx="0" cy="0"/>
        </a:xfrm>
      </p:grpSpPr>
      <p:grpSp>
        <p:nvGrpSpPr>
          <p:cNvPr id="15015" name="Google Shape;15015;p57"/>
          <p:cNvGrpSpPr/>
          <p:nvPr/>
        </p:nvGrpSpPr>
        <p:grpSpPr>
          <a:xfrm>
            <a:off x="717027" y="967622"/>
            <a:ext cx="1636117" cy="1526144"/>
            <a:chOff x="729238" y="1179665"/>
            <a:chExt cx="1636117" cy="1526144"/>
          </a:xfrm>
        </p:grpSpPr>
        <p:grpSp>
          <p:nvGrpSpPr>
            <p:cNvPr id="15016" name="Google Shape;15016;p57"/>
            <p:cNvGrpSpPr/>
            <p:nvPr/>
          </p:nvGrpSpPr>
          <p:grpSpPr>
            <a:xfrm>
              <a:off x="729238" y="1179665"/>
              <a:ext cx="80700" cy="1526144"/>
              <a:chOff x="729238" y="1179665"/>
              <a:chExt cx="80700" cy="1526144"/>
            </a:xfrm>
          </p:grpSpPr>
          <p:sp>
            <p:nvSpPr>
              <p:cNvPr id="15017" name="Google Shape;15017;p57"/>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57"/>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57"/>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57"/>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57"/>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57"/>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57"/>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57"/>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57"/>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57"/>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7" name="Google Shape;15027;p57"/>
            <p:cNvGrpSpPr/>
            <p:nvPr/>
          </p:nvGrpSpPr>
          <p:grpSpPr>
            <a:xfrm>
              <a:off x="903098" y="1179665"/>
              <a:ext cx="80700" cy="1526144"/>
              <a:chOff x="903098" y="1179665"/>
              <a:chExt cx="80700" cy="1526144"/>
            </a:xfrm>
          </p:grpSpPr>
          <p:sp>
            <p:nvSpPr>
              <p:cNvPr id="15028" name="Google Shape;15028;p57"/>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57"/>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57"/>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57"/>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57"/>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57"/>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57"/>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57"/>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57"/>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57"/>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8" name="Google Shape;15038;p57"/>
            <p:cNvGrpSpPr/>
            <p:nvPr/>
          </p:nvGrpSpPr>
          <p:grpSpPr>
            <a:xfrm>
              <a:off x="1076958" y="1179665"/>
              <a:ext cx="80700" cy="1526144"/>
              <a:chOff x="1076958" y="1179665"/>
              <a:chExt cx="80700" cy="1526144"/>
            </a:xfrm>
          </p:grpSpPr>
          <p:sp>
            <p:nvSpPr>
              <p:cNvPr id="15039" name="Google Shape;15039;p57"/>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57"/>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57"/>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57"/>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57"/>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57"/>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57"/>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57"/>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57"/>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57"/>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9" name="Google Shape;15049;p57"/>
            <p:cNvGrpSpPr/>
            <p:nvPr/>
          </p:nvGrpSpPr>
          <p:grpSpPr>
            <a:xfrm>
              <a:off x="1247707" y="1179665"/>
              <a:ext cx="80700" cy="1526144"/>
              <a:chOff x="1247707" y="1179665"/>
              <a:chExt cx="80700" cy="1526144"/>
            </a:xfrm>
          </p:grpSpPr>
          <p:sp>
            <p:nvSpPr>
              <p:cNvPr id="15050" name="Google Shape;15050;p57"/>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57"/>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57"/>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57"/>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57"/>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57"/>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57"/>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57"/>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57"/>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57"/>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0" name="Google Shape;15060;p57"/>
            <p:cNvGrpSpPr/>
            <p:nvPr/>
          </p:nvGrpSpPr>
          <p:grpSpPr>
            <a:xfrm>
              <a:off x="1421567" y="1179665"/>
              <a:ext cx="80700" cy="1526144"/>
              <a:chOff x="1421567" y="1179665"/>
              <a:chExt cx="80700" cy="1526144"/>
            </a:xfrm>
          </p:grpSpPr>
          <p:sp>
            <p:nvSpPr>
              <p:cNvPr id="15061" name="Google Shape;15061;p57"/>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57"/>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57"/>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57"/>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57"/>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57"/>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57"/>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57"/>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57"/>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57"/>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1" name="Google Shape;15071;p57"/>
            <p:cNvGrpSpPr/>
            <p:nvPr/>
          </p:nvGrpSpPr>
          <p:grpSpPr>
            <a:xfrm>
              <a:off x="1592327" y="1179665"/>
              <a:ext cx="80700" cy="1526144"/>
              <a:chOff x="1592327" y="1179665"/>
              <a:chExt cx="80700" cy="1526144"/>
            </a:xfrm>
          </p:grpSpPr>
          <p:sp>
            <p:nvSpPr>
              <p:cNvPr id="15072" name="Google Shape;15072;p57"/>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57"/>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57"/>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57"/>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57"/>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57"/>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57"/>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57"/>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57"/>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57"/>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2" name="Google Shape;15082;p57"/>
            <p:cNvGrpSpPr/>
            <p:nvPr/>
          </p:nvGrpSpPr>
          <p:grpSpPr>
            <a:xfrm>
              <a:off x="1766187" y="1179665"/>
              <a:ext cx="80700" cy="1526144"/>
              <a:chOff x="1766187" y="1179665"/>
              <a:chExt cx="80700" cy="1526144"/>
            </a:xfrm>
          </p:grpSpPr>
          <p:sp>
            <p:nvSpPr>
              <p:cNvPr id="15083" name="Google Shape;15083;p57"/>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57"/>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57"/>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57"/>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57"/>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57"/>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57"/>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57"/>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57"/>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57"/>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3" name="Google Shape;15093;p57"/>
            <p:cNvGrpSpPr/>
            <p:nvPr/>
          </p:nvGrpSpPr>
          <p:grpSpPr>
            <a:xfrm>
              <a:off x="1936935" y="1179665"/>
              <a:ext cx="80700" cy="1526144"/>
              <a:chOff x="1936935" y="1179665"/>
              <a:chExt cx="80700" cy="1526144"/>
            </a:xfrm>
          </p:grpSpPr>
          <p:sp>
            <p:nvSpPr>
              <p:cNvPr id="15094" name="Google Shape;15094;p57"/>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57"/>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57"/>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57"/>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57"/>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57"/>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57"/>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57"/>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57"/>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57"/>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4" name="Google Shape;15104;p57"/>
            <p:cNvGrpSpPr/>
            <p:nvPr/>
          </p:nvGrpSpPr>
          <p:grpSpPr>
            <a:xfrm>
              <a:off x="2110795" y="1179665"/>
              <a:ext cx="80700" cy="1526144"/>
              <a:chOff x="2110795" y="1179665"/>
              <a:chExt cx="80700" cy="1526144"/>
            </a:xfrm>
          </p:grpSpPr>
          <p:sp>
            <p:nvSpPr>
              <p:cNvPr id="15105" name="Google Shape;15105;p57"/>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57"/>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57"/>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57"/>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57"/>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57"/>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57"/>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57"/>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57"/>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57"/>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5" name="Google Shape;15115;p57"/>
            <p:cNvGrpSpPr/>
            <p:nvPr/>
          </p:nvGrpSpPr>
          <p:grpSpPr>
            <a:xfrm>
              <a:off x="2284655" y="1179665"/>
              <a:ext cx="80700" cy="1526144"/>
              <a:chOff x="2284655" y="1179665"/>
              <a:chExt cx="80700" cy="1526144"/>
            </a:xfrm>
          </p:grpSpPr>
          <p:sp>
            <p:nvSpPr>
              <p:cNvPr id="15116" name="Google Shape;15116;p57"/>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57"/>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57"/>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57"/>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57"/>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57"/>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57"/>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57"/>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57"/>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57"/>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26" name="Google Shape;15126;p57"/>
          <p:cNvGrpSpPr/>
          <p:nvPr/>
        </p:nvGrpSpPr>
        <p:grpSpPr>
          <a:xfrm>
            <a:off x="2611693" y="986760"/>
            <a:ext cx="1364248" cy="1102133"/>
            <a:chOff x="2623904" y="1198803"/>
            <a:chExt cx="1364248" cy="1102133"/>
          </a:xfrm>
        </p:grpSpPr>
        <p:grpSp>
          <p:nvGrpSpPr>
            <p:cNvPr id="15127" name="Google Shape;15127;p57"/>
            <p:cNvGrpSpPr/>
            <p:nvPr/>
          </p:nvGrpSpPr>
          <p:grpSpPr>
            <a:xfrm>
              <a:off x="2623907" y="1198803"/>
              <a:ext cx="1364245" cy="273000"/>
              <a:chOff x="2623907" y="1198803"/>
              <a:chExt cx="1364245" cy="273000"/>
            </a:xfrm>
          </p:grpSpPr>
          <p:sp>
            <p:nvSpPr>
              <p:cNvPr id="15128" name="Google Shape;15128;p57"/>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57"/>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57"/>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57"/>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57"/>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3" name="Google Shape;15133;p57"/>
            <p:cNvGrpSpPr/>
            <p:nvPr/>
          </p:nvGrpSpPr>
          <p:grpSpPr>
            <a:xfrm>
              <a:off x="2623904" y="1476964"/>
              <a:ext cx="1364245" cy="273000"/>
              <a:chOff x="2623904" y="1476964"/>
              <a:chExt cx="1364245" cy="273000"/>
            </a:xfrm>
          </p:grpSpPr>
          <p:sp>
            <p:nvSpPr>
              <p:cNvPr id="15134" name="Google Shape;15134;p57"/>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57"/>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57"/>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57"/>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57"/>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9" name="Google Shape;15139;p57"/>
            <p:cNvGrpSpPr/>
            <p:nvPr/>
          </p:nvGrpSpPr>
          <p:grpSpPr>
            <a:xfrm>
              <a:off x="2623907" y="1749775"/>
              <a:ext cx="1364245" cy="273000"/>
              <a:chOff x="2623907" y="1749775"/>
              <a:chExt cx="1364245" cy="273000"/>
            </a:xfrm>
          </p:grpSpPr>
          <p:sp>
            <p:nvSpPr>
              <p:cNvPr id="15140" name="Google Shape;15140;p57"/>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57"/>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57"/>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57"/>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57"/>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5" name="Google Shape;15145;p57"/>
            <p:cNvGrpSpPr/>
            <p:nvPr/>
          </p:nvGrpSpPr>
          <p:grpSpPr>
            <a:xfrm>
              <a:off x="2623904" y="2027936"/>
              <a:ext cx="1364245" cy="273000"/>
              <a:chOff x="2623904" y="2027936"/>
              <a:chExt cx="1364245" cy="273000"/>
            </a:xfrm>
          </p:grpSpPr>
          <p:sp>
            <p:nvSpPr>
              <p:cNvPr id="15146" name="Google Shape;15146;p57"/>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57"/>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57"/>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57"/>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57"/>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51" name="Google Shape;15151;p57"/>
          <p:cNvGrpSpPr/>
          <p:nvPr/>
        </p:nvGrpSpPr>
        <p:grpSpPr>
          <a:xfrm>
            <a:off x="2601154" y="2445833"/>
            <a:ext cx="1387541" cy="159124"/>
            <a:chOff x="3200660" y="2180272"/>
            <a:chExt cx="2563824" cy="378237"/>
          </a:xfrm>
        </p:grpSpPr>
        <p:sp>
          <p:nvSpPr>
            <p:cNvPr id="15152" name="Google Shape;15152;p57"/>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57"/>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57"/>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57"/>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57"/>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57"/>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57"/>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57"/>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57"/>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57"/>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57"/>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57"/>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57"/>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57"/>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57"/>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57"/>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57"/>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57"/>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0" name="Google Shape;15170;p57"/>
          <p:cNvGrpSpPr/>
          <p:nvPr/>
        </p:nvGrpSpPr>
        <p:grpSpPr>
          <a:xfrm>
            <a:off x="2597679" y="2723597"/>
            <a:ext cx="1390502" cy="159625"/>
            <a:chOff x="3530150" y="2790075"/>
            <a:chExt cx="1962600" cy="225300"/>
          </a:xfrm>
        </p:grpSpPr>
        <p:sp>
          <p:nvSpPr>
            <p:cNvPr id="15171" name="Google Shape;15171;p57"/>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57"/>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3" name="Google Shape;15173;p57"/>
          <p:cNvGrpSpPr/>
          <p:nvPr/>
        </p:nvGrpSpPr>
        <p:grpSpPr>
          <a:xfrm>
            <a:off x="2597736" y="3001862"/>
            <a:ext cx="1411629" cy="154175"/>
            <a:chOff x="3558802" y="4011244"/>
            <a:chExt cx="1866000" cy="111600"/>
          </a:xfrm>
        </p:grpSpPr>
        <p:sp>
          <p:nvSpPr>
            <p:cNvPr id="15174" name="Google Shape;15174;p57"/>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57"/>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6" name="Google Shape;15176;p57"/>
          <p:cNvGrpSpPr/>
          <p:nvPr/>
        </p:nvGrpSpPr>
        <p:grpSpPr>
          <a:xfrm>
            <a:off x="2598024" y="2207432"/>
            <a:ext cx="1383503" cy="119761"/>
            <a:chOff x="3465975" y="2270258"/>
            <a:chExt cx="1986364" cy="171947"/>
          </a:xfrm>
        </p:grpSpPr>
        <p:sp>
          <p:nvSpPr>
            <p:cNvPr id="15177" name="Google Shape;15177;p57"/>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57"/>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57"/>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57"/>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57"/>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57"/>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57"/>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57"/>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5" name="Google Shape;15185;p57"/>
          <p:cNvGrpSpPr/>
          <p:nvPr/>
        </p:nvGrpSpPr>
        <p:grpSpPr>
          <a:xfrm>
            <a:off x="2609031" y="3571205"/>
            <a:ext cx="1369531" cy="195460"/>
            <a:chOff x="723300" y="4253549"/>
            <a:chExt cx="2276482" cy="324900"/>
          </a:xfrm>
        </p:grpSpPr>
        <p:sp>
          <p:nvSpPr>
            <p:cNvPr id="15186" name="Google Shape;15186;p57"/>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57"/>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57"/>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57"/>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57"/>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1" name="Google Shape;15191;p57"/>
          <p:cNvGrpSpPr/>
          <p:nvPr/>
        </p:nvGrpSpPr>
        <p:grpSpPr>
          <a:xfrm>
            <a:off x="2598592" y="3272446"/>
            <a:ext cx="1389066" cy="180119"/>
            <a:chOff x="705948" y="3788465"/>
            <a:chExt cx="2308953" cy="299400"/>
          </a:xfrm>
        </p:grpSpPr>
        <p:sp>
          <p:nvSpPr>
            <p:cNvPr id="15192" name="Google Shape;15192;p57"/>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57"/>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57"/>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57"/>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57"/>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7" name="Google Shape;15197;p57"/>
          <p:cNvGrpSpPr/>
          <p:nvPr/>
        </p:nvGrpSpPr>
        <p:grpSpPr>
          <a:xfrm>
            <a:off x="4195583" y="1876400"/>
            <a:ext cx="1433821" cy="191501"/>
            <a:chOff x="4273350" y="2088443"/>
            <a:chExt cx="1433821" cy="191501"/>
          </a:xfrm>
        </p:grpSpPr>
        <p:grpSp>
          <p:nvGrpSpPr>
            <p:cNvPr id="15198" name="Google Shape;15198;p57"/>
            <p:cNvGrpSpPr/>
            <p:nvPr/>
          </p:nvGrpSpPr>
          <p:grpSpPr>
            <a:xfrm>
              <a:off x="4273350" y="2088443"/>
              <a:ext cx="1433821" cy="0"/>
              <a:chOff x="5224975" y="2962250"/>
              <a:chExt cx="1544400" cy="0"/>
            </a:xfrm>
          </p:grpSpPr>
          <p:cxnSp>
            <p:nvCxnSpPr>
              <p:cNvPr id="15199" name="Google Shape;15199;p57"/>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5200" name="Google Shape;15200;p57"/>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15201" name="Google Shape;15201;p57"/>
            <p:cNvGrpSpPr/>
            <p:nvPr/>
          </p:nvGrpSpPr>
          <p:grpSpPr>
            <a:xfrm>
              <a:off x="4273350" y="2279944"/>
              <a:ext cx="1433821" cy="0"/>
              <a:chOff x="5224975" y="2962250"/>
              <a:chExt cx="1544400" cy="0"/>
            </a:xfrm>
          </p:grpSpPr>
          <p:cxnSp>
            <p:nvCxnSpPr>
              <p:cNvPr id="15202" name="Google Shape;15202;p57"/>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5203" name="Google Shape;15203;p57"/>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15204" name="Google Shape;15204;p57"/>
          <p:cNvGrpSpPr/>
          <p:nvPr/>
        </p:nvGrpSpPr>
        <p:grpSpPr>
          <a:xfrm>
            <a:off x="2646529" y="3885304"/>
            <a:ext cx="1304609" cy="294074"/>
            <a:chOff x="2658741" y="4097347"/>
            <a:chExt cx="1304609" cy="294074"/>
          </a:xfrm>
        </p:grpSpPr>
        <p:grpSp>
          <p:nvGrpSpPr>
            <p:cNvPr id="15205" name="Google Shape;15205;p57"/>
            <p:cNvGrpSpPr/>
            <p:nvPr/>
          </p:nvGrpSpPr>
          <p:grpSpPr>
            <a:xfrm>
              <a:off x="2658741" y="4097347"/>
              <a:ext cx="118572" cy="294074"/>
              <a:chOff x="3343310" y="4475555"/>
              <a:chExt cx="127717" cy="316753"/>
            </a:xfrm>
          </p:grpSpPr>
          <p:sp>
            <p:nvSpPr>
              <p:cNvPr id="15206" name="Google Shape;15206;p5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5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8" name="Google Shape;15208;p57"/>
            <p:cNvGrpSpPr/>
            <p:nvPr/>
          </p:nvGrpSpPr>
          <p:grpSpPr>
            <a:xfrm>
              <a:off x="3815519" y="4098388"/>
              <a:ext cx="147831" cy="291991"/>
              <a:chOff x="3527539" y="4476677"/>
              <a:chExt cx="159232" cy="314510"/>
            </a:xfrm>
          </p:grpSpPr>
          <p:sp>
            <p:nvSpPr>
              <p:cNvPr id="15209" name="Google Shape;15209;p5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5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1" name="Google Shape;15211;p57"/>
            <p:cNvGrpSpPr/>
            <p:nvPr/>
          </p:nvGrpSpPr>
          <p:grpSpPr>
            <a:xfrm>
              <a:off x="3511696" y="4098388"/>
              <a:ext cx="147831" cy="291991"/>
              <a:chOff x="3527539" y="4476677"/>
              <a:chExt cx="159232" cy="314510"/>
            </a:xfrm>
          </p:grpSpPr>
          <p:sp>
            <p:nvSpPr>
              <p:cNvPr id="15212" name="Google Shape;15212;p5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5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4" name="Google Shape;15214;p57"/>
            <p:cNvGrpSpPr/>
            <p:nvPr/>
          </p:nvGrpSpPr>
          <p:grpSpPr>
            <a:xfrm>
              <a:off x="3207874" y="4098388"/>
              <a:ext cx="147831" cy="291991"/>
              <a:chOff x="3527539" y="4476677"/>
              <a:chExt cx="159232" cy="314510"/>
            </a:xfrm>
          </p:grpSpPr>
          <p:sp>
            <p:nvSpPr>
              <p:cNvPr id="15215" name="Google Shape;15215;p5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5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7" name="Google Shape;15217;p57"/>
            <p:cNvGrpSpPr/>
            <p:nvPr/>
          </p:nvGrpSpPr>
          <p:grpSpPr>
            <a:xfrm>
              <a:off x="2933305" y="4097347"/>
              <a:ext cx="118572" cy="294074"/>
              <a:chOff x="3343310" y="4475555"/>
              <a:chExt cx="127717" cy="316753"/>
            </a:xfrm>
          </p:grpSpPr>
          <p:sp>
            <p:nvSpPr>
              <p:cNvPr id="15218" name="Google Shape;15218;p5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5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220" name="Google Shape;15220;p57"/>
          <p:cNvGrpSpPr/>
          <p:nvPr/>
        </p:nvGrpSpPr>
        <p:grpSpPr>
          <a:xfrm>
            <a:off x="4197138" y="963998"/>
            <a:ext cx="1430711" cy="751237"/>
            <a:chOff x="5159450" y="1919950"/>
            <a:chExt cx="1541050" cy="862500"/>
          </a:xfrm>
        </p:grpSpPr>
        <p:sp>
          <p:nvSpPr>
            <p:cNvPr id="15221" name="Google Shape;15221;p57"/>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5222" name="Google Shape;15222;p57"/>
            <p:cNvGrpSpPr/>
            <p:nvPr/>
          </p:nvGrpSpPr>
          <p:grpSpPr>
            <a:xfrm>
              <a:off x="5159450" y="1919950"/>
              <a:ext cx="1541050" cy="862500"/>
              <a:chOff x="5159450" y="1919950"/>
              <a:chExt cx="1541050" cy="862500"/>
            </a:xfrm>
          </p:grpSpPr>
          <p:cxnSp>
            <p:nvCxnSpPr>
              <p:cNvPr id="15223" name="Google Shape;15223;p57"/>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5224" name="Google Shape;15224;p57"/>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5225" name="Google Shape;15225;p57"/>
          <p:cNvGrpSpPr/>
          <p:nvPr/>
        </p:nvGrpSpPr>
        <p:grpSpPr>
          <a:xfrm>
            <a:off x="4245275" y="2227768"/>
            <a:ext cx="1334436" cy="967914"/>
            <a:chOff x="4294923" y="2439811"/>
            <a:chExt cx="1334436" cy="967914"/>
          </a:xfrm>
        </p:grpSpPr>
        <p:grpSp>
          <p:nvGrpSpPr>
            <p:cNvPr id="15226" name="Google Shape;15226;p57"/>
            <p:cNvGrpSpPr/>
            <p:nvPr/>
          </p:nvGrpSpPr>
          <p:grpSpPr>
            <a:xfrm>
              <a:off x="4960455" y="2469658"/>
              <a:ext cx="668904" cy="885524"/>
              <a:chOff x="4960455" y="2469658"/>
              <a:chExt cx="668904" cy="885524"/>
            </a:xfrm>
          </p:grpSpPr>
          <p:sp>
            <p:nvSpPr>
              <p:cNvPr id="15227" name="Google Shape;15227;p57"/>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57"/>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57"/>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57"/>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57"/>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57"/>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3" name="Google Shape;15233;p57"/>
            <p:cNvGrpSpPr/>
            <p:nvPr/>
          </p:nvGrpSpPr>
          <p:grpSpPr>
            <a:xfrm>
              <a:off x="4294923" y="2469658"/>
              <a:ext cx="668951" cy="885524"/>
              <a:chOff x="4294923" y="2469658"/>
              <a:chExt cx="668951" cy="885524"/>
            </a:xfrm>
          </p:grpSpPr>
          <p:sp>
            <p:nvSpPr>
              <p:cNvPr id="15234" name="Google Shape;15234;p57"/>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57"/>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57"/>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57"/>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57"/>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57"/>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40" name="Google Shape;15240;p57"/>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1" name="Google Shape;15241;p57"/>
          <p:cNvGrpSpPr/>
          <p:nvPr/>
        </p:nvGrpSpPr>
        <p:grpSpPr>
          <a:xfrm>
            <a:off x="4231478" y="3282213"/>
            <a:ext cx="1430949" cy="897289"/>
            <a:chOff x="4351371" y="3547942"/>
            <a:chExt cx="1345130" cy="843475"/>
          </a:xfrm>
        </p:grpSpPr>
        <p:grpSp>
          <p:nvGrpSpPr>
            <p:cNvPr id="15242" name="Google Shape;15242;p57"/>
            <p:cNvGrpSpPr/>
            <p:nvPr/>
          </p:nvGrpSpPr>
          <p:grpSpPr>
            <a:xfrm>
              <a:off x="4351371" y="4209917"/>
              <a:ext cx="1345130" cy="181500"/>
              <a:chOff x="4351371" y="4209917"/>
              <a:chExt cx="1345130" cy="181500"/>
            </a:xfrm>
          </p:grpSpPr>
          <p:sp>
            <p:nvSpPr>
              <p:cNvPr id="15243" name="Google Shape;15243;p57"/>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44" name="Google Shape;15244;p57"/>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15245" name="Google Shape;15245;p57"/>
            <p:cNvGrpSpPr/>
            <p:nvPr/>
          </p:nvGrpSpPr>
          <p:grpSpPr>
            <a:xfrm>
              <a:off x="4403010" y="3985221"/>
              <a:ext cx="1109518" cy="181500"/>
              <a:chOff x="4403010" y="3985221"/>
              <a:chExt cx="1109518" cy="181500"/>
            </a:xfrm>
          </p:grpSpPr>
          <p:sp>
            <p:nvSpPr>
              <p:cNvPr id="15246" name="Google Shape;15246;p57"/>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47" name="Google Shape;15247;p57"/>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15248" name="Google Shape;15248;p57"/>
            <p:cNvGrpSpPr/>
            <p:nvPr/>
          </p:nvGrpSpPr>
          <p:grpSpPr>
            <a:xfrm>
              <a:off x="4618704" y="3766582"/>
              <a:ext cx="807858" cy="181500"/>
              <a:chOff x="4618704" y="3766582"/>
              <a:chExt cx="807858" cy="181500"/>
            </a:xfrm>
          </p:grpSpPr>
          <p:sp>
            <p:nvSpPr>
              <p:cNvPr id="15249" name="Google Shape;15249;p57"/>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50" name="Google Shape;15250;p57"/>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15251" name="Google Shape;15251;p57"/>
            <p:cNvGrpSpPr/>
            <p:nvPr/>
          </p:nvGrpSpPr>
          <p:grpSpPr>
            <a:xfrm>
              <a:off x="4735238" y="3547942"/>
              <a:ext cx="462839" cy="181500"/>
              <a:chOff x="4735238" y="3547942"/>
              <a:chExt cx="462839" cy="181500"/>
            </a:xfrm>
          </p:grpSpPr>
          <p:sp>
            <p:nvSpPr>
              <p:cNvPr id="15252" name="Google Shape;15252;p57"/>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53" name="Google Shape;15253;p57"/>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15254" name="Google Shape;15254;p57"/>
          <p:cNvGrpSpPr/>
          <p:nvPr/>
        </p:nvGrpSpPr>
        <p:grpSpPr>
          <a:xfrm>
            <a:off x="7407836" y="2217537"/>
            <a:ext cx="1020955" cy="928853"/>
            <a:chOff x="926675" y="238125"/>
            <a:chExt cx="5755100" cy="5232975"/>
          </a:xfrm>
        </p:grpSpPr>
        <p:sp>
          <p:nvSpPr>
            <p:cNvPr id="15255" name="Google Shape;15255;p57"/>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57"/>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57"/>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57"/>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9" name="Google Shape;15259;p57"/>
          <p:cNvGrpSpPr/>
          <p:nvPr/>
        </p:nvGrpSpPr>
        <p:grpSpPr>
          <a:xfrm>
            <a:off x="715210" y="2616272"/>
            <a:ext cx="1695374" cy="1560837"/>
            <a:chOff x="727421" y="2828315"/>
            <a:chExt cx="1695374" cy="1560837"/>
          </a:xfrm>
        </p:grpSpPr>
        <p:grpSp>
          <p:nvGrpSpPr>
            <p:cNvPr id="15260" name="Google Shape;15260;p57"/>
            <p:cNvGrpSpPr/>
            <p:nvPr/>
          </p:nvGrpSpPr>
          <p:grpSpPr>
            <a:xfrm>
              <a:off x="727421" y="2828315"/>
              <a:ext cx="1695374" cy="1560837"/>
              <a:chOff x="734799" y="2782450"/>
              <a:chExt cx="1571100" cy="1577400"/>
            </a:xfrm>
          </p:grpSpPr>
          <p:cxnSp>
            <p:nvCxnSpPr>
              <p:cNvPr id="15261" name="Google Shape;15261;p57"/>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5262" name="Google Shape;15262;p57"/>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5263" name="Google Shape;15263;p57"/>
            <p:cNvGrpSpPr/>
            <p:nvPr/>
          </p:nvGrpSpPr>
          <p:grpSpPr>
            <a:xfrm>
              <a:off x="819108" y="2882501"/>
              <a:ext cx="1556791" cy="1426186"/>
              <a:chOff x="819108" y="2882501"/>
              <a:chExt cx="1556791" cy="1426186"/>
            </a:xfrm>
          </p:grpSpPr>
          <p:grpSp>
            <p:nvGrpSpPr>
              <p:cNvPr id="15264" name="Google Shape;15264;p57"/>
              <p:cNvGrpSpPr/>
              <p:nvPr/>
            </p:nvGrpSpPr>
            <p:grpSpPr>
              <a:xfrm>
                <a:off x="819108" y="2882501"/>
                <a:ext cx="103104" cy="1426186"/>
                <a:chOff x="4674013" y="3100904"/>
                <a:chExt cx="122758" cy="1698043"/>
              </a:xfrm>
            </p:grpSpPr>
            <p:sp>
              <p:nvSpPr>
                <p:cNvPr id="15265" name="Google Shape;15265;p57"/>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57"/>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57"/>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57"/>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57"/>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57"/>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57"/>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2" name="Google Shape;15272;p57"/>
              <p:cNvGrpSpPr/>
              <p:nvPr/>
            </p:nvGrpSpPr>
            <p:grpSpPr>
              <a:xfrm>
                <a:off x="1062475" y="2882501"/>
                <a:ext cx="103104" cy="1426186"/>
                <a:chOff x="4940438" y="3100904"/>
                <a:chExt cx="122758" cy="1698043"/>
              </a:xfrm>
            </p:grpSpPr>
            <p:sp>
              <p:nvSpPr>
                <p:cNvPr id="15273" name="Google Shape;15273;p57"/>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57"/>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57"/>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57"/>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57"/>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57"/>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57"/>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0" name="Google Shape;15280;p57"/>
              <p:cNvGrpSpPr/>
              <p:nvPr/>
            </p:nvGrpSpPr>
            <p:grpSpPr>
              <a:xfrm>
                <a:off x="1299324" y="2882501"/>
                <a:ext cx="103104" cy="1426186"/>
                <a:chOff x="5206863" y="3100904"/>
                <a:chExt cx="122758" cy="1698043"/>
              </a:xfrm>
            </p:grpSpPr>
            <p:sp>
              <p:nvSpPr>
                <p:cNvPr id="15281" name="Google Shape;15281;p5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5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5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5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5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5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5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8" name="Google Shape;15288;p57"/>
              <p:cNvGrpSpPr/>
              <p:nvPr/>
            </p:nvGrpSpPr>
            <p:grpSpPr>
              <a:xfrm>
                <a:off x="1786057" y="2882501"/>
                <a:ext cx="103104" cy="1426186"/>
                <a:chOff x="6006138" y="3143629"/>
                <a:chExt cx="122758" cy="1698043"/>
              </a:xfrm>
            </p:grpSpPr>
            <p:sp>
              <p:nvSpPr>
                <p:cNvPr id="15289" name="Google Shape;15289;p5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5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5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5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5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5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5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6" name="Google Shape;15296;p57"/>
              <p:cNvGrpSpPr/>
              <p:nvPr/>
            </p:nvGrpSpPr>
            <p:grpSpPr>
              <a:xfrm>
                <a:off x="2029422" y="2882501"/>
                <a:ext cx="103104" cy="1426186"/>
                <a:chOff x="6805413" y="3100904"/>
                <a:chExt cx="122758" cy="1698043"/>
              </a:xfrm>
            </p:grpSpPr>
            <p:sp>
              <p:nvSpPr>
                <p:cNvPr id="15297" name="Google Shape;15297;p57"/>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57"/>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57"/>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57"/>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57"/>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57"/>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57"/>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4" name="Google Shape;15304;p57"/>
              <p:cNvGrpSpPr/>
              <p:nvPr/>
            </p:nvGrpSpPr>
            <p:grpSpPr>
              <a:xfrm>
                <a:off x="2272795" y="2882501"/>
                <a:ext cx="103104" cy="1426186"/>
                <a:chOff x="5206863" y="3100904"/>
                <a:chExt cx="122758" cy="1698043"/>
              </a:xfrm>
            </p:grpSpPr>
            <p:sp>
              <p:nvSpPr>
                <p:cNvPr id="15305" name="Google Shape;15305;p5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5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5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5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5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5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5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2" name="Google Shape;15312;p57"/>
              <p:cNvGrpSpPr/>
              <p:nvPr/>
            </p:nvGrpSpPr>
            <p:grpSpPr>
              <a:xfrm>
                <a:off x="1542694" y="2882501"/>
                <a:ext cx="103104" cy="1426186"/>
                <a:chOff x="6006138" y="3143629"/>
                <a:chExt cx="122758" cy="1698043"/>
              </a:xfrm>
            </p:grpSpPr>
            <p:sp>
              <p:nvSpPr>
                <p:cNvPr id="15313" name="Google Shape;15313;p5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5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5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5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5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5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5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5320" name="Google Shape;15320;p57"/>
          <p:cNvGrpSpPr/>
          <p:nvPr/>
        </p:nvGrpSpPr>
        <p:grpSpPr>
          <a:xfrm>
            <a:off x="5671260" y="3305994"/>
            <a:ext cx="2749952" cy="870677"/>
            <a:chOff x="238125" y="1725700"/>
            <a:chExt cx="7139025" cy="2260325"/>
          </a:xfrm>
        </p:grpSpPr>
        <p:sp>
          <p:nvSpPr>
            <p:cNvPr id="15321" name="Google Shape;15321;p57"/>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57"/>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57"/>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57"/>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57"/>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57"/>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57"/>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57"/>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57"/>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57"/>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1" name="Google Shape;15331;p57"/>
          <p:cNvGrpSpPr/>
          <p:nvPr/>
        </p:nvGrpSpPr>
        <p:grpSpPr>
          <a:xfrm>
            <a:off x="5941424" y="2247740"/>
            <a:ext cx="1105452" cy="916747"/>
            <a:chOff x="5249100" y="1210600"/>
            <a:chExt cx="3502700" cy="2904775"/>
          </a:xfrm>
        </p:grpSpPr>
        <p:sp>
          <p:nvSpPr>
            <p:cNvPr id="15332" name="Google Shape;15332;p57"/>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57"/>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57"/>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57"/>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36" name="Google Shape;15336;p57"/>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15337" name="Google Shape;15337;p57"/>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15338" name="Google Shape;15338;p57"/>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15339" name="Google Shape;15339;p57"/>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15340" name="Google Shape;15340;p57"/>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1" name="Google Shape;15341;p57"/>
          <p:cNvGrpSpPr/>
          <p:nvPr/>
        </p:nvGrpSpPr>
        <p:grpSpPr>
          <a:xfrm>
            <a:off x="7123972" y="967158"/>
            <a:ext cx="1304650" cy="1124856"/>
            <a:chOff x="7287122" y="1165658"/>
            <a:chExt cx="1219413" cy="1051365"/>
          </a:xfrm>
        </p:grpSpPr>
        <p:grpSp>
          <p:nvGrpSpPr>
            <p:cNvPr id="15342" name="Google Shape;15342;p57"/>
            <p:cNvGrpSpPr/>
            <p:nvPr/>
          </p:nvGrpSpPr>
          <p:grpSpPr>
            <a:xfrm>
              <a:off x="7287122" y="1969723"/>
              <a:ext cx="1219413" cy="247300"/>
              <a:chOff x="7287122" y="1969723"/>
              <a:chExt cx="1219413" cy="247300"/>
            </a:xfrm>
          </p:grpSpPr>
          <p:sp>
            <p:nvSpPr>
              <p:cNvPr id="15343" name="Google Shape;15343;p57"/>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44" name="Google Shape;15344;p57"/>
              <p:cNvGrpSpPr/>
              <p:nvPr/>
            </p:nvGrpSpPr>
            <p:grpSpPr>
              <a:xfrm>
                <a:off x="7287122" y="2063892"/>
                <a:ext cx="1151753" cy="73428"/>
                <a:chOff x="7287122" y="2063892"/>
                <a:chExt cx="1151753" cy="73428"/>
              </a:xfrm>
            </p:grpSpPr>
            <p:sp>
              <p:nvSpPr>
                <p:cNvPr id="15345" name="Google Shape;15345;p57"/>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46" name="Google Shape;15346;p57"/>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5347" name="Google Shape;15347;p57"/>
            <p:cNvGrpSpPr/>
            <p:nvPr/>
          </p:nvGrpSpPr>
          <p:grpSpPr>
            <a:xfrm>
              <a:off x="7287122" y="1712201"/>
              <a:ext cx="1219403" cy="246767"/>
              <a:chOff x="7287122" y="1712201"/>
              <a:chExt cx="1219403" cy="246767"/>
            </a:xfrm>
          </p:grpSpPr>
          <p:sp>
            <p:nvSpPr>
              <p:cNvPr id="15348" name="Google Shape;15348;p57"/>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49" name="Google Shape;15349;p57"/>
              <p:cNvGrpSpPr/>
              <p:nvPr/>
            </p:nvGrpSpPr>
            <p:grpSpPr>
              <a:xfrm>
                <a:off x="7287122" y="1842861"/>
                <a:ext cx="1005303" cy="73419"/>
                <a:chOff x="7287122" y="1842861"/>
                <a:chExt cx="1005303" cy="73419"/>
              </a:xfrm>
            </p:grpSpPr>
            <p:sp>
              <p:nvSpPr>
                <p:cNvPr id="15350" name="Google Shape;15350;p57"/>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51" name="Google Shape;15351;p57"/>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5352" name="Google Shape;15352;p57"/>
            <p:cNvGrpSpPr/>
            <p:nvPr/>
          </p:nvGrpSpPr>
          <p:grpSpPr>
            <a:xfrm>
              <a:off x="7287122" y="1447520"/>
              <a:ext cx="1219403" cy="286667"/>
              <a:chOff x="7287122" y="1447520"/>
              <a:chExt cx="1219403" cy="286667"/>
            </a:xfrm>
          </p:grpSpPr>
          <p:sp>
            <p:nvSpPr>
              <p:cNvPr id="15353" name="Google Shape;15353;p57"/>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54" name="Google Shape;15354;p57"/>
              <p:cNvGrpSpPr/>
              <p:nvPr/>
            </p:nvGrpSpPr>
            <p:grpSpPr>
              <a:xfrm>
                <a:off x="7287122" y="1581977"/>
                <a:ext cx="852803" cy="73428"/>
                <a:chOff x="7287122" y="1581977"/>
                <a:chExt cx="852803" cy="73428"/>
              </a:xfrm>
            </p:grpSpPr>
            <p:sp>
              <p:nvSpPr>
                <p:cNvPr id="15355" name="Google Shape;15355;p57"/>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56" name="Google Shape;15356;p57"/>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5357" name="Google Shape;15357;p57"/>
            <p:cNvGrpSpPr/>
            <p:nvPr/>
          </p:nvGrpSpPr>
          <p:grpSpPr>
            <a:xfrm>
              <a:off x="7287122" y="1165658"/>
              <a:ext cx="1219403" cy="344253"/>
              <a:chOff x="7287122" y="1165658"/>
              <a:chExt cx="1219403" cy="344253"/>
            </a:xfrm>
          </p:grpSpPr>
          <p:sp>
            <p:nvSpPr>
              <p:cNvPr id="15358" name="Google Shape;15358;p57"/>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59" name="Google Shape;15359;p57"/>
              <p:cNvGrpSpPr/>
              <p:nvPr/>
            </p:nvGrpSpPr>
            <p:grpSpPr>
              <a:xfrm>
                <a:off x="7287122" y="1341025"/>
                <a:ext cx="695703" cy="73419"/>
                <a:chOff x="7287122" y="1341025"/>
                <a:chExt cx="695703" cy="73419"/>
              </a:xfrm>
            </p:grpSpPr>
            <p:sp>
              <p:nvSpPr>
                <p:cNvPr id="15360" name="Google Shape;15360;p57"/>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61" name="Google Shape;15361;p57"/>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15362" name="Google Shape;15362;p57"/>
          <p:cNvGrpSpPr/>
          <p:nvPr/>
        </p:nvGrpSpPr>
        <p:grpSpPr>
          <a:xfrm>
            <a:off x="5790464" y="973181"/>
            <a:ext cx="1397729" cy="1098540"/>
            <a:chOff x="5900602" y="1193063"/>
            <a:chExt cx="1299851" cy="1021707"/>
          </a:xfrm>
        </p:grpSpPr>
        <p:grpSp>
          <p:nvGrpSpPr>
            <p:cNvPr id="15363" name="Google Shape;15363;p57"/>
            <p:cNvGrpSpPr/>
            <p:nvPr/>
          </p:nvGrpSpPr>
          <p:grpSpPr>
            <a:xfrm>
              <a:off x="6520337" y="1193063"/>
              <a:ext cx="341815" cy="799959"/>
              <a:chOff x="6520337" y="1193063"/>
              <a:chExt cx="341815" cy="799959"/>
            </a:xfrm>
          </p:grpSpPr>
          <p:grpSp>
            <p:nvGrpSpPr>
              <p:cNvPr id="15364" name="Google Shape;15364;p57"/>
              <p:cNvGrpSpPr/>
              <p:nvPr/>
            </p:nvGrpSpPr>
            <p:grpSpPr>
              <a:xfrm>
                <a:off x="6520337" y="1589527"/>
                <a:ext cx="213950" cy="403494"/>
                <a:chOff x="6520337" y="1589527"/>
                <a:chExt cx="213950" cy="403494"/>
              </a:xfrm>
            </p:grpSpPr>
            <p:sp>
              <p:nvSpPr>
                <p:cNvPr id="15365" name="Google Shape;15365;p57"/>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57"/>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7" name="Google Shape;15367;p57"/>
              <p:cNvGrpSpPr/>
              <p:nvPr/>
            </p:nvGrpSpPr>
            <p:grpSpPr>
              <a:xfrm>
                <a:off x="6577204" y="1193063"/>
                <a:ext cx="284947" cy="464512"/>
                <a:chOff x="6577204" y="1193063"/>
                <a:chExt cx="284947" cy="464512"/>
              </a:xfrm>
            </p:grpSpPr>
            <p:sp>
              <p:nvSpPr>
                <p:cNvPr id="15368" name="Google Shape;15368;p57"/>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69" name="Google Shape;15369;p57"/>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15370" name="Google Shape;15370;p57"/>
            <p:cNvGrpSpPr/>
            <p:nvPr/>
          </p:nvGrpSpPr>
          <p:grpSpPr>
            <a:xfrm>
              <a:off x="6238903" y="1193063"/>
              <a:ext cx="300475" cy="900152"/>
              <a:chOff x="6238903" y="1193063"/>
              <a:chExt cx="300475" cy="900152"/>
            </a:xfrm>
          </p:grpSpPr>
          <p:grpSp>
            <p:nvGrpSpPr>
              <p:cNvPr id="15371" name="Google Shape;15371;p57"/>
              <p:cNvGrpSpPr/>
              <p:nvPr/>
            </p:nvGrpSpPr>
            <p:grpSpPr>
              <a:xfrm>
                <a:off x="6290865" y="1489315"/>
                <a:ext cx="248514" cy="603900"/>
                <a:chOff x="6290865" y="1489315"/>
                <a:chExt cx="248514" cy="603900"/>
              </a:xfrm>
            </p:grpSpPr>
            <p:sp>
              <p:nvSpPr>
                <p:cNvPr id="15372" name="Google Shape;15372;p57"/>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57"/>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4" name="Google Shape;15374;p57"/>
              <p:cNvGrpSpPr/>
              <p:nvPr/>
            </p:nvGrpSpPr>
            <p:grpSpPr>
              <a:xfrm>
                <a:off x="6238903" y="1193063"/>
                <a:ext cx="284947" cy="333087"/>
                <a:chOff x="6238903" y="1193063"/>
                <a:chExt cx="284947" cy="333087"/>
              </a:xfrm>
            </p:grpSpPr>
            <p:sp>
              <p:nvSpPr>
                <p:cNvPr id="15375" name="Google Shape;15375;p57"/>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76" name="Google Shape;15376;p57"/>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15377" name="Google Shape;15377;p57"/>
            <p:cNvGrpSpPr/>
            <p:nvPr/>
          </p:nvGrpSpPr>
          <p:grpSpPr>
            <a:xfrm>
              <a:off x="5900602" y="1193063"/>
              <a:ext cx="444345" cy="1021707"/>
              <a:chOff x="5900602" y="1193063"/>
              <a:chExt cx="444345" cy="1021707"/>
            </a:xfrm>
          </p:grpSpPr>
          <p:grpSp>
            <p:nvGrpSpPr>
              <p:cNvPr id="15378" name="Google Shape;15378;p57"/>
              <p:cNvGrpSpPr/>
              <p:nvPr/>
            </p:nvGrpSpPr>
            <p:grpSpPr>
              <a:xfrm>
                <a:off x="6046501" y="1367785"/>
                <a:ext cx="298446" cy="846986"/>
                <a:chOff x="6046501" y="1367785"/>
                <a:chExt cx="298446" cy="846986"/>
              </a:xfrm>
            </p:grpSpPr>
            <p:sp>
              <p:nvSpPr>
                <p:cNvPr id="15379" name="Google Shape;15379;p57"/>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57"/>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1" name="Google Shape;15381;p57"/>
              <p:cNvGrpSpPr/>
              <p:nvPr/>
            </p:nvGrpSpPr>
            <p:grpSpPr>
              <a:xfrm>
                <a:off x="5900602" y="1193063"/>
                <a:ext cx="284947" cy="182312"/>
                <a:chOff x="5900602" y="1193063"/>
                <a:chExt cx="284947" cy="182312"/>
              </a:xfrm>
            </p:grpSpPr>
            <p:sp>
              <p:nvSpPr>
                <p:cNvPr id="15382" name="Google Shape;15382;p57"/>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83" name="Google Shape;15383;p57"/>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15384" name="Google Shape;15384;p57"/>
            <p:cNvGrpSpPr/>
            <p:nvPr/>
          </p:nvGrpSpPr>
          <p:grpSpPr>
            <a:xfrm>
              <a:off x="6738300" y="1193063"/>
              <a:ext cx="462153" cy="707634"/>
              <a:chOff x="6738300" y="1193063"/>
              <a:chExt cx="462153" cy="707634"/>
            </a:xfrm>
          </p:grpSpPr>
          <p:grpSp>
            <p:nvGrpSpPr>
              <p:cNvPr id="15385" name="Google Shape;15385;p57"/>
              <p:cNvGrpSpPr/>
              <p:nvPr/>
            </p:nvGrpSpPr>
            <p:grpSpPr>
              <a:xfrm>
                <a:off x="6915505" y="1193063"/>
                <a:ext cx="284947" cy="597387"/>
                <a:chOff x="6915505" y="1193063"/>
                <a:chExt cx="284947" cy="597387"/>
              </a:xfrm>
            </p:grpSpPr>
            <p:sp>
              <p:nvSpPr>
                <p:cNvPr id="15386" name="Google Shape;15386;p57"/>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87" name="Google Shape;15387;p57"/>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15388" name="Google Shape;15388;p57"/>
              <p:cNvGrpSpPr/>
              <p:nvPr/>
            </p:nvGrpSpPr>
            <p:grpSpPr>
              <a:xfrm>
                <a:off x="6738300" y="1684725"/>
                <a:ext cx="230066" cy="215971"/>
                <a:chOff x="6738300" y="1684725"/>
                <a:chExt cx="230066" cy="215971"/>
              </a:xfrm>
            </p:grpSpPr>
            <p:sp>
              <p:nvSpPr>
                <p:cNvPr id="15389" name="Google Shape;15389;p57"/>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57"/>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394" name="Shape 15394"/>
        <p:cNvGrpSpPr/>
        <p:nvPr/>
      </p:nvGrpSpPr>
      <p:grpSpPr>
        <a:xfrm>
          <a:off x="0" y="0"/>
          <a:ext cx="0" cy="0"/>
          <a:chOff x="0" y="0"/>
          <a:chExt cx="0" cy="0"/>
        </a:xfrm>
      </p:grpSpPr>
      <p:grpSp>
        <p:nvGrpSpPr>
          <p:cNvPr id="15395" name="Google Shape;15395;p58"/>
          <p:cNvGrpSpPr/>
          <p:nvPr/>
        </p:nvGrpSpPr>
        <p:grpSpPr>
          <a:xfrm>
            <a:off x="826133" y="2318098"/>
            <a:ext cx="387992" cy="329326"/>
            <a:chOff x="839307" y="2318098"/>
            <a:chExt cx="387992" cy="329326"/>
          </a:xfrm>
        </p:grpSpPr>
        <p:sp>
          <p:nvSpPr>
            <p:cNvPr id="15396" name="Google Shape;15396;p58"/>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58"/>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58"/>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58"/>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58"/>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58"/>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58"/>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58"/>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58"/>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58"/>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6" name="Google Shape;15406;p58"/>
          <p:cNvGrpSpPr/>
          <p:nvPr/>
        </p:nvGrpSpPr>
        <p:grpSpPr>
          <a:xfrm>
            <a:off x="1401816" y="2289671"/>
            <a:ext cx="387073" cy="385996"/>
            <a:chOff x="1414990" y="2289671"/>
            <a:chExt cx="387073" cy="385996"/>
          </a:xfrm>
        </p:grpSpPr>
        <p:sp>
          <p:nvSpPr>
            <p:cNvPr id="15407" name="Google Shape;15407;p58"/>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58"/>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58"/>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58"/>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58"/>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58"/>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58"/>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58"/>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58"/>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58"/>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58"/>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58"/>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58"/>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58"/>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58"/>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58"/>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58"/>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58"/>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5" name="Google Shape;15425;p58"/>
          <p:cNvGrpSpPr/>
          <p:nvPr/>
        </p:nvGrpSpPr>
        <p:grpSpPr>
          <a:xfrm>
            <a:off x="1976737" y="2306065"/>
            <a:ext cx="387099" cy="353207"/>
            <a:chOff x="1989911" y="2306065"/>
            <a:chExt cx="387099" cy="353207"/>
          </a:xfrm>
        </p:grpSpPr>
        <p:sp>
          <p:nvSpPr>
            <p:cNvPr id="15426" name="Google Shape;15426;p58"/>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58"/>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58"/>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58"/>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58"/>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58"/>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58"/>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3" name="Google Shape;15433;p58"/>
          <p:cNvGrpSpPr/>
          <p:nvPr/>
        </p:nvGrpSpPr>
        <p:grpSpPr>
          <a:xfrm>
            <a:off x="2579927" y="2288778"/>
            <a:ext cx="204663" cy="363007"/>
            <a:chOff x="2593102" y="2288778"/>
            <a:chExt cx="204663" cy="363007"/>
          </a:xfrm>
        </p:grpSpPr>
        <p:sp>
          <p:nvSpPr>
            <p:cNvPr id="15434" name="Google Shape;15434;p58"/>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58"/>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58"/>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58"/>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58"/>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58"/>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58"/>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58"/>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58"/>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3" name="Google Shape;15443;p58"/>
          <p:cNvGrpSpPr/>
          <p:nvPr/>
        </p:nvGrpSpPr>
        <p:grpSpPr>
          <a:xfrm>
            <a:off x="2957699" y="2329763"/>
            <a:ext cx="403651" cy="305996"/>
            <a:chOff x="2970874" y="2329763"/>
            <a:chExt cx="403651" cy="305996"/>
          </a:xfrm>
        </p:grpSpPr>
        <p:sp>
          <p:nvSpPr>
            <p:cNvPr id="15444" name="Google Shape;15444;p58"/>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58"/>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58"/>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58"/>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58"/>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58"/>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58"/>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58"/>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58"/>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3" name="Google Shape;15453;p58"/>
          <p:cNvGrpSpPr/>
          <p:nvPr/>
        </p:nvGrpSpPr>
        <p:grpSpPr>
          <a:xfrm>
            <a:off x="3532620" y="2318755"/>
            <a:ext cx="387835" cy="327933"/>
            <a:chOff x="3545795" y="2318755"/>
            <a:chExt cx="387835" cy="327933"/>
          </a:xfrm>
        </p:grpSpPr>
        <p:sp>
          <p:nvSpPr>
            <p:cNvPr id="15454" name="Google Shape;15454;p58"/>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58"/>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58"/>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57" name="Google Shape;15457;p58"/>
            <p:cNvGrpSpPr/>
            <p:nvPr/>
          </p:nvGrpSpPr>
          <p:grpSpPr>
            <a:xfrm>
              <a:off x="3545795" y="2322301"/>
              <a:ext cx="387835" cy="324387"/>
              <a:chOff x="3545795" y="2322301"/>
              <a:chExt cx="387835" cy="324387"/>
            </a:xfrm>
          </p:grpSpPr>
          <p:sp>
            <p:nvSpPr>
              <p:cNvPr id="15458" name="Google Shape;15458;p58"/>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58"/>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58"/>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58"/>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58"/>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58"/>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58"/>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465" name="Google Shape;15465;p58"/>
          <p:cNvGrpSpPr/>
          <p:nvPr/>
        </p:nvGrpSpPr>
        <p:grpSpPr>
          <a:xfrm>
            <a:off x="4705294" y="2306984"/>
            <a:ext cx="364294" cy="351552"/>
            <a:chOff x="4718468" y="2306984"/>
            <a:chExt cx="364294" cy="351552"/>
          </a:xfrm>
        </p:grpSpPr>
        <p:sp>
          <p:nvSpPr>
            <p:cNvPr id="15466" name="Google Shape;15466;p58"/>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58"/>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58"/>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58"/>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58"/>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58"/>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58"/>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58"/>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58"/>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58"/>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6" name="Google Shape;15476;p58"/>
          <p:cNvGrpSpPr/>
          <p:nvPr/>
        </p:nvGrpSpPr>
        <p:grpSpPr>
          <a:xfrm>
            <a:off x="4134734" y="2303017"/>
            <a:ext cx="361194" cy="359355"/>
            <a:chOff x="4147908" y="2303017"/>
            <a:chExt cx="361194" cy="359355"/>
          </a:xfrm>
        </p:grpSpPr>
        <p:sp>
          <p:nvSpPr>
            <p:cNvPr id="15477" name="Google Shape;15477;p58"/>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58"/>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58"/>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58"/>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58"/>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58"/>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58"/>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58"/>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58"/>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58"/>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58"/>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58"/>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58"/>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58"/>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1" name="Google Shape;15491;p58"/>
          <p:cNvGrpSpPr/>
          <p:nvPr/>
        </p:nvGrpSpPr>
        <p:grpSpPr>
          <a:xfrm>
            <a:off x="5278954" y="2299891"/>
            <a:ext cx="367027" cy="365214"/>
            <a:chOff x="5292128" y="2299891"/>
            <a:chExt cx="367027" cy="365214"/>
          </a:xfrm>
        </p:grpSpPr>
        <p:sp>
          <p:nvSpPr>
            <p:cNvPr id="15492" name="Google Shape;15492;p58"/>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58"/>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58"/>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58"/>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58"/>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58"/>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8" name="Google Shape;15498;p58"/>
          <p:cNvGrpSpPr/>
          <p:nvPr/>
        </p:nvGrpSpPr>
        <p:grpSpPr>
          <a:xfrm>
            <a:off x="5860443" y="2309901"/>
            <a:ext cx="345720" cy="345720"/>
            <a:chOff x="5873617" y="2309901"/>
            <a:chExt cx="345720" cy="345720"/>
          </a:xfrm>
        </p:grpSpPr>
        <p:sp>
          <p:nvSpPr>
            <p:cNvPr id="15499" name="Google Shape;15499;p58"/>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58"/>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58"/>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58"/>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58"/>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58"/>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58"/>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58"/>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58"/>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58"/>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58"/>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58"/>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58"/>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58"/>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58"/>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58"/>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58"/>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58"/>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58"/>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8" name="Google Shape;15518;p58"/>
          <p:cNvGrpSpPr/>
          <p:nvPr/>
        </p:nvGrpSpPr>
        <p:grpSpPr>
          <a:xfrm>
            <a:off x="6850154" y="2297710"/>
            <a:ext cx="391460" cy="370127"/>
            <a:chOff x="6863329" y="2297710"/>
            <a:chExt cx="391460" cy="370127"/>
          </a:xfrm>
        </p:grpSpPr>
        <p:sp>
          <p:nvSpPr>
            <p:cNvPr id="15519" name="Google Shape;15519;p58"/>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58"/>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58"/>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58"/>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58"/>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58"/>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58"/>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58"/>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58"/>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8" name="Google Shape;15528;p58"/>
          <p:cNvGrpSpPr/>
          <p:nvPr/>
        </p:nvGrpSpPr>
        <p:grpSpPr>
          <a:xfrm>
            <a:off x="7408313" y="2318518"/>
            <a:ext cx="342620" cy="328459"/>
            <a:chOff x="7421488" y="2318518"/>
            <a:chExt cx="342620" cy="328459"/>
          </a:xfrm>
        </p:grpSpPr>
        <p:sp>
          <p:nvSpPr>
            <p:cNvPr id="15529" name="Google Shape;15529;p58"/>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58"/>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58"/>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58"/>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58"/>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58"/>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58"/>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6" name="Google Shape;15536;p58"/>
          <p:cNvGrpSpPr/>
          <p:nvPr/>
        </p:nvGrpSpPr>
        <p:grpSpPr>
          <a:xfrm>
            <a:off x="2495198" y="2779889"/>
            <a:ext cx="337523" cy="337680"/>
            <a:chOff x="2508373" y="2779889"/>
            <a:chExt cx="337523" cy="337680"/>
          </a:xfrm>
        </p:grpSpPr>
        <p:sp>
          <p:nvSpPr>
            <p:cNvPr id="15537" name="Google Shape;15537;p58"/>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58"/>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58"/>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58"/>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58"/>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58"/>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3" name="Google Shape;15543;p58"/>
          <p:cNvGrpSpPr/>
          <p:nvPr/>
        </p:nvGrpSpPr>
        <p:grpSpPr>
          <a:xfrm>
            <a:off x="2137900" y="4141593"/>
            <a:ext cx="410613" cy="372229"/>
            <a:chOff x="1884401" y="4141593"/>
            <a:chExt cx="410613" cy="372229"/>
          </a:xfrm>
        </p:grpSpPr>
        <p:sp>
          <p:nvSpPr>
            <p:cNvPr id="15544" name="Google Shape;15544;p58"/>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58"/>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58"/>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58"/>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58"/>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58"/>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58"/>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1" name="Google Shape;15551;p58"/>
          <p:cNvGrpSpPr/>
          <p:nvPr/>
        </p:nvGrpSpPr>
        <p:grpSpPr>
          <a:xfrm>
            <a:off x="1417658" y="2773689"/>
            <a:ext cx="294515" cy="349897"/>
            <a:chOff x="1430832" y="2773689"/>
            <a:chExt cx="294515" cy="349897"/>
          </a:xfrm>
        </p:grpSpPr>
        <p:sp>
          <p:nvSpPr>
            <p:cNvPr id="15552" name="Google Shape;15552;p58"/>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58"/>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58"/>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58"/>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58"/>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58"/>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58"/>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58"/>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58"/>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58"/>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58"/>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58"/>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58"/>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5" name="Google Shape;15565;p58"/>
          <p:cNvGrpSpPr/>
          <p:nvPr/>
        </p:nvGrpSpPr>
        <p:grpSpPr>
          <a:xfrm>
            <a:off x="3069042" y="2788586"/>
            <a:ext cx="288866" cy="320236"/>
            <a:chOff x="3082217" y="2788586"/>
            <a:chExt cx="288866" cy="320236"/>
          </a:xfrm>
        </p:grpSpPr>
        <p:sp>
          <p:nvSpPr>
            <p:cNvPr id="15566" name="Google Shape;15566;p58"/>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58"/>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58"/>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58"/>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58"/>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58"/>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58"/>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3" name="Google Shape;15573;p58"/>
          <p:cNvGrpSpPr/>
          <p:nvPr/>
        </p:nvGrpSpPr>
        <p:grpSpPr>
          <a:xfrm>
            <a:off x="3597382" y="2780704"/>
            <a:ext cx="325017" cy="336052"/>
            <a:chOff x="3610557" y="2780704"/>
            <a:chExt cx="325017" cy="336052"/>
          </a:xfrm>
        </p:grpSpPr>
        <p:sp>
          <p:nvSpPr>
            <p:cNvPr id="15574" name="Google Shape;15574;p58"/>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58"/>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58"/>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7" name="Google Shape;15577;p58"/>
          <p:cNvGrpSpPr/>
          <p:nvPr/>
        </p:nvGrpSpPr>
        <p:grpSpPr>
          <a:xfrm>
            <a:off x="4165893" y="2811495"/>
            <a:ext cx="286475" cy="274390"/>
            <a:chOff x="4179067" y="2811495"/>
            <a:chExt cx="286475" cy="274390"/>
          </a:xfrm>
        </p:grpSpPr>
        <p:sp>
          <p:nvSpPr>
            <p:cNvPr id="15578" name="Google Shape;15578;p58"/>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58"/>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58"/>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58"/>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58"/>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58"/>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58"/>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58"/>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58"/>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7" name="Google Shape;15587;p58"/>
          <p:cNvGrpSpPr/>
          <p:nvPr/>
        </p:nvGrpSpPr>
        <p:grpSpPr>
          <a:xfrm>
            <a:off x="4673583" y="2762156"/>
            <a:ext cx="371047" cy="374199"/>
            <a:chOff x="4686757" y="2762156"/>
            <a:chExt cx="371047" cy="374199"/>
          </a:xfrm>
        </p:grpSpPr>
        <p:sp>
          <p:nvSpPr>
            <p:cNvPr id="15588" name="Google Shape;15588;p58"/>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58"/>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58"/>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58"/>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58"/>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58"/>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58"/>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5" name="Google Shape;15595;p58"/>
          <p:cNvGrpSpPr/>
          <p:nvPr/>
        </p:nvGrpSpPr>
        <p:grpSpPr>
          <a:xfrm>
            <a:off x="5208438" y="2784802"/>
            <a:ext cx="406567" cy="327855"/>
            <a:chOff x="5221613" y="2784802"/>
            <a:chExt cx="406567" cy="327855"/>
          </a:xfrm>
        </p:grpSpPr>
        <p:sp>
          <p:nvSpPr>
            <p:cNvPr id="15596" name="Google Shape;15596;p58"/>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58"/>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58"/>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58"/>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58"/>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58"/>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58"/>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58"/>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58"/>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58"/>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58"/>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58"/>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58"/>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58"/>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58"/>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58"/>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58"/>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58"/>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58"/>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58"/>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58"/>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58"/>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58"/>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58"/>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58"/>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58"/>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58"/>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58"/>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58"/>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58"/>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6" name="Google Shape;15626;p58"/>
          <p:cNvGrpSpPr/>
          <p:nvPr/>
        </p:nvGrpSpPr>
        <p:grpSpPr>
          <a:xfrm>
            <a:off x="5799412" y="2760921"/>
            <a:ext cx="303605" cy="375434"/>
            <a:chOff x="5812586" y="2760921"/>
            <a:chExt cx="303605" cy="375434"/>
          </a:xfrm>
        </p:grpSpPr>
        <p:sp>
          <p:nvSpPr>
            <p:cNvPr id="15627" name="Google Shape;15627;p58"/>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58"/>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58"/>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58"/>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58"/>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58"/>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58"/>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58"/>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58"/>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58"/>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58"/>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8" name="Google Shape;15638;p58"/>
          <p:cNvGrpSpPr/>
          <p:nvPr/>
        </p:nvGrpSpPr>
        <p:grpSpPr>
          <a:xfrm>
            <a:off x="6321499" y="2759633"/>
            <a:ext cx="378508" cy="378166"/>
            <a:chOff x="6334673" y="2759633"/>
            <a:chExt cx="378508" cy="378166"/>
          </a:xfrm>
        </p:grpSpPr>
        <p:sp>
          <p:nvSpPr>
            <p:cNvPr id="15639" name="Google Shape;15639;p58"/>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58"/>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58"/>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58"/>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3" name="Google Shape;15643;p58"/>
          <p:cNvGrpSpPr/>
          <p:nvPr/>
        </p:nvGrpSpPr>
        <p:grpSpPr>
          <a:xfrm>
            <a:off x="7999471" y="2806477"/>
            <a:ext cx="319763" cy="284505"/>
            <a:chOff x="8012645" y="2806477"/>
            <a:chExt cx="319763" cy="284505"/>
          </a:xfrm>
        </p:grpSpPr>
        <p:sp>
          <p:nvSpPr>
            <p:cNvPr id="15644" name="Google Shape;15644;p58"/>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58"/>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58"/>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58"/>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58"/>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58"/>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58"/>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58"/>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58"/>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58"/>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4" name="Google Shape;15654;p58"/>
          <p:cNvGrpSpPr/>
          <p:nvPr/>
        </p:nvGrpSpPr>
        <p:grpSpPr>
          <a:xfrm>
            <a:off x="2707935" y="4162138"/>
            <a:ext cx="385339" cy="388071"/>
            <a:chOff x="2454435" y="4162138"/>
            <a:chExt cx="385339" cy="388071"/>
          </a:xfrm>
        </p:grpSpPr>
        <p:sp>
          <p:nvSpPr>
            <p:cNvPr id="15655" name="Google Shape;15655;p58"/>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58"/>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58"/>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58"/>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58"/>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58"/>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58"/>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58"/>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58"/>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58"/>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58"/>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6" name="Google Shape;15666;p58"/>
          <p:cNvGrpSpPr/>
          <p:nvPr/>
        </p:nvGrpSpPr>
        <p:grpSpPr>
          <a:xfrm>
            <a:off x="3855439" y="4161192"/>
            <a:ext cx="275178" cy="388912"/>
            <a:chOff x="3601939" y="4161192"/>
            <a:chExt cx="275178" cy="388912"/>
          </a:xfrm>
        </p:grpSpPr>
        <p:sp>
          <p:nvSpPr>
            <p:cNvPr id="15667" name="Google Shape;15667;p58"/>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58"/>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58"/>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58"/>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58"/>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58"/>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58"/>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58"/>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58"/>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58"/>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7" name="Google Shape;15677;p58"/>
          <p:cNvGrpSpPr/>
          <p:nvPr/>
        </p:nvGrpSpPr>
        <p:grpSpPr>
          <a:xfrm>
            <a:off x="822849" y="3215146"/>
            <a:ext cx="375802" cy="371677"/>
            <a:chOff x="836023" y="3215146"/>
            <a:chExt cx="375802" cy="371677"/>
          </a:xfrm>
        </p:grpSpPr>
        <p:sp>
          <p:nvSpPr>
            <p:cNvPr id="15678" name="Google Shape;15678;p58"/>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58"/>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58"/>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58"/>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58"/>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58"/>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58"/>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58"/>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58"/>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58"/>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58"/>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58"/>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58"/>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58"/>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58"/>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58"/>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4" name="Google Shape;15694;p58"/>
          <p:cNvGrpSpPr/>
          <p:nvPr/>
        </p:nvGrpSpPr>
        <p:grpSpPr>
          <a:xfrm>
            <a:off x="1343123" y="3210890"/>
            <a:ext cx="431368" cy="380189"/>
            <a:chOff x="1356297" y="3210890"/>
            <a:chExt cx="431368" cy="380189"/>
          </a:xfrm>
        </p:grpSpPr>
        <p:sp>
          <p:nvSpPr>
            <p:cNvPr id="15695" name="Google Shape;15695;p58"/>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58"/>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58"/>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58"/>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58"/>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58"/>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58"/>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58"/>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58"/>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58"/>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58"/>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58"/>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58"/>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8" name="Google Shape;15708;p58"/>
          <p:cNvGrpSpPr/>
          <p:nvPr/>
        </p:nvGrpSpPr>
        <p:grpSpPr>
          <a:xfrm>
            <a:off x="1890563" y="3215540"/>
            <a:ext cx="411874" cy="370731"/>
            <a:chOff x="1903737" y="3215540"/>
            <a:chExt cx="411874" cy="370731"/>
          </a:xfrm>
        </p:grpSpPr>
        <p:sp>
          <p:nvSpPr>
            <p:cNvPr id="15709" name="Google Shape;15709;p58"/>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58"/>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58"/>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58"/>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58"/>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58"/>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58"/>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58"/>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58"/>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8" name="Google Shape;15718;p58"/>
          <p:cNvGrpSpPr/>
          <p:nvPr/>
        </p:nvGrpSpPr>
        <p:grpSpPr>
          <a:xfrm>
            <a:off x="2455290" y="3248854"/>
            <a:ext cx="397818" cy="304078"/>
            <a:chOff x="2468465" y="3248854"/>
            <a:chExt cx="397818" cy="304078"/>
          </a:xfrm>
        </p:grpSpPr>
        <p:sp>
          <p:nvSpPr>
            <p:cNvPr id="15719" name="Google Shape;15719;p58"/>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58"/>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58"/>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58"/>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58"/>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58"/>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5" name="Google Shape;15725;p58"/>
          <p:cNvGrpSpPr/>
          <p:nvPr/>
        </p:nvGrpSpPr>
        <p:grpSpPr>
          <a:xfrm>
            <a:off x="3003992" y="3216013"/>
            <a:ext cx="394376" cy="369812"/>
            <a:chOff x="3017166" y="3216013"/>
            <a:chExt cx="394376" cy="369812"/>
          </a:xfrm>
        </p:grpSpPr>
        <p:sp>
          <p:nvSpPr>
            <p:cNvPr id="15726" name="Google Shape;15726;p58"/>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58"/>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8" name="Google Shape;15728;p58"/>
          <p:cNvGrpSpPr/>
          <p:nvPr/>
        </p:nvGrpSpPr>
        <p:grpSpPr>
          <a:xfrm>
            <a:off x="4196868" y="3213228"/>
            <a:ext cx="199014" cy="375408"/>
            <a:chOff x="4210043" y="3213228"/>
            <a:chExt cx="199014" cy="375408"/>
          </a:xfrm>
        </p:grpSpPr>
        <p:sp>
          <p:nvSpPr>
            <p:cNvPr id="15729" name="Google Shape;15729;p58"/>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58"/>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58"/>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58"/>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58"/>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58"/>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58"/>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58"/>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58"/>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58"/>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9" name="Google Shape;15739;p58"/>
          <p:cNvGrpSpPr/>
          <p:nvPr/>
        </p:nvGrpSpPr>
        <p:grpSpPr>
          <a:xfrm>
            <a:off x="4804971" y="3203323"/>
            <a:ext cx="77845" cy="395165"/>
            <a:chOff x="4818146" y="3203323"/>
            <a:chExt cx="77845" cy="395165"/>
          </a:xfrm>
        </p:grpSpPr>
        <p:sp>
          <p:nvSpPr>
            <p:cNvPr id="15740" name="Google Shape;15740;p58"/>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58"/>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58"/>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58"/>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58"/>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58"/>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58"/>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58"/>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8" name="Google Shape;15748;p58"/>
          <p:cNvGrpSpPr/>
          <p:nvPr/>
        </p:nvGrpSpPr>
        <p:grpSpPr>
          <a:xfrm>
            <a:off x="5215716" y="3235428"/>
            <a:ext cx="344091" cy="332767"/>
            <a:chOff x="5228890" y="3235428"/>
            <a:chExt cx="344091" cy="332767"/>
          </a:xfrm>
        </p:grpSpPr>
        <p:sp>
          <p:nvSpPr>
            <p:cNvPr id="15749" name="Google Shape;15749;p58"/>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58"/>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58"/>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58"/>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58"/>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4" name="Google Shape;15754;p58"/>
          <p:cNvGrpSpPr/>
          <p:nvPr/>
        </p:nvGrpSpPr>
        <p:grpSpPr>
          <a:xfrm>
            <a:off x="5744739" y="3227047"/>
            <a:ext cx="388544" cy="347927"/>
            <a:chOff x="5757913" y="3227047"/>
            <a:chExt cx="388544" cy="347927"/>
          </a:xfrm>
        </p:grpSpPr>
        <p:sp>
          <p:nvSpPr>
            <p:cNvPr id="15755" name="Google Shape;15755;p58"/>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58"/>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57" name="Google Shape;15757;p58"/>
          <p:cNvSpPr/>
          <p:nvPr/>
        </p:nvSpPr>
        <p:spPr>
          <a:xfrm>
            <a:off x="7189280"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58" name="Google Shape;15758;p58"/>
          <p:cNvGrpSpPr/>
          <p:nvPr/>
        </p:nvGrpSpPr>
        <p:grpSpPr>
          <a:xfrm>
            <a:off x="6881681" y="3227074"/>
            <a:ext cx="324938" cy="347717"/>
            <a:chOff x="6894856" y="3227074"/>
            <a:chExt cx="324938" cy="347717"/>
          </a:xfrm>
        </p:grpSpPr>
        <p:sp>
          <p:nvSpPr>
            <p:cNvPr id="15759" name="Google Shape;15759;p58"/>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58"/>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58"/>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58"/>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58"/>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58"/>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58"/>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58"/>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58"/>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58"/>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58"/>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58"/>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58"/>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58"/>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58"/>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4" name="Google Shape;15774;p58"/>
          <p:cNvGrpSpPr/>
          <p:nvPr/>
        </p:nvGrpSpPr>
        <p:grpSpPr>
          <a:xfrm>
            <a:off x="7401772" y="3220873"/>
            <a:ext cx="360091" cy="360117"/>
            <a:chOff x="7414946" y="3220873"/>
            <a:chExt cx="360091" cy="360117"/>
          </a:xfrm>
        </p:grpSpPr>
        <p:sp>
          <p:nvSpPr>
            <p:cNvPr id="15775" name="Google Shape;15775;p58"/>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58"/>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58"/>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58"/>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58"/>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58"/>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58"/>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58"/>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58"/>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58"/>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58"/>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6" name="Google Shape;15786;p58"/>
          <p:cNvGrpSpPr/>
          <p:nvPr/>
        </p:nvGrpSpPr>
        <p:grpSpPr>
          <a:xfrm>
            <a:off x="8014052" y="3215041"/>
            <a:ext cx="231829" cy="371782"/>
            <a:chOff x="8027227" y="3215041"/>
            <a:chExt cx="231829" cy="371782"/>
          </a:xfrm>
        </p:grpSpPr>
        <p:sp>
          <p:nvSpPr>
            <p:cNvPr id="15787" name="Google Shape;15787;p58"/>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58"/>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58"/>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58"/>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58"/>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58"/>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58"/>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58"/>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58"/>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58"/>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7" name="Google Shape;15797;p58"/>
          <p:cNvGrpSpPr/>
          <p:nvPr/>
        </p:nvGrpSpPr>
        <p:grpSpPr>
          <a:xfrm>
            <a:off x="4347102" y="4146138"/>
            <a:ext cx="395638" cy="420544"/>
            <a:chOff x="4093603" y="4146138"/>
            <a:chExt cx="395638" cy="420544"/>
          </a:xfrm>
        </p:grpSpPr>
        <p:sp>
          <p:nvSpPr>
            <p:cNvPr id="15798" name="Google Shape;15798;p58"/>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58"/>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58"/>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58"/>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58"/>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58"/>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58"/>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58"/>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58"/>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58"/>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58"/>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58"/>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58"/>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58"/>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58"/>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58"/>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58"/>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5" name="Google Shape;15815;p58"/>
          <p:cNvGrpSpPr/>
          <p:nvPr/>
        </p:nvGrpSpPr>
        <p:grpSpPr>
          <a:xfrm>
            <a:off x="4897905" y="4162322"/>
            <a:ext cx="392065" cy="387887"/>
            <a:chOff x="4644406" y="4162322"/>
            <a:chExt cx="392065" cy="387887"/>
          </a:xfrm>
        </p:grpSpPr>
        <p:sp>
          <p:nvSpPr>
            <p:cNvPr id="15816" name="Google Shape;15816;p58"/>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58"/>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58"/>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58"/>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58"/>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58"/>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2" name="Google Shape;15822;p58"/>
          <p:cNvGrpSpPr/>
          <p:nvPr/>
        </p:nvGrpSpPr>
        <p:grpSpPr>
          <a:xfrm>
            <a:off x="5981882" y="4221698"/>
            <a:ext cx="417128" cy="269162"/>
            <a:chOff x="5728383" y="4221698"/>
            <a:chExt cx="417128" cy="269162"/>
          </a:xfrm>
        </p:grpSpPr>
        <p:sp>
          <p:nvSpPr>
            <p:cNvPr id="15823" name="Google Shape;15823;p58"/>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58"/>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58"/>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58"/>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58"/>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58"/>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58"/>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58"/>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58"/>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58"/>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58"/>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58"/>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5" name="Google Shape;15835;p58"/>
          <p:cNvGrpSpPr/>
          <p:nvPr/>
        </p:nvGrpSpPr>
        <p:grpSpPr>
          <a:xfrm>
            <a:off x="821036" y="3696905"/>
            <a:ext cx="371782" cy="342751"/>
            <a:chOff x="834210" y="3696905"/>
            <a:chExt cx="371782" cy="342751"/>
          </a:xfrm>
        </p:grpSpPr>
        <p:sp>
          <p:nvSpPr>
            <p:cNvPr id="15836" name="Google Shape;15836;p58"/>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58"/>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58"/>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58"/>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58"/>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58"/>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58"/>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58"/>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58"/>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58"/>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58"/>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58"/>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8" name="Google Shape;15848;p58"/>
          <p:cNvGrpSpPr/>
          <p:nvPr/>
        </p:nvGrpSpPr>
        <p:grpSpPr>
          <a:xfrm>
            <a:off x="1346223" y="3682271"/>
            <a:ext cx="395296" cy="371966"/>
            <a:chOff x="1359398" y="3682271"/>
            <a:chExt cx="395296" cy="371966"/>
          </a:xfrm>
        </p:grpSpPr>
        <p:sp>
          <p:nvSpPr>
            <p:cNvPr id="15849" name="Google Shape;15849;p58"/>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58"/>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58"/>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58"/>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58"/>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58"/>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58"/>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6" name="Google Shape;15856;p58"/>
          <p:cNvGrpSpPr/>
          <p:nvPr/>
        </p:nvGrpSpPr>
        <p:grpSpPr>
          <a:xfrm>
            <a:off x="1894924" y="3682271"/>
            <a:ext cx="395296" cy="371966"/>
            <a:chOff x="1908099" y="3682271"/>
            <a:chExt cx="395296" cy="371966"/>
          </a:xfrm>
        </p:grpSpPr>
        <p:sp>
          <p:nvSpPr>
            <p:cNvPr id="15857" name="Google Shape;15857;p58"/>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58"/>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58"/>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58"/>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58"/>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58"/>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58"/>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4" name="Google Shape;15864;p58"/>
          <p:cNvGrpSpPr/>
          <p:nvPr/>
        </p:nvGrpSpPr>
        <p:grpSpPr>
          <a:xfrm>
            <a:off x="2443625" y="3682271"/>
            <a:ext cx="395270" cy="371966"/>
            <a:chOff x="2456800" y="3682271"/>
            <a:chExt cx="395270" cy="371966"/>
          </a:xfrm>
        </p:grpSpPr>
        <p:sp>
          <p:nvSpPr>
            <p:cNvPr id="15865" name="Google Shape;15865;p58"/>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58"/>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58"/>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58"/>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58"/>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58"/>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58"/>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58"/>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58"/>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4" name="Google Shape;15874;p58"/>
          <p:cNvGrpSpPr/>
          <p:nvPr/>
        </p:nvGrpSpPr>
        <p:grpSpPr>
          <a:xfrm>
            <a:off x="3001075" y="3682271"/>
            <a:ext cx="391092" cy="371940"/>
            <a:chOff x="3014250" y="3682271"/>
            <a:chExt cx="391092" cy="371940"/>
          </a:xfrm>
        </p:grpSpPr>
        <p:sp>
          <p:nvSpPr>
            <p:cNvPr id="15875" name="Google Shape;15875;p58"/>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58"/>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58"/>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8" name="Google Shape;15878;p58"/>
          <p:cNvGrpSpPr/>
          <p:nvPr/>
        </p:nvGrpSpPr>
        <p:grpSpPr>
          <a:xfrm>
            <a:off x="3555950" y="3702947"/>
            <a:ext cx="388728" cy="330692"/>
            <a:chOff x="3569125" y="3702947"/>
            <a:chExt cx="388728" cy="330692"/>
          </a:xfrm>
        </p:grpSpPr>
        <p:sp>
          <p:nvSpPr>
            <p:cNvPr id="15879" name="Google Shape;15879;p58"/>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58"/>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58"/>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58"/>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3" name="Google Shape;15883;p58"/>
          <p:cNvGrpSpPr/>
          <p:nvPr/>
        </p:nvGrpSpPr>
        <p:grpSpPr>
          <a:xfrm>
            <a:off x="4098819" y="3682455"/>
            <a:ext cx="387992" cy="371625"/>
            <a:chOff x="4111994" y="3682455"/>
            <a:chExt cx="387992" cy="371625"/>
          </a:xfrm>
        </p:grpSpPr>
        <p:sp>
          <p:nvSpPr>
            <p:cNvPr id="15884" name="Google Shape;15884;p58"/>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58"/>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6" name="Google Shape;15886;p58"/>
          <p:cNvGrpSpPr/>
          <p:nvPr/>
        </p:nvGrpSpPr>
        <p:grpSpPr>
          <a:xfrm>
            <a:off x="4661734" y="3682271"/>
            <a:ext cx="371966" cy="371966"/>
            <a:chOff x="4674908" y="3682271"/>
            <a:chExt cx="371966" cy="371966"/>
          </a:xfrm>
        </p:grpSpPr>
        <p:sp>
          <p:nvSpPr>
            <p:cNvPr id="15887" name="Google Shape;15887;p58"/>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58"/>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58"/>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58"/>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1" name="Google Shape;15891;p58"/>
          <p:cNvGrpSpPr/>
          <p:nvPr/>
        </p:nvGrpSpPr>
        <p:grpSpPr>
          <a:xfrm>
            <a:off x="5210435" y="3731112"/>
            <a:ext cx="371782" cy="274285"/>
            <a:chOff x="5223609" y="3731112"/>
            <a:chExt cx="371782" cy="274285"/>
          </a:xfrm>
        </p:grpSpPr>
        <p:sp>
          <p:nvSpPr>
            <p:cNvPr id="15892" name="Google Shape;15892;p58"/>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58"/>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94" name="Google Shape;15894;p58"/>
          <p:cNvSpPr/>
          <p:nvPr/>
        </p:nvSpPr>
        <p:spPr>
          <a:xfrm>
            <a:off x="5799044"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95" name="Google Shape;15895;p58"/>
          <p:cNvGrpSpPr/>
          <p:nvPr/>
        </p:nvGrpSpPr>
        <p:grpSpPr>
          <a:xfrm>
            <a:off x="6306734" y="3696721"/>
            <a:ext cx="373963" cy="343119"/>
            <a:chOff x="6319908" y="3696721"/>
            <a:chExt cx="373963" cy="343119"/>
          </a:xfrm>
        </p:grpSpPr>
        <p:sp>
          <p:nvSpPr>
            <p:cNvPr id="15896" name="Google Shape;15896;p58"/>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58"/>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58"/>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58"/>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58"/>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58"/>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58"/>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58"/>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58"/>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5" name="Google Shape;15905;p58"/>
          <p:cNvGrpSpPr/>
          <p:nvPr/>
        </p:nvGrpSpPr>
        <p:grpSpPr>
          <a:xfrm>
            <a:off x="6858167" y="3740044"/>
            <a:ext cx="371966" cy="256420"/>
            <a:chOff x="6871342" y="3740044"/>
            <a:chExt cx="371966" cy="256420"/>
          </a:xfrm>
        </p:grpSpPr>
        <p:sp>
          <p:nvSpPr>
            <p:cNvPr id="15906" name="Google Shape;15906;p58"/>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58"/>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58"/>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58"/>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58"/>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58"/>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58"/>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58"/>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58"/>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58"/>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58"/>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58"/>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8" name="Google Shape;15918;p58"/>
          <p:cNvGrpSpPr/>
          <p:nvPr/>
        </p:nvGrpSpPr>
        <p:grpSpPr>
          <a:xfrm>
            <a:off x="7389187" y="3681535"/>
            <a:ext cx="402757" cy="372728"/>
            <a:chOff x="7402362" y="3681535"/>
            <a:chExt cx="402757" cy="372728"/>
          </a:xfrm>
        </p:grpSpPr>
        <p:sp>
          <p:nvSpPr>
            <p:cNvPr id="15919" name="Google Shape;15919;p58"/>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58"/>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58"/>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58"/>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58"/>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58"/>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58"/>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58"/>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58"/>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58"/>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58"/>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58"/>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58"/>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58"/>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58"/>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58"/>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5" name="Google Shape;15935;p58"/>
          <p:cNvGrpSpPr/>
          <p:nvPr/>
        </p:nvGrpSpPr>
        <p:grpSpPr>
          <a:xfrm>
            <a:off x="7947530" y="3736235"/>
            <a:ext cx="378902" cy="264065"/>
            <a:chOff x="7960705" y="3736235"/>
            <a:chExt cx="378902" cy="264065"/>
          </a:xfrm>
        </p:grpSpPr>
        <p:sp>
          <p:nvSpPr>
            <p:cNvPr id="15936" name="Google Shape;15936;p58"/>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58"/>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58"/>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58"/>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58"/>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58"/>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58"/>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58"/>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58"/>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58"/>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58"/>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58"/>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58"/>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58"/>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0" name="Google Shape;15950;p58"/>
          <p:cNvGrpSpPr/>
          <p:nvPr/>
        </p:nvGrpSpPr>
        <p:grpSpPr>
          <a:xfrm>
            <a:off x="6654327" y="4162270"/>
            <a:ext cx="166200" cy="388019"/>
            <a:chOff x="6400828" y="4162270"/>
            <a:chExt cx="166200" cy="388019"/>
          </a:xfrm>
        </p:grpSpPr>
        <p:sp>
          <p:nvSpPr>
            <p:cNvPr id="15951" name="Google Shape;15951;p58"/>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58"/>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58"/>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58"/>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58"/>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58"/>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58"/>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8" name="Google Shape;15958;p58"/>
          <p:cNvGrpSpPr/>
          <p:nvPr/>
        </p:nvGrpSpPr>
        <p:grpSpPr>
          <a:xfrm>
            <a:off x="7173314" y="4162270"/>
            <a:ext cx="225260" cy="388019"/>
            <a:chOff x="6919815" y="4162270"/>
            <a:chExt cx="225260" cy="388019"/>
          </a:xfrm>
        </p:grpSpPr>
        <p:sp>
          <p:nvSpPr>
            <p:cNvPr id="15959" name="Google Shape;15959;p58"/>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58"/>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58"/>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58"/>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58"/>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58"/>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58"/>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58"/>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7" name="Google Shape;15967;p58"/>
          <p:cNvGrpSpPr/>
          <p:nvPr/>
        </p:nvGrpSpPr>
        <p:grpSpPr>
          <a:xfrm>
            <a:off x="7639099" y="4177035"/>
            <a:ext cx="388728" cy="358383"/>
            <a:chOff x="7385600" y="4177035"/>
            <a:chExt cx="388728" cy="358383"/>
          </a:xfrm>
        </p:grpSpPr>
        <p:sp>
          <p:nvSpPr>
            <p:cNvPr id="15968" name="Google Shape;15968;p58"/>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58"/>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58"/>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58"/>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58"/>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58"/>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58"/>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5" name="Google Shape;15975;p58"/>
          <p:cNvGrpSpPr/>
          <p:nvPr/>
        </p:nvGrpSpPr>
        <p:grpSpPr>
          <a:xfrm>
            <a:off x="3611911" y="3259862"/>
            <a:ext cx="369207" cy="258259"/>
            <a:chOff x="3625085" y="3259862"/>
            <a:chExt cx="369207" cy="258259"/>
          </a:xfrm>
        </p:grpSpPr>
        <p:sp>
          <p:nvSpPr>
            <p:cNvPr id="15976" name="Google Shape;15976;p58"/>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58"/>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58"/>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58"/>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58"/>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58"/>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58"/>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58"/>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58"/>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58"/>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58"/>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58"/>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58"/>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9" name="Google Shape;15989;p58"/>
          <p:cNvGrpSpPr/>
          <p:nvPr/>
        </p:nvGrpSpPr>
        <p:grpSpPr>
          <a:xfrm>
            <a:off x="6304185" y="3276808"/>
            <a:ext cx="363217" cy="248590"/>
            <a:chOff x="6317360" y="3276808"/>
            <a:chExt cx="363217" cy="248590"/>
          </a:xfrm>
        </p:grpSpPr>
        <p:sp>
          <p:nvSpPr>
            <p:cNvPr id="15990" name="Google Shape;15990;p58"/>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58"/>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58"/>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58"/>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58"/>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58"/>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58"/>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58"/>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58"/>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58"/>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58"/>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58"/>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58"/>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58"/>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58"/>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58"/>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58"/>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58"/>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58"/>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58"/>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58"/>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58"/>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58"/>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58"/>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58"/>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58"/>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58"/>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7" name="Google Shape;16017;p58"/>
          <p:cNvGrpSpPr/>
          <p:nvPr/>
        </p:nvGrpSpPr>
        <p:grpSpPr>
          <a:xfrm>
            <a:off x="5337891" y="4183682"/>
            <a:ext cx="504064" cy="325595"/>
            <a:chOff x="5084391" y="4183682"/>
            <a:chExt cx="504064" cy="325595"/>
          </a:xfrm>
        </p:grpSpPr>
        <p:sp>
          <p:nvSpPr>
            <p:cNvPr id="16018" name="Google Shape;16018;p58"/>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58"/>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58"/>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58"/>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58"/>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58"/>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58"/>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58"/>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58"/>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58"/>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58"/>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58"/>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58"/>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58"/>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58"/>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58"/>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4" name="Google Shape;16034;p58"/>
          <p:cNvGrpSpPr/>
          <p:nvPr/>
        </p:nvGrpSpPr>
        <p:grpSpPr>
          <a:xfrm>
            <a:off x="7934420" y="2347996"/>
            <a:ext cx="379795" cy="267165"/>
            <a:chOff x="7947595" y="2347996"/>
            <a:chExt cx="379795" cy="267165"/>
          </a:xfrm>
        </p:grpSpPr>
        <p:sp>
          <p:nvSpPr>
            <p:cNvPr id="16035" name="Google Shape;16035;p58"/>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58"/>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58"/>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58"/>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58"/>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58"/>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58"/>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58"/>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58"/>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4" name="Google Shape;16044;p58"/>
          <p:cNvGrpSpPr/>
          <p:nvPr/>
        </p:nvGrpSpPr>
        <p:grpSpPr>
          <a:xfrm>
            <a:off x="6387469" y="2310269"/>
            <a:ext cx="275362" cy="338784"/>
            <a:chOff x="6400644" y="2310269"/>
            <a:chExt cx="275362" cy="338784"/>
          </a:xfrm>
        </p:grpSpPr>
        <p:sp>
          <p:nvSpPr>
            <p:cNvPr id="16045" name="Google Shape;16045;p58"/>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58"/>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58"/>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58"/>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58"/>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58"/>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58"/>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58"/>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58"/>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58"/>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58"/>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58"/>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58"/>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8" name="Google Shape;16058;p58"/>
          <p:cNvGrpSpPr/>
          <p:nvPr/>
        </p:nvGrpSpPr>
        <p:grpSpPr>
          <a:xfrm>
            <a:off x="1595767" y="4161009"/>
            <a:ext cx="359565" cy="358094"/>
            <a:chOff x="1342268" y="4161009"/>
            <a:chExt cx="359565" cy="358094"/>
          </a:xfrm>
        </p:grpSpPr>
        <p:sp>
          <p:nvSpPr>
            <p:cNvPr id="16059" name="Google Shape;16059;p58"/>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58"/>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58"/>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58"/>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58"/>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58"/>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58"/>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58"/>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58"/>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8" name="Google Shape;16068;p58"/>
          <p:cNvGrpSpPr/>
          <p:nvPr/>
        </p:nvGrpSpPr>
        <p:grpSpPr>
          <a:xfrm>
            <a:off x="1899837" y="2764940"/>
            <a:ext cx="417523" cy="374252"/>
            <a:chOff x="1913012" y="2764940"/>
            <a:chExt cx="417523" cy="374252"/>
          </a:xfrm>
        </p:grpSpPr>
        <p:sp>
          <p:nvSpPr>
            <p:cNvPr id="16069" name="Google Shape;16069;p58"/>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58"/>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58"/>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58"/>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58"/>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58"/>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58"/>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58"/>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58"/>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58"/>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58"/>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58"/>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1" name="Google Shape;16081;p58"/>
          <p:cNvGrpSpPr/>
          <p:nvPr/>
        </p:nvGrpSpPr>
        <p:grpSpPr>
          <a:xfrm>
            <a:off x="817568" y="2763601"/>
            <a:ext cx="384734" cy="381556"/>
            <a:chOff x="830742" y="2763601"/>
            <a:chExt cx="384734" cy="381556"/>
          </a:xfrm>
        </p:grpSpPr>
        <p:sp>
          <p:nvSpPr>
            <p:cNvPr id="16082" name="Google Shape;16082;p58"/>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58"/>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58"/>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58"/>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58"/>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58"/>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58"/>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58"/>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58"/>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58"/>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58"/>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58"/>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58"/>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58"/>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58"/>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58"/>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58"/>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58"/>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58"/>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58"/>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58"/>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3" name="Google Shape;16103;p58"/>
          <p:cNvGrpSpPr/>
          <p:nvPr/>
        </p:nvGrpSpPr>
        <p:grpSpPr>
          <a:xfrm>
            <a:off x="3260997" y="4183419"/>
            <a:ext cx="375434" cy="329667"/>
            <a:chOff x="3007498" y="4183419"/>
            <a:chExt cx="375434" cy="329667"/>
          </a:xfrm>
        </p:grpSpPr>
        <p:sp>
          <p:nvSpPr>
            <p:cNvPr id="16104" name="Google Shape;16104;p58"/>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58"/>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58"/>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58"/>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58"/>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58"/>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58"/>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58"/>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58"/>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58"/>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58"/>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58"/>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58"/>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58"/>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58"/>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58"/>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58"/>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58"/>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58"/>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58"/>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4" name="Google Shape;16124;p58"/>
          <p:cNvGrpSpPr/>
          <p:nvPr/>
        </p:nvGrpSpPr>
        <p:grpSpPr>
          <a:xfrm>
            <a:off x="6906101" y="2766990"/>
            <a:ext cx="274550" cy="354728"/>
            <a:chOff x="7606826" y="2419290"/>
            <a:chExt cx="274550" cy="354728"/>
          </a:xfrm>
        </p:grpSpPr>
        <p:sp>
          <p:nvSpPr>
            <p:cNvPr id="16125" name="Google Shape;16125;p58"/>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58"/>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58"/>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58"/>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58"/>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58"/>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58"/>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58"/>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58"/>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58"/>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58"/>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58"/>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58"/>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58"/>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58"/>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0" name="Google Shape;16140;p58"/>
          <p:cNvGrpSpPr/>
          <p:nvPr/>
        </p:nvGrpSpPr>
        <p:grpSpPr>
          <a:xfrm>
            <a:off x="7536994" y="2777003"/>
            <a:ext cx="263316" cy="354728"/>
            <a:chOff x="8062968" y="2419290"/>
            <a:chExt cx="263316" cy="354728"/>
          </a:xfrm>
        </p:grpSpPr>
        <p:sp>
          <p:nvSpPr>
            <p:cNvPr id="16141" name="Google Shape;16141;p58"/>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58"/>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58"/>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58"/>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58"/>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58"/>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58"/>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58"/>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58"/>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58"/>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58"/>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58"/>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58"/>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58"/>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58"/>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58"/>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58"/>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58" name="Google Shape;16158;p58"/>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endParaRPr sz="1100">
              <a:solidFill>
                <a:srgbClr val="435D74"/>
              </a:solidFill>
            </a:endParaRPr>
          </a:p>
        </p:txBody>
      </p:sp>
      <p:sp>
        <p:nvSpPr>
          <p:cNvPr id="16159" name="Google Shape;16159;p58"/>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16160" name="Google Shape;16160;p58"/>
          <p:cNvGrpSpPr/>
          <p:nvPr/>
        </p:nvGrpSpPr>
        <p:grpSpPr>
          <a:xfrm>
            <a:off x="1089824" y="4149725"/>
            <a:ext cx="364280" cy="363684"/>
            <a:chOff x="836325" y="4149725"/>
            <a:chExt cx="364280" cy="363684"/>
          </a:xfrm>
        </p:grpSpPr>
        <p:sp>
          <p:nvSpPr>
            <p:cNvPr id="16161" name="Google Shape;16161;p58"/>
            <p:cNvSpPr/>
            <p:nvPr/>
          </p:nvSpPr>
          <p:spPr>
            <a:xfrm>
              <a:off x="836325" y="4428035"/>
              <a:ext cx="86394" cy="85374"/>
            </a:xfrm>
            <a:custGeom>
              <a:rect b="b" l="l" r="r" t="t"/>
              <a:pathLst>
                <a:path extrusionOk="0" h="10203" w="10325">
                  <a:moveTo>
                    <a:pt x="9626" y="1"/>
                  </a:moveTo>
                  <a:cubicBezTo>
                    <a:pt x="9463" y="1"/>
                    <a:pt x="9300" y="63"/>
                    <a:pt x="9176" y="187"/>
                  </a:cubicBezTo>
                  <a:lnTo>
                    <a:pt x="248" y="9115"/>
                  </a:lnTo>
                  <a:cubicBezTo>
                    <a:pt x="0" y="9364"/>
                    <a:pt x="0" y="9767"/>
                    <a:pt x="248" y="10015"/>
                  </a:cubicBezTo>
                  <a:cubicBezTo>
                    <a:pt x="374" y="10140"/>
                    <a:pt x="537" y="10202"/>
                    <a:pt x="699" y="10202"/>
                  </a:cubicBezTo>
                  <a:cubicBezTo>
                    <a:pt x="862" y="10202"/>
                    <a:pt x="1025" y="10140"/>
                    <a:pt x="1149" y="10015"/>
                  </a:cubicBezTo>
                  <a:lnTo>
                    <a:pt x="10077" y="1088"/>
                  </a:lnTo>
                  <a:cubicBezTo>
                    <a:pt x="10325" y="839"/>
                    <a:pt x="10325" y="436"/>
                    <a:pt x="10077" y="187"/>
                  </a:cubicBezTo>
                  <a:cubicBezTo>
                    <a:pt x="9952" y="63"/>
                    <a:pt x="9789" y="1"/>
                    <a:pt x="962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58"/>
            <p:cNvSpPr/>
            <p:nvPr/>
          </p:nvSpPr>
          <p:spPr>
            <a:xfrm>
              <a:off x="836325" y="4373908"/>
              <a:ext cx="60045" cy="58999"/>
            </a:xfrm>
            <a:custGeom>
              <a:rect b="b" l="l" r="r" t="t"/>
              <a:pathLst>
                <a:path extrusionOk="0" h="7051" w="7176">
                  <a:moveTo>
                    <a:pt x="6476" y="0"/>
                  </a:moveTo>
                  <a:cubicBezTo>
                    <a:pt x="6313" y="0"/>
                    <a:pt x="6150" y="62"/>
                    <a:pt x="6025" y="187"/>
                  </a:cubicBezTo>
                  <a:lnTo>
                    <a:pt x="248" y="5964"/>
                  </a:lnTo>
                  <a:cubicBezTo>
                    <a:pt x="0" y="6213"/>
                    <a:pt x="0" y="6616"/>
                    <a:pt x="248" y="6864"/>
                  </a:cubicBezTo>
                  <a:cubicBezTo>
                    <a:pt x="374" y="6988"/>
                    <a:pt x="535" y="7051"/>
                    <a:pt x="699" y="7051"/>
                  </a:cubicBezTo>
                  <a:cubicBezTo>
                    <a:pt x="862" y="7051"/>
                    <a:pt x="1025" y="6989"/>
                    <a:pt x="1149" y="6864"/>
                  </a:cubicBezTo>
                  <a:lnTo>
                    <a:pt x="6926" y="1087"/>
                  </a:lnTo>
                  <a:cubicBezTo>
                    <a:pt x="7175" y="839"/>
                    <a:pt x="7175" y="436"/>
                    <a:pt x="6926" y="187"/>
                  </a:cubicBezTo>
                  <a:cubicBezTo>
                    <a:pt x="6802" y="62"/>
                    <a:pt x="6639" y="0"/>
                    <a:pt x="647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58"/>
            <p:cNvSpPr/>
            <p:nvPr/>
          </p:nvSpPr>
          <p:spPr>
            <a:xfrm>
              <a:off x="916801" y="4454384"/>
              <a:ext cx="60045" cy="58999"/>
            </a:xfrm>
            <a:custGeom>
              <a:rect b="b" l="l" r="r" t="t"/>
              <a:pathLst>
                <a:path extrusionOk="0" h="7051" w="7176">
                  <a:moveTo>
                    <a:pt x="6476" y="1"/>
                  </a:moveTo>
                  <a:cubicBezTo>
                    <a:pt x="6313" y="1"/>
                    <a:pt x="6150" y="63"/>
                    <a:pt x="6025" y="188"/>
                  </a:cubicBezTo>
                  <a:lnTo>
                    <a:pt x="248" y="5965"/>
                  </a:lnTo>
                  <a:cubicBezTo>
                    <a:pt x="0" y="6213"/>
                    <a:pt x="0" y="6616"/>
                    <a:pt x="248" y="6865"/>
                  </a:cubicBezTo>
                  <a:cubicBezTo>
                    <a:pt x="374" y="6989"/>
                    <a:pt x="535" y="7051"/>
                    <a:pt x="699" y="7051"/>
                  </a:cubicBezTo>
                  <a:cubicBezTo>
                    <a:pt x="862" y="7051"/>
                    <a:pt x="1025" y="6989"/>
                    <a:pt x="1149" y="6865"/>
                  </a:cubicBezTo>
                  <a:lnTo>
                    <a:pt x="6926" y="1087"/>
                  </a:lnTo>
                  <a:cubicBezTo>
                    <a:pt x="7175" y="839"/>
                    <a:pt x="7175" y="436"/>
                    <a:pt x="6926" y="188"/>
                  </a:cubicBezTo>
                  <a:cubicBezTo>
                    <a:pt x="6802" y="63"/>
                    <a:pt x="6639" y="1"/>
                    <a:pt x="64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58"/>
            <p:cNvSpPr/>
            <p:nvPr/>
          </p:nvSpPr>
          <p:spPr>
            <a:xfrm>
              <a:off x="901229" y="4149725"/>
              <a:ext cx="298594" cy="157234"/>
            </a:xfrm>
            <a:custGeom>
              <a:rect b="b" l="l" r="r" t="t"/>
              <a:pathLst>
                <a:path extrusionOk="0" h="18791" w="35685">
                  <a:moveTo>
                    <a:pt x="35556" y="0"/>
                  </a:moveTo>
                  <a:cubicBezTo>
                    <a:pt x="35528" y="0"/>
                    <a:pt x="23137" y="2917"/>
                    <a:pt x="266" y="8297"/>
                  </a:cubicBezTo>
                  <a:cubicBezTo>
                    <a:pt x="69" y="8344"/>
                    <a:pt x="1" y="8589"/>
                    <a:pt x="146" y="8728"/>
                  </a:cubicBezTo>
                  <a:lnTo>
                    <a:pt x="9027" y="17310"/>
                  </a:lnTo>
                  <a:lnTo>
                    <a:pt x="10198" y="18442"/>
                  </a:lnTo>
                  <a:cubicBezTo>
                    <a:pt x="10207" y="18435"/>
                    <a:pt x="9715" y="18790"/>
                    <a:pt x="35685" y="44"/>
                  </a:cubicBezTo>
                  <a:cubicBezTo>
                    <a:pt x="35669" y="28"/>
                    <a:pt x="35616" y="0"/>
                    <a:pt x="3555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58"/>
            <p:cNvSpPr/>
            <p:nvPr/>
          </p:nvSpPr>
          <p:spPr>
            <a:xfrm>
              <a:off x="951985" y="4150026"/>
              <a:ext cx="248255" cy="248163"/>
            </a:xfrm>
            <a:custGeom>
              <a:rect b="b" l="l" r="r" t="t"/>
              <a:pathLst>
                <a:path extrusionOk="0" h="29658" w="29669">
                  <a:moveTo>
                    <a:pt x="29609" y="1"/>
                  </a:moveTo>
                  <a:cubicBezTo>
                    <a:pt x="4482" y="16289"/>
                    <a:pt x="3453" y="16956"/>
                    <a:pt x="2961" y="17274"/>
                  </a:cubicBezTo>
                  <a:lnTo>
                    <a:pt x="14" y="29465"/>
                  </a:lnTo>
                  <a:cubicBezTo>
                    <a:pt x="0" y="29521"/>
                    <a:pt x="19" y="29576"/>
                    <a:pt x="57" y="29611"/>
                  </a:cubicBezTo>
                  <a:cubicBezTo>
                    <a:pt x="84" y="29640"/>
                    <a:pt x="122" y="29658"/>
                    <a:pt x="164" y="29658"/>
                  </a:cubicBezTo>
                  <a:cubicBezTo>
                    <a:pt x="177" y="29658"/>
                    <a:pt x="190" y="29656"/>
                    <a:pt x="203" y="29652"/>
                  </a:cubicBezTo>
                  <a:lnTo>
                    <a:pt x="12393" y="26706"/>
                  </a:lnTo>
                  <a:cubicBezTo>
                    <a:pt x="12971" y="25815"/>
                    <a:pt x="28730" y="1506"/>
                    <a:pt x="29668" y="60"/>
                  </a:cubicBezTo>
                  <a:lnTo>
                    <a:pt x="29668" y="59"/>
                  </a:lnTo>
                  <a:cubicBezTo>
                    <a:pt x="29660" y="50"/>
                    <a:pt x="29648" y="26"/>
                    <a:pt x="296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58"/>
            <p:cNvSpPr/>
            <p:nvPr/>
          </p:nvSpPr>
          <p:spPr>
            <a:xfrm>
              <a:off x="1046141" y="4150445"/>
              <a:ext cx="154464" cy="298017"/>
            </a:xfrm>
            <a:custGeom>
              <a:rect b="b" l="l" r="r" t="t"/>
              <a:pathLst>
                <a:path extrusionOk="0" h="35616" w="18460">
                  <a:moveTo>
                    <a:pt x="18409" y="0"/>
                  </a:moveTo>
                  <a:cubicBezTo>
                    <a:pt x="17361" y="1452"/>
                    <a:pt x="307" y="25055"/>
                    <a:pt x="1" y="25478"/>
                  </a:cubicBezTo>
                  <a:lnTo>
                    <a:pt x="1140" y="26656"/>
                  </a:lnTo>
                  <a:lnTo>
                    <a:pt x="9722" y="35538"/>
                  </a:lnTo>
                  <a:cubicBezTo>
                    <a:pt x="9773" y="35591"/>
                    <a:pt x="9839" y="35615"/>
                    <a:pt x="9904" y="35615"/>
                  </a:cubicBezTo>
                  <a:cubicBezTo>
                    <a:pt x="10015" y="35615"/>
                    <a:pt x="10124" y="35543"/>
                    <a:pt x="10153" y="35418"/>
                  </a:cubicBezTo>
                  <a:lnTo>
                    <a:pt x="18446" y="169"/>
                  </a:lnTo>
                  <a:cubicBezTo>
                    <a:pt x="18459" y="97"/>
                    <a:pt x="18435" y="26"/>
                    <a:pt x="1840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58"/>
            <p:cNvSpPr/>
            <p:nvPr/>
          </p:nvSpPr>
          <p:spPr>
            <a:xfrm>
              <a:off x="952454" y="4150244"/>
              <a:ext cx="247787" cy="247946"/>
            </a:xfrm>
            <a:custGeom>
              <a:rect b="b" l="l" r="r" t="t"/>
              <a:pathLst>
                <a:path extrusionOk="0" h="29632" w="29613">
                  <a:moveTo>
                    <a:pt x="29586" y="1"/>
                  </a:moveTo>
                  <a:lnTo>
                    <a:pt x="1" y="29585"/>
                  </a:lnTo>
                  <a:cubicBezTo>
                    <a:pt x="28" y="29614"/>
                    <a:pt x="66" y="29632"/>
                    <a:pt x="108" y="29632"/>
                  </a:cubicBezTo>
                  <a:cubicBezTo>
                    <a:pt x="121" y="29632"/>
                    <a:pt x="134" y="29630"/>
                    <a:pt x="147" y="29626"/>
                  </a:cubicBezTo>
                  <a:lnTo>
                    <a:pt x="12337" y="26680"/>
                  </a:lnTo>
                  <a:cubicBezTo>
                    <a:pt x="12915" y="25789"/>
                    <a:pt x="28674" y="1480"/>
                    <a:pt x="29612" y="34"/>
                  </a:cubicBezTo>
                  <a:lnTo>
                    <a:pt x="29612" y="33"/>
                  </a:lnTo>
                  <a:cubicBezTo>
                    <a:pt x="29608" y="28"/>
                    <a:pt x="29608" y="26"/>
                    <a:pt x="2958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71" name="Shape 16171"/>
        <p:cNvGrpSpPr/>
        <p:nvPr/>
      </p:nvGrpSpPr>
      <p:grpSpPr>
        <a:xfrm>
          <a:off x="0" y="0"/>
          <a:ext cx="0" cy="0"/>
          <a:chOff x="0" y="0"/>
          <a:chExt cx="0" cy="0"/>
        </a:xfrm>
      </p:grpSpPr>
      <p:grpSp>
        <p:nvGrpSpPr>
          <p:cNvPr id="16172" name="Google Shape;16172;p59"/>
          <p:cNvGrpSpPr/>
          <p:nvPr/>
        </p:nvGrpSpPr>
        <p:grpSpPr>
          <a:xfrm>
            <a:off x="7071588" y="2263554"/>
            <a:ext cx="362163" cy="347098"/>
            <a:chOff x="7075663" y="2444129"/>
            <a:chExt cx="362163" cy="347098"/>
          </a:xfrm>
        </p:grpSpPr>
        <p:sp>
          <p:nvSpPr>
            <p:cNvPr id="16173" name="Google Shape;16173;p59"/>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59"/>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59"/>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59"/>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59"/>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59"/>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59"/>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59"/>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1" name="Google Shape;16181;p59"/>
          <p:cNvGrpSpPr/>
          <p:nvPr/>
        </p:nvGrpSpPr>
        <p:grpSpPr>
          <a:xfrm>
            <a:off x="6634100" y="2256009"/>
            <a:ext cx="372197" cy="362163"/>
            <a:chOff x="6638175" y="2436584"/>
            <a:chExt cx="372197" cy="362163"/>
          </a:xfrm>
        </p:grpSpPr>
        <p:sp>
          <p:nvSpPr>
            <p:cNvPr id="16182" name="Google Shape;16182;p59"/>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59"/>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59"/>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59"/>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59"/>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59"/>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59"/>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59"/>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59"/>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59"/>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59"/>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59"/>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59"/>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5" name="Google Shape;16195;p59"/>
          <p:cNvGrpSpPr/>
          <p:nvPr/>
        </p:nvGrpSpPr>
        <p:grpSpPr>
          <a:xfrm>
            <a:off x="6188831" y="2258865"/>
            <a:ext cx="371699" cy="356084"/>
            <a:chOff x="6192906" y="2439440"/>
            <a:chExt cx="371699" cy="356084"/>
          </a:xfrm>
        </p:grpSpPr>
        <p:sp>
          <p:nvSpPr>
            <p:cNvPr id="16196" name="Google Shape;16196;p59"/>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59"/>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59"/>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59"/>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59"/>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59"/>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59"/>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59"/>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59"/>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59"/>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59"/>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59"/>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59"/>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9" name="Google Shape;16209;p59"/>
          <p:cNvGrpSpPr/>
          <p:nvPr/>
        </p:nvGrpSpPr>
        <p:grpSpPr>
          <a:xfrm>
            <a:off x="5758392" y="2256009"/>
            <a:ext cx="362163" cy="362163"/>
            <a:chOff x="5762467" y="2436584"/>
            <a:chExt cx="362163" cy="362163"/>
          </a:xfrm>
        </p:grpSpPr>
        <p:sp>
          <p:nvSpPr>
            <p:cNvPr id="16210" name="Google Shape;16210;p59"/>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59"/>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59"/>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59"/>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59"/>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59"/>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59"/>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59"/>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59"/>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59"/>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59"/>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59"/>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59"/>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59"/>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59"/>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59"/>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59"/>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59"/>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59"/>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59"/>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59"/>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59"/>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59"/>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59"/>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59"/>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5" name="Google Shape;16235;p59"/>
          <p:cNvGrpSpPr/>
          <p:nvPr/>
        </p:nvGrpSpPr>
        <p:grpSpPr>
          <a:xfrm>
            <a:off x="5319646" y="2256454"/>
            <a:ext cx="362922" cy="361219"/>
            <a:chOff x="5323721" y="2437029"/>
            <a:chExt cx="362922" cy="361219"/>
          </a:xfrm>
        </p:grpSpPr>
        <p:sp>
          <p:nvSpPr>
            <p:cNvPr id="16236" name="Google Shape;16236;p59"/>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59"/>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59"/>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59"/>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59"/>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59"/>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59"/>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59"/>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59"/>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59"/>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59"/>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59"/>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59"/>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59"/>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59"/>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59"/>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59"/>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3" name="Google Shape;16253;p59"/>
          <p:cNvGrpSpPr/>
          <p:nvPr/>
        </p:nvGrpSpPr>
        <p:grpSpPr>
          <a:xfrm>
            <a:off x="4871862" y="2288156"/>
            <a:ext cx="407122" cy="315448"/>
            <a:chOff x="4875937" y="2468731"/>
            <a:chExt cx="407122" cy="315448"/>
          </a:xfrm>
        </p:grpSpPr>
        <p:sp>
          <p:nvSpPr>
            <p:cNvPr id="16254" name="Google Shape;16254;p59"/>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59"/>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59"/>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59"/>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59"/>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59"/>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59"/>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59"/>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59"/>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59"/>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59"/>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59"/>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59"/>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59"/>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59"/>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59"/>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59"/>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59"/>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59"/>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3" name="Google Shape;16273;p59"/>
          <p:cNvGrpSpPr/>
          <p:nvPr/>
        </p:nvGrpSpPr>
        <p:grpSpPr>
          <a:xfrm>
            <a:off x="4889207" y="3624199"/>
            <a:ext cx="242114" cy="362163"/>
            <a:chOff x="4893282" y="3804774"/>
            <a:chExt cx="242114" cy="362163"/>
          </a:xfrm>
        </p:grpSpPr>
        <p:sp>
          <p:nvSpPr>
            <p:cNvPr id="16274" name="Google Shape;16274;p59"/>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59"/>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59"/>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59"/>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59"/>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59"/>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59"/>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59"/>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59"/>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59"/>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59"/>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59"/>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59"/>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59"/>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59"/>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59"/>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59"/>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59"/>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59"/>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59"/>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59"/>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59"/>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59"/>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59"/>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59"/>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59"/>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0" name="Google Shape;16300;p59"/>
          <p:cNvGrpSpPr/>
          <p:nvPr/>
        </p:nvGrpSpPr>
        <p:grpSpPr>
          <a:xfrm>
            <a:off x="6244087" y="3624199"/>
            <a:ext cx="231058" cy="362425"/>
            <a:chOff x="6248162" y="3804774"/>
            <a:chExt cx="231058" cy="362425"/>
          </a:xfrm>
        </p:grpSpPr>
        <p:sp>
          <p:nvSpPr>
            <p:cNvPr id="16301" name="Google Shape;16301;p59"/>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59"/>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59"/>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59"/>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5" name="Google Shape;16305;p59"/>
          <p:cNvGrpSpPr/>
          <p:nvPr/>
        </p:nvGrpSpPr>
        <p:grpSpPr>
          <a:xfrm>
            <a:off x="5342493" y="3624199"/>
            <a:ext cx="233337" cy="362163"/>
            <a:chOff x="5346568" y="3804774"/>
            <a:chExt cx="233337" cy="362163"/>
          </a:xfrm>
        </p:grpSpPr>
        <p:sp>
          <p:nvSpPr>
            <p:cNvPr id="16306" name="Google Shape;16306;p59"/>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59"/>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59"/>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59"/>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59"/>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59"/>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59"/>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59"/>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59"/>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59"/>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59"/>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59"/>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59"/>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59"/>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59"/>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59"/>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59"/>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59"/>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59"/>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5" name="Google Shape;16325;p59"/>
          <p:cNvGrpSpPr/>
          <p:nvPr/>
        </p:nvGrpSpPr>
        <p:grpSpPr>
          <a:xfrm>
            <a:off x="6700910" y="3624566"/>
            <a:ext cx="209967" cy="361639"/>
            <a:chOff x="6704985" y="3805141"/>
            <a:chExt cx="209967" cy="361639"/>
          </a:xfrm>
        </p:grpSpPr>
        <p:sp>
          <p:nvSpPr>
            <p:cNvPr id="16326" name="Google Shape;16326;p59"/>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59"/>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59"/>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59"/>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59"/>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59"/>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59"/>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59"/>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59"/>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59"/>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59"/>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59"/>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8" name="Google Shape;16338;p59"/>
          <p:cNvGrpSpPr/>
          <p:nvPr/>
        </p:nvGrpSpPr>
        <p:grpSpPr>
          <a:xfrm>
            <a:off x="7509809" y="2267694"/>
            <a:ext cx="363184" cy="338792"/>
            <a:chOff x="7513884" y="2448269"/>
            <a:chExt cx="363184" cy="338792"/>
          </a:xfrm>
        </p:grpSpPr>
        <p:sp>
          <p:nvSpPr>
            <p:cNvPr id="16339" name="Google Shape;16339;p59"/>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59"/>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59"/>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59"/>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59"/>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59"/>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5" name="Google Shape;16345;p59"/>
          <p:cNvGrpSpPr/>
          <p:nvPr/>
        </p:nvGrpSpPr>
        <p:grpSpPr>
          <a:xfrm>
            <a:off x="5773692" y="3624251"/>
            <a:ext cx="258699" cy="362136"/>
            <a:chOff x="5777767" y="3804826"/>
            <a:chExt cx="258699" cy="362136"/>
          </a:xfrm>
        </p:grpSpPr>
        <p:sp>
          <p:nvSpPr>
            <p:cNvPr id="16346" name="Google Shape;16346;p59"/>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59"/>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59"/>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9" name="Google Shape;16349;p59"/>
          <p:cNvGrpSpPr/>
          <p:nvPr/>
        </p:nvGrpSpPr>
        <p:grpSpPr>
          <a:xfrm>
            <a:off x="7949026" y="2256009"/>
            <a:ext cx="361691" cy="362163"/>
            <a:chOff x="7953101" y="2436584"/>
            <a:chExt cx="361691" cy="362163"/>
          </a:xfrm>
        </p:grpSpPr>
        <p:sp>
          <p:nvSpPr>
            <p:cNvPr id="16350" name="Google Shape;16350;p59"/>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59"/>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59"/>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59"/>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59"/>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59"/>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59"/>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59"/>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59"/>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9" name="Google Shape;16359;p59"/>
          <p:cNvGrpSpPr/>
          <p:nvPr/>
        </p:nvGrpSpPr>
        <p:grpSpPr>
          <a:xfrm>
            <a:off x="4855278" y="3174555"/>
            <a:ext cx="373481" cy="362267"/>
            <a:chOff x="4859353" y="3355130"/>
            <a:chExt cx="373481" cy="362267"/>
          </a:xfrm>
        </p:grpSpPr>
        <p:sp>
          <p:nvSpPr>
            <p:cNvPr id="16360" name="Google Shape;16360;p59"/>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59"/>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59"/>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59"/>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59"/>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59"/>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59"/>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59"/>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59"/>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59"/>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59"/>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59"/>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59"/>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59"/>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4" name="Google Shape;16374;p59"/>
          <p:cNvGrpSpPr/>
          <p:nvPr/>
        </p:nvGrpSpPr>
        <p:grpSpPr>
          <a:xfrm>
            <a:off x="6633603" y="1320407"/>
            <a:ext cx="378721" cy="362005"/>
            <a:chOff x="6637678" y="1500982"/>
            <a:chExt cx="378721" cy="362005"/>
          </a:xfrm>
        </p:grpSpPr>
        <p:sp>
          <p:nvSpPr>
            <p:cNvPr id="16375" name="Google Shape;16375;p59"/>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59"/>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59"/>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59"/>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59"/>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59"/>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59"/>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59"/>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59"/>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59"/>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59"/>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59"/>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59"/>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59"/>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59"/>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59"/>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1" name="Google Shape;16391;p59"/>
          <p:cNvGrpSpPr/>
          <p:nvPr/>
        </p:nvGrpSpPr>
        <p:grpSpPr>
          <a:xfrm>
            <a:off x="5823918" y="3174921"/>
            <a:ext cx="223041" cy="362163"/>
            <a:chOff x="5827993" y="3355496"/>
            <a:chExt cx="223041" cy="362163"/>
          </a:xfrm>
        </p:grpSpPr>
        <p:sp>
          <p:nvSpPr>
            <p:cNvPr id="16392" name="Google Shape;16392;p59"/>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59"/>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59"/>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59"/>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59"/>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59"/>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59"/>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59"/>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59"/>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59"/>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59"/>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59"/>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59"/>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59"/>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59"/>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7" name="Google Shape;16407;p59"/>
          <p:cNvGrpSpPr/>
          <p:nvPr/>
        </p:nvGrpSpPr>
        <p:grpSpPr>
          <a:xfrm>
            <a:off x="7524638" y="1320066"/>
            <a:ext cx="370520" cy="361586"/>
            <a:chOff x="7528713" y="1500641"/>
            <a:chExt cx="370520" cy="361586"/>
          </a:xfrm>
        </p:grpSpPr>
        <p:sp>
          <p:nvSpPr>
            <p:cNvPr id="16408" name="Google Shape;16408;p59"/>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59"/>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59"/>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59"/>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59"/>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59"/>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59"/>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5" name="Google Shape;16415;p59"/>
          <p:cNvGrpSpPr/>
          <p:nvPr/>
        </p:nvGrpSpPr>
        <p:grpSpPr>
          <a:xfrm>
            <a:off x="5313123" y="3174921"/>
            <a:ext cx="367429" cy="362163"/>
            <a:chOff x="5317198" y="3355496"/>
            <a:chExt cx="367429" cy="362163"/>
          </a:xfrm>
        </p:grpSpPr>
        <p:sp>
          <p:nvSpPr>
            <p:cNvPr id="16416" name="Google Shape;16416;p59"/>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59"/>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59"/>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59"/>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59"/>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59"/>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59"/>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59"/>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59"/>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59"/>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59"/>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59"/>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59"/>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59"/>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59"/>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59"/>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2" name="Google Shape;16432;p59"/>
          <p:cNvGrpSpPr/>
          <p:nvPr/>
        </p:nvGrpSpPr>
        <p:grpSpPr>
          <a:xfrm>
            <a:off x="5298896" y="1319988"/>
            <a:ext cx="383175" cy="362241"/>
            <a:chOff x="5302971" y="1500563"/>
            <a:chExt cx="383175" cy="362241"/>
          </a:xfrm>
        </p:grpSpPr>
        <p:sp>
          <p:nvSpPr>
            <p:cNvPr id="16433" name="Google Shape;16433;p59"/>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59"/>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5" name="Google Shape;16435;p59"/>
          <p:cNvGrpSpPr/>
          <p:nvPr/>
        </p:nvGrpSpPr>
        <p:grpSpPr>
          <a:xfrm>
            <a:off x="6198630" y="1344878"/>
            <a:ext cx="364180" cy="312461"/>
            <a:chOff x="6202705" y="1525453"/>
            <a:chExt cx="364180" cy="312461"/>
          </a:xfrm>
        </p:grpSpPr>
        <p:sp>
          <p:nvSpPr>
            <p:cNvPr id="16436" name="Google Shape;16436;p59"/>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59"/>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59"/>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59"/>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59"/>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59"/>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59"/>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3" name="Google Shape;16443;p59"/>
          <p:cNvGrpSpPr/>
          <p:nvPr/>
        </p:nvGrpSpPr>
        <p:grpSpPr>
          <a:xfrm>
            <a:off x="7083142" y="1323027"/>
            <a:ext cx="362398" cy="356163"/>
            <a:chOff x="7087217" y="1503602"/>
            <a:chExt cx="362398" cy="356163"/>
          </a:xfrm>
        </p:grpSpPr>
        <p:sp>
          <p:nvSpPr>
            <p:cNvPr id="16444" name="Google Shape;16444;p59"/>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59"/>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59"/>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59"/>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59"/>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59"/>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59"/>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59"/>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59"/>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59"/>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59"/>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59"/>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59"/>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59"/>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59"/>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59"/>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59"/>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59"/>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59"/>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59"/>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59"/>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5" name="Google Shape;16465;p59"/>
          <p:cNvGrpSpPr/>
          <p:nvPr/>
        </p:nvGrpSpPr>
        <p:grpSpPr>
          <a:xfrm>
            <a:off x="7964877" y="1320302"/>
            <a:ext cx="378747" cy="361455"/>
            <a:chOff x="7968952" y="1500877"/>
            <a:chExt cx="378747" cy="361455"/>
          </a:xfrm>
        </p:grpSpPr>
        <p:sp>
          <p:nvSpPr>
            <p:cNvPr id="16466" name="Google Shape;16466;p59"/>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59"/>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59"/>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59"/>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59"/>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59"/>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59"/>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59"/>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59"/>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59"/>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59"/>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59"/>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59"/>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59"/>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59"/>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1" name="Google Shape;16481;p59"/>
          <p:cNvGrpSpPr/>
          <p:nvPr/>
        </p:nvGrpSpPr>
        <p:grpSpPr>
          <a:xfrm>
            <a:off x="5757370" y="1361148"/>
            <a:ext cx="362163" cy="279737"/>
            <a:chOff x="5761445" y="1541723"/>
            <a:chExt cx="362163" cy="279737"/>
          </a:xfrm>
        </p:grpSpPr>
        <p:sp>
          <p:nvSpPr>
            <p:cNvPr id="16482" name="Google Shape;16482;p59"/>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59"/>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59"/>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59"/>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59"/>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59"/>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8" name="Google Shape;16488;p59"/>
          <p:cNvGrpSpPr/>
          <p:nvPr/>
        </p:nvGrpSpPr>
        <p:grpSpPr>
          <a:xfrm>
            <a:off x="6200883" y="3175000"/>
            <a:ext cx="358390" cy="362320"/>
            <a:chOff x="6204958" y="3355575"/>
            <a:chExt cx="358390" cy="362320"/>
          </a:xfrm>
        </p:grpSpPr>
        <p:sp>
          <p:nvSpPr>
            <p:cNvPr id="16489" name="Google Shape;16489;p59"/>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59"/>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59"/>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59"/>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59"/>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59"/>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59"/>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59"/>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59"/>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59"/>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59"/>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59"/>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59"/>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59"/>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59"/>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59"/>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5" name="Google Shape;16505;p59"/>
          <p:cNvGrpSpPr/>
          <p:nvPr/>
        </p:nvGrpSpPr>
        <p:grpSpPr>
          <a:xfrm>
            <a:off x="4935895" y="1319280"/>
            <a:ext cx="242979" cy="362660"/>
            <a:chOff x="4939970" y="1499855"/>
            <a:chExt cx="242979" cy="362660"/>
          </a:xfrm>
        </p:grpSpPr>
        <p:sp>
          <p:nvSpPr>
            <p:cNvPr id="16506" name="Google Shape;16506;p59"/>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59"/>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59"/>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59"/>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59"/>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59"/>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2" name="Google Shape;16512;p59"/>
          <p:cNvGrpSpPr/>
          <p:nvPr/>
        </p:nvGrpSpPr>
        <p:grpSpPr>
          <a:xfrm>
            <a:off x="8019373" y="3174921"/>
            <a:ext cx="284322" cy="362163"/>
            <a:chOff x="8023448" y="3355496"/>
            <a:chExt cx="284322" cy="362163"/>
          </a:xfrm>
        </p:grpSpPr>
        <p:sp>
          <p:nvSpPr>
            <p:cNvPr id="16513" name="Google Shape;16513;p59"/>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59"/>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59"/>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59"/>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59"/>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59"/>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59"/>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59"/>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59"/>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2" name="Google Shape;16522;p59"/>
          <p:cNvGrpSpPr/>
          <p:nvPr/>
        </p:nvGrpSpPr>
        <p:grpSpPr>
          <a:xfrm>
            <a:off x="6640126" y="3174921"/>
            <a:ext cx="366695" cy="361979"/>
            <a:chOff x="6644201" y="3355496"/>
            <a:chExt cx="366695" cy="361979"/>
          </a:xfrm>
        </p:grpSpPr>
        <p:sp>
          <p:nvSpPr>
            <p:cNvPr id="16523" name="Google Shape;16523;p59"/>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59"/>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59"/>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59"/>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59"/>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59"/>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59"/>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59"/>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59"/>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59"/>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59"/>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59"/>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59"/>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59"/>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59"/>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59"/>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59"/>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59"/>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59"/>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59"/>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59"/>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59"/>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5" name="Google Shape;16545;p59"/>
          <p:cNvGrpSpPr/>
          <p:nvPr/>
        </p:nvGrpSpPr>
        <p:grpSpPr>
          <a:xfrm>
            <a:off x="7951070" y="1838617"/>
            <a:ext cx="365176" cy="271013"/>
            <a:chOff x="7955145" y="2019192"/>
            <a:chExt cx="365176" cy="271013"/>
          </a:xfrm>
        </p:grpSpPr>
        <p:sp>
          <p:nvSpPr>
            <p:cNvPr id="16546" name="Google Shape;16546;p59"/>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59"/>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59"/>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59"/>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59"/>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59"/>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2" name="Google Shape;16552;p59"/>
          <p:cNvGrpSpPr/>
          <p:nvPr/>
        </p:nvGrpSpPr>
        <p:grpSpPr>
          <a:xfrm>
            <a:off x="7514080" y="1828896"/>
            <a:ext cx="361927" cy="290270"/>
            <a:chOff x="7518155" y="2009471"/>
            <a:chExt cx="361927" cy="290270"/>
          </a:xfrm>
        </p:grpSpPr>
        <p:sp>
          <p:nvSpPr>
            <p:cNvPr id="16553" name="Google Shape;16553;p59"/>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59"/>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59"/>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59"/>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59"/>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59"/>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59"/>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59"/>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59"/>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59"/>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59"/>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59"/>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59"/>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6" name="Google Shape;16566;p59"/>
          <p:cNvGrpSpPr/>
          <p:nvPr/>
        </p:nvGrpSpPr>
        <p:grpSpPr>
          <a:xfrm>
            <a:off x="7075597" y="1810478"/>
            <a:ext cx="362163" cy="327264"/>
            <a:chOff x="7079672" y="1991053"/>
            <a:chExt cx="362163" cy="327264"/>
          </a:xfrm>
        </p:grpSpPr>
        <p:sp>
          <p:nvSpPr>
            <p:cNvPr id="16567" name="Google Shape;16567;p59"/>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59"/>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59"/>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59"/>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59"/>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59"/>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59"/>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59"/>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59"/>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59"/>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59"/>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59"/>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59"/>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59"/>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59"/>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59"/>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3" name="Google Shape;16583;p59"/>
          <p:cNvGrpSpPr/>
          <p:nvPr/>
        </p:nvGrpSpPr>
        <p:grpSpPr>
          <a:xfrm>
            <a:off x="6637113" y="1854939"/>
            <a:ext cx="361901" cy="238132"/>
            <a:chOff x="6641188" y="2035514"/>
            <a:chExt cx="361901" cy="238132"/>
          </a:xfrm>
        </p:grpSpPr>
        <p:sp>
          <p:nvSpPr>
            <p:cNvPr id="16584" name="Google Shape;16584;p59"/>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59"/>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59"/>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59"/>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59"/>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59"/>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59"/>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59"/>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59"/>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59"/>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59"/>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59"/>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59"/>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59"/>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59"/>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59"/>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59"/>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59"/>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59"/>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3" name="Google Shape;16603;p59"/>
          <p:cNvGrpSpPr/>
          <p:nvPr/>
        </p:nvGrpSpPr>
        <p:grpSpPr>
          <a:xfrm>
            <a:off x="6198368" y="1806102"/>
            <a:ext cx="362425" cy="335884"/>
            <a:chOff x="6202443" y="1986677"/>
            <a:chExt cx="362425" cy="335884"/>
          </a:xfrm>
        </p:grpSpPr>
        <p:sp>
          <p:nvSpPr>
            <p:cNvPr id="16604" name="Google Shape;16604;p59"/>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59"/>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59"/>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59"/>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59"/>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59"/>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59"/>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59"/>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59"/>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59"/>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59"/>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59"/>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59"/>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59"/>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59"/>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59"/>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59"/>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59"/>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59"/>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59"/>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4" name="Google Shape;16624;p59"/>
          <p:cNvGrpSpPr/>
          <p:nvPr/>
        </p:nvGrpSpPr>
        <p:grpSpPr>
          <a:xfrm>
            <a:off x="5760147" y="1836023"/>
            <a:ext cx="374293" cy="276069"/>
            <a:chOff x="5764222" y="2016598"/>
            <a:chExt cx="374293" cy="276069"/>
          </a:xfrm>
        </p:grpSpPr>
        <p:sp>
          <p:nvSpPr>
            <p:cNvPr id="16625" name="Google Shape;16625;p59"/>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59"/>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59"/>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59"/>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59"/>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59"/>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59"/>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59"/>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59"/>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59"/>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59"/>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6" name="Google Shape;16636;p59"/>
          <p:cNvGrpSpPr/>
          <p:nvPr/>
        </p:nvGrpSpPr>
        <p:grpSpPr>
          <a:xfrm>
            <a:off x="5321402" y="1835866"/>
            <a:ext cx="361927" cy="276515"/>
            <a:chOff x="5325477" y="2016441"/>
            <a:chExt cx="361927" cy="276515"/>
          </a:xfrm>
        </p:grpSpPr>
        <p:sp>
          <p:nvSpPr>
            <p:cNvPr id="16637" name="Google Shape;16637;p59"/>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59"/>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59"/>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59"/>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59"/>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59"/>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59"/>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59"/>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59"/>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59"/>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59"/>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59"/>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59"/>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59"/>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59"/>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59"/>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59"/>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59"/>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59"/>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59"/>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7" name="Google Shape;16657;p59"/>
          <p:cNvGrpSpPr/>
          <p:nvPr/>
        </p:nvGrpSpPr>
        <p:grpSpPr>
          <a:xfrm>
            <a:off x="4866596" y="1836625"/>
            <a:ext cx="364180" cy="274812"/>
            <a:chOff x="4870671" y="2017200"/>
            <a:chExt cx="364180" cy="274812"/>
          </a:xfrm>
        </p:grpSpPr>
        <p:sp>
          <p:nvSpPr>
            <p:cNvPr id="16658" name="Google Shape;16658;p59"/>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59"/>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59"/>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59"/>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59"/>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59"/>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59"/>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59"/>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59"/>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59"/>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59"/>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59"/>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59"/>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1" name="Google Shape;16671;p59"/>
          <p:cNvGrpSpPr/>
          <p:nvPr/>
        </p:nvGrpSpPr>
        <p:grpSpPr>
          <a:xfrm>
            <a:off x="7140651" y="3174921"/>
            <a:ext cx="260690" cy="362032"/>
            <a:chOff x="7144726" y="3355496"/>
            <a:chExt cx="260690" cy="362032"/>
          </a:xfrm>
        </p:grpSpPr>
        <p:sp>
          <p:nvSpPr>
            <p:cNvPr id="16672" name="Google Shape;16672;p59"/>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59"/>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59"/>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59"/>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59"/>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59"/>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8" name="Google Shape;16678;p59"/>
          <p:cNvGrpSpPr/>
          <p:nvPr/>
        </p:nvGrpSpPr>
        <p:grpSpPr>
          <a:xfrm>
            <a:off x="6701644" y="4097476"/>
            <a:ext cx="261712" cy="361770"/>
            <a:chOff x="6705719" y="4278051"/>
            <a:chExt cx="261712" cy="361770"/>
          </a:xfrm>
        </p:grpSpPr>
        <p:sp>
          <p:nvSpPr>
            <p:cNvPr id="16679" name="Google Shape;16679;p59"/>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59"/>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59"/>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59"/>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59"/>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59"/>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59"/>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59"/>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59"/>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59"/>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59"/>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59"/>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59"/>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59"/>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59"/>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4" name="Google Shape;16694;p59"/>
          <p:cNvGrpSpPr/>
          <p:nvPr/>
        </p:nvGrpSpPr>
        <p:grpSpPr>
          <a:xfrm>
            <a:off x="5746575" y="2711077"/>
            <a:ext cx="320216" cy="361403"/>
            <a:chOff x="5750650" y="2891652"/>
            <a:chExt cx="320216" cy="361403"/>
          </a:xfrm>
        </p:grpSpPr>
        <p:sp>
          <p:nvSpPr>
            <p:cNvPr id="16695" name="Google Shape;16695;p59"/>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59"/>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59"/>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59"/>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59"/>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59"/>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59"/>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59"/>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59"/>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59"/>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59"/>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59"/>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59"/>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59"/>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59"/>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0" name="Google Shape;16710;p59"/>
          <p:cNvGrpSpPr/>
          <p:nvPr/>
        </p:nvGrpSpPr>
        <p:grpSpPr>
          <a:xfrm>
            <a:off x="6653934" y="2710815"/>
            <a:ext cx="315972" cy="361927"/>
            <a:chOff x="6658009" y="2891390"/>
            <a:chExt cx="315972" cy="361927"/>
          </a:xfrm>
        </p:grpSpPr>
        <p:sp>
          <p:nvSpPr>
            <p:cNvPr id="16711" name="Google Shape;16711;p59"/>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59"/>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59"/>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59"/>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59"/>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59"/>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59"/>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8" name="Google Shape;16718;p59"/>
          <p:cNvGrpSpPr/>
          <p:nvPr/>
        </p:nvGrpSpPr>
        <p:grpSpPr>
          <a:xfrm>
            <a:off x="6199390" y="2710631"/>
            <a:ext cx="320478" cy="362110"/>
            <a:chOff x="6203465" y="2891206"/>
            <a:chExt cx="320478" cy="362110"/>
          </a:xfrm>
        </p:grpSpPr>
        <p:sp>
          <p:nvSpPr>
            <p:cNvPr id="16719" name="Google Shape;16719;p59"/>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59"/>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59"/>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59"/>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59"/>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4" name="Google Shape;16724;p59"/>
          <p:cNvGrpSpPr/>
          <p:nvPr/>
        </p:nvGrpSpPr>
        <p:grpSpPr>
          <a:xfrm>
            <a:off x="7563205" y="2710684"/>
            <a:ext cx="307116" cy="362294"/>
            <a:chOff x="7567280" y="2891259"/>
            <a:chExt cx="307116" cy="362294"/>
          </a:xfrm>
        </p:grpSpPr>
        <p:sp>
          <p:nvSpPr>
            <p:cNvPr id="16725" name="Google Shape;16725;p59"/>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59"/>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59"/>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59"/>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59"/>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59"/>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59"/>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59"/>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59"/>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59"/>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59"/>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59"/>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7" name="Google Shape;16737;p59"/>
          <p:cNvGrpSpPr/>
          <p:nvPr/>
        </p:nvGrpSpPr>
        <p:grpSpPr>
          <a:xfrm>
            <a:off x="7108504" y="2710946"/>
            <a:ext cx="338556" cy="361534"/>
            <a:chOff x="7112579" y="2891521"/>
            <a:chExt cx="338556" cy="361534"/>
          </a:xfrm>
        </p:grpSpPr>
        <p:sp>
          <p:nvSpPr>
            <p:cNvPr id="16738" name="Google Shape;16738;p59"/>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59"/>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0" name="Google Shape;16740;p59"/>
          <p:cNvGrpSpPr/>
          <p:nvPr/>
        </p:nvGrpSpPr>
        <p:grpSpPr>
          <a:xfrm>
            <a:off x="7151184" y="3624461"/>
            <a:ext cx="207478" cy="361272"/>
            <a:chOff x="7155259" y="3805036"/>
            <a:chExt cx="207478" cy="361272"/>
          </a:xfrm>
        </p:grpSpPr>
        <p:sp>
          <p:nvSpPr>
            <p:cNvPr id="16741" name="Google Shape;16741;p59"/>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59"/>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59"/>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59"/>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59"/>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59"/>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59"/>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59"/>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59"/>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59"/>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59"/>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59"/>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3" name="Google Shape;16753;p59"/>
          <p:cNvGrpSpPr/>
          <p:nvPr/>
        </p:nvGrpSpPr>
        <p:grpSpPr>
          <a:xfrm>
            <a:off x="4911293" y="2710815"/>
            <a:ext cx="182850" cy="361927"/>
            <a:chOff x="4915368" y="2891390"/>
            <a:chExt cx="182850" cy="361927"/>
          </a:xfrm>
        </p:grpSpPr>
        <p:sp>
          <p:nvSpPr>
            <p:cNvPr id="16754" name="Google Shape;16754;p59"/>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59"/>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59"/>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59"/>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59"/>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59"/>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59"/>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59"/>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59"/>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59"/>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59"/>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5" name="Google Shape;16765;p59"/>
          <p:cNvGrpSpPr/>
          <p:nvPr/>
        </p:nvGrpSpPr>
        <p:grpSpPr>
          <a:xfrm>
            <a:off x="8024639" y="2711077"/>
            <a:ext cx="289589" cy="361403"/>
            <a:chOff x="8028714" y="2891652"/>
            <a:chExt cx="289589" cy="361403"/>
          </a:xfrm>
        </p:grpSpPr>
        <p:sp>
          <p:nvSpPr>
            <p:cNvPr id="16766" name="Google Shape;16766;p59"/>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59"/>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59"/>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59"/>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59"/>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59"/>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59"/>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59"/>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59"/>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59"/>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59"/>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59"/>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59"/>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59"/>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59"/>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59"/>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59"/>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59"/>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59"/>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59"/>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6" name="Google Shape;16786;p59"/>
          <p:cNvGrpSpPr/>
          <p:nvPr/>
        </p:nvGrpSpPr>
        <p:grpSpPr>
          <a:xfrm>
            <a:off x="7547747" y="3624199"/>
            <a:ext cx="293335" cy="361927"/>
            <a:chOff x="7551822" y="3804774"/>
            <a:chExt cx="293335" cy="361927"/>
          </a:xfrm>
        </p:grpSpPr>
        <p:sp>
          <p:nvSpPr>
            <p:cNvPr id="16787" name="Google Shape;16787;p59"/>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59"/>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59"/>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59"/>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59"/>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59"/>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59"/>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59"/>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59"/>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59"/>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59"/>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8" name="Google Shape;16798;p59"/>
          <p:cNvGrpSpPr/>
          <p:nvPr/>
        </p:nvGrpSpPr>
        <p:grpSpPr>
          <a:xfrm>
            <a:off x="6259650" y="4097083"/>
            <a:ext cx="210491" cy="362163"/>
            <a:chOff x="6263725" y="4277658"/>
            <a:chExt cx="210491" cy="362163"/>
          </a:xfrm>
        </p:grpSpPr>
        <p:sp>
          <p:nvSpPr>
            <p:cNvPr id="16799" name="Google Shape;16799;p59"/>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59"/>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59"/>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59"/>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59"/>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59"/>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59"/>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59"/>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59"/>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59"/>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59"/>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59"/>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59"/>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59"/>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59"/>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4" name="Google Shape;16814;p59"/>
          <p:cNvGrpSpPr/>
          <p:nvPr/>
        </p:nvGrpSpPr>
        <p:grpSpPr>
          <a:xfrm>
            <a:off x="7983715" y="3624120"/>
            <a:ext cx="336303" cy="362005"/>
            <a:chOff x="7987790" y="3804695"/>
            <a:chExt cx="336303" cy="362005"/>
          </a:xfrm>
        </p:grpSpPr>
        <p:sp>
          <p:nvSpPr>
            <p:cNvPr id="16815" name="Google Shape;16815;p59"/>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59"/>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59"/>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59"/>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59"/>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59"/>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59"/>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59"/>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59"/>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59"/>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5" name="Google Shape;16825;p59"/>
          <p:cNvGrpSpPr/>
          <p:nvPr/>
        </p:nvGrpSpPr>
        <p:grpSpPr>
          <a:xfrm>
            <a:off x="5269369" y="2710710"/>
            <a:ext cx="371123" cy="362267"/>
            <a:chOff x="5273444" y="2891285"/>
            <a:chExt cx="371123" cy="362267"/>
          </a:xfrm>
        </p:grpSpPr>
        <p:sp>
          <p:nvSpPr>
            <p:cNvPr id="16826" name="Google Shape;16826;p59"/>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59"/>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59"/>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59"/>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59"/>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59"/>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59"/>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59"/>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59"/>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59"/>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59"/>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59"/>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59"/>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59"/>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0" name="Google Shape;16840;p59"/>
          <p:cNvGrpSpPr/>
          <p:nvPr/>
        </p:nvGrpSpPr>
        <p:grpSpPr>
          <a:xfrm>
            <a:off x="7626322" y="3177824"/>
            <a:ext cx="214759" cy="357030"/>
            <a:chOff x="2235125" y="238075"/>
            <a:chExt cx="3144350" cy="5227375"/>
          </a:xfrm>
        </p:grpSpPr>
        <p:sp>
          <p:nvSpPr>
            <p:cNvPr id="16841" name="Google Shape;16841;p59"/>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59"/>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59"/>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59"/>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59"/>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59"/>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59"/>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59"/>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59"/>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0" name="Google Shape;16850;p59"/>
          <p:cNvGrpSpPr/>
          <p:nvPr/>
        </p:nvGrpSpPr>
        <p:grpSpPr>
          <a:xfrm>
            <a:off x="2818791" y="4097368"/>
            <a:ext cx="342496" cy="351944"/>
            <a:chOff x="2810729" y="4267107"/>
            <a:chExt cx="342496" cy="351944"/>
          </a:xfrm>
        </p:grpSpPr>
        <p:sp>
          <p:nvSpPr>
            <p:cNvPr id="16851" name="Google Shape;16851;p59"/>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59"/>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59"/>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59"/>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59"/>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59"/>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59"/>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59"/>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59"/>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59"/>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59"/>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59"/>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59"/>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59"/>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59"/>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59"/>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59"/>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59"/>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59"/>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59"/>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59"/>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59"/>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59"/>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59"/>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59"/>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59"/>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59"/>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59"/>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59"/>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59"/>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1" name="Google Shape;16881;p59"/>
          <p:cNvGrpSpPr/>
          <p:nvPr/>
        </p:nvGrpSpPr>
        <p:grpSpPr>
          <a:xfrm>
            <a:off x="1787231" y="3635885"/>
            <a:ext cx="282381" cy="343454"/>
            <a:chOff x="1779168" y="3805625"/>
            <a:chExt cx="282381" cy="343454"/>
          </a:xfrm>
        </p:grpSpPr>
        <p:sp>
          <p:nvSpPr>
            <p:cNvPr id="16882" name="Google Shape;16882;p59"/>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59"/>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59"/>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59"/>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59"/>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59"/>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59"/>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59"/>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59"/>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59"/>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59"/>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59"/>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59"/>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59"/>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59"/>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59"/>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59"/>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59"/>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59"/>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59"/>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59"/>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59"/>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59"/>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59"/>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59"/>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59"/>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59"/>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59"/>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0" name="Google Shape;16910;p59"/>
          <p:cNvGrpSpPr/>
          <p:nvPr/>
        </p:nvGrpSpPr>
        <p:grpSpPr>
          <a:xfrm>
            <a:off x="2601585" y="2237289"/>
            <a:ext cx="391606" cy="364535"/>
            <a:chOff x="2593522" y="2407029"/>
            <a:chExt cx="391606" cy="364535"/>
          </a:xfrm>
        </p:grpSpPr>
        <p:sp>
          <p:nvSpPr>
            <p:cNvPr id="16911" name="Google Shape;16911;p59"/>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59"/>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59"/>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59"/>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59"/>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59"/>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59"/>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59"/>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59"/>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59"/>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59"/>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59"/>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59"/>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59"/>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59"/>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59"/>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59"/>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59"/>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59"/>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59"/>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59"/>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59"/>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59"/>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59"/>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59"/>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59"/>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59"/>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59"/>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59"/>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59"/>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59"/>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59"/>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59"/>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59"/>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59"/>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59"/>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59"/>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59"/>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59"/>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0" name="Google Shape;16950;p59"/>
          <p:cNvGrpSpPr/>
          <p:nvPr/>
        </p:nvGrpSpPr>
        <p:grpSpPr>
          <a:xfrm>
            <a:off x="3963109" y="2262503"/>
            <a:ext cx="322912" cy="334396"/>
            <a:chOff x="3955047" y="2432242"/>
            <a:chExt cx="322912" cy="334396"/>
          </a:xfrm>
        </p:grpSpPr>
        <p:sp>
          <p:nvSpPr>
            <p:cNvPr id="16951" name="Google Shape;16951;p59"/>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59"/>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59"/>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4" name="Google Shape;16954;p59"/>
          <p:cNvGrpSpPr/>
          <p:nvPr/>
        </p:nvGrpSpPr>
        <p:grpSpPr>
          <a:xfrm>
            <a:off x="1810528" y="1793115"/>
            <a:ext cx="265373" cy="351944"/>
            <a:chOff x="1802465" y="1962854"/>
            <a:chExt cx="265373" cy="351944"/>
          </a:xfrm>
        </p:grpSpPr>
        <p:sp>
          <p:nvSpPr>
            <p:cNvPr id="16955" name="Google Shape;16955;p59"/>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59"/>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59"/>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59"/>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59"/>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59"/>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59"/>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2" name="Google Shape;16962;p59"/>
          <p:cNvGrpSpPr/>
          <p:nvPr/>
        </p:nvGrpSpPr>
        <p:grpSpPr>
          <a:xfrm>
            <a:off x="3520133" y="1786482"/>
            <a:ext cx="373983" cy="363622"/>
            <a:chOff x="3512070" y="1956222"/>
            <a:chExt cx="373983" cy="363622"/>
          </a:xfrm>
        </p:grpSpPr>
        <p:sp>
          <p:nvSpPr>
            <p:cNvPr id="16963" name="Google Shape;16963;p59"/>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59"/>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59"/>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59"/>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59"/>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59"/>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59"/>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59"/>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59"/>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59"/>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59"/>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59"/>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59"/>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59"/>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59"/>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59"/>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59"/>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0" name="Google Shape;16980;p59"/>
          <p:cNvGrpSpPr/>
          <p:nvPr/>
        </p:nvGrpSpPr>
        <p:grpSpPr>
          <a:xfrm>
            <a:off x="850746" y="2225012"/>
            <a:ext cx="345640" cy="356660"/>
            <a:chOff x="842683" y="2394751"/>
            <a:chExt cx="345640" cy="356660"/>
          </a:xfrm>
        </p:grpSpPr>
        <p:sp>
          <p:nvSpPr>
            <p:cNvPr id="16981" name="Google Shape;16981;p59"/>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59"/>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59"/>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59"/>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59"/>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59"/>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59"/>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59"/>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59"/>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59"/>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59"/>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59"/>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59"/>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59"/>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59"/>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59"/>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7" name="Google Shape;16997;p59"/>
          <p:cNvGrpSpPr/>
          <p:nvPr/>
        </p:nvGrpSpPr>
        <p:grpSpPr>
          <a:xfrm>
            <a:off x="1298678" y="2229728"/>
            <a:ext cx="336836" cy="342511"/>
            <a:chOff x="1290615" y="2399467"/>
            <a:chExt cx="336836" cy="342511"/>
          </a:xfrm>
        </p:grpSpPr>
        <p:sp>
          <p:nvSpPr>
            <p:cNvPr id="16998" name="Google Shape;16998;p59"/>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59"/>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59"/>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59"/>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59"/>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59"/>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59"/>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59"/>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59"/>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59"/>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59"/>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59"/>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59"/>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59"/>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59"/>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59"/>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59"/>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59"/>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59"/>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7" name="Google Shape;17017;p59"/>
          <p:cNvGrpSpPr/>
          <p:nvPr/>
        </p:nvGrpSpPr>
        <p:grpSpPr>
          <a:xfrm>
            <a:off x="1756372" y="2238861"/>
            <a:ext cx="308508" cy="333378"/>
            <a:chOff x="1748310" y="2408601"/>
            <a:chExt cx="308508" cy="333378"/>
          </a:xfrm>
        </p:grpSpPr>
        <p:sp>
          <p:nvSpPr>
            <p:cNvPr id="17018" name="Google Shape;17018;p59"/>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59"/>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59"/>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59"/>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59"/>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59"/>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59"/>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59"/>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6" name="Google Shape;17026;p59"/>
          <p:cNvGrpSpPr/>
          <p:nvPr/>
        </p:nvGrpSpPr>
        <p:grpSpPr>
          <a:xfrm>
            <a:off x="3052676" y="2248294"/>
            <a:ext cx="376184" cy="315141"/>
            <a:chOff x="3044614" y="2418033"/>
            <a:chExt cx="376184" cy="315141"/>
          </a:xfrm>
        </p:grpSpPr>
        <p:sp>
          <p:nvSpPr>
            <p:cNvPr id="17027" name="Google Shape;17027;p59"/>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59"/>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59"/>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59"/>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59"/>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59"/>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59"/>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59"/>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59"/>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6" name="Google Shape;17036;p59"/>
          <p:cNvGrpSpPr/>
          <p:nvPr/>
        </p:nvGrpSpPr>
        <p:grpSpPr>
          <a:xfrm>
            <a:off x="3951700" y="3645333"/>
            <a:ext cx="357933" cy="342676"/>
            <a:chOff x="3943638" y="3815072"/>
            <a:chExt cx="357933" cy="342676"/>
          </a:xfrm>
        </p:grpSpPr>
        <p:sp>
          <p:nvSpPr>
            <p:cNvPr id="17037" name="Google Shape;17037;p59"/>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59"/>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59"/>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59"/>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59"/>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59"/>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59"/>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59"/>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59"/>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6" name="Google Shape;17046;p59"/>
          <p:cNvGrpSpPr/>
          <p:nvPr/>
        </p:nvGrpSpPr>
        <p:grpSpPr>
          <a:xfrm>
            <a:off x="3516345" y="3640602"/>
            <a:ext cx="351644" cy="351959"/>
            <a:chOff x="3508282" y="3810341"/>
            <a:chExt cx="351644" cy="351959"/>
          </a:xfrm>
        </p:grpSpPr>
        <p:sp>
          <p:nvSpPr>
            <p:cNvPr id="17047" name="Google Shape;17047;p59"/>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59"/>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59"/>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59"/>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59"/>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59"/>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59"/>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59"/>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59"/>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59"/>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59"/>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59"/>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59"/>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0" name="Google Shape;17060;p59"/>
          <p:cNvGrpSpPr/>
          <p:nvPr/>
        </p:nvGrpSpPr>
        <p:grpSpPr>
          <a:xfrm>
            <a:off x="2232648" y="1793115"/>
            <a:ext cx="303163" cy="351809"/>
            <a:chOff x="2224585" y="1962854"/>
            <a:chExt cx="303163" cy="351809"/>
          </a:xfrm>
        </p:grpSpPr>
        <p:sp>
          <p:nvSpPr>
            <p:cNvPr id="17061" name="Google Shape;17061;p59"/>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59"/>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59"/>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59"/>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59"/>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59"/>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59"/>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59"/>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9" name="Google Shape;17069;p59"/>
          <p:cNvGrpSpPr/>
          <p:nvPr/>
        </p:nvGrpSpPr>
        <p:grpSpPr>
          <a:xfrm>
            <a:off x="2630856" y="1821128"/>
            <a:ext cx="389090" cy="296231"/>
            <a:chOff x="2622794" y="1990868"/>
            <a:chExt cx="389090" cy="296231"/>
          </a:xfrm>
        </p:grpSpPr>
        <p:sp>
          <p:nvSpPr>
            <p:cNvPr id="17070" name="Google Shape;17070;p59"/>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59"/>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59"/>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59"/>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59"/>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59"/>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59"/>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59"/>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59"/>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9" name="Google Shape;17079;p59"/>
          <p:cNvGrpSpPr/>
          <p:nvPr/>
        </p:nvGrpSpPr>
        <p:grpSpPr>
          <a:xfrm>
            <a:off x="3985388" y="1782409"/>
            <a:ext cx="327074" cy="375241"/>
            <a:chOff x="3977326" y="1952149"/>
            <a:chExt cx="327074" cy="375241"/>
          </a:xfrm>
        </p:grpSpPr>
        <p:sp>
          <p:nvSpPr>
            <p:cNvPr id="17080" name="Google Shape;17080;p59"/>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59"/>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59"/>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59"/>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59"/>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59"/>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59"/>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59"/>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59"/>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59"/>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59"/>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59"/>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59"/>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59"/>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59"/>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59"/>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59"/>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7" name="Google Shape;17097;p59"/>
          <p:cNvGrpSpPr/>
          <p:nvPr/>
        </p:nvGrpSpPr>
        <p:grpSpPr>
          <a:xfrm>
            <a:off x="1349674" y="3170315"/>
            <a:ext cx="259399" cy="370524"/>
            <a:chOff x="1341612" y="3340055"/>
            <a:chExt cx="259399" cy="370524"/>
          </a:xfrm>
        </p:grpSpPr>
        <p:sp>
          <p:nvSpPr>
            <p:cNvPr id="17098" name="Google Shape;17098;p59"/>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59"/>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59"/>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59"/>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59"/>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59"/>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59"/>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59"/>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59"/>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59"/>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59"/>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59"/>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59"/>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59"/>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59"/>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59"/>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59"/>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59"/>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6" name="Google Shape;17116;p59"/>
          <p:cNvGrpSpPr/>
          <p:nvPr/>
        </p:nvGrpSpPr>
        <p:grpSpPr>
          <a:xfrm>
            <a:off x="2187955" y="3675233"/>
            <a:ext cx="351629" cy="282381"/>
            <a:chOff x="2179892" y="3844972"/>
            <a:chExt cx="351629" cy="282381"/>
          </a:xfrm>
        </p:grpSpPr>
        <p:sp>
          <p:nvSpPr>
            <p:cNvPr id="17117" name="Google Shape;17117;p59"/>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59"/>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59"/>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59"/>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59"/>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59"/>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59"/>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59"/>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59"/>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59"/>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59"/>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59"/>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59"/>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59"/>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59"/>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59"/>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59"/>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59"/>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59"/>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59"/>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7" name="Google Shape;17137;p59"/>
          <p:cNvGrpSpPr/>
          <p:nvPr/>
        </p:nvGrpSpPr>
        <p:grpSpPr>
          <a:xfrm>
            <a:off x="3139232" y="3647145"/>
            <a:ext cx="220051" cy="338169"/>
            <a:chOff x="3131170" y="3816884"/>
            <a:chExt cx="220051" cy="338169"/>
          </a:xfrm>
        </p:grpSpPr>
        <p:sp>
          <p:nvSpPr>
            <p:cNvPr id="17138" name="Google Shape;17138;p59"/>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59"/>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59"/>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59"/>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59"/>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59"/>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59"/>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59"/>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59"/>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7" name="Google Shape;17147;p59"/>
          <p:cNvGrpSpPr/>
          <p:nvPr/>
        </p:nvGrpSpPr>
        <p:grpSpPr>
          <a:xfrm>
            <a:off x="911564" y="3189824"/>
            <a:ext cx="247990" cy="333393"/>
            <a:chOff x="903502" y="3359564"/>
            <a:chExt cx="247990" cy="333393"/>
          </a:xfrm>
        </p:grpSpPr>
        <p:sp>
          <p:nvSpPr>
            <p:cNvPr id="17148" name="Google Shape;17148;p59"/>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59"/>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59"/>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59"/>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59"/>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59"/>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59"/>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59"/>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59"/>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59"/>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59"/>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59"/>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59"/>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59"/>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59"/>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59"/>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59"/>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59"/>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59"/>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59"/>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59"/>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59"/>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0" name="Google Shape;17170;p59"/>
          <p:cNvGrpSpPr/>
          <p:nvPr/>
        </p:nvGrpSpPr>
        <p:grpSpPr>
          <a:xfrm>
            <a:off x="2624253" y="2720721"/>
            <a:ext cx="365793" cy="361152"/>
            <a:chOff x="2616191" y="2890461"/>
            <a:chExt cx="365793" cy="361152"/>
          </a:xfrm>
        </p:grpSpPr>
        <p:sp>
          <p:nvSpPr>
            <p:cNvPr id="17171" name="Google Shape;17171;p59"/>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59"/>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59"/>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59"/>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59"/>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59"/>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59"/>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59"/>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59"/>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59"/>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59"/>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2" name="Google Shape;17182;p59"/>
          <p:cNvGrpSpPr/>
          <p:nvPr/>
        </p:nvGrpSpPr>
        <p:grpSpPr>
          <a:xfrm>
            <a:off x="3058022" y="1776121"/>
            <a:ext cx="402940" cy="388536"/>
            <a:chOff x="3049959" y="1945861"/>
            <a:chExt cx="402940" cy="388536"/>
          </a:xfrm>
        </p:grpSpPr>
        <p:sp>
          <p:nvSpPr>
            <p:cNvPr id="17183" name="Google Shape;17183;p59"/>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59"/>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59"/>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59"/>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59"/>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59"/>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9" name="Google Shape;17189;p59"/>
          <p:cNvGrpSpPr/>
          <p:nvPr/>
        </p:nvGrpSpPr>
        <p:grpSpPr>
          <a:xfrm>
            <a:off x="2491088" y="4098940"/>
            <a:ext cx="202428" cy="349114"/>
            <a:chOff x="2483025" y="4268679"/>
            <a:chExt cx="202428" cy="349114"/>
          </a:xfrm>
        </p:grpSpPr>
        <p:sp>
          <p:nvSpPr>
            <p:cNvPr id="17190" name="Google Shape;17190;p59"/>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59"/>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59"/>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59"/>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59"/>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59"/>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6" name="Google Shape;17196;p59"/>
          <p:cNvGrpSpPr/>
          <p:nvPr/>
        </p:nvGrpSpPr>
        <p:grpSpPr>
          <a:xfrm>
            <a:off x="870569" y="2716244"/>
            <a:ext cx="329590" cy="365000"/>
            <a:chOff x="862507" y="2885984"/>
            <a:chExt cx="329590" cy="365000"/>
          </a:xfrm>
        </p:grpSpPr>
        <p:sp>
          <p:nvSpPr>
            <p:cNvPr id="17197" name="Google Shape;17197;p59"/>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59"/>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59"/>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59"/>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59"/>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59"/>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59"/>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4" name="Google Shape;17204;p59"/>
          <p:cNvGrpSpPr/>
          <p:nvPr/>
        </p:nvGrpSpPr>
        <p:grpSpPr>
          <a:xfrm>
            <a:off x="3090138" y="2702065"/>
            <a:ext cx="318884" cy="379807"/>
            <a:chOff x="3082075" y="2871805"/>
            <a:chExt cx="318884" cy="379807"/>
          </a:xfrm>
        </p:grpSpPr>
        <p:sp>
          <p:nvSpPr>
            <p:cNvPr id="17205" name="Google Shape;17205;p59"/>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59"/>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59"/>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59"/>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59"/>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59"/>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59"/>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59"/>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59"/>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59"/>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59"/>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59"/>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59"/>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59"/>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59"/>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59"/>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59"/>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59"/>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59"/>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59"/>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5" name="Google Shape;17225;p59"/>
          <p:cNvGrpSpPr/>
          <p:nvPr/>
        </p:nvGrpSpPr>
        <p:grpSpPr>
          <a:xfrm>
            <a:off x="2602843" y="1346755"/>
            <a:ext cx="410187" cy="324244"/>
            <a:chOff x="2594780" y="1516494"/>
            <a:chExt cx="410187" cy="324244"/>
          </a:xfrm>
        </p:grpSpPr>
        <p:sp>
          <p:nvSpPr>
            <p:cNvPr id="17226" name="Google Shape;17226;p59"/>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59"/>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59"/>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59"/>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59"/>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59"/>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59"/>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59"/>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4" name="Google Shape;17234;p59"/>
          <p:cNvGrpSpPr/>
          <p:nvPr/>
        </p:nvGrpSpPr>
        <p:grpSpPr>
          <a:xfrm>
            <a:off x="1751027" y="1333220"/>
            <a:ext cx="333692" cy="333363"/>
            <a:chOff x="1742965" y="1502959"/>
            <a:chExt cx="333692" cy="333363"/>
          </a:xfrm>
        </p:grpSpPr>
        <p:sp>
          <p:nvSpPr>
            <p:cNvPr id="17235" name="Google Shape;17235;p59"/>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59"/>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59"/>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59"/>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9" name="Google Shape;17239;p59"/>
          <p:cNvGrpSpPr/>
          <p:nvPr/>
        </p:nvGrpSpPr>
        <p:grpSpPr>
          <a:xfrm>
            <a:off x="3059594" y="1347069"/>
            <a:ext cx="390034" cy="296545"/>
            <a:chOff x="3051531" y="1516809"/>
            <a:chExt cx="390034" cy="296545"/>
          </a:xfrm>
        </p:grpSpPr>
        <p:sp>
          <p:nvSpPr>
            <p:cNvPr id="17240" name="Google Shape;17240;p59"/>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59"/>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59"/>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59"/>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59"/>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59"/>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59"/>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59"/>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59"/>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59"/>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59"/>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59"/>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59"/>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59"/>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59"/>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5" name="Google Shape;17255;p59"/>
          <p:cNvGrpSpPr/>
          <p:nvPr/>
        </p:nvGrpSpPr>
        <p:grpSpPr>
          <a:xfrm>
            <a:off x="3522963" y="1319280"/>
            <a:ext cx="354145" cy="351869"/>
            <a:chOff x="3514900" y="1489020"/>
            <a:chExt cx="354145" cy="351869"/>
          </a:xfrm>
        </p:grpSpPr>
        <p:sp>
          <p:nvSpPr>
            <p:cNvPr id="17256" name="Google Shape;17256;p59"/>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59"/>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59"/>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59"/>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59"/>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59"/>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59"/>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59"/>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59"/>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59"/>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59"/>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59"/>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59"/>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59"/>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59"/>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59"/>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59"/>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59"/>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59"/>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59"/>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59"/>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59"/>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8" name="Google Shape;17278;p59"/>
          <p:cNvGrpSpPr/>
          <p:nvPr/>
        </p:nvGrpSpPr>
        <p:grpSpPr>
          <a:xfrm>
            <a:off x="3074387" y="3180706"/>
            <a:ext cx="346598" cy="333183"/>
            <a:chOff x="3066324" y="3350446"/>
            <a:chExt cx="346598" cy="333183"/>
          </a:xfrm>
        </p:grpSpPr>
        <p:sp>
          <p:nvSpPr>
            <p:cNvPr id="17279" name="Google Shape;17279;p59"/>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59"/>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59"/>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59"/>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59"/>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59"/>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59"/>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59"/>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59"/>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59"/>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9" name="Google Shape;17289;p59"/>
          <p:cNvGrpSpPr/>
          <p:nvPr/>
        </p:nvGrpSpPr>
        <p:grpSpPr>
          <a:xfrm>
            <a:off x="1290817" y="1782350"/>
            <a:ext cx="363278" cy="363338"/>
            <a:chOff x="1282755" y="1952089"/>
            <a:chExt cx="363278" cy="363338"/>
          </a:xfrm>
        </p:grpSpPr>
        <p:sp>
          <p:nvSpPr>
            <p:cNvPr id="17290" name="Google Shape;17290;p59"/>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59"/>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59"/>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59"/>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59"/>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59"/>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59"/>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7" name="Google Shape;17297;p59"/>
          <p:cNvGrpSpPr/>
          <p:nvPr/>
        </p:nvGrpSpPr>
        <p:grpSpPr>
          <a:xfrm>
            <a:off x="3518156" y="2739542"/>
            <a:ext cx="355133" cy="343574"/>
            <a:chOff x="3510094" y="2909281"/>
            <a:chExt cx="355133" cy="343574"/>
          </a:xfrm>
        </p:grpSpPr>
        <p:sp>
          <p:nvSpPr>
            <p:cNvPr id="17298" name="Google Shape;17298;p59"/>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59"/>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59"/>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59"/>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59"/>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59"/>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59"/>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59"/>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59"/>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59"/>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59"/>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59"/>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59"/>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11" name="Google Shape;17311;p59"/>
          <p:cNvSpPr/>
          <p:nvPr/>
        </p:nvSpPr>
        <p:spPr>
          <a:xfrm>
            <a:off x="2521946" y="1642342"/>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12" name="Google Shape;17312;p59"/>
          <p:cNvGrpSpPr/>
          <p:nvPr/>
        </p:nvGrpSpPr>
        <p:grpSpPr>
          <a:xfrm>
            <a:off x="2171904" y="1337232"/>
            <a:ext cx="382787" cy="331566"/>
            <a:chOff x="2163842" y="1506972"/>
            <a:chExt cx="382787" cy="331566"/>
          </a:xfrm>
        </p:grpSpPr>
        <p:sp>
          <p:nvSpPr>
            <p:cNvPr id="17313" name="Google Shape;17313;p59"/>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59"/>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59"/>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59"/>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59"/>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59"/>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59"/>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59"/>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1" name="Google Shape;17321;p59"/>
          <p:cNvGrpSpPr/>
          <p:nvPr/>
        </p:nvGrpSpPr>
        <p:grpSpPr>
          <a:xfrm>
            <a:off x="1746940" y="3179913"/>
            <a:ext cx="357918" cy="350536"/>
            <a:chOff x="1738877" y="3349652"/>
            <a:chExt cx="357918" cy="350536"/>
          </a:xfrm>
        </p:grpSpPr>
        <p:sp>
          <p:nvSpPr>
            <p:cNvPr id="17322" name="Google Shape;17322;p59"/>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59"/>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59"/>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59"/>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59"/>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59"/>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59"/>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59"/>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59"/>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59"/>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59"/>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59"/>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59"/>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59"/>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59"/>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59"/>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59"/>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59"/>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0" name="Google Shape;17340;p59"/>
          <p:cNvGrpSpPr/>
          <p:nvPr/>
        </p:nvGrpSpPr>
        <p:grpSpPr>
          <a:xfrm>
            <a:off x="1979882" y="4107115"/>
            <a:ext cx="383281" cy="333947"/>
            <a:chOff x="1971819" y="4276854"/>
            <a:chExt cx="383281" cy="333947"/>
          </a:xfrm>
        </p:grpSpPr>
        <p:sp>
          <p:nvSpPr>
            <p:cNvPr id="17341" name="Google Shape;17341;p59"/>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59"/>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59"/>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59"/>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59"/>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59"/>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59"/>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59"/>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59"/>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59"/>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1" name="Google Shape;17351;p59"/>
          <p:cNvGrpSpPr/>
          <p:nvPr/>
        </p:nvGrpSpPr>
        <p:grpSpPr>
          <a:xfrm>
            <a:off x="1833181" y="2716080"/>
            <a:ext cx="175987" cy="361391"/>
            <a:chOff x="1825119" y="2885819"/>
            <a:chExt cx="175987" cy="361391"/>
          </a:xfrm>
        </p:grpSpPr>
        <p:sp>
          <p:nvSpPr>
            <p:cNvPr id="17352" name="Google Shape;17352;p59"/>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59"/>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59"/>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59"/>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59"/>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59"/>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59"/>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59"/>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59"/>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59"/>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2" name="Google Shape;17362;p59"/>
          <p:cNvGrpSpPr/>
          <p:nvPr/>
        </p:nvGrpSpPr>
        <p:grpSpPr>
          <a:xfrm>
            <a:off x="3512886" y="3236104"/>
            <a:ext cx="369896" cy="226339"/>
            <a:chOff x="3504824" y="3405844"/>
            <a:chExt cx="369896" cy="226339"/>
          </a:xfrm>
        </p:grpSpPr>
        <p:sp>
          <p:nvSpPr>
            <p:cNvPr id="17363" name="Google Shape;17363;p59"/>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59"/>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59"/>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59"/>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59"/>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59"/>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59"/>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59"/>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59"/>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59"/>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59"/>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59"/>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59"/>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59"/>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59"/>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59"/>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9" name="Google Shape;17379;p59"/>
          <p:cNvGrpSpPr/>
          <p:nvPr/>
        </p:nvGrpSpPr>
        <p:grpSpPr>
          <a:xfrm>
            <a:off x="1303724" y="3649855"/>
            <a:ext cx="345640" cy="342900"/>
            <a:chOff x="1295661" y="3819594"/>
            <a:chExt cx="345640" cy="342900"/>
          </a:xfrm>
        </p:grpSpPr>
        <p:sp>
          <p:nvSpPr>
            <p:cNvPr id="17380" name="Google Shape;17380;p59"/>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59"/>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59"/>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59"/>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59"/>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59"/>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59"/>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59"/>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59"/>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59"/>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59"/>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59"/>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59"/>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59"/>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59"/>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59"/>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59"/>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7" name="Google Shape;17397;p59"/>
          <p:cNvGrpSpPr/>
          <p:nvPr/>
        </p:nvGrpSpPr>
        <p:grpSpPr>
          <a:xfrm>
            <a:off x="3494635" y="2263730"/>
            <a:ext cx="379328" cy="281738"/>
            <a:chOff x="3486572" y="2433470"/>
            <a:chExt cx="379328" cy="281738"/>
          </a:xfrm>
        </p:grpSpPr>
        <p:sp>
          <p:nvSpPr>
            <p:cNvPr id="17398" name="Google Shape;17398;p59"/>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59"/>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59"/>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59"/>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59"/>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59"/>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59"/>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05" name="Google Shape;17405;p59"/>
          <p:cNvSpPr/>
          <p:nvPr/>
        </p:nvSpPr>
        <p:spPr>
          <a:xfrm>
            <a:off x="3759992" y="253979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06" name="Google Shape;17406;p59"/>
          <p:cNvGrpSpPr/>
          <p:nvPr/>
        </p:nvGrpSpPr>
        <p:grpSpPr>
          <a:xfrm>
            <a:off x="4005212" y="3159894"/>
            <a:ext cx="270733" cy="355762"/>
            <a:chOff x="3997149" y="3329634"/>
            <a:chExt cx="270733" cy="355762"/>
          </a:xfrm>
        </p:grpSpPr>
        <p:sp>
          <p:nvSpPr>
            <p:cNvPr id="17407" name="Google Shape;17407;p59"/>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59"/>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59"/>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59"/>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59"/>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59"/>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59"/>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59"/>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59"/>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59"/>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59"/>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59"/>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59"/>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59"/>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59"/>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59"/>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59"/>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59"/>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59"/>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59"/>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59"/>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8" name="Google Shape;17428;p59"/>
          <p:cNvGrpSpPr/>
          <p:nvPr/>
        </p:nvGrpSpPr>
        <p:grpSpPr>
          <a:xfrm>
            <a:off x="3962406" y="2729615"/>
            <a:ext cx="345655" cy="343529"/>
            <a:chOff x="3954343" y="2899354"/>
            <a:chExt cx="345655" cy="343529"/>
          </a:xfrm>
        </p:grpSpPr>
        <p:sp>
          <p:nvSpPr>
            <p:cNvPr id="17429" name="Google Shape;17429;p59"/>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59"/>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59"/>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59"/>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59"/>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59"/>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59"/>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59"/>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59"/>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59"/>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59"/>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59"/>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1" name="Google Shape;17441;p59"/>
          <p:cNvGrpSpPr/>
          <p:nvPr/>
        </p:nvGrpSpPr>
        <p:grpSpPr>
          <a:xfrm>
            <a:off x="2174105" y="3181605"/>
            <a:ext cx="369566" cy="349803"/>
            <a:chOff x="2166043" y="3351344"/>
            <a:chExt cx="369566" cy="349803"/>
          </a:xfrm>
        </p:grpSpPr>
        <p:sp>
          <p:nvSpPr>
            <p:cNvPr id="17442" name="Google Shape;17442;p59"/>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59"/>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59"/>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59"/>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59"/>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59"/>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59"/>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59"/>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59"/>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1" name="Google Shape;17451;p59"/>
          <p:cNvGrpSpPr/>
          <p:nvPr/>
        </p:nvGrpSpPr>
        <p:grpSpPr>
          <a:xfrm>
            <a:off x="2627712" y="3182593"/>
            <a:ext cx="365793" cy="329275"/>
            <a:chOff x="2619649" y="3352332"/>
            <a:chExt cx="365793" cy="329275"/>
          </a:xfrm>
        </p:grpSpPr>
        <p:sp>
          <p:nvSpPr>
            <p:cNvPr id="17452" name="Google Shape;17452;p59"/>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59"/>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59"/>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59"/>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59"/>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59"/>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59"/>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59"/>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59"/>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59"/>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2" name="Google Shape;17462;p59"/>
          <p:cNvGrpSpPr/>
          <p:nvPr/>
        </p:nvGrpSpPr>
        <p:grpSpPr>
          <a:xfrm>
            <a:off x="1304197" y="1345501"/>
            <a:ext cx="340624" cy="351944"/>
            <a:chOff x="1293760" y="1498228"/>
            <a:chExt cx="340624" cy="351944"/>
          </a:xfrm>
        </p:grpSpPr>
        <p:sp>
          <p:nvSpPr>
            <p:cNvPr id="17463" name="Google Shape;17463;p59"/>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59"/>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59"/>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59"/>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59"/>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59"/>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59"/>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59"/>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59"/>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59"/>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59"/>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59"/>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59"/>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59"/>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7" name="Google Shape;17477;p59"/>
          <p:cNvGrpSpPr/>
          <p:nvPr/>
        </p:nvGrpSpPr>
        <p:grpSpPr>
          <a:xfrm>
            <a:off x="857663" y="1782335"/>
            <a:ext cx="406713" cy="383745"/>
            <a:chOff x="849601" y="1952074"/>
            <a:chExt cx="406713" cy="383745"/>
          </a:xfrm>
        </p:grpSpPr>
        <p:sp>
          <p:nvSpPr>
            <p:cNvPr id="17478" name="Google Shape;17478;p59"/>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59"/>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59"/>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59"/>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59"/>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59"/>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59"/>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5" name="Google Shape;17485;p59"/>
          <p:cNvGrpSpPr/>
          <p:nvPr/>
        </p:nvGrpSpPr>
        <p:grpSpPr>
          <a:xfrm>
            <a:off x="2261934" y="2723626"/>
            <a:ext cx="203985" cy="355417"/>
            <a:chOff x="2253871" y="2893365"/>
            <a:chExt cx="203985" cy="355417"/>
          </a:xfrm>
        </p:grpSpPr>
        <p:sp>
          <p:nvSpPr>
            <p:cNvPr id="17486" name="Google Shape;17486;p59"/>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59"/>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59"/>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59"/>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59"/>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59"/>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59"/>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59"/>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59"/>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59"/>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59"/>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7" name="Google Shape;17497;p59"/>
          <p:cNvGrpSpPr/>
          <p:nvPr/>
        </p:nvGrpSpPr>
        <p:grpSpPr>
          <a:xfrm>
            <a:off x="2199603" y="2238861"/>
            <a:ext cx="308823" cy="342571"/>
            <a:chOff x="2191541" y="2408601"/>
            <a:chExt cx="308823" cy="342571"/>
          </a:xfrm>
        </p:grpSpPr>
        <p:sp>
          <p:nvSpPr>
            <p:cNvPr id="17498" name="Google Shape;17498;p59"/>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59"/>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59"/>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59"/>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59"/>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59"/>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59"/>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59"/>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59"/>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59"/>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59"/>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59"/>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59"/>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1" name="Google Shape;17511;p59"/>
          <p:cNvGrpSpPr/>
          <p:nvPr/>
        </p:nvGrpSpPr>
        <p:grpSpPr>
          <a:xfrm>
            <a:off x="855462" y="1333848"/>
            <a:ext cx="342496" cy="341553"/>
            <a:chOff x="847400" y="1503588"/>
            <a:chExt cx="342496" cy="341553"/>
          </a:xfrm>
        </p:grpSpPr>
        <p:sp>
          <p:nvSpPr>
            <p:cNvPr id="17512" name="Google Shape;17512;p59"/>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59"/>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59"/>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59"/>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59"/>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59"/>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59"/>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59"/>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59"/>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59"/>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59"/>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59"/>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59"/>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59"/>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59"/>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59"/>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59"/>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59"/>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59"/>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59"/>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2" name="Google Shape;17532;p59"/>
          <p:cNvGrpSpPr/>
          <p:nvPr/>
        </p:nvGrpSpPr>
        <p:grpSpPr>
          <a:xfrm>
            <a:off x="1338026" y="2729929"/>
            <a:ext cx="280495" cy="361077"/>
            <a:chOff x="1329963" y="2899669"/>
            <a:chExt cx="280495" cy="361077"/>
          </a:xfrm>
        </p:grpSpPr>
        <p:sp>
          <p:nvSpPr>
            <p:cNvPr id="17533" name="Google Shape;17533;p59"/>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59"/>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59"/>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59"/>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59"/>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59"/>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59"/>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0" name="Google Shape;17540;p59"/>
          <p:cNvGrpSpPr/>
          <p:nvPr/>
        </p:nvGrpSpPr>
        <p:grpSpPr>
          <a:xfrm>
            <a:off x="945492" y="3631169"/>
            <a:ext cx="195496" cy="343439"/>
            <a:chOff x="937429" y="3800908"/>
            <a:chExt cx="195496" cy="343439"/>
          </a:xfrm>
        </p:grpSpPr>
        <p:sp>
          <p:nvSpPr>
            <p:cNvPr id="17541" name="Google Shape;17541;p59"/>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59"/>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59"/>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59"/>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59"/>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59"/>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59"/>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59"/>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59"/>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59"/>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59"/>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59"/>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59"/>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4" name="Google Shape;17554;p59"/>
          <p:cNvGrpSpPr/>
          <p:nvPr/>
        </p:nvGrpSpPr>
        <p:grpSpPr>
          <a:xfrm>
            <a:off x="2695722" y="3640916"/>
            <a:ext cx="365164" cy="342511"/>
            <a:chOff x="2611459" y="3810655"/>
            <a:chExt cx="365164" cy="342511"/>
          </a:xfrm>
        </p:grpSpPr>
        <p:sp>
          <p:nvSpPr>
            <p:cNvPr id="17555" name="Google Shape;17555;p59"/>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59"/>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59"/>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59"/>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59"/>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59"/>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59"/>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59"/>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59"/>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59"/>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59"/>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6" name="Google Shape;17566;p59"/>
          <p:cNvGrpSpPr/>
          <p:nvPr/>
        </p:nvGrpSpPr>
        <p:grpSpPr>
          <a:xfrm>
            <a:off x="3960519" y="1354540"/>
            <a:ext cx="370195" cy="300154"/>
            <a:chOff x="3952456" y="1524280"/>
            <a:chExt cx="370195" cy="300154"/>
          </a:xfrm>
        </p:grpSpPr>
        <p:sp>
          <p:nvSpPr>
            <p:cNvPr id="17567" name="Google Shape;17567;p59"/>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59"/>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59"/>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59"/>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59"/>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59"/>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73" name="Google Shape;17573;p59"/>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17574" name="Google Shape;17574;p59"/>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578" name="Shape 17578"/>
        <p:cNvGrpSpPr/>
        <p:nvPr/>
      </p:nvGrpSpPr>
      <p:grpSpPr>
        <a:xfrm>
          <a:off x="0" y="0"/>
          <a:ext cx="0" cy="0"/>
          <a:chOff x="0" y="0"/>
          <a:chExt cx="0" cy="0"/>
        </a:xfrm>
      </p:grpSpPr>
      <p:grpSp>
        <p:nvGrpSpPr>
          <p:cNvPr id="17579" name="Google Shape;17579;p60"/>
          <p:cNvGrpSpPr/>
          <p:nvPr/>
        </p:nvGrpSpPr>
        <p:grpSpPr>
          <a:xfrm>
            <a:off x="894207" y="1345785"/>
            <a:ext cx="257112" cy="362808"/>
            <a:chOff x="908482" y="1502585"/>
            <a:chExt cx="257112" cy="362808"/>
          </a:xfrm>
        </p:grpSpPr>
        <p:sp>
          <p:nvSpPr>
            <p:cNvPr id="17580" name="Google Shape;17580;p60"/>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60"/>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60"/>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60"/>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60"/>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60"/>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60"/>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60"/>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60"/>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60"/>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60"/>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60"/>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60"/>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60"/>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60"/>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60"/>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60"/>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60"/>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60"/>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60"/>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0" name="Google Shape;17600;p60"/>
          <p:cNvGrpSpPr/>
          <p:nvPr/>
        </p:nvGrpSpPr>
        <p:grpSpPr>
          <a:xfrm>
            <a:off x="1289262" y="1345916"/>
            <a:ext cx="362939" cy="362677"/>
            <a:chOff x="1303537" y="1502716"/>
            <a:chExt cx="362939" cy="362677"/>
          </a:xfrm>
        </p:grpSpPr>
        <p:sp>
          <p:nvSpPr>
            <p:cNvPr id="17601" name="Google Shape;17601;p60"/>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60"/>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60"/>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60"/>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60"/>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60"/>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60"/>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60"/>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60"/>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60"/>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60"/>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2" name="Google Shape;17612;p60"/>
          <p:cNvGrpSpPr/>
          <p:nvPr/>
        </p:nvGrpSpPr>
        <p:grpSpPr>
          <a:xfrm>
            <a:off x="1737626" y="1345916"/>
            <a:ext cx="362677" cy="362677"/>
            <a:chOff x="1751901" y="1502716"/>
            <a:chExt cx="362677" cy="362677"/>
          </a:xfrm>
        </p:grpSpPr>
        <p:sp>
          <p:nvSpPr>
            <p:cNvPr id="17613" name="Google Shape;17613;p60"/>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60"/>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60"/>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60"/>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60"/>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60"/>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60"/>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60"/>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60"/>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60"/>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60"/>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60"/>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60"/>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60"/>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60"/>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60"/>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60"/>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60"/>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60"/>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2" name="Google Shape;17632;p60"/>
          <p:cNvGrpSpPr/>
          <p:nvPr/>
        </p:nvGrpSpPr>
        <p:grpSpPr>
          <a:xfrm>
            <a:off x="3080903" y="1345916"/>
            <a:ext cx="334290" cy="362677"/>
            <a:chOff x="3095178" y="1502716"/>
            <a:chExt cx="334290" cy="362677"/>
          </a:xfrm>
        </p:grpSpPr>
        <p:sp>
          <p:nvSpPr>
            <p:cNvPr id="17633" name="Google Shape;17633;p60"/>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60"/>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60"/>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60"/>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60"/>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60"/>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60"/>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60"/>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60"/>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60"/>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60"/>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60"/>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60"/>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60"/>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60"/>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60"/>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60"/>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0" name="Google Shape;17650;p60"/>
          <p:cNvGrpSpPr/>
          <p:nvPr/>
        </p:nvGrpSpPr>
        <p:grpSpPr>
          <a:xfrm>
            <a:off x="3528006" y="1348805"/>
            <a:ext cx="366196" cy="357005"/>
            <a:chOff x="3542281" y="1505605"/>
            <a:chExt cx="366196" cy="357005"/>
          </a:xfrm>
        </p:grpSpPr>
        <p:sp>
          <p:nvSpPr>
            <p:cNvPr id="17651" name="Google Shape;17651;p60"/>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60"/>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60"/>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60"/>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60"/>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60"/>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60"/>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60"/>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60"/>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60"/>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60"/>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60"/>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60"/>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60"/>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60"/>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60"/>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60"/>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60"/>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60"/>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60"/>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60"/>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60"/>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60"/>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60"/>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60"/>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6" name="Google Shape;17676;p60"/>
          <p:cNvGrpSpPr/>
          <p:nvPr/>
        </p:nvGrpSpPr>
        <p:grpSpPr>
          <a:xfrm>
            <a:off x="1734107" y="3227997"/>
            <a:ext cx="364673" cy="340067"/>
            <a:chOff x="1748382" y="3384797"/>
            <a:chExt cx="364673" cy="340067"/>
          </a:xfrm>
        </p:grpSpPr>
        <p:sp>
          <p:nvSpPr>
            <p:cNvPr id="17677" name="Google Shape;17677;p60"/>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60"/>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60"/>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60"/>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60"/>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60"/>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60"/>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60"/>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60"/>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60"/>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60"/>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60"/>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60"/>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60"/>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60"/>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2" name="Google Shape;17692;p60"/>
          <p:cNvGrpSpPr/>
          <p:nvPr/>
        </p:nvGrpSpPr>
        <p:grpSpPr>
          <a:xfrm>
            <a:off x="2168368" y="3229520"/>
            <a:ext cx="382030" cy="320451"/>
            <a:chOff x="2182643" y="3386320"/>
            <a:chExt cx="382030" cy="320451"/>
          </a:xfrm>
        </p:grpSpPr>
        <p:sp>
          <p:nvSpPr>
            <p:cNvPr id="17693" name="Google Shape;17693;p60"/>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60"/>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60"/>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60"/>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60"/>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60"/>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60"/>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60"/>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60"/>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60"/>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60"/>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60"/>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60"/>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60"/>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60"/>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8" name="Google Shape;17708;p60"/>
          <p:cNvGrpSpPr/>
          <p:nvPr/>
        </p:nvGrpSpPr>
        <p:grpSpPr>
          <a:xfrm>
            <a:off x="3070111" y="3232540"/>
            <a:ext cx="353880" cy="330745"/>
            <a:chOff x="3084386" y="3389340"/>
            <a:chExt cx="353880" cy="330745"/>
          </a:xfrm>
        </p:grpSpPr>
        <p:sp>
          <p:nvSpPr>
            <p:cNvPr id="17709" name="Google Shape;17709;p60"/>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60"/>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60"/>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60"/>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60"/>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60"/>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60"/>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60"/>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60"/>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60"/>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60"/>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60"/>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1" name="Google Shape;17721;p60"/>
          <p:cNvGrpSpPr/>
          <p:nvPr/>
        </p:nvGrpSpPr>
        <p:grpSpPr>
          <a:xfrm>
            <a:off x="849224" y="1814106"/>
            <a:ext cx="347078" cy="364016"/>
            <a:chOff x="863499" y="1970906"/>
            <a:chExt cx="347078" cy="364016"/>
          </a:xfrm>
        </p:grpSpPr>
        <p:sp>
          <p:nvSpPr>
            <p:cNvPr id="17722" name="Google Shape;17722;p60"/>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60"/>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60"/>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60"/>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60"/>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60"/>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60"/>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60"/>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60"/>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60"/>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60"/>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60"/>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60"/>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60"/>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6" name="Google Shape;17736;p60"/>
          <p:cNvGrpSpPr/>
          <p:nvPr/>
        </p:nvGrpSpPr>
        <p:grpSpPr>
          <a:xfrm>
            <a:off x="1735604" y="1814106"/>
            <a:ext cx="364436" cy="364174"/>
            <a:chOff x="1749879" y="1970906"/>
            <a:chExt cx="364436" cy="364174"/>
          </a:xfrm>
        </p:grpSpPr>
        <p:sp>
          <p:nvSpPr>
            <p:cNvPr id="17737" name="Google Shape;17737;p60"/>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60"/>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60"/>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60"/>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60"/>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60"/>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60"/>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60"/>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60"/>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60"/>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60"/>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60"/>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60"/>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60"/>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1" name="Google Shape;17751;p60"/>
          <p:cNvGrpSpPr/>
          <p:nvPr/>
        </p:nvGrpSpPr>
        <p:grpSpPr>
          <a:xfrm>
            <a:off x="2172150" y="1819358"/>
            <a:ext cx="396106" cy="353985"/>
            <a:chOff x="2186425" y="1976158"/>
            <a:chExt cx="396106" cy="353985"/>
          </a:xfrm>
        </p:grpSpPr>
        <p:sp>
          <p:nvSpPr>
            <p:cNvPr id="17752" name="Google Shape;17752;p60"/>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60"/>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60"/>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60"/>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60"/>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60"/>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60"/>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9" name="Google Shape;17759;p60"/>
          <p:cNvGrpSpPr/>
          <p:nvPr/>
        </p:nvGrpSpPr>
        <p:grpSpPr>
          <a:xfrm>
            <a:off x="2644882" y="1860612"/>
            <a:ext cx="319190" cy="271240"/>
            <a:chOff x="2659157" y="2017412"/>
            <a:chExt cx="319190" cy="271240"/>
          </a:xfrm>
        </p:grpSpPr>
        <p:sp>
          <p:nvSpPr>
            <p:cNvPr id="17760" name="Google Shape;17760;p60"/>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60"/>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60"/>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60"/>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60"/>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60"/>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60"/>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60"/>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60"/>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60"/>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60"/>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60"/>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60"/>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60"/>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60"/>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60"/>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60"/>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60"/>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60"/>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60"/>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60"/>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60"/>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60"/>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60"/>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60"/>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60"/>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6" name="Google Shape;17786;p60"/>
          <p:cNvGrpSpPr/>
          <p:nvPr/>
        </p:nvGrpSpPr>
        <p:grpSpPr>
          <a:xfrm>
            <a:off x="3097500" y="1836716"/>
            <a:ext cx="318928" cy="319217"/>
            <a:chOff x="3111775" y="1993516"/>
            <a:chExt cx="318928" cy="319217"/>
          </a:xfrm>
        </p:grpSpPr>
        <p:sp>
          <p:nvSpPr>
            <p:cNvPr id="17787" name="Google Shape;17787;p60"/>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60"/>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60"/>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60"/>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60"/>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60"/>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60"/>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60"/>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60"/>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60"/>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60"/>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60"/>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60"/>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60"/>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60"/>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60"/>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60"/>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60"/>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60"/>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60"/>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60"/>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60"/>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60"/>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60"/>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60"/>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60"/>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60"/>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60"/>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60"/>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60"/>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7" name="Google Shape;17817;p60"/>
          <p:cNvGrpSpPr/>
          <p:nvPr/>
        </p:nvGrpSpPr>
        <p:grpSpPr>
          <a:xfrm>
            <a:off x="4009510" y="1813607"/>
            <a:ext cx="288807" cy="355377"/>
            <a:chOff x="4023785" y="1970407"/>
            <a:chExt cx="288807" cy="355377"/>
          </a:xfrm>
        </p:grpSpPr>
        <p:sp>
          <p:nvSpPr>
            <p:cNvPr id="17818" name="Google Shape;17818;p60"/>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60"/>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60"/>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60"/>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60"/>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60"/>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60"/>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60"/>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60"/>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60"/>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60"/>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60"/>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60"/>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60"/>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60"/>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60"/>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60"/>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60"/>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60"/>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60"/>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8" name="Google Shape;17838;p60"/>
          <p:cNvGrpSpPr/>
          <p:nvPr/>
        </p:nvGrpSpPr>
        <p:grpSpPr>
          <a:xfrm>
            <a:off x="3530265" y="3224163"/>
            <a:ext cx="320188" cy="319269"/>
            <a:chOff x="3544540" y="3380963"/>
            <a:chExt cx="320188" cy="319269"/>
          </a:xfrm>
        </p:grpSpPr>
        <p:sp>
          <p:nvSpPr>
            <p:cNvPr id="17839" name="Google Shape;17839;p60"/>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60"/>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60"/>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60"/>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60"/>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60"/>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60"/>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60"/>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60"/>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60"/>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60"/>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60"/>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60"/>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60"/>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60"/>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60"/>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5" name="Google Shape;17855;p60"/>
          <p:cNvGrpSpPr/>
          <p:nvPr/>
        </p:nvGrpSpPr>
        <p:grpSpPr>
          <a:xfrm>
            <a:off x="3930362" y="3198034"/>
            <a:ext cx="415696" cy="371605"/>
            <a:chOff x="3944637" y="3354834"/>
            <a:chExt cx="415696" cy="371605"/>
          </a:xfrm>
        </p:grpSpPr>
        <p:sp>
          <p:nvSpPr>
            <p:cNvPr id="17856" name="Google Shape;17856;p60"/>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60"/>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60"/>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60"/>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60"/>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60"/>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60"/>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60"/>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60"/>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60"/>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60"/>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60"/>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60"/>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60"/>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60"/>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60"/>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60"/>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3" name="Google Shape;17873;p60"/>
          <p:cNvGrpSpPr/>
          <p:nvPr/>
        </p:nvGrpSpPr>
        <p:grpSpPr>
          <a:xfrm>
            <a:off x="1300344" y="3664727"/>
            <a:ext cx="346317" cy="332136"/>
            <a:chOff x="1314619" y="3821527"/>
            <a:chExt cx="346317" cy="332136"/>
          </a:xfrm>
        </p:grpSpPr>
        <p:sp>
          <p:nvSpPr>
            <p:cNvPr id="17874" name="Google Shape;17874;p60"/>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60"/>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60"/>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60"/>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60"/>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60"/>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60"/>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60"/>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2" name="Google Shape;17882;p60"/>
          <p:cNvGrpSpPr/>
          <p:nvPr/>
        </p:nvGrpSpPr>
        <p:grpSpPr>
          <a:xfrm>
            <a:off x="1736864" y="3634134"/>
            <a:ext cx="386258" cy="380507"/>
            <a:chOff x="1751139" y="3790934"/>
            <a:chExt cx="386258" cy="380507"/>
          </a:xfrm>
        </p:grpSpPr>
        <p:sp>
          <p:nvSpPr>
            <p:cNvPr id="17883" name="Google Shape;17883;p60"/>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60"/>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60"/>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60"/>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60"/>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60"/>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60"/>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60"/>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60"/>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60"/>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60"/>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60"/>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60"/>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60"/>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60"/>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60"/>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60"/>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60"/>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1" name="Google Shape;17901;p60"/>
          <p:cNvGrpSpPr/>
          <p:nvPr/>
        </p:nvGrpSpPr>
        <p:grpSpPr>
          <a:xfrm>
            <a:off x="2175406" y="3664806"/>
            <a:ext cx="395607" cy="318928"/>
            <a:chOff x="2189681" y="3821606"/>
            <a:chExt cx="395607" cy="318928"/>
          </a:xfrm>
        </p:grpSpPr>
        <p:sp>
          <p:nvSpPr>
            <p:cNvPr id="17902" name="Google Shape;17902;p60"/>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60"/>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60"/>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60"/>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60"/>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60"/>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60"/>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60"/>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60"/>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60"/>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60"/>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60"/>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60"/>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60"/>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60"/>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60"/>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60"/>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60"/>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60"/>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60"/>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60"/>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60"/>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60"/>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60"/>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60"/>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60"/>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60"/>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60"/>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60"/>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60"/>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32" name="Google Shape;17932;p60"/>
          <p:cNvSpPr/>
          <p:nvPr/>
        </p:nvSpPr>
        <p:spPr>
          <a:xfrm>
            <a:off x="1274189" y="18832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33" name="Google Shape;17933;p60"/>
          <p:cNvGrpSpPr/>
          <p:nvPr/>
        </p:nvGrpSpPr>
        <p:grpSpPr>
          <a:xfrm>
            <a:off x="1263134" y="1804547"/>
            <a:ext cx="420475" cy="383055"/>
            <a:chOff x="1277409" y="1961347"/>
            <a:chExt cx="420475" cy="383055"/>
          </a:xfrm>
        </p:grpSpPr>
        <p:sp>
          <p:nvSpPr>
            <p:cNvPr id="17934" name="Google Shape;17934;p60"/>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60"/>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60"/>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60"/>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60"/>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60"/>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60"/>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60"/>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60"/>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60"/>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60"/>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60"/>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60"/>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60"/>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60"/>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60"/>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60"/>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60"/>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60"/>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60"/>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60"/>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60"/>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60"/>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60"/>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60"/>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60"/>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60"/>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1" name="Google Shape;17961;p60"/>
          <p:cNvGrpSpPr/>
          <p:nvPr/>
        </p:nvGrpSpPr>
        <p:grpSpPr>
          <a:xfrm>
            <a:off x="2200800" y="2276019"/>
            <a:ext cx="380008" cy="351648"/>
            <a:chOff x="2215075" y="2432819"/>
            <a:chExt cx="380008" cy="351648"/>
          </a:xfrm>
        </p:grpSpPr>
        <p:sp>
          <p:nvSpPr>
            <p:cNvPr id="17962" name="Google Shape;17962;p60"/>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60"/>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60"/>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60"/>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60"/>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60"/>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60"/>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60"/>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60"/>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60"/>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60"/>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60"/>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60"/>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60"/>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60"/>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60"/>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60"/>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60"/>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60"/>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60"/>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60"/>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60"/>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60"/>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60"/>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60"/>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60"/>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60"/>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60"/>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60"/>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60"/>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60"/>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3" name="Google Shape;17993;p60"/>
          <p:cNvGrpSpPr/>
          <p:nvPr/>
        </p:nvGrpSpPr>
        <p:grpSpPr>
          <a:xfrm>
            <a:off x="2647141" y="2265542"/>
            <a:ext cx="344059" cy="340671"/>
            <a:chOff x="2661416" y="2422342"/>
            <a:chExt cx="344059" cy="340671"/>
          </a:xfrm>
        </p:grpSpPr>
        <p:sp>
          <p:nvSpPr>
            <p:cNvPr id="17994" name="Google Shape;17994;p60"/>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60"/>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60"/>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60"/>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60"/>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60"/>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60"/>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60"/>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60"/>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60"/>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60"/>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60"/>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60"/>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7" name="Google Shape;18007;p60"/>
          <p:cNvGrpSpPr/>
          <p:nvPr/>
        </p:nvGrpSpPr>
        <p:grpSpPr>
          <a:xfrm>
            <a:off x="4052235" y="2265542"/>
            <a:ext cx="206876" cy="348470"/>
            <a:chOff x="4066510" y="2422342"/>
            <a:chExt cx="206876" cy="348470"/>
          </a:xfrm>
        </p:grpSpPr>
        <p:sp>
          <p:nvSpPr>
            <p:cNvPr id="18008" name="Google Shape;18008;p60"/>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60"/>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60"/>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60"/>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60"/>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60"/>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60"/>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60"/>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60"/>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60"/>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60"/>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60"/>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20" name="Google Shape;18020;p60"/>
          <p:cNvSpPr/>
          <p:nvPr/>
        </p:nvSpPr>
        <p:spPr>
          <a:xfrm>
            <a:off x="2943931" y="37349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21" name="Google Shape;18021;p60"/>
          <p:cNvGrpSpPr/>
          <p:nvPr/>
        </p:nvGrpSpPr>
        <p:grpSpPr>
          <a:xfrm>
            <a:off x="2603418" y="3660525"/>
            <a:ext cx="420475" cy="326491"/>
            <a:chOff x="2617693" y="3817325"/>
            <a:chExt cx="420475" cy="326491"/>
          </a:xfrm>
        </p:grpSpPr>
        <p:sp>
          <p:nvSpPr>
            <p:cNvPr id="18022" name="Google Shape;18022;p60"/>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60"/>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60"/>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60"/>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60"/>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60"/>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60"/>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60"/>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60"/>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60"/>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60"/>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60"/>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60"/>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60"/>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60"/>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60"/>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60"/>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9" name="Google Shape;18039;p60"/>
          <p:cNvGrpSpPr/>
          <p:nvPr/>
        </p:nvGrpSpPr>
        <p:grpSpPr>
          <a:xfrm>
            <a:off x="3531026" y="2266723"/>
            <a:ext cx="358134" cy="356637"/>
            <a:chOff x="3545301" y="2423523"/>
            <a:chExt cx="358134" cy="356637"/>
          </a:xfrm>
        </p:grpSpPr>
        <p:sp>
          <p:nvSpPr>
            <p:cNvPr id="18040" name="Google Shape;18040;p60"/>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60"/>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60"/>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60"/>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60"/>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60"/>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60"/>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60"/>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60"/>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9" name="Google Shape;18049;p60"/>
          <p:cNvGrpSpPr/>
          <p:nvPr/>
        </p:nvGrpSpPr>
        <p:grpSpPr>
          <a:xfrm>
            <a:off x="3517187" y="3667799"/>
            <a:ext cx="377251" cy="324232"/>
            <a:chOff x="3531462" y="3824599"/>
            <a:chExt cx="377251" cy="324232"/>
          </a:xfrm>
        </p:grpSpPr>
        <p:sp>
          <p:nvSpPr>
            <p:cNvPr id="18050" name="Google Shape;18050;p60"/>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60"/>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60"/>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60"/>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60"/>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60"/>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60"/>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60"/>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60"/>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60"/>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60"/>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1" name="Google Shape;18061;p60"/>
          <p:cNvGrpSpPr/>
          <p:nvPr/>
        </p:nvGrpSpPr>
        <p:grpSpPr>
          <a:xfrm>
            <a:off x="4016311" y="3648446"/>
            <a:ext cx="286523" cy="340566"/>
            <a:chOff x="4030586" y="3805246"/>
            <a:chExt cx="286523" cy="340566"/>
          </a:xfrm>
        </p:grpSpPr>
        <p:sp>
          <p:nvSpPr>
            <p:cNvPr id="18062" name="Google Shape;18062;p60"/>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60"/>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60"/>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60"/>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60"/>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60"/>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60"/>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60"/>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60"/>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60"/>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60"/>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60"/>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60"/>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5" name="Google Shape;18075;p60"/>
          <p:cNvGrpSpPr/>
          <p:nvPr/>
        </p:nvGrpSpPr>
        <p:grpSpPr>
          <a:xfrm>
            <a:off x="2166609" y="2731919"/>
            <a:ext cx="376752" cy="374468"/>
            <a:chOff x="2180884" y="2888719"/>
            <a:chExt cx="376752" cy="374468"/>
          </a:xfrm>
        </p:grpSpPr>
        <p:sp>
          <p:nvSpPr>
            <p:cNvPr id="18076" name="Google Shape;18076;p60"/>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60"/>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60"/>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60"/>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60"/>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60"/>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60"/>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60"/>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60"/>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60"/>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60"/>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60"/>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60"/>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60"/>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0" name="Google Shape;18090;p60"/>
          <p:cNvGrpSpPr/>
          <p:nvPr/>
        </p:nvGrpSpPr>
        <p:grpSpPr>
          <a:xfrm>
            <a:off x="3940157" y="2786199"/>
            <a:ext cx="378249" cy="265909"/>
            <a:chOff x="3954432" y="2942999"/>
            <a:chExt cx="378249" cy="265909"/>
          </a:xfrm>
        </p:grpSpPr>
        <p:sp>
          <p:nvSpPr>
            <p:cNvPr id="18091" name="Google Shape;18091;p60"/>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60"/>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60"/>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60"/>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60"/>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60"/>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60"/>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60"/>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60"/>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0" name="Google Shape;18100;p60"/>
          <p:cNvGrpSpPr/>
          <p:nvPr/>
        </p:nvGrpSpPr>
        <p:grpSpPr>
          <a:xfrm>
            <a:off x="1737862" y="4109808"/>
            <a:ext cx="378512" cy="374756"/>
            <a:chOff x="1752137" y="4266608"/>
            <a:chExt cx="378512" cy="374756"/>
          </a:xfrm>
        </p:grpSpPr>
        <p:sp>
          <p:nvSpPr>
            <p:cNvPr id="18101" name="Google Shape;18101;p60"/>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60"/>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60"/>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60"/>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60"/>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60"/>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60"/>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60"/>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60"/>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60"/>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60"/>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60"/>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60"/>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60"/>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60"/>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60"/>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60"/>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60"/>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60"/>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60"/>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60"/>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2" name="Google Shape;18122;p60"/>
          <p:cNvGrpSpPr/>
          <p:nvPr/>
        </p:nvGrpSpPr>
        <p:grpSpPr>
          <a:xfrm>
            <a:off x="3103513" y="3655746"/>
            <a:ext cx="341065" cy="341065"/>
            <a:chOff x="3117788" y="3812546"/>
            <a:chExt cx="341065" cy="341065"/>
          </a:xfrm>
        </p:grpSpPr>
        <p:sp>
          <p:nvSpPr>
            <p:cNvPr id="18123" name="Google Shape;18123;p60"/>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60"/>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60"/>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60"/>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60"/>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60"/>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9" name="Google Shape;18129;p60"/>
          <p:cNvGrpSpPr/>
          <p:nvPr/>
        </p:nvGrpSpPr>
        <p:grpSpPr>
          <a:xfrm>
            <a:off x="3980125" y="4143132"/>
            <a:ext cx="338281" cy="322657"/>
            <a:chOff x="3994400" y="4299932"/>
            <a:chExt cx="338281" cy="322657"/>
          </a:xfrm>
        </p:grpSpPr>
        <p:sp>
          <p:nvSpPr>
            <p:cNvPr id="18130" name="Google Shape;18130;p60"/>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60"/>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60"/>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60"/>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60"/>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60"/>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60"/>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60"/>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38" name="Google Shape;18138;p60"/>
          <p:cNvSpPr/>
          <p:nvPr/>
        </p:nvSpPr>
        <p:spPr>
          <a:xfrm>
            <a:off x="3686065" y="18088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60"/>
          <p:cNvSpPr/>
          <p:nvPr/>
        </p:nvSpPr>
        <p:spPr>
          <a:xfrm>
            <a:off x="3686065" y="18088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40" name="Google Shape;18140;p60"/>
          <p:cNvGrpSpPr/>
          <p:nvPr/>
        </p:nvGrpSpPr>
        <p:grpSpPr>
          <a:xfrm>
            <a:off x="3559151" y="1808828"/>
            <a:ext cx="302358" cy="374993"/>
            <a:chOff x="3573426" y="1965628"/>
            <a:chExt cx="302358" cy="374993"/>
          </a:xfrm>
        </p:grpSpPr>
        <p:sp>
          <p:nvSpPr>
            <p:cNvPr id="18141" name="Google Shape;18141;p60"/>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60"/>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60"/>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60"/>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60"/>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60"/>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60"/>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60"/>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60"/>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60"/>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60"/>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60"/>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60"/>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60"/>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60"/>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60"/>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60"/>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60"/>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60"/>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60"/>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60"/>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60"/>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60"/>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60"/>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60"/>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60"/>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60"/>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60"/>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60"/>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60"/>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60"/>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60"/>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60"/>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60"/>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60"/>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60"/>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60"/>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60"/>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60"/>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60"/>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60"/>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60"/>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60"/>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60"/>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60"/>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60"/>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60"/>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8" name="Google Shape;18188;p60"/>
          <p:cNvGrpSpPr/>
          <p:nvPr/>
        </p:nvGrpSpPr>
        <p:grpSpPr>
          <a:xfrm>
            <a:off x="3499357" y="2751772"/>
            <a:ext cx="355876" cy="331007"/>
            <a:chOff x="3513632" y="2908572"/>
            <a:chExt cx="355876" cy="331007"/>
          </a:xfrm>
        </p:grpSpPr>
        <p:sp>
          <p:nvSpPr>
            <p:cNvPr id="18189" name="Google Shape;18189;p60"/>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60"/>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60"/>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60"/>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60"/>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60"/>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60"/>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60"/>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60"/>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60"/>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60"/>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60"/>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60"/>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60"/>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60"/>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60"/>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5" name="Google Shape;18205;p60"/>
          <p:cNvGrpSpPr/>
          <p:nvPr/>
        </p:nvGrpSpPr>
        <p:grpSpPr>
          <a:xfrm>
            <a:off x="2679808" y="2731630"/>
            <a:ext cx="235762" cy="374756"/>
            <a:chOff x="2694083" y="2888430"/>
            <a:chExt cx="235762" cy="374756"/>
          </a:xfrm>
        </p:grpSpPr>
        <p:sp>
          <p:nvSpPr>
            <p:cNvPr id="18206" name="Google Shape;18206;p60"/>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60"/>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60"/>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60"/>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60"/>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60"/>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60"/>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60"/>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60"/>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5" name="Google Shape;18215;p60"/>
          <p:cNvGrpSpPr/>
          <p:nvPr/>
        </p:nvGrpSpPr>
        <p:grpSpPr>
          <a:xfrm>
            <a:off x="857259" y="4143788"/>
            <a:ext cx="357661" cy="311155"/>
            <a:chOff x="871534" y="4300588"/>
            <a:chExt cx="357661" cy="311155"/>
          </a:xfrm>
        </p:grpSpPr>
        <p:sp>
          <p:nvSpPr>
            <p:cNvPr id="18216" name="Google Shape;18216;p60"/>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60"/>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60"/>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60"/>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60"/>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60"/>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60"/>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60"/>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60"/>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60"/>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60"/>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60"/>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60"/>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60"/>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60"/>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60"/>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60"/>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60"/>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60"/>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60"/>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60"/>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7" name="Google Shape;18237;p60"/>
          <p:cNvGrpSpPr/>
          <p:nvPr/>
        </p:nvGrpSpPr>
        <p:grpSpPr>
          <a:xfrm>
            <a:off x="901744" y="3664806"/>
            <a:ext cx="250100" cy="336785"/>
            <a:chOff x="916019" y="3821606"/>
            <a:chExt cx="250100" cy="336785"/>
          </a:xfrm>
        </p:grpSpPr>
        <p:sp>
          <p:nvSpPr>
            <p:cNvPr id="18238" name="Google Shape;18238;p60"/>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60"/>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60"/>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60"/>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60"/>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60"/>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60"/>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60"/>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60"/>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60"/>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60"/>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60"/>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60"/>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1" name="Google Shape;18251;p60"/>
          <p:cNvGrpSpPr/>
          <p:nvPr/>
        </p:nvGrpSpPr>
        <p:grpSpPr>
          <a:xfrm>
            <a:off x="835411" y="2752770"/>
            <a:ext cx="374730" cy="332504"/>
            <a:chOff x="849686" y="2909570"/>
            <a:chExt cx="374730" cy="332504"/>
          </a:xfrm>
        </p:grpSpPr>
        <p:sp>
          <p:nvSpPr>
            <p:cNvPr id="18252" name="Google Shape;18252;p60"/>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60"/>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60"/>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60"/>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60"/>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60"/>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60"/>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60"/>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60"/>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60"/>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60"/>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3" name="Google Shape;18263;p60"/>
          <p:cNvGrpSpPr/>
          <p:nvPr/>
        </p:nvGrpSpPr>
        <p:grpSpPr>
          <a:xfrm>
            <a:off x="1721292" y="2263441"/>
            <a:ext cx="417718" cy="372866"/>
            <a:chOff x="1735567" y="2420241"/>
            <a:chExt cx="417718" cy="372866"/>
          </a:xfrm>
        </p:grpSpPr>
        <p:sp>
          <p:nvSpPr>
            <p:cNvPr id="18264" name="Google Shape;18264;p60"/>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60"/>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60"/>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60"/>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60"/>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60"/>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60"/>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60"/>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60"/>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60"/>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60"/>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60"/>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6" name="Google Shape;18276;p60"/>
          <p:cNvGrpSpPr/>
          <p:nvPr/>
        </p:nvGrpSpPr>
        <p:grpSpPr>
          <a:xfrm>
            <a:off x="3585043" y="4142790"/>
            <a:ext cx="251098" cy="309028"/>
            <a:chOff x="3599318" y="4299590"/>
            <a:chExt cx="251098" cy="309028"/>
          </a:xfrm>
        </p:grpSpPr>
        <p:sp>
          <p:nvSpPr>
            <p:cNvPr id="18277" name="Google Shape;18277;p60"/>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60"/>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60"/>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60"/>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60"/>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60"/>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3" name="Google Shape;18283;p60"/>
          <p:cNvGrpSpPr/>
          <p:nvPr/>
        </p:nvGrpSpPr>
        <p:grpSpPr>
          <a:xfrm>
            <a:off x="3091723" y="2276440"/>
            <a:ext cx="345818" cy="345056"/>
            <a:chOff x="3105998" y="2433240"/>
            <a:chExt cx="345818" cy="345056"/>
          </a:xfrm>
        </p:grpSpPr>
        <p:sp>
          <p:nvSpPr>
            <p:cNvPr id="18284" name="Google Shape;18284;p60"/>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60"/>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60"/>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60"/>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60"/>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60"/>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60"/>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60"/>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60"/>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60"/>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60"/>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5" name="Google Shape;18295;p60"/>
          <p:cNvGrpSpPr/>
          <p:nvPr/>
        </p:nvGrpSpPr>
        <p:grpSpPr>
          <a:xfrm>
            <a:off x="1723051" y="2743973"/>
            <a:ext cx="374730" cy="350361"/>
            <a:chOff x="1737326" y="2900773"/>
            <a:chExt cx="374730" cy="350361"/>
          </a:xfrm>
        </p:grpSpPr>
        <p:sp>
          <p:nvSpPr>
            <p:cNvPr id="18296" name="Google Shape;18296;p60"/>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60"/>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60"/>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60"/>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60"/>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60"/>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60"/>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60"/>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60"/>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60"/>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60"/>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60"/>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60"/>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60"/>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60"/>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60"/>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60"/>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3" name="Google Shape;18313;p60"/>
          <p:cNvGrpSpPr/>
          <p:nvPr/>
        </p:nvGrpSpPr>
        <p:grpSpPr>
          <a:xfrm>
            <a:off x="3986401" y="1422596"/>
            <a:ext cx="327226" cy="211603"/>
            <a:chOff x="4000676" y="1579396"/>
            <a:chExt cx="327226" cy="211603"/>
          </a:xfrm>
        </p:grpSpPr>
        <p:sp>
          <p:nvSpPr>
            <p:cNvPr id="18314" name="Google Shape;18314;p60"/>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60"/>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60"/>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60"/>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60"/>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60"/>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60"/>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60"/>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60"/>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60"/>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60"/>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60"/>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60"/>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60"/>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60"/>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60"/>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0" name="Google Shape;18330;p60"/>
          <p:cNvGrpSpPr/>
          <p:nvPr/>
        </p:nvGrpSpPr>
        <p:grpSpPr>
          <a:xfrm>
            <a:off x="2621248" y="1358784"/>
            <a:ext cx="371054" cy="336469"/>
            <a:chOff x="2635523" y="1515584"/>
            <a:chExt cx="371054" cy="336469"/>
          </a:xfrm>
        </p:grpSpPr>
        <p:sp>
          <p:nvSpPr>
            <p:cNvPr id="18331" name="Google Shape;18331;p60"/>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60"/>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60"/>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60"/>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60"/>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60"/>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60"/>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8" name="Google Shape;18338;p60"/>
          <p:cNvGrpSpPr/>
          <p:nvPr/>
        </p:nvGrpSpPr>
        <p:grpSpPr>
          <a:xfrm>
            <a:off x="2217632" y="1363931"/>
            <a:ext cx="311627" cy="326569"/>
            <a:chOff x="2231907" y="1520731"/>
            <a:chExt cx="311627" cy="326569"/>
          </a:xfrm>
        </p:grpSpPr>
        <p:sp>
          <p:nvSpPr>
            <p:cNvPr id="18339" name="Google Shape;18339;p60"/>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60"/>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60"/>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60"/>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60"/>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60"/>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60"/>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60"/>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60"/>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60"/>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9" name="Google Shape;18349;p60"/>
          <p:cNvGrpSpPr/>
          <p:nvPr/>
        </p:nvGrpSpPr>
        <p:grpSpPr>
          <a:xfrm>
            <a:off x="1325974" y="4144733"/>
            <a:ext cx="311890" cy="304695"/>
            <a:chOff x="1340249" y="4301533"/>
            <a:chExt cx="311890" cy="304695"/>
          </a:xfrm>
        </p:grpSpPr>
        <p:sp>
          <p:nvSpPr>
            <p:cNvPr id="18350" name="Google Shape;18350;p60"/>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60"/>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60"/>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60"/>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60"/>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60"/>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60"/>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60"/>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60"/>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60"/>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60"/>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60"/>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60"/>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60"/>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4" name="Google Shape;18364;p60"/>
          <p:cNvGrpSpPr/>
          <p:nvPr/>
        </p:nvGrpSpPr>
        <p:grpSpPr>
          <a:xfrm>
            <a:off x="1316415" y="3220224"/>
            <a:ext cx="306874" cy="332268"/>
            <a:chOff x="1330690" y="3377024"/>
            <a:chExt cx="306874" cy="332268"/>
          </a:xfrm>
        </p:grpSpPr>
        <p:sp>
          <p:nvSpPr>
            <p:cNvPr id="18365" name="Google Shape;18365;p60"/>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60"/>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60"/>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60"/>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60"/>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60"/>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60"/>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60"/>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60"/>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60"/>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60"/>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60"/>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60"/>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60"/>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60"/>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60"/>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60"/>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60"/>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60"/>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4" name="Google Shape;18384;p60"/>
          <p:cNvGrpSpPr/>
          <p:nvPr/>
        </p:nvGrpSpPr>
        <p:grpSpPr>
          <a:xfrm>
            <a:off x="2636322" y="3224977"/>
            <a:ext cx="341511" cy="324994"/>
            <a:chOff x="2650597" y="3381777"/>
            <a:chExt cx="341511" cy="324994"/>
          </a:xfrm>
        </p:grpSpPr>
        <p:sp>
          <p:nvSpPr>
            <p:cNvPr id="18385" name="Google Shape;18385;p60"/>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60"/>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60"/>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60"/>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60"/>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60"/>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60"/>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60"/>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60"/>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60"/>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60"/>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60"/>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60"/>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60"/>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60"/>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60"/>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60"/>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60"/>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60"/>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60"/>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60"/>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60"/>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60"/>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60"/>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60"/>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60"/>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60"/>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60"/>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60"/>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60"/>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60"/>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60"/>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60"/>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60"/>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60"/>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0" name="Google Shape;18420;p60"/>
          <p:cNvGrpSpPr/>
          <p:nvPr/>
        </p:nvGrpSpPr>
        <p:grpSpPr>
          <a:xfrm>
            <a:off x="1281227" y="2280562"/>
            <a:ext cx="402645" cy="323917"/>
            <a:chOff x="1295502" y="2437362"/>
            <a:chExt cx="402645" cy="323917"/>
          </a:xfrm>
        </p:grpSpPr>
        <p:sp>
          <p:nvSpPr>
            <p:cNvPr id="18421" name="Google Shape;18421;p60"/>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60"/>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60"/>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60"/>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60"/>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60"/>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60"/>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60"/>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60"/>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60"/>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60"/>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60"/>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60"/>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60"/>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60"/>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60"/>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7" name="Google Shape;18437;p60"/>
          <p:cNvGrpSpPr/>
          <p:nvPr/>
        </p:nvGrpSpPr>
        <p:grpSpPr>
          <a:xfrm>
            <a:off x="868315" y="2281560"/>
            <a:ext cx="337310" cy="337047"/>
            <a:chOff x="882590" y="2438360"/>
            <a:chExt cx="337310" cy="337047"/>
          </a:xfrm>
        </p:grpSpPr>
        <p:sp>
          <p:nvSpPr>
            <p:cNvPr id="18438" name="Google Shape;18438;p60"/>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60"/>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60"/>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60"/>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60"/>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60"/>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60"/>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60"/>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60"/>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60"/>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60"/>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60"/>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60"/>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60"/>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60"/>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60"/>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60"/>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60"/>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60"/>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60"/>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60"/>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60"/>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60"/>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60"/>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2" name="Google Shape;18462;p60"/>
          <p:cNvGrpSpPr/>
          <p:nvPr/>
        </p:nvGrpSpPr>
        <p:grpSpPr>
          <a:xfrm>
            <a:off x="856498" y="3201185"/>
            <a:ext cx="342824" cy="351228"/>
            <a:chOff x="870773" y="3357985"/>
            <a:chExt cx="342824" cy="351228"/>
          </a:xfrm>
        </p:grpSpPr>
        <p:sp>
          <p:nvSpPr>
            <p:cNvPr id="18463" name="Google Shape;18463;p60"/>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60"/>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60"/>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60"/>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60"/>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60"/>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60"/>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60"/>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1" name="Google Shape;18471;p60"/>
          <p:cNvGrpSpPr/>
          <p:nvPr/>
        </p:nvGrpSpPr>
        <p:grpSpPr>
          <a:xfrm>
            <a:off x="2728809" y="4142790"/>
            <a:ext cx="159372" cy="308896"/>
            <a:chOff x="2743084" y="4299590"/>
            <a:chExt cx="159372" cy="308896"/>
          </a:xfrm>
        </p:grpSpPr>
        <p:sp>
          <p:nvSpPr>
            <p:cNvPr id="18472" name="Google Shape;18472;p60"/>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60"/>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60"/>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60"/>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60"/>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60"/>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60"/>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60"/>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60"/>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60"/>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60"/>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60"/>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60"/>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60"/>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60"/>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7" name="Google Shape;18487;p60"/>
          <p:cNvGrpSpPr/>
          <p:nvPr/>
        </p:nvGrpSpPr>
        <p:grpSpPr>
          <a:xfrm>
            <a:off x="1279231" y="2782916"/>
            <a:ext cx="374730" cy="272211"/>
            <a:chOff x="1293506" y="2939716"/>
            <a:chExt cx="374730" cy="272211"/>
          </a:xfrm>
        </p:grpSpPr>
        <p:sp>
          <p:nvSpPr>
            <p:cNvPr id="18488" name="Google Shape;18488;p60"/>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60"/>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60"/>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60"/>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60"/>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60"/>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60"/>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60"/>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60"/>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60"/>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60"/>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60"/>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60"/>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60"/>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60"/>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60"/>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60"/>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60"/>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60"/>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60"/>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60"/>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60"/>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60"/>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60"/>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60"/>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60"/>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60"/>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60"/>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60"/>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60"/>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8" name="Google Shape;18518;p60"/>
          <p:cNvGrpSpPr/>
          <p:nvPr/>
        </p:nvGrpSpPr>
        <p:grpSpPr>
          <a:xfrm>
            <a:off x="2185963" y="4132365"/>
            <a:ext cx="374756" cy="329300"/>
            <a:chOff x="2200238" y="4289165"/>
            <a:chExt cx="374756" cy="329300"/>
          </a:xfrm>
        </p:grpSpPr>
        <p:sp>
          <p:nvSpPr>
            <p:cNvPr id="18519" name="Google Shape;18519;p60"/>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60"/>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60"/>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60"/>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60"/>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60"/>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60"/>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60"/>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60"/>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60"/>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60"/>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60"/>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60"/>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60"/>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60"/>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60"/>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60"/>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60"/>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60"/>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60"/>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60"/>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60"/>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1" name="Google Shape;18541;p60"/>
          <p:cNvGrpSpPr/>
          <p:nvPr/>
        </p:nvGrpSpPr>
        <p:grpSpPr>
          <a:xfrm>
            <a:off x="3116092" y="4167685"/>
            <a:ext cx="297342" cy="258871"/>
            <a:chOff x="3130367" y="4324485"/>
            <a:chExt cx="297342" cy="258871"/>
          </a:xfrm>
        </p:grpSpPr>
        <p:sp>
          <p:nvSpPr>
            <p:cNvPr id="18542" name="Google Shape;18542;p60"/>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60"/>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60"/>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60"/>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60"/>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60"/>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60"/>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60"/>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60"/>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60"/>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60"/>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60"/>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60"/>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60"/>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60"/>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60"/>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60"/>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60"/>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60"/>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60"/>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60"/>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60"/>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60"/>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5" name="Google Shape;18565;p60"/>
          <p:cNvGrpSpPr/>
          <p:nvPr/>
        </p:nvGrpSpPr>
        <p:grpSpPr>
          <a:xfrm>
            <a:off x="3046477" y="2746809"/>
            <a:ext cx="390565" cy="359578"/>
            <a:chOff x="3060752" y="2903609"/>
            <a:chExt cx="390565" cy="359578"/>
          </a:xfrm>
        </p:grpSpPr>
        <p:sp>
          <p:nvSpPr>
            <p:cNvPr id="18566" name="Google Shape;18566;p60"/>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60"/>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60"/>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60"/>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60"/>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60"/>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60"/>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60"/>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60"/>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60"/>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60"/>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60"/>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60"/>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60"/>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60"/>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60"/>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60"/>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60"/>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60"/>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60"/>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60"/>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60"/>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60"/>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60"/>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60"/>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60"/>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60"/>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60"/>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60"/>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60"/>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60"/>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60"/>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60"/>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60"/>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0" name="Google Shape;18600;p60"/>
          <p:cNvGrpSpPr/>
          <p:nvPr/>
        </p:nvGrpSpPr>
        <p:grpSpPr>
          <a:xfrm>
            <a:off x="6216451" y="3658649"/>
            <a:ext cx="364673" cy="339804"/>
            <a:chOff x="6221064" y="3811049"/>
            <a:chExt cx="364673" cy="339804"/>
          </a:xfrm>
        </p:grpSpPr>
        <p:sp>
          <p:nvSpPr>
            <p:cNvPr id="18601" name="Google Shape;18601;p60"/>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60"/>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3" name="Google Shape;18603;p60"/>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60"/>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60"/>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60"/>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60"/>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60"/>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60"/>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60"/>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60"/>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60"/>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60"/>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60"/>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60"/>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6" name="Google Shape;18616;p60"/>
          <p:cNvGrpSpPr/>
          <p:nvPr/>
        </p:nvGrpSpPr>
        <p:grpSpPr>
          <a:xfrm>
            <a:off x="5761812" y="4122795"/>
            <a:ext cx="358160" cy="356926"/>
            <a:chOff x="5766424" y="4275195"/>
            <a:chExt cx="358160" cy="356926"/>
          </a:xfrm>
        </p:grpSpPr>
        <p:sp>
          <p:nvSpPr>
            <p:cNvPr id="18617" name="Google Shape;18617;p60"/>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60"/>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60"/>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60"/>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60"/>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60"/>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60"/>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60"/>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60"/>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6" name="Google Shape;18626;p60"/>
          <p:cNvGrpSpPr/>
          <p:nvPr/>
        </p:nvGrpSpPr>
        <p:grpSpPr>
          <a:xfrm>
            <a:off x="4880448" y="1366388"/>
            <a:ext cx="385786" cy="342588"/>
            <a:chOff x="4885060" y="1518788"/>
            <a:chExt cx="385786" cy="342588"/>
          </a:xfrm>
        </p:grpSpPr>
        <p:sp>
          <p:nvSpPr>
            <p:cNvPr id="18627" name="Google Shape;18627;p60"/>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60"/>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60"/>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60"/>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60"/>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60"/>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60"/>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60"/>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60"/>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60"/>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60"/>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60"/>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60"/>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60"/>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60"/>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60"/>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60"/>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60"/>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60"/>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6" name="Google Shape;18646;p60"/>
          <p:cNvGrpSpPr/>
          <p:nvPr/>
        </p:nvGrpSpPr>
        <p:grpSpPr>
          <a:xfrm>
            <a:off x="5389865" y="1362133"/>
            <a:ext cx="249076" cy="351096"/>
            <a:chOff x="5394478" y="1514533"/>
            <a:chExt cx="249076" cy="351096"/>
          </a:xfrm>
        </p:grpSpPr>
        <p:sp>
          <p:nvSpPr>
            <p:cNvPr id="18647" name="Google Shape;18647;p60"/>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60"/>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60"/>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60"/>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60"/>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60"/>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60"/>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60"/>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60"/>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60"/>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60"/>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60"/>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60"/>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60"/>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60"/>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60"/>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60"/>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60"/>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60"/>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60"/>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7" name="Google Shape;18667;p60"/>
          <p:cNvGrpSpPr/>
          <p:nvPr/>
        </p:nvGrpSpPr>
        <p:grpSpPr>
          <a:xfrm>
            <a:off x="5777647" y="1359612"/>
            <a:ext cx="356138" cy="356138"/>
            <a:chOff x="5782259" y="1512012"/>
            <a:chExt cx="356138" cy="356138"/>
          </a:xfrm>
        </p:grpSpPr>
        <p:sp>
          <p:nvSpPr>
            <p:cNvPr id="18668" name="Google Shape;18668;p60"/>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60"/>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60"/>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60"/>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60"/>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60"/>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60"/>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60"/>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60"/>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60"/>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60"/>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9" name="Google Shape;18679;p60"/>
          <p:cNvGrpSpPr/>
          <p:nvPr/>
        </p:nvGrpSpPr>
        <p:grpSpPr>
          <a:xfrm>
            <a:off x="6224986" y="1365652"/>
            <a:ext cx="343560" cy="343822"/>
            <a:chOff x="6229598" y="1518052"/>
            <a:chExt cx="343560" cy="343822"/>
          </a:xfrm>
        </p:grpSpPr>
        <p:sp>
          <p:nvSpPr>
            <p:cNvPr id="18680" name="Google Shape;18680;p60"/>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60"/>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60"/>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60"/>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60"/>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60"/>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60"/>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60"/>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60"/>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60"/>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60"/>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60"/>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60"/>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60"/>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60"/>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60"/>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60"/>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60"/>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60"/>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9" name="Google Shape;18699;p60"/>
          <p:cNvGrpSpPr/>
          <p:nvPr/>
        </p:nvGrpSpPr>
        <p:grpSpPr>
          <a:xfrm>
            <a:off x="6665287" y="1353074"/>
            <a:ext cx="345083" cy="369216"/>
            <a:chOff x="6669900" y="1505474"/>
            <a:chExt cx="345083" cy="369216"/>
          </a:xfrm>
        </p:grpSpPr>
        <p:sp>
          <p:nvSpPr>
            <p:cNvPr id="18700" name="Google Shape;18700;p60"/>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60"/>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60"/>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60"/>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60"/>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60"/>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60"/>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60"/>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60"/>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60"/>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60"/>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60"/>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60"/>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60"/>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60"/>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60"/>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60"/>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60"/>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60"/>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60"/>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60"/>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60"/>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2" name="Google Shape;18722;p60"/>
          <p:cNvGrpSpPr/>
          <p:nvPr/>
        </p:nvGrpSpPr>
        <p:grpSpPr>
          <a:xfrm>
            <a:off x="7112390" y="1365600"/>
            <a:ext cx="333003" cy="344085"/>
            <a:chOff x="7117003" y="1518000"/>
            <a:chExt cx="333003" cy="344085"/>
          </a:xfrm>
        </p:grpSpPr>
        <p:sp>
          <p:nvSpPr>
            <p:cNvPr id="18723" name="Google Shape;18723;p60"/>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60"/>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60"/>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60"/>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60"/>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60"/>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60"/>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60"/>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60"/>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60"/>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60"/>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60"/>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60"/>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60"/>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60"/>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60"/>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60"/>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60"/>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60"/>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60"/>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60"/>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60"/>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60"/>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60"/>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60"/>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60"/>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60"/>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60"/>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60"/>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60"/>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60"/>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60"/>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60"/>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60"/>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60"/>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60"/>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9" name="Google Shape;18759;p60"/>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0" name="Google Shape;18760;p60"/>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1" name="Google Shape;18761;p60"/>
          <p:cNvGrpSpPr/>
          <p:nvPr/>
        </p:nvGrpSpPr>
        <p:grpSpPr>
          <a:xfrm>
            <a:off x="7551431" y="1347559"/>
            <a:ext cx="337283" cy="380192"/>
            <a:chOff x="7556043" y="1499959"/>
            <a:chExt cx="337283" cy="380192"/>
          </a:xfrm>
        </p:grpSpPr>
        <p:sp>
          <p:nvSpPr>
            <p:cNvPr id="18762" name="Google Shape;18762;p60"/>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60"/>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60"/>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60"/>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60"/>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60"/>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60"/>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60"/>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60"/>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60"/>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60"/>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60"/>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60"/>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60"/>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6" name="Google Shape;18776;p60"/>
          <p:cNvGrpSpPr/>
          <p:nvPr/>
        </p:nvGrpSpPr>
        <p:grpSpPr>
          <a:xfrm>
            <a:off x="4859833" y="3187807"/>
            <a:ext cx="395607" cy="387414"/>
            <a:chOff x="4864446" y="3340207"/>
            <a:chExt cx="395607" cy="387414"/>
          </a:xfrm>
        </p:grpSpPr>
        <p:sp>
          <p:nvSpPr>
            <p:cNvPr id="18777" name="Google Shape;18777;p60"/>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60"/>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60"/>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60"/>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60"/>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60"/>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60"/>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60"/>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60"/>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60"/>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60"/>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60"/>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60"/>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60"/>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60"/>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60"/>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60"/>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60"/>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60"/>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60"/>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60"/>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60"/>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60"/>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60"/>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60"/>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02" name="Google Shape;18802;p60"/>
          <p:cNvGrpSpPr/>
          <p:nvPr/>
        </p:nvGrpSpPr>
        <p:grpSpPr>
          <a:xfrm>
            <a:off x="5298375" y="3237439"/>
            <a:ext cx="394609" cy="286523"/>
            <a:chOff x="5302988" y="3389839"/>
            <a:chExt cx="394609" cy="286523"/>
          </a:xfrm>
        </p:grpSpPr>
        <p:sp>
          <p:nvSpPr>
            <p:cNvPr id="18803" name="Google Shape;18803;p60"/>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60"/>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60"/>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60"/>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60"/>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60"/>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60"/>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60"/>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60"/>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60"/>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60"/>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60"/>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60"/>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60"/>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60"/>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60"/>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60"/>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60"/>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60"/>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60"/>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60"/>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60"/>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60"/>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60"/>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60"/>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60"/>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60"/>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60"/>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60"/>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60"/>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60"/>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60"/>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60"/>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36" name="Google Shape;18836;p60"/>
          <p:cNvSpPr/>
          <p:nvPr/>
        </p:nvSpPr>
        <p:spPr>
          <a:xfrm>
            <a:off x="5736419" y="34651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37" name="Google Shape;18837;p60"/>
          <p:cNvGrpSpPr/>
          <p:nvPr/>
        </p:nvGrpSpPr>
        <p:grpSpPr>
          <a:xfrm>
            <a:off x="5736419" y="3233657"/>
            <a:ext cx="394609" cy="294585"/>
            <a:chOff x="5741031" y="3386057"/>
            <a:chExt cx="394609" cy="294585"/>
          </a:xfrm>
        </p:grpSpPr>
        <p:sp>
          <p:nvSpPr>
            <p:cNvPr id="18838" name="Google Shape;18838;p60"/>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60"/>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60"/>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60"/>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60"/>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60"/>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60"/>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60"/>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60"/>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7" name="Google Shape;18847;p60"/>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8" name="Google Shape;18848;p60"/>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60"/>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60"/>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60"/>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60"/>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60"/>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60"/>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60"/>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60"/>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60"/>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60"/>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60"/>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60"/>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60"/>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60"/>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60"/>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60"/>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60"/>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60"/>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60"/>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68" name="Google Shape;18868;p60"/>
          <p:cNvSpPr/>
          <p:nvPr/>
        </p:nvSpPr>
        <p:spPr>
          <a:xfrm>
            <a:off x="6555704" y="34123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69" name="Google Shape;18869;p60"/>
          <p:cNvGrpSpPr/>
          <p:nvPr/>
        </p:nvGrpSpPr>
        <p:grpSpPr>
          <a:xfrm>
            <a:off x="6174462" y="3216326"/>
            <a:ext cx="394609" cy="328749"/>
            <a:chOff x="6179074" y="3368726"/>
            <a:chExt cx="394609" cy="328749"/>
          </a:xfrm>
        </p:grpSpPr>
        <p:sp>
          <p:nvSpPr>
            <p:cNvPr id="18870" name="Google Shape;18870;p60"/>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60"/>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60"/>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60"/>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60"/>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60"/>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60"/>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60"/>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60"/>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60"/>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60"/>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60"/>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60"/>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60"/>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60"/>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60"/>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60"/>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60"/>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60"/>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60"/>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60"/>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60"/>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60"/>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60"/>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60"/>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60"/>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60"/>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60"/>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60"/>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60"/>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60"/>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60"/>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60"/>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60"/>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60"/>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60"/>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60"/>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60"/>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60"/>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60"/>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60"/>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60"/>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60"/>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60"/>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60"/>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60"/>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60"/>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60"/>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60"/>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60"/>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60"/>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60"/>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60"/>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3" name="Google Shape;18923;p60"/>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60"/>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60"/>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60"/>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60"/>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60"/>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60"/>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60"/>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60"/>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60"/>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60"/>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60"/>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60"/>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60"/>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60"/>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60"/>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60"/>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60"/>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60"/>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60"/>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60"/>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60"/>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60"/>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60"/>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60"/>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60"/>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60"/>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60"/>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60"/>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60"/>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3" name="Google Shape;18953;p60"/>
          <p:cNvGrpSpPr/>
          <p:nvPr/>
        </p:nvGrpSpPr>
        <p:grpSpPr>
          <a:xfrm>
            <a:off x="7050311" y="3215328"/>
            <a:ext cx="394583" cy="331007"/>
            <a:chOff x="7054924" y="3367728"/>
            <a:chExt cx="394583" cy="331007"/>
          </a:xfrm>
        </p:grpSpPr>
        <p:sp>
          <p:nvSpPr>
            <p:cNvPr id="18954" name="Google Shape;18954;p60"/>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60"/>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60"/>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60"/>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60"/>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60"/>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60"/>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60"/>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60"/>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60"/>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60"/>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60"/>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60"/>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60"/>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60"/>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69" name="Google Shape;18969;p60"/>
          <p:cNvGrpSpPr/>
          <p:nvPr/>
        </p:nvGrpSpPr>
        <p:grpSpPr>
          <a:xfrm>
            <a:off x="7488354" y="3209025"/>
            <a:ext cx="394583" cy="343586"/>
            <a:chOff x="7492967" y="3361425"/>
            <a:chExt cx="394583" cy="343586"/>
          </a:xfrm>
        </p:grpSpPr>
        <p:sp>
          <p:nvSpPr>
            <p:cNvPr id="18970" name="Google Shape;18970;p60"/>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60"/>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60"/>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60"/>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60"/>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60"/>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60"/>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60"/>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60"/>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60"/>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60"/>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60"/>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60"/>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60"/>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60"/>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60"/>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60"/>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60"/>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60"/>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60"/>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60"/>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60"/>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60"/>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3" name="Google Shape;18993;p60"/>
          <p:cNvGrpSpPr/>
          <p:nvPr/>
        </p:nvGrpSpPr>
        <p:grpSpPr>
          <a:xfrm>
            <a:off x="7930914" y="3200754"/>
            <a:ext cx="385287" cy="360156"/>
            <a:chOff x="7935527" y="3353154"/>
            <a:chExt cx="385287" cy="360156"/>
          </a:xfrm>
        </p:grpSpPr>
        <p:sp>
          <p:nvSpPr>
            <p:cNvPr id="18994" name="Google Shape;18994;p60"/>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60"/>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60"/>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60"/>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60"/>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60"/>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60"/>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60"/>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60"/>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60"/>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60"/>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60"/>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06" name="Google Shape;19006;p60"/>
          <p:cNvGrpSpPr/>
          <p:nvPr/>
        </p:nvGrpSpPr>
        <p:grpSpPr>
          <a:xfrm>
            <a:off x="5315208" y="1833842"/>
            <a:ext cx="348103" cy="348103"/>
            <a:chOff x="5319821" y="1986242"/>
            <a:chExt cx="348103" cy="348103"/>
          </a:xfrm>
        </p:grpSpPr>
        <p:sp>
          <p:nvSpPr>
            <p:cNvPr id="19007" name="Google Shape;19007;p60"/>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60"/>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60"/>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60"/>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60"/>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60"/>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60"/>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60"/>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60"/>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60"/>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60"/>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60"/>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60"/>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60"/>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60"/>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60"/>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60"/>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60"/>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60"/>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60"/>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60"/>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60"/>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60"/>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60"/>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60"/>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60"/>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60"/>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60"/>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60"/>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60"/>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60"/>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60"/>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60"/>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60"/>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60"/>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60"/>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60"/>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44" name="Google Shape;19044;p60"/>
          <p:cNvGrpSpPr/>
          <p:nvPr/>
        </p:nvGrpSpPr>
        <p:grpSpPr>
          <a:xfrm>
            <a:off x="5761313" y="1824283"/>
            <a:ext cx="348339" cy="348103"/>
            <a:chOff x="5765926" y="1976683"/>
            <a:chExt cx="348339" cy="348103"/>
          </a:xfrm>
        </p:grpSpPr>
        <p:sp>
          <p:nvSpPr>
            <p:cNvPr id="19045" name="Google Shape;19045;p60"/>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60"/>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60"/>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60"/>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60"/>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60"/>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60"/>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60"/>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60"/>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60"/>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60"/>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60"/>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60"/>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60"/>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59" name="Google Shape;19059;p60"/>
          <p:cNvGrpSpPr/>
          <p:nvPr/>
        </p:nvGrpSpPr>
        <p:grpSpPr>
          <a:xfrm>
            <a:off x="6186778" y="1829089"/>
            <a:ext cx="389068" cy="347787"/>
            <a:chOff x="6191390" y="1981489"/>
            <a:chExt cx="389068" cy="347787"/>
          </a:xfrm>
        </p:grpSpPr>
        <p:sp>
          <p:nvSpPr>
            <p:cNvPr id="19060" name="Google Shape;19060;p60"/>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60"/>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60"/>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60"/>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60"/>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60"/>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60"/>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67" name="Google Shape;19067;p60"/>
          <p:cNvGrpSpPr/>
          <p:nvPr/>
        </p:nvGrpSpPr>
        <p:grpSpPr>
          <a:xfrm>
            <a:off x="6653234" y="1855191"/>
            <a:ext cx="348103" cy="295714"/>
            <a:chOff x="6657846" y="2007591"/>
            <a:chExt cx="348103" cy="295714"/>
          </a:xfrm>
        </p:grpSpPr>
        <p:sp>
          <p:nvSpPr>
            <p:cNvPr id="19068" name="Google Shape;19068;p60"/>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60"/>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60"/>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60"/>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60"/>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60"/>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60"/>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60"/>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6" name="Google Shape;19076;p60"/>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60"/>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60"/>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60"/>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60"/>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60"/>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60"/>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60"/>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60"/>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60"/>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60"/>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60"/>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60"/>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60"/>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60"/>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60"/>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60"/>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60"/>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4" name="Google Shape;19094;p60"/>
          <p:cNvGrpSpPr/>
          <p:nvPr/>
        </p:nvGrpSpPr>
        <p:grpSpPr>
          <a:xfrm>
            <a:off x="7099575" y="1819504"/>
            <a:ext cx="347341" cy="348103"/>
            <a:chOff x="7104188" y="1971904"/>
            <a:chExt cx="347341" cy="348103"/>
          </a:xfrm>
        </p:grpSpPr>
        <p:sp>
          <p:nvSpPr>
            <p:cNvPr id="19095" name="Google Shape;19095;p60"/>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60"/>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60"/>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60"/>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60"/>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60"/>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60"/>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60"/>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60"/>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60"/>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60"/>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60"/>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60"/>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60"/>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60"/>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60"/>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60"/>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60"/>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60"/>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60"/>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60"/>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60"/>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60"/>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60"/>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60"/>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60"/>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60"/>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60"/>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60"/>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60"/>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5" name="Google Shape;19125;p60"/>
          <p:cNvGrpSpPr/>
          <p:nvPr/>
        </p:nvGrpSpPr>
        <p:grpSpPr>
          <a:xfrm>
            <a:off x="7546652" y="1819504"/>
            <a:ext cx="344321" cy="348155"/>
            <a:chOff x="7551264" y="1971904"/>
            <a:chExt cx="344321" cy="348155"/>
          </a:xfrm>
        </p:grpSpPr>
        <p:sp>
          <p:nvSpPr>
            <p:cNvPr id="19126" name="Google Shape;19126;p60"/>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7" name="Google Shape;19127;p60"/>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8" name="Google Shape;19128;p60"/>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60"/>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60"/>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60"/>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60"/>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60"/>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60"/>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60"/>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60"/>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60"/>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60"/>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60"/>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60"/>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60"/>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60"/>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60"/>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60"/>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5" name="Google Shape;19145;p60"/>
          <p:cNvGrpSpPr/>
          <p:nvPr/>
        </p:nvGrpSpPr>
        <p:grpSpPr>
          <a:xfrm>
            <a:off x="7988214" y="1365390"/>
            <a:ext cx="317431" cy="344584"/>
            <a:chOff x="7992826" y="1517790"/>
            <a:chExt cx="317431" cy="344584"/>
          </a:xfrm>
        </p:grpSpPr>
        <p:sp>
          <p:nvSpPr>
            <p:cNvPr id="19146" name="Google Shape;19146;p60"/>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60"/>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60"/>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60"/>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60"/>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60"/>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60"/>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60"/>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60"/>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60"/>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6" name="Google Shape;19156;p60"/>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60"/>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60"/>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60"/>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60"/>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60"/>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60"/>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3" name="Google Shape;19163;p60"/>
          <p:cNvGrpSpPr/>
          <p:nvPr/>
        </p:nvGrpSpPr>
        <p:grpSpPr>
          <a:xfrm>
            <a:off x="7987452" y="1819504"/>
            <a:ext cx="351621" cy="348103"/>
            <a:chOff x="7992065" y="1971904"/>
            <a:chExt cx="351621" cy="348103"/>
          </a:xfrm>
        </p:grpSpPr>
        <p:sp>
          <p:nvSpPr>
            <p:cNvPr id="19164" name="Google Shape;19164;p60"/>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60"/>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60"/>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7" name="Google Shape;19167;p60"/>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8" name="Google Shape;19168;p60"/>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60"/>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60"/>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60"/>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60"/>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60"/>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60"/>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60"/>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60"/>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60"/>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60"/>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79" name="Google Shape;19179;p60"/>
          <p:cNvGrpSpPr/>
          <p:nvPr/>
        </p:nvGrpSpPr>
        <p:grpSpPr>
          <a:xfrm>
            <a:off x="4906576" y="3641055"/>
            <a:ext cx="296580" cy="364935"/>
            <a:chOff x="4911189" y="3793455"/>
            <a:chExt cx="296580" cy="364935"/>
          </a:xfrm>
        </p:grpSpPr>
        <p:sp>
          <p:nvSpPr>
            <p:cNvPr id="19180" name="Google Shape;19180;p60"/>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60"/>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60"/>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60"/>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60"/>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60"/>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60"/>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60"/>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60"/>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60"/>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0" name="Google Shape;19190;p60"/>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60"/>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60"/>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3" name="Google Shape;19193;p60"/>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60"/>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60"/>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60"/>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60"/>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60"/>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9" name="Google Shape;19199;p60"/>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00" name="Google Shape;19200;p60"/>
          <p:cNvGrpSpPr/>
          <p:nvPr/>
        </p:nvGrpSpPr>
        <p:grpSpPr>
          <a:xfrm>
            <a:off x="5336820" y="3640871"/>
            <a:ext cx="330272" cy="329117"/>
            <a:chOff x="5341433" y="3793271"/>
            <a:chExt cx="330272" cy="329117"/>
          </a:xfrm>
        </p:grpSpPr>
        <p:sp>
          <p:nvSpPr>
            <p:cNvPr id="19201" name="Google Shape;19201;p60"/>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60"/>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60"/>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60"/>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60"/>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60"/>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7" name="Google Shape;19207;p60"/>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60"/>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60"/>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60"/>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60"/>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60"/>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60"/>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60"/>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60"/>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6" name="Google Shape;19216;p60"/>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7" name="Google Shape;19217;p60"/>
          <p:cNvGrpSpPr/>
          <p:nvPr/>
        </p:nvGrpSpPr>
        <p:grpSpPr>
          <a:xfrm>
            <a:off x="5739438" y="3613850"/>
            <a:ext cx="428511" cy="383186"/>
            <a:chOff x="5744051" y="3766250"/>
            <a:chExt cx="428511" cy="383186"/>
          </a:xfrm>
        </p:grpSpPr>
        <p:sp>
          <p:nvSpPr>
            <p:cNvPr id="19218" name="Google Shape;19218;p60"/>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60"/>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60"/>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60"/>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60"/>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60"/>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60"/>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60"/>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60"/>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60"/>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60"/>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60"/>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60"/>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60"/>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60"/>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3" name="Google Shape;19233;p60"/>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4" name="Google Shape;19234;p60"/>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5" name="Google Shape;19235;p60"/>
          <p:cNvGrpSpPr/>
          <p:nvPr/>
        </p:nvGrpSpPr>
        <p:grpSpPr>
          <a:xfrm>
            <a:off x="6674084" y="3640924"/>
            <a:ext cx="342824" cy="328985"/>
            <a:chOff x="6678697" y="3793324"/>
            <a:chExt cx="342824" cy="328985"/>
          </a:xfrm>
        </p:grpSpPr>
        <p:sp>
          <p:nvSpPr>
            <p:cNvPr id="19236" name="Google Shape;19236;p60"/>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60"/>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60"/>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60"/>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60"/>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60"/>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60"/>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60"/>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44" name="Google Shape;19244;p60"/>
          <p:cNvGrpSpPr/>
          <p:nvPr/>
        </p:nvGrpSpPr>
        <p:grpSpPr>
          <a:xfrm>
            <a:off x="7097291" y="3609622"/>
            <a:ext cx="398627" cy="392088"/>
            <a:chOff x="7101903" y="3762022"/>
            <a:chExt cx="398627" cy="392088"/>
          </a:xfrm>
        </p:grpSpPr>
        <p:sp>
          <p:nvSpPr>
            <p:cNvPr id="19245" name="Google Shape;19245;p60"/>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60"/>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60"/>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8" name="Google Shape;19248;p60"/>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9" name="Google Shape;19249;p60"/>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60"/>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60"/>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60"/>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3" name="Google Shape;19253;p60"/>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60"/>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60"/>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60"/>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60"/>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8" name="Google Shape;19258;p60"/>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60"/>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60"/>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60"/>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2" name="Google Shape;19262;p60"/>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3" name="Google Shape;19263;p60"/>
          <p:cNvGrpSpPr/>
          <p:nvPr/>
        </p:nvGrpSpPr>
        <p:grpSpPr>
          <a:xfrm>
            <a:off x="7536857" y="3641055"/>
            <a:ext cx="407897" cy="328985"/>
            <a:chOff x="7541469" y="3793455"/>
            <a:chExt cx="407897" cy="328985"/>
          </a:xfrm>
        </p:grpSpPr>
        <p:sp>
          <p:nvSpPr>
            <p:cNvPr id="19264" name="Google Shape;19264;p60"/>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5" name="Google Shape;19265;p60"/>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60"/>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7" name="Google Shape;19267;p60"/>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8" name="Google Shape;19268;p60"/>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60"/>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60"/>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60"/>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60"/>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3" name="Google Shape;19273;p60"/>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4" name="Google Shape;19274;p60"/>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5" name="Google Shape;19275;p60"/>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60"/>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60"/>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60"/>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60"/>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60"/>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60"/>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60"/>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3" name="Google Shape;19283;p60"/>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4" name="Google Shape;19284;p60"/>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5" name="Google Shape;19285;p60"/>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60"/>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60"/>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60"/>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60"/>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0" name="Google Shape;19290;p60"/>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1" name="Google Shape;19291;p60"/>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60"/>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60"/>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4" name="Google Shape;19294;p60"/>
          <p:cNvGrpSpPr/>
          <p:nvPr/>
        </p:nvGrpSpPr>
        <p:grpSpPr>
          <a:xfrm>
            <a:off x="5305676" y="2803912"/>
            <a:ext cx="432292" cy="264412"/>
            <a:chOff x="5310288" y="2956312"/>
            <a:chExt cx="432292" cy="264412"/>
          </a:xfrm>
        </p:grpSpPr>
        <p:sp>
          <p:nvSpPr>
            <p:cNvPr id="19295" name="Google Shape;19295;p60"/>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6" name="Google Shape;19296;p60"/>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7" name="Google Shape;19297;p60"/>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8" name="Google Shape;19298;p60"/>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9" name="Google Shape;19299;p60"/>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60"/>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60"/>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60"/>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60"/>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60"/>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60"/>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60"/>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60"/>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60"/>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60"/>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0" name="Google Shape;19310;p60"/>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60"/>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2" name="Google Shape;19312;p60"/>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3" name="Google Shape;19313;p60"/>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60"/>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60"/>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60"/>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60"/>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60"/>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9" name="Google Shape;19319;p60"/>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0" name="Google Shape;19320;p60"/>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1" name="Google Shape;19321;p60"/>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22" name="Google Shape;19322;p60"/>
          <p:cNvGrpSpPr/>
          <p:nvPr/>
        </p:nvGrpSpPr>
        <p:grpSpPr>
          <a:xfrm>
            <a:off x="4874434" y="2279920"/>
            <a:ext cx="398075" cy="340303"/>
            <a:chOff x="4879047" y="2432320"/>
            <a:chExt cx="398075" cy="340303"/>
          </a:xfrm>
        </p:grpSpPr>
        <p:sp>
          <p:nvSpPr>
            <p:cNvPr id="19323" name="Google Shape;19323;p60"/>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60"/>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60"/>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60"/>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60"/>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60"/>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60"/>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60"/>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60"/>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2" name="Google Shape;19332;p60"/>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60"/>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60"/>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60"/>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60"/>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7" name="Google Shape;19337;p60"/>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8" name="Google Shape;19338;p60"/>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60"/>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60"/>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60"/>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60"/>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60"/>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4" name="Google Shape;19344;p60"/>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60"/>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60"/>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7" name="Google Shape;19347;p60"/>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8" name="Google Shape;19348;p60"/>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49" name="Google Shape;19349;p60"/>
          <p:cNvGrpSpPr/>
          <p:nvPr/>
        </p:nvGrpSpPr>
        <p:grpSpPr>
          <a:xfrm>
            <a:off x="5384088" y="2241423"/>
            <a:ext cx="280982" cy="395896"/>
            <a:chOff x="5388701" y="2393823"/>
            <a:chExt cx="280982" cy="395896"/>
          </a:xfrm>
        </p:grpSpPr>
        <p:sp>
          <p:nvSpPr>
            <p:cNvPr id="19350" name="Google Shape;19350;p60"/>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60"/>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2" name="Google Shape;19352;p60"/>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3" name="Google Shape;19353;p60"/>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60"/>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60"/>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6" name="Google Shape;19356;p60"/>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60"/>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60"/>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60"/>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0" name="Google Shape;19360;p60"/>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1" name="Google Shape;19361;p60"/>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60"/>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60"/>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4" name="Google Shape;19364;p60"/>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5" name="Google Shape;19365;p60"/>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60"/>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60"/>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8" name="Google Shape;19368;p60"/>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60"/>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60"/>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60"/>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2" name="Google Shape;19372;p60"/>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60"/>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60"/>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5" name="Google Shape;19375;p60"/>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60"/>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60"/>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8" name="Google Shape;19378;p60"/>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9" name="Google Shape;19379;p60"/>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80" name="Google Shape;19380;p60"/>
          <p:cNvGrpSpPr/>
          <p:nvPr/>
        </p:nvGrpSpPr>
        <p:grpSpPr>
          <a:xfrm>
            <a:off x="5738677" y="2286722"/>
            <a:ext cx="444871" cy="316407"/>
            <a:chOff x="5743289" y="2439122"/>
            <a:chExt cx="444871" cy="316407"/>
          </a:xfrm>
        </p:grpSpPr>
        <p:sp>
          <p:nvSpPr>
            <p:cNvPr id="19381" name="Google Shape;19381;p60"/>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60"/>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60"/>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4" name="Google Shape;19384;p60"/>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5" name="Google Shape;19385;p60"/>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6" name="Google Shape;19386;p60"/>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60"/>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60"/>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60"/>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60"/>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1" name="Google Shape;19391;p60"/>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2" name="Google Shape;19392;p60"/>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60"/>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4" name="Google Shape;19394;p60"/>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60"/>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60"/>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60"/>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60"/>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9" name="Google Shape;19399;p60"/>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0" name="Google Shape;19400;p60"/>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1" name="Google Shape;19401;p60"/>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60"/>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60"/>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60"/>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5" name="Google Shape;19405;p60"/>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6" name="Google Shape;19406;p60"/>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60"/>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60"/>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60"/>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10" name="Google Shape;19410;p60"/>
          <p:cNvGrpSpPr/>
          <p:nvPr/>
        </p:nvGrpSpPr>
        <p:grpSpPr>
          <a:xfrm>
            <a:off x="6225747" y="2280183"/>
            <a:ext cx="351359" cy="363412"/>
            <a:chOff x="6230360" y="2432583"/>
            <a:chExt cx="351359" cy="363412"/>
          </a:xfrm>
        </p:grpSpPr>
        <p:sp>
          <p:nvSpPr>
            <p:cNvPr id="19411" name="Google Shape;19411;p60"/>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60"/>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60"/>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4" name="Google Shape;19414;p60"/>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5" name="Google Shape;19415;p60"/>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60"/>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7" name="Google Shape;19417;p60"/>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60"/>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60"/>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60"/>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1" name="Google Shape;19421;p60"/>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2" name="Google Shape;19422;p60"/>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3" name="Google Shape;19423;p60"/>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60"/>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60"/>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60"/>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60"/>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60"/>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60"/>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60"/>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60"/>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2" name="Google Shape;19432;p60"/>
          <p:cNvGrpSpPr/>
          <p:nvPr/>
        </p:nvGrpSpPr>
        <p:grpSpPr>
          <a:xfrm>
            <a:off x="6629364" y="2307152"/>
            <a:ext cx="387781" cy="286680"/>
            <a:chOff x="6633976" y="2459552"/>
            <a:chExt cx="387781" cy="286680"/>
          </a:xfrm>
        </p:grpSpPr>
        <p:sp>
          <p:nvSpPr>
            <p:cNvPr id="19433" name="Google Shape;19433;p60"/>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60"/>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60"/>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60"/>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7" name="Google Shape;19437;p60"/>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8" name="Google Shape;19438;p60"/>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9" name="Google Shape;19439;p60"/>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0" name="Google Shape;19440;p60"/>
          <p:cNvGrpSpPr/>
          <p:nvPr/>
        </p:nvGrpSpPr>
        <p:grpSpPr>
          <a:xfrm>
            <a:off x="7086498" y="2276165"/>
            <a:ext cx="376989" cy="348864"/>
            <a:chOff x="7091110" y="2428565"/>
            <a:chExt cx="376989" cy="348864"/>
          </a:xfrm>
        </p:grpSpPr>
        <p:sp>
          <p:nvSpPr>
            <p:cNvPr id="19441" name="Google Shape;19441;p60"/>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2" name="Google Shape;19442;p60"/>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3" name="Google Shape;19443;p60"/>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60"/>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5" name="Google Shape;19445;p60"/>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60"/>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60"/>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60"/>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60"/>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0" name="Google Shape;19450;p60"/>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1" name="Google Shape;19451;p60"/>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2" name="Google Shape;19452;p60"/>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3" name="Google Shape;19453;p60"/>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60"/>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60"/>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60"/>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60"/>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60"/>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9" name="Google Shape;19459;p60"/>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0" name="Google Shape;19460;p60"/>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60"/>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60"/>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60"/>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4" name="Google Shape;19464;p60"/>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5" name="Google Shape;19465;p60"/>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6" name="Google Shape;19466;p60"/>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7" name="Google Shape;19467;p60"/>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8" name="Google Shape;19468;p60"/>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9" name="Google Shape;19469;p60"/>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60"/>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60"/>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72" name="Google Shape;19472;p60"/>
          <p:cNvGrpSpPr/>
          <p:nvPr/>
        </p:nvGrpSpPr>
        <p:grpSpPr>
          <a:xfrm>
            <a:off x="7531815" y="2262825"/>
            <a:ext cx="369715" cy="375492"/>
            <a:chOff x="7536427" y="2415225"/>
            <a:chExt cx="369715" cy="375492"/>
          </a:xfrm>
        </p:grpSpPr>
        <p:sp>
          <p:nvSpPr>
            <p:cNvPr id="19473" name="Google Shape;19473;p60"/>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60"/>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60"/>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60"/>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60"/>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8" name="Google Shape;19478;p60"/>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9" name="Google Shape;19479;p60"/>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0" name="Google Shape;19480;p60"/>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60"/>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2" name="Google Shape;19482;p60"/>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3" name="Google Shape;19483;p60"/>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4" name="Google Shape;19484;p60"/>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60"/>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6" name="Google Shape;19486;p60"/>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7" name="Google Shape;19487;p60"/>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60"/>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60"/>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60"/>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60"/>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2" name="Google Shape;19492;p60"/>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60"/>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4" name="Google Shape;19494;p60"/>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5" name="Google Shape;19495;p60"/>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6" name="Google Shape;19496;p60"/>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7" name="Google Shape;19497;p60"/>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60"/>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9" name="Google Shape;19499;p60"/>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0" name="Google Shape;19500;p60"/>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1" name="Google Shape;19501;p60"/>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60"/>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3" name="Google Shape;19503;p60"/>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4" name="Google Shape;19504;p60"/>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5" name="Google Shape;19505;p60"/>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60"/>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60"/>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60"/>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60"/>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0" name="Google Shape;19510;p60"/>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1" name="Google Shape;19511;p60"/>
          <p:cNvGrpSpPr/>
          <p:nvPr/>
        </p:nvGrpSpPr>
        <p:grpSpPr>
          <a:xfrm>
            <a:off x="7976160" y="2276402"/>
            <a:ext cx="353381" cy="358160"/>
            <a:chOff x="7980773" y="2428802"/>
            <a:chExt cx="353381" cy="358160"/>
          </a:xfrm>
        </p:grpSpPr>
        <p:sp>
          <p:nvSpPr>
            <p:cNvPr id="19512" name="Google Shape;19512;p60"/>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3" name="Google Shape;19513;p60"/>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60"/>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5" name="Google Shape;19515;p60"/>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6" name="Google Shape;19516;p60"/>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7" name="Google Shape;19517;p60"/>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8" name="Google Shape;19518;p60"/>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60"/>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60"/>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1" name="Google Shape;19521;p60"/>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2" name="Google Shape;19522;p60"/>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3" name="Google Shape;19523;p60"/>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60"/>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60"/>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60"/>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7" name="Google Shape;19527;p60"/>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8" name="Google Shape;19528;p60"/>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60"/>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60"/>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1" name="Google Shape;19531;p60"/>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2" name="Google Shape;19532;p60"/>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3" name="Google Shape;19533;p60"/>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60"/>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60"/>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6" name="Google Shape;19536;p60"/>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7" name="Google Shape;19537;p60"/>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60"/>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60"/>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60"/>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60"/>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2" name="Google Shape;19542;p60"/>
          <p:cNvGrpSpPr/>
          <p:nvPr/>
        </p:nvGrpSpPr>
        <p:grpSpPr>
          <a:xfrm>
            <a:off x="4881445" y="4138840"/>
            <a:ext cx="346343" cy="343953"/>
            <a:chOff x="4886058" y="4291240"/>
            <a:chExt cx="346343" cy="343953"/>
          </a:xfrm>
        </p:grpSpPr>
        <p:sp>
          <p:nvSpPr>
            <p:cNvPr id="19543" name="Google Shape;19543;p60"/>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4" name="Google Shape;19544;p60"/>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5" name="Google Shape;19545;p60"/>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6" name="Google Shape;19546;p60"/>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7" name="Google Shape;19547;p60"/>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60"/>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60"/>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0" name="Google Shape;19550;p60"/>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1" name="Google Shape;19551;p60"/>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2" name="Google Shape;19552;p60"/>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60"/>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60"/>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60"/>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56" name="Google Shape;19556;p60"/>
          <p:cNvGrpSpPr/>
          <p:nvPr/>
        </p:nvGrpSpPr>
        <p:grpSpPr>
          <a:xfrm>
            <a:off x="5339604" y="4138656"/>
            <a:ext cx="304616" cy="343560"/>
            <a:chOff x="5344216" y="4291056"/>
            <a:chExt cx="304616" cy="343560"/>
          </a:xfrm>
        </p:grpSpPr>
        <p:sp>
          <p:nvSpPr>
            <p:cNvPr id="19557" name="Google Shape;19557;p60"/>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8" name="Google Shape;19558;p60"/>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9" name="Google Shape;19559;p60"/>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0" name="Google Shape;19560;p60"/>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1" name="Google Shape;19561;p60"/>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2" name="Google Shape;19562;p60"/>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3" name="Google Shape;19563;p60"/>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4" name="Google Shape;19564;p60"/>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5" name="Google Shape;19565;p60"/>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6" name="Google Shape;19566;p60"/>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60"/>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68" name="Google Shape;19568;p60"/>
          <p:cNvGrpSpPr/>
          <p:nvPr/>
        </p:nvGrpSpPr>
        <p:grpSpPr>
          <a:xfrm>
            <a:off x="6275387" y="4112022"/>
            <a:ext cx="204093" cy="343743"/>
            <a:chOff x="6271562" y="4290872"/>
            <a:chExt cx="204093" cy="343743"/>
          </a:xfrm>
        </p:grpSpPr>
        <p:sp>
          <p:nvSpPr>
            <p:cNvPr id="19569" name="Google Shape;19569;p60"/>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0" name="Google Shape;19570;p60"/>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1" name="Google Shape;19571;p60"/>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2" name="Google Shape;19572;p60"/>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60"/>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4" name="Google Shape;19574;p60"/>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5" name="Google Shape;19575;p60"/>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60"/>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7" name="Google Shape;19577;p60"/>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8" name="Google Shape;19578;p60"/>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9" name="Google Shape;19579;p60"/>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0" name="Google Shape;19580;p60"/>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1" name="Google Shape;19581;p60"/>
          <p:cNvGrpSpPr/>
          <p:nvPr/>
        </p:nvGrpSpPr>
        <p:grpSpPr>
          <a:xfrm>
            <a:off x="6634878" y="4176838"/>
            <a:ext cx="344085" cy="267195"/>
            <a:chOff x="6639491" y="4329238"/>
            <a:chExt cx="344085" cy="267195"/>
          </a:xfrm>
        </p:grpSpPr>
        <p:sp>
          <p:nvSpPr>
            <p:cNvPr id="19582" name="Google Shape;19582;p60"/>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60"/>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60"/>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60"/>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6" name="Google Shape;19586;p60"/>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7" name="Google Shape;19587;p60"/>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8" name="Google Shape;19588;p60"/>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9" name="Google Shape;19589;p60"/>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0" name="Google Shape;19590;p60"/>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1" name="Google Shape;19591;p60"/>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2" name="Google Shape;19592;p60"/>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3" name="Google Shape;19593;p60"/>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4" name="Google Shape;19594;p60"/>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5" name="Google Shape;19595;p60"/>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60"/>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60"/>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60"/>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9" name="Google Shape;19599;p60"/>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0" name="Google Shape;19600;p60"/>
          <p:cNvGrpSpPr/>
          <p:nvPr/>
        </p:nvGrpSpPr>
        <p:grpSpPr>
          <a:xfrm>
            <a:off x="7128724" y="4138656"/>
            <a:ext cx="232979" cy="343560"/>
            <a:chOff x="7133336" y="4291056"/>
            <a:chExt cx="232979" cy="343560"/>
          </a:xfrm>
        </p:grpSpPr>
        <p:sp>
          <p:nvSpPr>
            <p:cNvPr id="19601" name="Google Shape;19601;p60"/>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2" name="Google Shape;19602;p60"/>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3" name="Google Shape;19603;p60"/>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4" name="Google Shape;19604;p60"/>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5" name="Google Shape;19605;p60"/>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6" name="Google Shape;19606;p60"/>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7" name="Google Shape;19607;p60"/>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8" name="Google Shape;19608;p60"/>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9" name="Google Shape;19609;p60"/>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0" name="Google Shape;19610;p60"/>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1" name="Google Shape;19611;p60"/>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2" name="Google Shape;19612;p60"/>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3" name="Google Shape;19613;p60"/>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4" name="Google Shape;19614;p60"/>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5" name="Google Shape;19615;p60"/>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6" name="Google Shape;19616;p60"/>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7" name="Google Shape;19617;p60"/>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8" name="Google Shape;19618;p60"/>
          <p:cNvGrpSpPr/>
          <p:nvPr/>
        </p:nvGrpSpPr>
        <p:grpSpPr>
          <a:xfrm>
            <a:off x="7566767" y="4138656"/>
            <a:ext cx="232979" cy="343560"/>
            <a:chOff x="7571379" y="4291056"/>
            <a:chExt cx="232979" cy="343560"/>
          </a:xfrm>
        </p:grpSpPr>
        <p:sp>
          <p:nvSpPr>
            <p:cNvPr id="19619" name="Google Shape;19619;p60"/>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60"/>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1" name="Google Shape;19621;p60"/>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2" name="Google Shape;19622;p60"/>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3" name="Google Shape;19623;p60"/>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4" name="Google Shape;19624;p60"/>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5" name="Google Shape;19625;p60"/>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6" name="Google Shape;19626;p60"/>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7" name="Google Shape;19627;p60"/>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8" name="Google Shape;19628;p60"/>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9" name="Google Shape;19629;p60"/>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0" name="Google Shape;19630;p60"/>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60"/>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2" name="Google Shape;19632;p60"/>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3" name="Google Shape;19633;p60"/>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4" name="Google Shape;19634;p60"/>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35" name="Google Shape;19635;p60"/>
          <p:cNvGrpSpPr/>
          <p:nvPr/>
        </p:nvGrpSpPr>
        <p:grpSpPr>
          <a:xfrm>
            <a:off x="6661768" y="3195475"/>
            <a:ext cx="295819" cy="370712"/>
            <a:chOff x="6666381" y="3347875"/>
            <a:chExt cx="295819" cy="370712"/>
          </a:xfrm>
        </p:grpSpPr>
        <p:sp>
          <p:nvSpPr>
            <p:cNvPr id="19636" name="Google Shape;19636;p60"/>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7" name="Google Shape;19637;p60"/>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8" name="Google Shape;19638;p60"/>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9" name="Google Shape;19639;p60"/>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0" name="Google Shape;19640;p60"/>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1" name="Google Shape;19641;p60"/>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2" name="Google Shape;19642;p60"/>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3" name="Google Shape;19643;p60"/>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4" name="Google Shape;19644;p60"/>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5" name="Google Shape;19645;p60"/>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6" name="Google Shape;19646;p60"/>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7" name="Google Shape;19647;p60"/>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8" name="Google Shape;19648;p60"/>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9" name="Google Shape;19649;p60"/>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0" name="Google Shape;19650;p60"/>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1" name="Google Shape;19651;p60"/>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2" name="Google Shape;19652;p60"/>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3" name="Google Shape;19653;p60"/>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4" name="Google Shape;19654;p60"/>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5" name="Google Shape;19655;p60"/>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6" name="Google Shape;19656;p60"/>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7" name="Google Shape;19657;p60"/>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8" name="Google Shape;19658;p60"/>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9" name="Google Shape;19659;p60"/>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0" name="Google Shape;19660;p60"/>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1" name="Google Shape;19661;p60"/>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2" name="Google Shape;19662;p60"/>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3" name="Google Shape;19663;p60"/>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4" name="Google Shape;19664;p60"/>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5" name="Google Shape;19665;p60"/>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6" name="Google Shape;19666;p60"/>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7" name="Google Shape;19667;p60"/>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8" name="Google Shape;19668;p60"/>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9" name="Google Shape;19669;p60"/>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0" name="Google Shape;19670;p60"/>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1" name="Google Shape;19671;p60"/>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2" name="Google Shape;19672;p60"/>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3" name="Google Shape;19673;p60"/>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4" name="Google Shape;19674;p60"/>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5" name="Google Shape;19675;p60"/>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76" name="Google Shape;19676;p60"/>
          <p:cNvGrpSpPr/>
          <p:nvPr/>
        </p:nvGrpSpPr>
        <p:grpSpPr>
          <a:xfrm>
            <a:off x="4873147" y="2735059"/>
            <a:ext cx="389567" cy="390329"/>
            <a:chOff x="4877760" y="2887459"/>
            <a:chExt cx="389567" cy="390329"/>
          </a:xfrm>
        </p:grpSpPr>
        <p:sp>
          <p:nvSpPr>
            <p:cNvPr id="19677" name="Google Shape;19677;p60"/>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8" name="Google Shape;19678;p60"/>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9" name="Google Shape;19679;p60"/>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0" name="Google Shape;19680;p60"/>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1" name="Google Shape;19681;p60"/>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2" name="Google Shape;19682;p60"/>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3" name="Google Shape;19683;p60"/>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4" name="Google Shape;19684;p60"/>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5" name="Google Shape;19685;p60"/>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6" name="Google Shape;19686;p60"/>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7" name="Google Shape;19687;p60"/>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8" name="Google Shape;19688;p60"/>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9" name="Google Shape;19689;p60"/>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0" name="Google Shape;19690;p60"/>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1" name="Google Shape;19691;p60"/>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2" name="Google Shape;19692;p60"/>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3" name="Google Shape;19693;p60"/>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4" name="Google Shape;19694;p60"/>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5" name="Google Shape;19695;p60"/>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6" name="Google Shape;19696;p60"/>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7" name="Google Shape;19697;p60"/>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8" name="Google Shape;19698;p60"/>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9" name="Google Shape;19699;p60"/>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0" name="Google Shape;19700;p60"/>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1" name="Google Shape;19701;p60"/>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2" name="Google Shape;19702;p60"/>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3" name="Google Shape;19703;p60"/>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4" name="Google Shape;19704;p60"/>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5" name="Google Shape;19705;p60"/>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6" name="Google Shape;19706;p60"/>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7" name="Google Shape;19707;p60"/>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8" name="Google Shape;19708;p60"/>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9" name="Google Shape;19709;p60"/>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0" name="Google Shape;19710;p60"/>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1" name="Google Shape;19711;p60"/>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2" name="Google Shape;19712;p60"/>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3" name="Google Shape;19713;p60"/>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4" name="Google Shape;19714;p60"/>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5" name="Google Shape;19715;p60"/>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6" name="Google Shape;19716;p60"/>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7" name="Google Shape;19717;p60"/>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8" name="Google Shape;19718;p60"/>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9" name="Google Shape;19719;p60"/>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0" name="Google Shape;19720;p60"/>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21" name="Google Shape;19721;p60"/>
          <p:cNvSpPr/>
          <p:nvPr/>
        </p:nvSpPr>
        <p:spPr>
          <a:xfrm>
            <a:off x="5906557" y="27352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2" name="Google Shape;19722;p60"/>
          <p:cNvSpPr/>
          <p:nvPr/>
        </p:nvSpPr>
        <p:spPr>
          <a:xfrm>
            <a:off x="5906557" y="27352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3" name="Google Shape;19723;p60"/>
          <p:cNvSpPr/>
          <p:nvPr/>
        </p:nvSpPr>
        <p:spPr>
          <a:xfrm>
            <a:off x="5793482" y="29929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4" name="Google Shape;19724;p60"/>
          <p:cNvSpPr/>
          <p:nvPr/>
        </p:nvSpPr>
        <p:spPr>
          <a:xfrm>
            <a:off x="5793219" y="29931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5" name="Google Shape;19725;p60"/>
          <p:cNvSpPr/>
          <p:nvPr/>
        </p:nvSpPr>
        <p:spPr>
          <a:xfrm>
            <a:off x="5774627" y="30765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26" name="Google Shape;19726;p60"/>
          <p:cNvGrpSpPr/>
          <p:nvPr/>
        </p:nvGrpSpPr>
        <p:grpSpPr>
          <a:xfrm>
            <a:off x="5774627" y="2735295"/>
            <a:ext cx="314411" cy="389830"/>
            <a:chOff x="5779239" y="2887695"/>
            <a:chExt cx="314411" cy="389830"/>
          </a:xfrm>
        </p:grpSpPr>
        <p:sp>
          <p:nvSpPr>
            <p:cNvPr id="19727" name="Google Shape;19727;p60"/>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8" name="Google Shape;19728;p60"/>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9" name="Google Shape;19729;p60"/>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0" name="Google Shape;19730;p60"/>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1" name="Google Shape;19731;p60"/>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2" name="Google Shape;19732;p60"/>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3" name="Google Shape;19733;p60"/>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4" name="Google Shape;19734;p60"/>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5" name="Google Shape;19735;p60"/>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6" name="Google Shape;19736;p60"/>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7" name="Google Shape;19737;p60"/>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8" name="Google Shape;19738;p60"/>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9" name="Google Shape;19739;p60"/>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0" name="Google Shape;19740;p60"/>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1" name="Google Shape;19741;p60"/>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2" name="Google Shape;19742;p60"/>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3" name="Google Shape;19743;p60"/>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4" name="Google Shape;19744;p60"/>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5" name="Google Shape;19745;p60"/>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6" name="Google Shape;19746;p60"/>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7" name="Google Shape;19747;p60"/>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8" name="Google Shape;19748;p60"/>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9" name="Google Shape;19749;p60"/>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0" name="Google Shape;19750;p60"/>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1" name="Google Shape;19751;p60"/>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2" name="Google Shape;19752;p60"/>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3" name="Google Shape;19753;p60"/>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4" name="Google Shape;19754;p60"/>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5" name="Google Shape;19755;p60"/>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6" name="Google Shape;19756;p60"/>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7" name="Google Shape;19757;p60"/>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8" name="Google Shape;19758;p60"/>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9" name="Google Shape;19759;p60"/>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0" name="Google Shape;19760;p60"/>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1" name="Google Shape;19761;p60"/>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2" name="Google Shape;19762;p60"/>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3" name="Google Shape;19763;p60"/>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4" name="Google Shape;19764;p60"/>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5" name="Google Shape;19765;p60"/>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6" name="Google Shape;19766;p60"/>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7" name="Google Shape;19767;p60"/>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8" name="Google Shape;19768;p60"/>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9" name="Google Shape;19769;p60"/>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0" name="Google Shape;19770;p60"/>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71" name="Google Shape;19771;p60"/>
          <p:cNvGrpSpPr/>
          <p:nvPr/>
        </p:nvGrpSpPr>
        <p:grpSpPr>
          <a:xfrm>
            <a:off x="6185517" y="2788577"/>
            <a:ext cx="389830" cy="283004"/>
            <a:chOff x="6190130" y="2940977"/>
            <a:chExt cx="389830" cy="283004"/>
          </a:xfrm>
        </p:grpSpPr>
        <p:sp>
          <p:nvSpPr>
            <p:cNvPr id="19772" name="Google Shape;19772;p60"/>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3" name="Google Shape;19773;p60"/>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4" name="Google Shape;19774;p60"/>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5" name="Google Shape;19775;p60"/>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6" name="Google Shape;19776;p60"/>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7" name="Google Shape;19777;p60"/>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8" name="Google Shape;19778;p60"/>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9" name="Google Shape;19779;p60"/>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0" name="Google Shape;19780;p60"/>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1" name="Google Shape;19781;p60"/>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2" name="Google Shape;19782;p60"/>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3" name="Google Shape;19783;p60"/>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4" name="Google Shape;19784;p60"/>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5" name="Google Shape;19785;p60"/>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6" name="Google Shape;19786;p60"/>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7" name="Google Shape;19787;p60"/>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8" name="Google Shape;19788;p60"/>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9" name="Google Shape;19789;p60"/>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0" name="Google Shape;19790;p60"/>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1" name="Google Shape;19791;p60"/>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2" name="Google Shape;19792;p60"/>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3" name="Google Shape;19793;p60"/>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4" name="Google Shape;19794;p60"/>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5" name="Google Shape;19795;p60"/>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6" name="Google Shape;19796;p60"/>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7" name="Google Shape;19797;p60"/>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8" name="Google Shape;19798;p60"/>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9" name="Google Shape;19799;p60"/>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0" name="Google Shape;19800;p60"/>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1" name="Google Shape;19801;p60"/>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2" name="Google Shape;19802;p60"/>
          <p:cNvGrpSpPr/>
          <p:nvPr/>
        </p:nvGrpSpPr>
        <p:grpSpPr>
          <a:xfrm>
            <a:off x="6629364" y="2747874"/>
            <a:ext cx="389803" cy="364673"/>
            <a:chOff x="6633976" y="2900274"/>
            <a:chExt cx="389803" cy="364673"/>
          </a:xfrm>
        </p:grpSpPr>
        <p:sp>
          <p:nvSpPr>
            <p:cNvPr id="19803" name="Google Shape;19803;p60"/>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4" name="Google Shape;19804;p60"/>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5" name="Google Shape;19805;p60"/>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6" name="Google Shape;19806;p60"/>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60"/>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8" name="Google Shape;19808;p60"/>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9" name="Google Shape;19809;p60"/>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0" name="Google Shape;19810;p60"/>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60"/>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2" name="Google Shape;19812;p60"/>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3" name="Google Shape;19813;p60"/>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4" name="Google Shape;19814;p60"/>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5" name="Google Shape;19815;p60"/>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6" name="Google Shape;19816;p60"/>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7" name="Google Shape;19817;p60"/>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8" name="Google Shape;19818;p60"/>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9" name="Google Shape;19819;p60"/>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20" name="Google Shape;19820;p60"/>
          <p:cNvGrpSpPr/>
          <p:nvPr/>
        </p:nvGrpSpPr>
        <p:grpSpPr>
          <a:xfrm>
            <a:off x="7513223" y="2733037"/>
            <a:ext cx="364935" cy="382529"/>
            <a:chOff x="7517835" y="2885437"/>
            <a:chExt cx="364935" cy="382529"/>
          </a:xfrm>
        </p:grpSpPr>
        <p:sp>
          <p:nvSpPr>
            <p:cNvPr id="19821" name="Google Shape;19821;p60"/>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2" name="Google Shape;19822;p60"/>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3" name="Google Shape;19823;p60"/>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4" name="Google Shape;19824;p60"/>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5" name="Google Shape;19825;p60"/>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6" name="Google Shape;19826;p60"/>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7" name="Google Shape;19827;p60"/>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8" name="Google Shape;19828;p60"/>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9" name="Google Shape;19829;p60"/>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0" name="Google Shape;19830;p60"/>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1" name="Google Shape;19831;p60"/>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2" name="Google Shape;19832;p60"/>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60"/>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4" name="Google Shape;19834;p60"/>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5" name="Google Shape;19835;p60"/>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6" name="Google Shape;19836;p60"/>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60"/>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8" name="Google Shape;19838;p60"/>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9" name="Google Shape;19839;p60"/>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0" name="Google Shape;19840;p60"/>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1" name="Google Shape;19841;p60"/>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2" name="Google Shape;19842;p60"/>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3" name="Google Shape;19843;p60"/>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4" name="Google Shape;19844;p60"/>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5" name="Google Shape;19845;p60"/>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6" name="Google Shape;19846;p60"/>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7" name="Google Shape;19847;p60"/>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60"/>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9" name="Google Shape;19849;p60"/>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0" name="Google Shape;19850;p60"/>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1" name="Google Shape;19851;p60"/>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2" name="Google Shape;19852;p60"/>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3" name="Google Shape;19853;p60"/>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4" name="Google Shape;19854;p60"/>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5" name="Google Shape;19855;p60"/>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6" name="Google Shape;19856;p60"/>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7" name="Google Shape;19857;p60"/>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58" name="Google Shape;19858;p60"/>
          <p:cNvGrpSpPr/>
          <p:nvPr/>
        </p:nvGrpSpPr>
        <p:grpSpPr>
          <a:xfrm>
            <a:off x="7082979" y="2734744"/>
            <a:ext cx="358160" cy="385602"/>
            <a:chOff x="7087591" y="2887144"/>
            <a:chExt cx="358160" cy="385602"/>
          </a:xfrm>
        </p:grpSpPr>
        <p:sp>
          <p:nvSpPr>
            <p:cNvPr id="19859" name="Google Shape;19859;p60"/>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0" name="Google Shape;19860;p60"/>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1" name="Google Shape;19861;p60"/>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2" name="Google Shape;19862;p60"/>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3" name="Google Shape;19863;p60"/>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4" name="Google Shape;19864;p60"/>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5" name="Google Shape;19865;p60"/>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6" name="Google Shape;19866;p60"/>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7" name="Google Shape;19867;p60"/>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8" name="Google Shape;19868;p60"/>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9" name="Google Shape;19869;p60"/>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0" name="Google Shape;19870;p60"/>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1" name="Google Shape;19871;p60"/>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2" name="Google Shape;19872;p60"/>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3" name="Google Shape;19873;p60"/>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4" name="Google Shape;19874;p60"/>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5" name="Google Shape;19875;p60"/>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6" name="Google Shape;19876;p60"/>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7" name="Google Shape;19877;p60"/>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8" name="Google Shape;19878;p60"/>
          <p:cNvGrpSpPr/>
          <p:nvPr/>
        </p:nvGrpSpPr>
        <p:grpSpPr>
          <a:xfrm>
            <a:off x="7946749" y="2733037"/>
            <a:ext cx="382529" cy="382529"/>
            <a:chOff x="7951362" y="2885437"/>
            <a:chExt cx="382529" cy="382529"/>
          </a:xfrm>
        </p:grpSpPr>
        <p:sp>
          <p:nvSpPr>
            <p:cNvPr id="19879" name="Google Shape;19879;p60"/>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0" name="Google Shape;19880;p60"/>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1" name="Google Shape;19881;p60"/>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2" name="Google Shape;19882;p60"/>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3" name="Google Shape;19883;p60"/>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4" name="Google Shape;19884;p60"/>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5" name="Google Shape;19885;p60"/>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6" name="Google Shape;19886;p60"/>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7" name="Google Shape;19887;p60"/>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8" name="Google Shape;19888;p60"/>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9" name="Google Shape;19889;p60"/>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0" name="Google Shape;19890;p60"/>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1" name="Google Shape;19891;p60"/>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2" name="Google Shape;19892;p60"/>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3" name="Google Shape;19893;p60"/>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4" name="Google Shape;19894;p60"/>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5" name="Google Shape;19895;p60"/>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6" name="Google Shape;19896;p60"/>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7" name="Google Shape;19897;p60"/>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8" name="Google Shape;19898;p60"/>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9" name="Google Shape;19899;p60"/>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0" name="Google Shape;19900;p60"/>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1" name="Google Shape;19901;p60"/>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2" name="Google Shape;19902;p60"/>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3" name="Google Shape;19903;p60"/>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4" name="Google Shape;19904;p60"/>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5" name="Google Shape;19905;p60"/>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6" name="Google Shape;19906;p60"/>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7" name="Google Shape;19907;p60"/>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8" name="Google Shape;19908;p60"/>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9" name="Google Shape;19909;p60"/>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0" name="Google Shape;19910;p60"/>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1" name="Google Shape;19911;p60"/>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2" name="Google Shape;19912;p60"/>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3" name="Google Shape;19913;p60"/>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4" name="Google Shape;19914;p60"/>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5" name="Google Shape;19915;p60"/>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6" name="Google Shape;19916;p60"/>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7" name="Google Shape;19917;p60"/>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8" name="Google Shape;19918;p60"/>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9" name="Google Shape;19919;p60"/>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0" name="Google Shape;19920;p60"/>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1" name="Google Shape;19921;p60"/>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2" name="Google Shape;19922;p60"/>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3" name="Google Shape;19923;p60"/>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4" name="Google Shape;19924;p60"/>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5" name="Google Shape;19925;p60"/>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6" name="Google Shape;19926;p60"/>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7" name="Google Shape;19927;p60"/>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28" name="Google Shape;19928;p60"/>
          <p:cNvGrpSpPr/>
          <p:nvPr/>
        </p:nvGrpSpPr>
        <p:grpSpPr>
          <a:xfrm>
            <a:off x="8049793" y="3662089"/>
            <a:ext cx="276964" cy="336601"/>
            <a:chOff x="8054406" y="3814489"/>
            <a:chExt cx="276964" cy="336601"/>
          </a:xfrm>
        </p:grpSpPr>
        <p:sp>
          <p:nvSpPr>
            <p:cNvPr id="19929" name="Google Shape;19929;p60"/>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0" name="Google Shape;19930;p60"/>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1" name="Google Shape;19931;p60"/>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2" name="Google Shape;19932;p60"/>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3" name="Google Shape;19933;p60"/>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4" name="Google Shape;19934;p60"/>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5" name="Google Shape;19935;p60"/>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6" name="Google Shape;19936;p60"/>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7" name="Google Shape;19937;p60"/>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38" name="Google Shape;19938;p60"/>
          <p:cNvGrpSpPr/>
          <p:nvPr/>
        </p:nvGrpSpPr>
        <p:grpSpPr>
          <a:xfrm>
            <a:off x="7932175" y="4142674"/>
            <a:ext cx="378249" cy="335524"/>
            <a:chOff x="7936787" y="4295074"/>
            <a:chExt cx="378249" cy="335524"/>
          </a:xfrm>
        </p:grpSpPr>
        <p:sp>
          <p:nvSpPr>
            <p:cNvPr id="19939" name="Google Shape;19939;p60"/>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0" name="Google Shape;19940;p60"/>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1" name="Google Shape;19941;p60"/>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2" name="Google Shape;19942;p60"/>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3" name="Google Shape;19943;p60"/>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4" name="Google Shape;19944;p60"/>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5" name="Google Shape;19945;p60"/>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6" name="Google Shape;19946;p60"/>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7" name="Google Shape;19947;p60"/>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8" name="Google Shape;19948;p60"/>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9" name="Google Shape;19949;p60"/>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0" name="Google Shape;19950;p60"/>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1" name="Google Shape;19951;p60"/>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2" name="Google Shape;19952;p60"/>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3" name="Google Shape;19953;p60"/>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4" name="Google Shape;19954;p60"/>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55" name="Google Shape;19955;p60"/>
          <p:cNvGrpSpPr/>
          <p:nvPr/>
        </p:nvGrpSpPr>
        <p:grpSpPr>
          <a:xfrm>
            <a:off x="4881445" y="1813490"/>
            <a:ext cx="388569" cy="388307"/>
            <a:chOff x="4886058" y="1965890"/>
            <a:chExt cx="388569" cy="388307"/>
          </a:xfrm>
        </p:grpSpPr>
        <p:sp>
          <p:nvSpPr>
            <p:cNvPr id="19956" name="Google Shape;19956;p60"/>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7" name="Google Shape;19957;p60"/>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8" name="Google Shape;19958;p60"/>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9" name="Google Shape;19959;p60"/>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0" name="Google Shape;19960;p60"/>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1" name="Google Shape;19961;p60"/>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2" name="Google Shape;19962;p60"/>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3" name="Google Shape;19963;p60"/>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4" name="Google Shape;19964;p60"/>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5" name="Google Shape;19965;p60"/>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6" name="Google Shape;19966;p60"/>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67" name="Google Shape;19967;p60"/>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19968" name="Google Shape;19968;p60"/>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972" name="Shape 19972"/>
        <p:cNvGrpSpPr/>
        <p:nvPr/>
      </p:nvGrpSpPr>
      <p:grpSpPr>
        <a:xfrm>
          <a:off x="0" y="0"/>
          <a:ext cx="0" cy="0"/>
          <a:chOff x="0" y="0"/>
          <a:chExt cx="0" cy="0"/>
        </a:xfrm>
      </p:grpSpPr>
      <p:grpSp>
        <p:nvGrpSpPr>
          <p:cNvPr id="19973" name="Google Shape;19973;p61"/>
          <p:cNvGrpSpPr/>
          <p:nvPr/>
        </p:nvGrpSpPr>
        <p:grpSpPr>
          <a:xfrm>
            <a:off x="1738624" y="3196252"/>
            <a:ext cx="292801" cy="359258"/>
            <a:chOff x="1765162" y="3346789"/>
            <a:chExt cx="292801" cy="359258"/>
          </a:xfrm>
        </p:grpSpPr>
        <p:sp>
          <p:nvSpPr>
            <p:cNvPr id="19974" name="Google Shape;19974;p61"/>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5" name="Google Shape;19975;p61"/>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6" name="Google Shape;19976;p61"/>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7" name="Google Shape;19977;p61"/>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8" name="Google Shape;19978;p61"/>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9" name="Google Shape;19979;p61"/>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0" name="Google Shape;19980;p61"/>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1" name="Google Shape;19981;p61"/>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2" name="Google Shape;19982;p61"/>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3" name="Google Shape;19983;p61"/>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4" name="Google Shape;19984;p61"/>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5" name="Google Shape;19985;p61"/>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6" name="Google Shape;19986;p61"/>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7" name="Google Shape;19987;p61"/>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8" name="Google Shape;19988;p61"/>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89" name="Google Shape;19989;p61"/>
          <p:cNvGrpSpPr/>
          <p:nvPr/>
        </p:nvGrpSpPr>
        <p:grpSpPr>
          <a:xfrm>
            <a:off x="3051095" y="2294466"/>
            <a:ext cx="358996" cy="296309"/>
            <a:chOff x="3077632" y="2445004"/>
            <a:chExt cx="358996" cy="296309"/>
          </a:xfrm>
        </p:grpSpPr>
        <p:sp>
          <p:nvSpPr>
            <p:cNvPr id="19990" name="Google Shape;19990;p61"/>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1" name="Google Shape;19991;p61"/>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2" name="Google Shape;19992;p61"/>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3" name="Google Shape;19993;p61"/>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4" name="Google Shape;19994;p61"/>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5" name="Google Shape;19995;p61"/>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6" name="Google Shape;19996;p61"/>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7" name="Google Shape;19997;p61"/>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8" name="Google Shape;19998;p61"/>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9" name="Google Shape;19999;p61"/>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0" name="Google Shape;20000;p61"/>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1" name="Google Shape;20001;p61"/>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2" name="Google Shape;20002;p61"/>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3" name="Google Shape;20003;p61"/>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4" name="Google Shape;20004;p61"/>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5" name="Google Shape;20005;p61"/>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6" name="Google Shape;20006;p61"/>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7" name="Google Shape;20007;p61"/>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8" name="Google Shape;20008;p61"/>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9" name="Google Shape;20009;p61"/>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0" name="Google Shape;20010;p61"/>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1" name="Google Shape;20011;p61"/>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2" name="Google Shape;20012;p61"/>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3" name="Google Shape;20013;p61"/>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4" name="Google Shape;20014;p61"/>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5" name="Google Shape;20015;p61"/>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16" name="Google Shape;20016;p61"/>
          <p:cNvGrpSpPr/>
          <p:nvPr/>
        </p:nvGrpSpPr>
        <p:grpSpPr>
          <a:xfrm>
            <a:off x="2608699" y="2281243"/>
            <a:ext cx="359232" cy="323018"/>
            <a:chOff x="2635237" y="2431780"/>
            <a:chExt cx="359232" cy="323018"/>
          </a:xfrm>
        </p:grpSpPr>
        <p:sp>
          <p:nvSpPr>
            <p:cNvPr id="20017" name="Google Shape;20017;p61"/>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8" name="Google Shape;20018;p61"/>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9" name="Google Shape;20019;p61"/>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0" name="Google Shape;20020;p61"/>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1" name="Google Shape;20021;p61"/>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2" name="Google Shape;20022;p61"/>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3" name="Google Shape;20023;p61"/>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4" name="Google Shape;20024;p61"/>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5" name="Google Shape;20025;p61"/>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6" name="Google Shape;20026;p61"/>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7" name="Google Shape;20027;p61"/>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8" name="Google Shape;20028;p61"/>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9" name="Google Shape;20029;p61"/>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0" name="Google Shape;20030;p61"/>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1" name="Google Shape;20031;p61"/>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32" name="Google Shape;20032;p61"/>
          <p:cNvGrpSpPr/>
          <p:nvPr/>
        </p:nvGrpSpPr>
        <p:grpSpPr>
          <a:xfrm>
            <a:off x="3985114" y="3617594"/>
            <a:ext cx="373189" cy="358944"/>
            <a:chOff x="4011651" y="3768132"/>
            <a:chExt cx="373189" cy="358944"/>
          </a:xfrm>
        </p:grpSpPr>
        <p:sp>
          <p:nvSpPr>
            <p:cNvPr id="20033" name="Google Shape;20033;p61"/>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4" name="Google Shape;20034;p61"/>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5" name="Google Shape;20035;p61"/>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6" name="Google Shape;20036;p61"/>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7" name="Google Shape;20037;p61"/>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8" name="Google Shape;20038;p61"/>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9" name="Google Shape;20039;p61"/>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0" name="Google Shape;20040;p61"/>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1" name="Google Shape;20041;p61"/>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2" name="Google Shape;20042;p61"/>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43" name="Google Shape;20043;p61"/>
          <p:cNvGrpSpPr/>
          <p:nvPr/>
        </p:nvGrpSpPr>
        <p:grpSpPr>
          <a:xfrm>
            <a:off x="2163031" y="1811065"/>
            <a:ext cx="364993" cy="359049"/>
            <a:chOff x="2189568" y="1961603"/>
            <a:chExt cx="364993" cy="359049"/>
          </a:xfrm>
        </p:grpSpPr>
        <p:sp>
          <p:nvSpPr>
            <p:cNvPr id="20044" name="Google Shape;20044;p61"/>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5" name="Google Shape;20045;p61"/>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6" name="Google Shape;20046;p61"/>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7" name="Google Shape;20047;p61"/>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8" name="Google Shape;20048;p61"/>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9" name="Google Shape;20049;p61"/>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0" name="Google Shape;20050;p61"/>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1" name="Google Shape;20051;p61"/>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2" name="Google Shape;20052;p61"/>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3" name="Google Shape;20053;p61"/>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4" name="Google Shape;20054;p61"/>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5" name="Google Shape;20055;p61"/>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6" name="Google Shape;20056;p61"/>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7" name="Google Shape;20057;p61"/>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8" name="Google Shape;20058;p61"/>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9" name="Google Shape;20059;p61"/>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0" name="Google Shape;20060;p61"/>
          <p:cNvGrpSpPr/>
          <p:nvPr/>
        </p:nvGrpSpPr>
        <p:grpSpPr>
          <a:xfrm>
            <a:off x="2166539" y="2269434"/>
            <a:ext cx="378426" cy="346323"/>
            <a:chOff x="2193077" y="2419971"/>
            <a:chExt cx="378426" cy="346323"/>
          </a:xfrm>
        </p:grpSpPr>
        <p:sp>
          <p:nvSpPr>
            <p:cNvPr id="20061" name="Google Shape;20061;p61"/>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2" name="Google Shape;20062;p61"/>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3" name="Google Shape;20063;p61"/>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4" name="Google Shape;20064;p61"/>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5" name="Google Shape;20065;p61"/>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6" name="Google Shape;20066;p61"/>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7" name="Google Shape;20067;p61"/>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8" name="Google Shape;20068;p61"/>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9" name="Google Shape;20069;p61"/>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0" name="Google Shape;20070;p61"/>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1" name="Google Shape;20071;p61"/>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2" name="Google Shape;20072;p61"/>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3" name="Google Shape;20073;p61"/>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4" name="Google Shape;20074;p61"/>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5" name="Google Shape;20075;p61"/>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6" name="Google Shape;20076;p61"/>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7" name="Google Shape;20077;p61"/>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8" name="Google Shape;20078;p61"/>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9" name="Google Shape;20079;p61"/>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0" name="Google Shape;20080;p61"/>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1" name="Google Shape;20081;p61"/>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82" name="Google Shape;20082;p61"/>
          <p:cNvGrpSpPr/>
          <p:nvPr/>
        </p:nvGrpSpPr>
        <p:grpSpPr>
          <a:xfrm>
            <a:off x="835084" y="2731232"/>
            <a:ext cx="276802" cy="367140"/>
            <a:chOff x="861622" y="2881770"/>
            <a:chExt cx="276802" cy="367140"/>
          </a:xfrm>
        </p:grpSpPr>
        <p:sp>
          <p:nvSpPr>
            <p:cNvPr id="20083" name="Google Shape;20083;p61"/>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4" name="Google Shape;20084;p61"/>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5" name="Google Shape;20085;p61"/>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6" name="Google Shape;20086;p61"/>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7" name="Google Shape;20087;p61"/>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8" name="Google Shape;20088;p61"/>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9" name="Google Shape;20089;p61"/>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0" name="Google Shape;20090;p61"/>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1" name="Google Shape;20091;p61"/>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2" name="Google Shape;20092;p61"/>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3" name="Google Shape;20093;p61"/>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4" name="Google Shape;20094;p61"/>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5" name="Google Shape;20095;p61"/>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6" name="Google Shape;20096;p61"/>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7" name="Google Shape;20097;p61"/>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8" name="Google Shape;20098;p61"/>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9" name="Google Shape;20099;p61"/>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0" name="Google Shape;20100;p61"/>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1" name="Google Shape;20101;p61"/>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2" name="Google Shape;20102;p61"/>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3" name="Google Shape;20103;p61"/>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4" name="Google Shape;20104;p61"/>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05" name="Google Shape;20105;p61"/>
          <p:cNvGrpSpPr/>
          <p:nvPr/>
        </p:nvGrpSpPr>
        <p:grpSpPr>
          <a:xfrm>
            <a:off x="3941647" y="2731154"/>
            <a:ext cx="369444" cy="367140"/>
            <a:chOff x="3968184" y="2881691"/>
            <a:chExt cx="369444" cy="367140"/>
          </a:xfrm>
        </p:grpSpPr>
        <p:sp>
          <p:nvSpPr>
            <p:cNvPr id="20106" name="Google Shape;20106;p61"/>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7" name="Google Shape;20107;p61"/>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8" name="Google Shape;20108;p61"/>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9" name="Google Shape;20109;p61"/>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0" name="Google Shape;20110;p61"/>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1" name="Google Shape;20111;p61"/>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2" name="Google Shape;20112;p61"/>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3" name="Google Shape;20113;p61"/>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4" name="Google Shape;20114;p61"/>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5" name="Google Shape;20115;p61"/>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6" name="Google Shape;20116;p61"/>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7" name="Google Shape;20117;p61"/>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8" name="Google Shape;20118;p61"/>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9" name="Google Shape;20119;p61"/>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0" name="Google Shape;20120;p61"/>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1" name="Google Shape;20121;p61"/>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2" name="Google Shape;20122;p61"/>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3" name="Google Shape;20123;p61"/>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4" name="Google Shape;20124;p61"/>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5" name="Google Shape;20125;p61"/>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6" name="Google Shape;20126;p61"/>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7" name="Google Shape;20127;p61"/>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8" name="Google Shape;20128;p61"/>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9" name="Google Shape;20129;p61"/>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0" name="Google Shape;20130;p61"/>
          <p:cNvGrpSpPr/>
          <p:nvPr/>
        </p:nvGrpSpPr>
        <p:grpSpPr>
          <a:xfrm>
            <a:off x="3487258" y="2731546"/>
            <a:ext cx="371487" cy="366826"/>
            <a:chOff x="3513796" y="2882084"/>
            <a:chExt cx="371487" cy="366826"/>
          </a:xfrm>
        </p:grpSpPr>
        <p:sp>
          <p:nvSpPr>
            <p:cNvPr id="20131" name="Google Shape;20131;p61"/>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2" name="Google Shape;20132;p61"/>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3" name="Google Shape;20133;p61"/>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4" name="Google Shape;20134;p61"/>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5" name="Google Shape;20135;p61"/>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6" name="Google Shape;20136;p61"/>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7" name="Google Shape;20137;p61"/>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8" name="Google Shape;20138;p61"/>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9" name="Google Shape;20139;p61"/>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0" name="Google Shape;20140;p61"/>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1" name="Google Shape;20141;p61"/>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2" name="Google Shape;20142;p61"/>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3" name="Google Shape;20143;p61"/>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4" name="Google Shape;20144;p61"/>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5" name="Google Shape;20145;p61"/>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6" name="Google Shape;20146;p61"/>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7" name="Google Shape;20147;p61"/>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8" name="Google Shape;20148;p61"/>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9" name="Google Shape;20149;p61"/>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0" name="Google Shape;20150;p61"/>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1" name="Google Shape;20151;p61"/>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2" name="Google Shape;20152;p61"/>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3" name="Google Shape;20153;p61"/>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4" name="Google Shape;20154;p61"/>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5" name="Google Shape;20155;p61"/>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6" name="Google Shape;20156;p61"/>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7" name="Google Shape;20157;p61"/>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8" name="Google Shape;20158;p61"/>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9" name="Google Shape;20159;p61"/>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0" name="Google Shape;20160;p61"/>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1" name="Google Shape;20161;p61"/>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2" name="Google Shape;20162;p61"/>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3" name="Google Shape;20163;p61"/>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4" name="Google Shape;20164;p61"/>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5" name="Google Shape;20165;p61"/>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6" name="Google Shape;20166;p61"/>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7" name="Google Shape;20167;p61"/>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8" name="Google Shape;20168;p61"/>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9" name="Google Shape;20169;p61"/>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0" name="Google Shape;20170;p61"/>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1" name="Google Shape;20171;p61"/>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2" name="Google Shape;20172;p61"/>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3" name="Google Shape;20173;p61"/>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4" name="Google Shape;20174;p61"/>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5" name="Google Shape;20175;p61"/>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6" name="Google Shape;20176;p61"/>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7" name="Google Shape;20177;p61"/>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8" name="Google Shape;20178;p61"/>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9" name="Google Shape;20179;p61"/>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80" name="Google Shape;20180;p61"/>
          <p:cNvGrpSpPr/>
          <p:nvPr/>
        </p:nvGrpSpPr>
        <p:grpSpPr>
          <a:xfrm>
            <a:off x="847077" y="1349738"/>
            <a:ext cx="335011" cy="359232"/>
            <a:chOff x="873615" y="1500275"/>
            <a:chExt cx="335011" cy="359232"/>
          </a:xfrm>
        </p:grpSpPr>
        <p:sp>
          <p:nvSpPr>
            <p:cNvPr id="20181" name="Google Shape;20181;p61"/>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2" name="Google Shape;20182;p61"/>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3" name="Google Shape;20183;p61"/>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4" name="Google Shape;20184;p61"/>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5" name="Google Shape;20185;p61"/>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6" name="Google Shape;20186;p61"/>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7" name="Google Shape;20187;p61"/>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8" name="Google Shape;20188;p61"/>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9" name="Google Shape;20189;p61"/>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0" name="Google Shape;20190;p61"/>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1" name="Google Shape;20191;p61"/>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92" name="Google Shape;20192;p61"/>
          <p:cNvGrpSpPr/>
          <p:nvPr/>
        </p:nvGrpSpPr>
        <p:grpSpPr>
          <a:xfrm>
            <a:off x="2175521" y="3196199"/>
            <a:ext cx="337158" cy="359311"/>
            <a:chOff x="2202058" y="3346737"/>
            <a:chExt cx="337158" cy="359311"/>
          </a:xfrm>
        </p:grpSpPr>
        <p:sp>
          <p:nvSpPr>
            <p:cNvPr id="20193" name="Google Shape;20193;p61"/>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4" name="Google Shape;20194;p61"/>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5" name="Google Shape;20195;p61"/>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6" name="Google Shape;20196;p61"/>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7" name="Google Shape;20197;p61"/>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8" name="Google Shape;20198;p61"/>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9" name="Google Shape;20199;p61"/>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0" name="Google Shape;20200;p61"/>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1" name="Google Shape;20201;p61"/>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02" name="Google Shape;20202;p61"/>
          <p:cNvGrpSpPr/>
          <p:nvPr/>
        </p:nvGrpSpPr>
        <p:grpSpPr>
          <a:xfrm>
            <a:off x="2196521" y="3667634"/>
            <a:ext cx="359232" cy="306050"/>
            <a:chOff x="2223059" y="3818172"/>
            <a:chExt cx="359232" cy="306050"/>
          </a:xfrm>
        </p:grpSpPr>
        <p:sp>
          <p:nvSpPr>
            <p:cNvPr id="20203" name="Google Shape;20203;p61"/>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4" name="Google Shape;20204;p61"/>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5" name="Google Shape;20205;p61"/>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6" name="Google Shape;20206;p61"/>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7" name="Google Shape;20207;p61"/>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8" name="Google Shape;20208;p61"/>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9" name="Google Shape;20209;p61"/>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0" name="Google Shape;20210;p61"/>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1" name="Google Shape;20211;p61"/>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12" name="Google Shape;20212;p61"/>
          <p:cNvGrpSpPr/>
          <p:nvPr/>
        </p:nvGrpSpPr>
        <p:grpSpPr>
          <a:xfrm>
            <a:off x="1699451" y="1841283"/>
            <a:ext cx="378426" cy="298509"/>
            <a:chOff x="1725989" y="1991820"/>
            <a:chExt cx="378426" cy="298509"/>
          </a:xfrm>
        </p:grpSpPr>
        <p:sp>
          <p:nvSpPr>
            <p:cNvPr id="20213" name="Google Shape;20213;p61"/>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4" name="Google Shape;20214;p61"/>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5" name="Google Shape;20215;p61"/>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6" name="Google Shape;20216;p61"/>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7" name="Google Shape;20217;p61"/>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8" name="Google Shape;20218;p61"/>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9" name="Google Shape;20219;p61"/>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0" name="Google Shape;20220;p61"/>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1" name="Google Shape;20221;p61"/>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2" name="Google Shape;20222;p61"/>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3" name="Google Shape;20223;p61"/>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4" name="Google Shape;20224;p61"/>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25" name="Google Shape;20225;p61"/>
          <p:cNvGrpSpPr/>
          <p:nvPr/>
        </p:nvGrpSpPr>
        <p:grpSpPr>
          <a:xfrm>
            <a:off x="1741871" y="3641213"/>
            <a:ext cx="367978" cy="359075"/>
            <a:chOff x="1768409" y="3791751"/>
            <a:chExt cx="367978" cy="359075"/>
          </a:xfrm>
        </p:grpSpPr>
        <p:sp>
          <p:nvSpPr>
            <p:cNvPr id="20226" name="Google Shape;20226;p61"/>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7" name="Google Shape;20227;p61"/>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8" name="Google Shape;20228;p61"/>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9" name="Google Shape;20229;p61"/>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0" name="Google Shape;20230;p61"/>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1" name="Google Shape;20231;p61"/>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2" name="Google Shape;20232;p61"/>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3" name="Google Shape;20233;p61"/>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4" name="Google Shape;20234;p61"/>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5" name="Google Shape;20235;p61"/>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6" name="Google Shape;20236;p61"/>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7" name="Google Shape;20237;p61"/>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8" name="Google Shape;20238;p61"/>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39" name="Google Shape;20239;p61"/>
          <p:cNvGrpSpPr/>
          <p:nvPr/>
        </p:nvGrpSpPr>
        <p:grpSpPr>
          <a:xfrm>
            <a:off x="2642426" y="3640768"/>
            <a:ext cx="358735" cy="359311"/>
            <a:chOff x="2668963" y="3791306"/>
            <a:chExt cx="358735" cy="359311"/>
          </a:xfrm>
        </p:grpSpPr>
        <p:sp>
          <p:nvSpPr>
            <p:cNvPr id="20240" name="Google Shape;20240;p61"/>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1" name="Google Shape;20241;p61"/>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2" name="Google Shape;20242;p61"/>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3" name="Google Shape;20243;p61"/>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4" name="Google Shape;20244;p61"/>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5" name="Google Shape;20245;p61"/>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6" name="Google Shape;20246;p61"/>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7" name="Google Shape;20247;p61"/>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8" name="Google Shape;20248;p61"/>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9" name="Google Shape;20249;p61"/>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0" name="Google Shape;20250;p61"/>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1" name="Google Shape;20251;p61"/>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2" name="Google Shape;20252;p61"/>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3" name="Google Shape;20253;p61"/>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4" name="Google Shape;20254;p61"/>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5" name="Google Shape;20255;p61"/>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56" name="Google Shape;20256;p61"/>
          <p:cNvGrpSpPr/>
          <p:nvPr/>
        </p:nvGrpSpPr>
        <p:grpSpPr>
          <a:xfrm>
            <a:off x="823144" y="1844660"/>
            <a:ext cx="363893" cy="291727"/>
            <a:chOff x="849682" y="1995198"/>
            <a:chExt cx="363893" cy="291727"/>
          </a:xfrm>
        </p:grpSpPr>
        <p:sp>
          <p:nvSpPr>
            <p:cNvPr id="20257" name="Google Shape;20257;p61"/>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8" name="Google Shape;20258;p61"/>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9" name="Google Shape;20259;p61"/>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0" name="Google Shape;20260;p61"/>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1" name="Google Shape;20261;p61"/>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2" name="Google Shape;20262;p61"/>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3" name="Google Shape;20263;p61"/>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4" name="Google Shape;20264;p61"/>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5" name="Google Shape;20265;p61"/>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6" name="Google Shape;20266;p61"/>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7" name="Google Shape;20267;p61"/>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8" name="Google Shape;20268;p61"/>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9" name="Google Shape;20269;p61"/>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0" name="Google Shape;20270;p61"/>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1" name="Google Shape;20271;p61"/>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2" name="Google Shape;20272;p61"/>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3" name="Google Shape;20273;p61"/>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4" name="Google Shape;20274;p61"/>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75" name="Google Shape;20275;p61"/>
          <p:cNvGrpSpPr/>
          <p:nvPr/>
        </p:nvGrpSpPr>
        <p:grpSpPr>
          <a:xfrm>
            <a:off x="3038893" y="1839528"/>
            <a:ext cx="378190" cy="302044"/>
            <a:chOff x="3065430" y="1990066"/>
            <a:chExt cx="378190" cy="302044"/>
          </a:xfrm>
        </p:grpSpPr>
        <p:sp>
          <p:nvSpPr>
            <p:cNvPr id="20276" name="Google Shape;20276;p61"/>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7" name="Google Shape;20277;p61"/>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8" name="Google Shape;20278;p61"/>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9" name="Google Shape;20279;p61"/>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0" name="Google Shape;20280;p61"/>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1" name="Google Shape;20281;p61"/>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2" name="Google Shape;20282;p61"/>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3" name="Google Shape;20283;p61"/>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4" name="Google Shape;20284;p61"/>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5" name="Google Shape;20285;p61"/>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6" name="Google Shape;20286;p61"/>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87" name="Google Shape;20287;p61"/>
          <p:cNvGrpSpPr/>
          <p:nvPr/>
        </p:nvGrpSpPr>
        <p:grpSpPr>
          <a:xfrm>
            <a:off x="3541697" y="3640873"/>
            <a:ext cx="347501" cy="359284"/>
            <a:chOff x="3568234" y="3791410"/>
            <a:chExt cx="347501" cy="359284"/>
          </a:xfrm>
        </p:grpSpPr>
        <p:sp>
          <p:nvSpPr>
            <p:cNvPr id="20288" name="Google Shape;20288;p61"/>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9" name="Google Shape;20289;p61"/>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0" name="Google Shape;20290;p61"/>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1" name="Google Shape;20291;p61"/>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2" name="Google Shape;20292;p61"/>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3" name="Google Shape;20293;p61"/>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4" name="Google Shape;20294;p61"/>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5" name="Google Shape;20295;p61"/>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6" name="Google Shape;20296;p61"/>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7" name="Google Shape;20297;p61"/>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8" name="Google Shape;20298;p61"/>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99" name="Google Shape;20299;p61"/>
          <p:cNvGrpSpPr/>
          <p:nvPr/>
        </p:nvGrpSpPr>
        <p:grpSpPr>
          <a:xfrm>
            <a:off x="1733387" y="1350550"/>
            <a:ext cx="347004" cy="358420"/>
            <a:chOff x="1759925" y="1501087"/>
            <a:chExt cx="347004" cy="358420"/>
          </a:xfrm>
        </p:grpSpPr>
        <p:sp>
          <p:nvSpPr>
            <p:cNvPr id="20300" name="Google Shape;20300;p61"/>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1" name="Google Shape;20301;p61"/>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2" name="Google Shape;20302;p61"/>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3" name="Google Shape;20303;p61"/>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4" name="Google Shape;20304;p61"/>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5" name="Google Shape;20305;p61"/>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6" name="Google Shape;20306;p61"/>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7" name="Google Shape;20307;p61"/>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8" name="Google Shape;20308;p61"/>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9" name="Google Shape;20309;p61"/>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0" name="Google Shape;20310;p61"/>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1" name="Google Shape;20311;p61"/>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2" name="Google Shape;20312;p61"/>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3" name="Google Shape;20313;p61"/>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4" name="Google Shape;20314;p61"/>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5" name="Google Shape;20315;p61"/>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6" name="Google Shape;20316;p61"/>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7" name="Google Shape;20317;p61"/>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8" name="Google Shape;20318;p61"/>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9" name="Google Shape;20319;p61"/>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0" name="Google Shape;20320;p61"/>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1" name="Google Shape;20321;p61"/>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2" name="Google Shape;20322;p61"/>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3" name="Google Shape;20323;p61"/>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4" name="Google Shape;20324;p61"/>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5" name="Google Shape;20325;p61"/>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6" name="Google Shape;20326;p61"/>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27" name="Google Shape;20327;p61"/>
          <p:cNvGrpSpPr/>
          <p:nvPr/>
        </p:nvGrpSpPr>
        <p:grpSpPr>
          <a:xfrm>
            <a:off x="3492757" y="2263123"/>
            <a:ext cx="360227" cy="359311"/>
            <a:chOff x="3519295" y="2413660"/>
            <a:chExt cx="360227" cy="359311"/>
          </a:xfrm>
        </p:grpSpPr>
        <p:sp>
          <p:nvSpPr>
            <p:cNvPr id="20328" name="Google Shape;20328;p61"/>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9" name="Google Shape;20329;p61"/>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0" name="Google Shape;20330;p61"/>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1" name="Google Shape;20331;p61"/>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2" name="Google Shape;20332;p61"/>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3" name="Google Shape;20333;p61"/>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4" name="Google Shape;20334;p61"/>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5" name="Google Shape;20335;p61"/>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6" name="Google Shape;20336;p61"/>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7" name="Google Shape;20337;p61"/>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8" name="Google Shape;20338;p61"/>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9" name="Google Shape;20339;p61"/>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0" name="Google Shape;20340;p61"/>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1" name="Google Shape;20341;p61"/>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2" name="Google Shape;20342;p61"/>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3" name="Google Shape;20343;p61"/>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4" name="Google Shape;20344;p61"/>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5" name="Google Shape;20345;p61"/>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6" name="Google Shape;20346;p61"/>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7" name="Google Shape;20347;p61"/>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8" name="Google Shape;20348;p61"/>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9" name="Google Shape;20349;p61"/>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0" name="Google Shape;20350;p61"/>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1" name="Google Shape;20351;p61"/>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2" name="Google Shape;20352;p61"/>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3" name="Google Shape;20353;p61"/>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4" name="Google Shape;20354;p61"/>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5" name="Google Shape;20355;p61"/>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6" name="Google Shape;20356;p61"/>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7" name="Google Shape;20357;p61"/>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8" name="Google Shape;20358;p61"/>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9" name="Google Shape;20359;p61"/>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0" name="Google Shape;20360;p61"/>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1" name="Google Shape;20361;p61"/>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2" name="Google Shape;20362;p61"/>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3" name="Google Shape;20363;p61"/>
          <p:cNvGrpSpPr/>
          <p:nvPr/>
        </p:nvGrpSpPr>
        <p:grpSpPr>
          <a:xfrm>
            <a:off x="1303717" y="3695181"/>
            <a:ext cx="358996" cy="250774"/>
            <a:chOff x="1330255" y="3845718"/>
            <a:chExt cx="358996" cy="250774"/>
          </a:xfrm>
        </p:grpSpPr>
        <p:sp>
          <p:nvSpPr>
            <p:cNvPr id="20364" name="Google Shape;20364;p61"/>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5" name="Google Shape;20365;p61"/>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6" name="Google Shape;20366;p61"/>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7" name="Google Shape;20367;p61"/>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8" name="Google Shape;20368;p61"/>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9" name="Google Shape;20369;p61"/>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0" name="Google Shape;20370;p61"/>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1" name="Google Shape;20371;p61"/>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2" name="Google Shape;20372;p61"/>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3" name="Google Shape;20373;p61"/>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74" name="Google Shape;20374;p61"/>
          <p:cNvGrpSpPr/>
          <p:nvPr/>
        </p:nvGrpSpPr>
        <p:grpSpPr>
          <a:xfrm>
            <a:off x="3088566" y="3640847"/>
            <a:ext cx="373424" cy="359311"/>
            <a:chOff x="3115103" y="3791384"/>
            <a:chExt cx="373424" cy="359311"/>
          </a:xfrm>
        </p:grpSpPr>
        <p:sp>
          <p:nvSpPr>
            <p:cNvPr id="20375" name="Google Shape;20375;p61"/>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6" name="Google Shape;20376;p61"/>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7" name="Google Shape;20377;p61"/>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8" name="Google Shape;20378;p61"/>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9" name="Google Shape;20379;p61"/>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0" name="Google Shape;20380;p61"/>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1" name="Google Shape;20381;p61"/>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2" name="Google Shape;20382;p61"/>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3" name="Google Shape;20383;p61"/>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4" name="Google Shape;20384;p61"/>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5" name="Google Shape;20385;p61"/>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6" name="Google Shape;20386;p61"/>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7" name="Google Shape;20387;p61"/>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8" name="Google Shape;20388;p61"/>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89" name="Google Shape;20389;p61"/>
          <p:cNvGrpSpPr/>
          <p:nvPr/>
        </p:nvGrpSpPr>
        <p:grpSpPr>
          <a:xfrm>
            <a:off x="857316" y="3642104"/>
            <a:ext cx="378190" cy="357059"/>
            <a:chOff x="883853" y="3792641"/>
            <a:chExt cx="378190" cy="357059"/>
          </a:xfrm>
        </p:grpSpPr>
        <p:sp>
          <p:nvSpPr>
            <p:cNvPr id="20390" name="Google Shape;20390;p61"/>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1" name="Google Shape;20391;p61"/>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2" name="Google Shape;20392;p61"/>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3" name="Google Shape;20393;p61"/>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4" name="Google Shape;20394;p61"/>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5" name="Google Shape;20395;p61"/>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6" name="Google Shape;20396;p61"/>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7" name="Google Shape;20397;p61"/>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8" name="Google Shape;20398;p61"/>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9" name="Google Shape;20399;p61"/>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0" name="Google Shape;20400;p61"/>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1" name="Google Shape;20401;p61"/>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2" name="Google Shape;20402;p61"/>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3" name="Google Shape;20403;p61"/>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4" name="Google Shape;20404;p61"/>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5" name="Google Shape;20405;p61"/>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6" name="Google Shape;20406;p61"/>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7" name="Google Shape;20407;p61"/>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8" name="Google Shape;20408;p61"/>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9" name="Google Shape;20409;p61"/>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0" name="Google Shape;20410;p61"/>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1" name="Google Shape;20411;p61"/>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2" name="Google Shape;20412;p61"/>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3" name="Google Shape;20413;p61"/>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4" name="Google Shape;20414;p61"/>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5" name="Google Shape;20415;p61"/>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16" name="Google Shape;20416;p61"/>
          <p:cNvGrpSpPr/>
          <p:nvPr/>
        </p:nvGrpSpPr>
        <p:grpSpPr>
          <a:xfrm>
            <a:off x="3907659" y="2334268"/>
            <a:ext cx="401207" cy="214036"/>
            <a:chOff x="3934196" y="2484805"/>
            <a:chExt cx="401207" cy="214036"/>
          </a:xfrm>
        </p:grpSpPr>
        <p:sp>
          <p:nvSpPr>
            <p:cNvPr id="20417" name="Google Shape;20417;p61"/>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8" name="Google Shape;20418;p61"/>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9" name="Google Shape;20419;p61"/>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0" name="Google Shape;20420;p61"/>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1" name="Google Shape;20421;p61"/>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22" name="Google Shape;20422;p61"/>
          <p:cNvGrpSpPr/>
          <p:nvPr/>
        </p:nvGrpSpPr>
        <p:grpSpPr>
          <a:xfrm>
            <a:off x="3973357" y="1349659"/>
            <a:ext cx="342474" cy="359232"/>
            <a:chOff x="3999894" y="1500197"/>
            <a:chExt cx="342474" cy="359232"/>
          </a:xfrm>
        </p:grpSpPr>
        <p:sp>
          <p:nvSpPr>
            <p:cNvPr id="20423" name="Google Shape;20423;p61"/>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4" name="Google Shape;20424;p61"/>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5" name="Google Shape;20425;p61"/>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6" name="Google Shape;20426;p61"/>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7" name="Google Shape;20427;p61"/>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8" name="Google Shape;20428;p61"/>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9" name="Google Shape;20429;p61"/>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0" name="Google Shape;20430;p61"/>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1" name="Google Shape;20431;p61"/>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2" name="Google Shape;20432;p61"/>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33" name="Google Shape;20433;p61"/>
          <p:cNvGrpSpPr/>
          <p:nvPr/>
        </p:nvGrpSpPr>
        <p:grpSpPr>
          <a:xfrm>
            <a:off x="2207257" y="2731625"/>
            <a:ext cx="232601" cy="366747"/>
            <a:chOff x="2233795" y="2882162"/>
            <a:chExt cx="232601" cy="366747"/>
          </a:xfrm>
        </p:grpSpPr>
        <p:sp>
          <p:nvSpPr>
            <p:cNvPr id="20434" name="Google Shape;20434;p61"/>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5" name="Google Shape;20435;p61"/>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6" name="Google Shape;20436;p61"/>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7" name="Google Shape;20437;p61"/>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8" name="Google Shape;20438;p61"/>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9" name="Google Shape;20439;p61"/>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0" name="Google Shape;20440;p61"/>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1" name="Google Shape;20441;p61"/>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2" name="Google Shape;20442;p61"/>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3" name="Google Shape;20443;p61"/>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4" name="Google Shape;20444;p61"/>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5" name="Google Shape;20445;p61"/>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6" name="Google Shape;20446;p61"/>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7" name="Google Shape;20447;p61"/>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8" name="Google Shape;20448;p61"/>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9" name="Google Shape;20449;p61"/>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0" name="Google Shape;20450;p61"/>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1" name="Google Shape;20451;p61"/>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52" name="Google Shape;20452;p61"/>
          <p:cNvGrpSpPr/>
          <p:nvPr/>
        </p:nvGrpSpPr>
        <p:grpSpPr>
          <a:xfrm>
            <a:off x="3497235" y="3253885"/>
            <a:ext cx="362008" cy="244175"/>
            <a:chOff x="3523772" y="3404422"/>
            <a:chExt cx="362008" cy="244175"/>
          </a:xfrm>
        </p:grpSpPr>
        <p:sp>
          <p:nvSpPr>
            <p:cNvPr id="20453" name="Google Shape;20453;p61"/>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4" name="Google Shape;20454;p61"/>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5" name="Google Shape;20455;p61"/>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6" name="Google Shape;20456;p61"/>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7" name="Google Shape;20457;p61"/>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8" name="Google Shape;20458;p61"/>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9" name="Google Shape;20459;p61"/>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0" name="Google Shape;20460;p61"/>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1" name="Google Shape;20461;p61"/>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2" name="Google Shape;20462;p61"/>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3" name="Google Shape;20463;p61"/>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4" name="Google Shape;20464;p61"/>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5" name="Google Shape;20465;p61"/>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6" name="Google Shape;20466;p61"/>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7" name="Google Shape;20467;p61"/>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68" name="Google Shape;20468;p61"/>
          <p:cNvGrpSpPr/>
          <p:nvPr/>
        </p:nvGrpSpPr>
        <p:grpSpPr>
          <a:xfrm>
            <a:off x="3504488" y="1826776"/>
            <a:ext cx="359232" cy="327836"/>
            <a:chOff x="3531026" y="1977314"/>
            <a:chExt cx="359232" cy="327836"/>
          </a:xfrm>
        </p:grpSpPr>
        <p:sp>
          <p:nvSpPr>
            <p:cNvPr id="20469" name="Google Shape;20469;p61"/>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0" name="Google Shape;20470;p61"/>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1" name="Google Shape;20471;p61"/>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2" name="Google Shape;20472;p61"/>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3" name="Google Shape;20473;p61"/>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4" name="Google Shape;20474;p61"/>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5" name="Google Shape;20475;p61"/>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6" name="Google Shape;20476;p61"/>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7" name="Google Shape;20477;p61"/>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8" name="Google Shape;20478;p61"/>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79" name="Google Shape;20479;p61"/>
          <p:cNvGrpSpPr/>
          <p:nvPr/>
        </p:nvGrpSpPr>
        <p:grpSpPr>
          <a:xfrm>
            <a:off x="3096814" y="1349738"/>
            <a:ext cx="296781" cy="359232"/>
            <a:chOff x="3123351" y="1500275"/>
            <a:chExt cx="296781" cy="359232"/>
          </a:xfrm>
        </p:grpSpPr>
        <p:sp>
          <p:nvSpPr>
            <p:cNvPr id="20480" name="Google Shape;20480;p61"/>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1" name="Google Shape;20481;p61"/>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2" name="Google Shape;20482;p61"/>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3" name="Google Shape;20483;p61"/>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4" name="Google Shape;20484;p61"/>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5" name="Google Shape;20485;p61"/>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6" name="Google Shape;20486;p61"/>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7" name="Google Shape;20487;p61"/>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8" name="Google Shape;20488;p61"/>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9" name="Google Shape;20489;p61"/>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0" name="Google Shape;20490;p61"/>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91" name="Google Shape;20491;p61"/>
          <p:cNvGrpSpPr/>
          <p:nvPr/>
        </p:nvGrpSpPr>
        <p:grpSpPr>
          <a:xfrm>
            <a:off x="2632920" y="1349738"/>
            <a:ext cx="332261" cy="359232"/>
            <a:chOff x="2659458" y="1500275"/>
            <a:chExt cx="332261" cy="359232"/>
          </a:xfrm>
        </p:grpSpPr>
        <p:sp>
          <p:nvSpPr>
            <p:cNvPr id="20492" name="Google Shape;20492;p61"/>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3" name="Google Shape;20493;p61"/>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4" name="Google Shape;20494;p61"/>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5" name="Google Shape;20495;p61"/>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6" name="Google Shape;20496;p61"/>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7" name="Google Shape;20497;p61"/>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8" name="Google Shape;20498;p61"/>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9" name="Google Shape;20499;p61"/>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0" name="Google Shape;20500;p61"/>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1" name="Google Shape;20501;p61"/>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2" name="Google Shape;20502;p61"/>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3" name="Google Shape;20503;p61"/>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4" name="Google Shape;20504;p61"/>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5" name="Google Shape;20505;p61"/>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6" name="Google Shape;20506;p61"/>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7" name="Google Shape;20507;p61"/>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8" name="Google Shape;20508;p61"/>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9" name="Google Shape;20509;p61"/>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0" name="Google Shape;20510;p61"/>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1" name="Google Shape;20511;p61"/>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12" name="Google Shape;20512;p61"/>
          <p:cNvGrpSpPr/>
          <p:nvPr/>
        </p:nvGrpSpPr>
        <p:grpSpPr>
          <a:xfrm>
            <a:off x="1723646" y="2262992"/>
            <a:ext cx="359730" cy="359441"/>
            <a:chOff x="1750184" y="2413530"/>
            <a:chExt cx="359730" cy="359441"/>
          </a:xfrm>
        </p:grpSpPr>
        <p:sp>
          <p:nvSpPr>
            <p:cNvPr id="20513" name="Google Shape;20513;p61"/>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4" name="Google Shape;20514;p61"/>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5" name="Google Shape;20515;p61"/>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6" name="Google Shape;20516;p61"/>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7" name="Google Shape;20517;p61"/>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8" name="Google Shape;20518;p61"/>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9" name="Google Shape;20519;p61"/>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0" name="Google Shape;20520;p61"/>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1" name="Google Shape;20521;p61"/>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2" name="Google Shape;20522;p61"/>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3" name="Google Shape;20523;p61"/>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4" name="Google Shape;20524;p61"/>
          <p:cNvGrpSpPr/>
          <p:nvPr/>
        </p:nvGrpSpPr>
        <p:grpSpPr>
          <a:xfrm>
            <a:off x="2203513" y="1349685"/>
            <a:ext cx="316524" cy="359284"/>
            <a:chOff x="2230050" y="1500223"/>
            <a:chExt cx="316524" cy="359284"/>
          </a:xfrm>
        </p:grpSpPr>
        <p:sp>
          <p:nvSpPr>
            <p:cNvPr id="20525" name="Google Shape;20525;p61"/>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6" name="Google Shape;20526;p61"/>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7" name="Google Shape;20527;p61"/>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8" name="Google Shape;20528;p61"/>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9" name="Google Shape;20529;p61"/>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0" name="Google Shape;20530;p61"/>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1" name="Google Shape;20531;p61"/>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2" name="Google Shape;20532;p61"/>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3" name="Google Shape;20533;p61"/>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4" name="Google Shape;20534;p61"/>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5" name="Google Shape;20535;p61"/>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6" name="Google Shape;20536;p61"/>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7" name="Google Shape;20537;p61"/>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8" name="Google Shape;20538;p61"/>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9" name="Google Shape;20539;p61"/>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0" name="Google Shape;20540;p61"/>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1" name="Google Shape;20541;p61"/>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2" name="Google Shape;20542;p61"/>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3" name="Google Shape;20543;p61"/>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4" name="Google Shape;20544;p61"/>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45" name="Google Shape;20545;p61"/>
          <p:cNvGrpSpPr/>
          <p:nvPr/>
        </p:nvGrpSpPr>
        <p:grpSpPr>
          <a:xfrm>
            <a:off x="2663504" y="4112229"/>
            <a:ext cx="359389" cy="359232"/>
            <a:chOff x="2690042" y="4262767"/>
            <a:chExt cx="359389" cy="359232"/>
          </a:xfrm>
        </p:grpSpPr>
        <p:sp>
          <p:nvSpPr>
            <p:cNvPr id="20546" name="Google Shape;20546;p61"/>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7" name="Google Shape;20547;p61"/>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8" name="Google Shape;20548;p61"/>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9" name="Google Shape;20549;p61"/>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0" name="Google Shape;20550;p61"/>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1" name="Google Shape;20551;p61"/>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2" name="Google Shape;20552;p61"/>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3" name="Google Shape;20553;p61"/>
          <p:cNvGrpSpPr/>
          <p:nvPr/>
        </p:nvGrpSpPr>
        <p:grpSpPr>
          <a:xfrm>
            <a:off x="2662902" y="2731625"/>
            <a:ext cx="222337" cy="366721"/>
            <a:chOff x="2689440" y="2882162"/>
            <a:chExt cx="222337" cy="366721"/>
          </a:xfrm>
        </p:grpSpPr>
        <p:sp>
          <p:nvSpPr>
            <p:cNvPr id="20554" name="Google Shape;20554;p61"/>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5" name="Google Shape;20555;p61"/>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6" name="Google Shape;20556;p61"/>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7" name="Google Shape;20557;p61"/>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8" name="Google Shape;20558;p61"/>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9" name="Google Shape;20559;p61"/>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0" name="Google Shape;20560;p61"/>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1" name="Google Shape;20561;p61"/>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2" name="Google Shape;20562;p61"/>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63" name="Google Shape;20563;p61"/>
          <p:cNvSpPr/>
          <p:nvPr/>
        </p:nvSpPr>
        <p:spPr>
          <a:xfrm>
            <a:off x="2611449" y="2130365"/>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64" name="Google Shape;20564;p61"/>
          <p:cNvGrpSpPr/>
          <p:nvPr/>
        </p:nvGrpSpPr>
        <p:grpSpPr>
          <a:xfrm>
            <a:off x="2611449" y="1829604"/>
            <a:ext cx="359232" cy="322023"/>
            <a:chOff x="2637986" y="1980142"/>
            <a:chExt cx="359232" cy="322023"/>
          </a:xfrm>
        </p:grpSpPr>
        <p:sp>
          <p:nvSpPr>
            <p:cNvPr id="20565" name="Google Shape;20565;p61"/>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6" name="Google Shape;20566;p61"/>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7" name="Google Shape;20567;p61"/>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8" name="Google Shape;20568;p61"/>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9" name="Google Shape;20569;p61"/>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0" name="Google Shape;20570;p61"/>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1" name="Google Shape;20571;p61"/>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2" name="Google Shape;20572;p61"/>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3" name="Google Shape;20573;p61"/>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4" name="Google Shape;20574;p61"/>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5" name="Google Shape;20575;p61"/>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6" name="Google Shape;20576;p61"/>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7" name="Google Shape;20577;p61"/>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8" name="Google Shape;20578;p61"/>
          <p:cNvGrpSpPr/>
          <p:nvPr/>
        </p:nvGrpSpPr>
        <p:grpSpPr>
          <a:xfrm>
            <a:off x="1279994" y="3196435"/>
            <a:ext cx="323018" cy="359075"/>
            <a:chOff x="1306531" y="3346972"/>
            <a:chExt cx="323018" cy="359075"/>
          </a:xfrm>
        </p:grpSpPr>
        <p:sp>
          <p:nvSpPr>
            <p:cNvPr id="20579" name="Google Shape;20579;p61"/>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0" name="Google Shape;20580;p61"/>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1" name="Google Shape;20581;p61"/>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2" name="Google Shape;20582;p61"/>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3" name="Google Shape;20583;p61"/>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4" name="Google Shape;20584;p61"/>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5" name="Google Shape;20585;p61"/>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6" name="Google Shape;20586;p61"/>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7" name="Google Shape;20587;p61"/>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88" name="Google Shape;20588;p61"/>
          <p:cNvGrpSpPr/>
          <p:nvPr/>
        </p:nvGrpSpPr>
        <p:grpSpPr>
          <a:xfrm>
            <a:off x="1281486" y="2263437"/>
            <a:ext cx="360253" cy="357111"/>
            <a:chOff x="1308024" y="2413975"/>
            <a:chExt cx="360253" cy="357111"/>
          </a:xfrm>
        </p:grpSpPr>
        <p:sp>
          <p:nvSpPr>
            <p:cNvPr id="20589" name="Google Shape;20589;p61"/>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0" name="Google Shape;20590;p61"/>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1" name="Google Shape;20591;p61"/>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2" name="Google Shape;20592;p61"/>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3" name="Google Shape;20593;p61"/>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4" name="Google Shape;20594;p61"/>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5" name="Google Shape;20595;p61"/>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6" name="Google Shape;20596;p61"/>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7" name="Google Shape;20597;p61"/>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8" name="Google Shape;20598;p61"/>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9" name="Google Shape;20599;p61"/>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0" name="Google Shape;20600;p61"/>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1" name="Google Shape;20601;p61"/>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2" name="Google Shape;20602;p61"/>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3" name="Google Shape;20603;p61"/>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4" name="Google Shape;20604;p61"/>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5" name="Google Shape;20605;p61"/>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6" name="Google Shape;20606;p61"/>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7" name="Google Shape;20607;p61"/>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8" name="Google Shape;20608;p61"/>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9" name="Google Shape;20609;p61"/>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0" name="Google Shape;20610;p61"/>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1" name="Google Shape;20611;p61"/>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2" name="Google Shape;20612;p61"/>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3" name="Google Shape;20613;p61"/>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4" name="Google Shape;20614;p61"/>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5" name="Google Shape;20615;p61"/>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6" name="Google Shape;20616;p61"/>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7" name="Google Shape;20617;p61"/>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8" name="Google Shape;20618;p61"/>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19" name="Google Shape;20619;p61"/>
          <p:cNvGrpSpPr/>
          <p:nvPr/>
        </p:nvGrpSpPr>
        <p:grpSpPr>
          <a:xfrm>
            <a:off x="1271981" y="1819785"/>
            <a:ext cx="378452" cy="341321"/>
            <a:chOff x="1298519" y="1970322"/>
            <a:chExt cx="378452" cy="341321"/>
          </a:xfrm>
        </p:grpSpPr>
        <p:sp>
          <p:nvSpPr>
            <p:cNvPr id="20620" name="Google Shape;20620;p61"/>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1" name="Google Shape;20621;p61"/>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2" name="Google Shape;20622;p61"/>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3" name="Google Shape;20623;p61"/>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4" name="Google Shape;20624;p61"/>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5" name="Google Shape;20625;p61"/>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6" name="Google Shape;20626;p61"/>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7" name="Google Shape;20627;p61"/>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8" name="Google Shape;20628;p61"/>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9" name="Google Shape;20629;p61"/>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0" name="Google Shape;20630;p61"/>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1" name="Google Shape;20631;p61"/>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2" name="Google Shape;20632;p61"/>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3" name="Google Shape;20633;p61"/>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4" name="Google Shape;20634;p61"/>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5" name="Google Shape;20635;p61"/>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6" name="Google Shape;20636;p61"/>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7" name="Google Shape;20637;p61"/>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8" name="Google Shape;20638;p61"/>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9" name="Google Shape;20639;p61"/>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40" name="Google Shape;20640;p61"/>
          <p:cNvGrpSpPr/>
          <p:nvPr/>
        </p:nvGrpSpPr>
        <p:grpSpPr>
          <a:xfrm>
            <a:off x="3088278" y="3196330"/>
            <a:ext cx="283217" cy="359180"/>
            <a:chOff x="3114815" y="3346868"/>
            <a:chExt cx="283217" cy="359180"/>
          </a:xfrm>
        </p:grpSpPr>
        <p:sp>
          <p:nvSpPr>
            <p:cNvPr id="20641" name="Google Shape;20641;p61"/>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2" name="Google Shape;20642;p61"/>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3" name="Google Shape;20643;p61"/>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4" name="Google Shape;20644;p61"/>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5" name="Google Shape;20645;p61"/>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6" name="Google Shape;20646;p61"/>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7" name="Google Shape;20647;p61"/>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8" name="Google Shape;20648;p61"/>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9" name="Google Shape;20649;p61"/>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0" name="Google Shape;20650;p61"/>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1" name="Google Shape;20651;p61"/>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2" name="Google Shape;20652;p61"/>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3" name="Google Shape;20653;p61"/>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54" name="Google Shape;20654;p61"/>
          <p:cNvGrpSpPr/>
          <p:nvPr/>
        </p:nvGrpSpPr>
        <p:grpSpPr>
          <a:xfrm>
            <a:off x="3946648" y="3202693"/>
            <a:ext cx="378661" cy="346558"/>
            <a:chOff x="3973186" y="3353231"/>
            <a:chExt cx="378661" cy="346558"/>
          </a:xfrm>
        </p:grpSpPr>
        <p:sp>
          <p:nvSpPr>
            <p:cNvPr id="20655" name="Google Shape;20655;p61"/>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6" name="Google Shape;20656;p61"/>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7" name="Google Shape;20657;p61"/>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8" name="Google Shape;20658;p61"/>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9" name="Google Shape;20659;p61"/>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0" name="Google Shape;20660;p61"/>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1" name="Google Shape;20661;p61"/>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2" name="Google Shape;20662;p61"/>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3" name="Google Shape;20663;p61"/>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4" name="Google Shape;20664;p61"/>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5" name="Google Shape;20665;p61"/>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6" name="Google Shape;20666;p61"/>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7" name="Google Shape;20667;p61"/>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8" name="Google Shape;20668;p61"/>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9" name="Google Shape;20669;p61"/>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0" name="Google Shape;20670;p61"/>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1" name="Google Shape;20671;p61"/>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2" name="Google Shape;20672;p61"/>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73" name="Google Shape;20673;p61"/>
          <p:cNvGrpSpPr/>
          <p:nvPr/>
        </p:nvGrpSpPr>
        <p:grpSpPr>
          <a:xfrm>
            <a:off x="2126319" y="4112465"/>
            <a:ext cx="373241" cy="359127"/>
            <a:chOff x="2152857" y="4263002"/>
            <a:chExt cx="373241" cy="359127"/>
          </a:xfrm>
        </p:grpSpPr>
        <p:sp>
          <p:nvSpPr>
            <p:cNvPr id="20674" name="Google Shape;20674;p61"/>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5" name="Google Shape;20675;p61"/>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6" name="Google Shape;20676;p61"/>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7" name="Google Shape;20677;p61"/>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8" name="Google Shape;20678;p61"/>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9" name="Google Shape;20679;p61"/>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0" name="Google Shape;20680;p61"/>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1" name="Google Shape;20681;p61"/>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82" name="Google Shape;20682;p61"/>
          <p:cNvGrpSpPr/>
          <p:nvPr/>
        </p:nvGrpSpPr>
        <p:grpSpPr>
          <a:xfrm>
            <a:off x="833094" y="3196435"/>
            <a:ext cx="303537" cy="359127"/>
            <a:chOff x="859632" y="3346972"/>
            <a:chExt cx="303537" cy="359127"/>
          </a:xfrm>
        </p:grpSpPr>
        <p:sp>
          <p:nvSpPr>
            <p:cNvPr id="20683" name="Google Shape;20683;p61"/>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4" name="Google Shape;20684;p61"/>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5" name="Google Shape;20685;p61"/>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6" name="Google Shape;20686;p61"/>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7" name="Google Shape;20687;p61"/>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88" name="Google Shape;20688;p61"/>
          <p:cNvGrpSpPr/>
          <p:nvPr/>
        </p:nvGrpSpPr>
        <p:grpSpPr>
          <a:xfrm>
            <a:off x="1741373" y="2731704"/>
            <a:ext cx="265306" cy="366799"/>
            <a:chOff x="1767911" y="2882241"/>
            <a:chExt cx="265306" cy="366799"/>
          </a:xfrm>
        </p:grpSpPr>
        <p:sp>
          <p:nvSpPr>
            <p:cNvPr id="20689" name="Google Shape;20689;p61"/>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0" name="Google Shape;20690;p61"/>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1" name="Google Shape;20691;p61"/>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2" name="Google Shape;20692;p61"/>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3" name="Google Shape;20693;p61"/>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4" name="Google Shape;20694;p61"/>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5" name="Google Shape;20695;p61"/>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6" name="Google Shape;20696;p61"/>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7" name="Google Shape;20697;p61"/>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8" name="Google Shape;20698;p61"/>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9" name="Google Shape;20699;p61"/>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0" name="Google Shape;20700;p61"/>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1" name="Google Shape;20701;p61"/>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2" name="Google Shape;20702;p61"/>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3" name="Google Shape;20703;p61"/>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04" name="Google Shape;20704;p61"/>
          <p:cNvGrpSpPr/>
          <p:nvPr/>
        </p:nvGrpSpPr>
        <p:grpSpPr>
          <a:xfrm>
            <a:off x="1305472" y="1349397"/>
            <a:ext cx="331895" cy="359311"/>
            <a:chOff x="1332009" y="1499935"/>
            <a:chExt cx="331895" cy="359311"/>
          </a:xfrm>
        </p:grpSpPr>
        <p:sp>
          <p:nvSpPr>
            <p:cNvPr id="20705" name="Google Shape;20705;p61"/>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6" name="Google Shape;20706;p61"/>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7" name="Google Shape;20707;p61"/>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8" name="Google Shape;20708;p61"/>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9" name="Google Shape;20709;p61"/>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0" name="Google Shape;20710;p61"/>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1" name="Google Shape;20711;p61"/>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2" name="Google Shape;20712;p61"/>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3" name="Google Shape;20713;p61"/>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4" name="Google Shape;20714;p61"/>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5" name="Google Shape;20715;p61"/>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6" name="Google Shape;20716;p61"/>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7" name="Google Shape;20717;p61"/>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8" name="Google Shape;20718;p61"/>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9" name="Google Shape;20719;p61"/>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0" name="Google Shape;20720;p61"/>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1" name="Google Shape;20721;p61"/>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22" name="Google Shape;20722;p61"/>
          <p:cNvGrpSpPr/>
          <p:nvPr/>
        </p:nvGrpSpPr>
        <p:grpSpPr>
          <a:xfrm>
            <a:off x="2636927" y="3196278"/>
            <a:ext cx="289528" cy="359232"/>
            <a:chOff x="2663464" y="3346815"/>
            <a:chExt cx="289528" cy="359232"/>
          </a:xfrm>
        </p:grpSpPr>
        <p:sp>
          <p:nvSpPr>
            <p:cNvPr id="20723" name="Google Shape;20723;p61"/>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4" name="Google Shape;20724;p61"/>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5" name="Google Shape;20725;p61"/>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6" name="Google Shape;20726;p61"/>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7" name="Google Shape;20727;p61"/>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8" name="Google Shape;20728;p61"/>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9" name="Google Shape;20729;p61"/>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0" name="Google Shape;20730;p61"/>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1" name="Google Shape;20731;p61"/>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2" name="Google Shape;20732;p61"/>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3" name="Google Shape;20733;p61"/>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34" name="Google Shape;20734;p61"/>
          <p:cNvGrpSpPr/>
          <p:nvPr/>
        </p:nvGrpSpPr>
        <p:grpSpPr>
          <a:xfrm>
            <a:off x="1289237" y="2731389"/>
            <a:ext cx="269051" cy="366983"/>
            <a:chOff x="1315775" y="2881927"/>
            <a:chExt cx="269051" cy="366983"/>
          </a:xfrm>
        </p:grpSpPr>
        <p:sp>
          <p:nvSpPr>
            <p:cNvPr id="20735" name="Google Shape;20735;p61"/>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6" name="Google Shape;20736;p61"/>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7" name="Google Shape;20737;p61"/>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8" name="Google Shape;20738;p61"/>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9" name="Google Shape;20739;p61"/>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0" name="Google Shape;20740;p61"/>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1" name="Google Shape;20741;p61"/>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2" name="Google Shape;20742;p61"/>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3" name="Google Shape;20743;p61"/>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4" name="Google Shape;20744;p61"/>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5" name="Google Shape;20745;p61"/>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6" name="Google Shape;20746;p61"/>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7" name="Google Shape;20747;p61"/>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8" name="Google Shape;20748;p61"/>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9" name="Google Shape;20749;p61"/>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50" name="Google Shape;20750;p61"/>
          <p:cNvGrpSpPr/>
          <p:nvPr/>
        </p:nvGrpSpPr>
        <p:grpSpPr>
          <a:xfrm>
            <a:off x="3950890" y="1829604"/>
            <a:ext cx="359232" cy="322023"/>
            <a:chOff x="3977427" y="1980142"/>
            <a:chExt cx="359232" cy="322023"/>
          </a:xfrm>
        </p:grpSpPr>
        <p:sp>
          <p:nvSpPr>
            <p:cNvPr id="20751" name="Google Shape;20751;p61"/>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2" name="Google Shape;20752;p61"/>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3" name="Google Shape;20753;p61"/>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4" name="Google Shape;20754;p61"/>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5" name="Google Shape;20755;p61"/>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6" name="Google Shape;20756;p61"/>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7" name="Google Shape;20757;p61"/>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8" name="Google Shape;20758;p61"/>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9" name="Google Shape;20759;p61"/>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0" name="Google Shape;20760;p61"/>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61" name="Google Shape;20761;p61"/>
          <p:cNvGrpSpPr/>
          <p:nvPr/>
        </p:nvGrpSpPr>
        <p:grpSpPr>
          <a:xfrm>
            <a:off x="839091" y="2263071"/>
            <a:ext cx="361720" cy="359180"/>
            <a:chOff x="865628" y="2413608"/>
            <a:chExt cx="361720" cy="359180"/>
          </a:xfrm>
        </p:grpSpPr>
        <p:sp>
          <p:nvSpPr>
            <p:cNvPr id="20762" name="Google Shape;20762;p61"/>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3" name="Google Shape;20763;p61"/>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4" name="Google Shape;20764;p61"/>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5" name="Google Shape;20765;p61"/>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6" name="Google Shape;20766;p61"/>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7" name="Google Shape;20767;p61"/>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8" name="Google Shape;20768;p61"/>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9" name="Google Shape;20769;p61"/>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0" name="Google Shape;20770;p61"/>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1" name="Google Shape;20771;p61"/>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2" name="Google Shape;20772;p61"/>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3" name="Google Shape;20773;p61"/>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4" name="Google Shape;20774;p61"/>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75" name="Google Shape;20775;p61"/>
          <p:cNvGrpSpPr/>
          <p:nvPr/>
        </p:nvGrpSpPr>
        <p:grpSpPr>
          <a:xfrm>
            <a:off x="3090556" y="2731389"/>
            <a:ext cx="268815" cy="366983"/>
            <a:chOff x="3117093" y="2881927"/>
            <a:chExt cx="268815" cy="366983"/>
          </a:xfrm>
        </p:grpSpPr>
        <p:sp>
          <p:nvSpPr>
            <p:cNvPr id="20776" name="Google Shape;20776;p61"/>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7" name="Google Shape;20777;p61"/>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8" name="Google Shape;20778;p61"/>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9" name="Google Shape;20779;p61"/>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0" name="Google Shape;20780;p61"/>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1" name="Google Shape;20781;p61"/>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2" name="Google Shape;20782;p61"/>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3" name="Google Shape;20783;p61"/>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4" name="Google Shape;20784;p61"/>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5" name="Google Shape;20785;p61"/>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6" name="Google Shape;20786;p61"/>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7" name="Google Shape;20787;p61"/>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8" name="Google Shape;20788;p61"/>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9" name="Google Shape;20789;p61"/>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0" name="Google Shape;20790;p61"/>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91" name="Google Shape;20791;p61"/>
          <p:cNvGrpSpPr/>
          <p:nvPr/>
        </p:nvGrpSpPr>
        <p:grpSpPr>
          <a:xfrm>
            <a:off x="3507971" y="1357462"/>
            <a:ext cx="368502" cy="343521"/>
            <a:chOff x="3534508" y="1508000"/>
            <a:chExt cx="368502" cy="343521"/>
          </a:xfrm>
        </p:grpSpPr>
        <p:sp>
          <p:nvSpPr>
            <p:cNvPr id="20792" name="Google Shape;20792;p61"/>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3" name="Google Shape;20793;p61"/>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4" name="Google Shape;20794;p61"/>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5" name="Google Shape;20795;p61"/>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6" name="Google Shape;20796;p61"/>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7" name="Google Shape;20797;p61"/>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8" name="Google Shape;20798;p61"/>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9" name="Google Shape;20799;p61"/>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0" name="Google Shape;20800;p61"/>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1" name="Google Shape;20801;p61"/>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2" name="Google Shape;20802;p61"/>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3" name="Google Shape;20803;p61"/>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4" name="Google Shape;20804;p61"/>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5" name="Google Shape;20805;p61"/>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6" name="Google Shape;20806;p61"/>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07" name="Google Shape;20807;p61"/>
          <p:cNvGrpSpPr/>
          <p:nvPr/>
        </p:nvGrpSpPr>
        <p:grpSpPr>
          <a:xfrm>
            <a:off x="7131161" y="1349424"/>
            <a:ext cx="279054" cy="354754"/>
            <a:chOff x="7147436" y="1502999"/>
            <a:chExt cx="279054" cy="354754"/>
          </a:xfrm>
        </p:grpSpPr>
        <p:sp>
          <p:nvSpPr>
            <p:cNvPr id="20808" name="Google Shape;20808;p61"/>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9" name="Google Shape;20809;p61"/>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0" name="Google Shape;20810;p61"/>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1" name="Google Shape;20811;p61"/>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2" name="Google Shape;20812;p61"/>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3" name="Google Shape;20813;p61"/>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4" name="Google Shape;20814;p61"/>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5" name="Google Shape;20815;p61"/>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6" name="Google Shape;20816;p61"/>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7" name="Google Shape;20817;p61"/>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8" name="Google Shape;20818;p61"/>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9" name="Google Shape;20819;p61"/>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0" name="Google Shape;20820;p61"/>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1" name="Google Shape;20821;p61"/>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2" name="Google Shape;20822;p61"/>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3" name="Google Shape;20823;p61"/>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24" name="Google Shape;20824;p61"/>
          <p:cNvGrpSpPr/>
          <p:nvPr/>
        </p:nvGrpSpPr>
        <p:grpSpPr>
          <a:xfrm>
            <a:off x="7586806" y="1819497"/>
            <a:ext cx="276802" cy="354807"/>
            <a:chOff x="7603081" y="1973072"/>
            <a:chExt cx="276802" cy="354807"/>
          </a:xfrm>
        </p:grpSpPr>
        <p:sp>
          <p:nvSpPr>
            <p:cNvPr id="20825" name="Google Shape;20825;p61"/>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6" name="Google Shape;20826;p61"/>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7" name="Google Shape;20827;p61"/>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8" name="Google Shape;20828;p61"/>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9" name="Google Shape;20829;p61"/>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0" name="Google Shape;20830;p61"/>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1" name="Google Shape;20831;p61"/>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2" name="Google Shape;20832;p61"/>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3" name="Google Shape;20833;p61"/>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4" name="Google Shape;20834;p61"/>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5" name="Google Shape;20835;p61"/>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6" name="Google Shape;20836;p61"/>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7" name="Google Shape;20837;p61"/>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8" name="Google Shape;20838;p61"/>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39" name="Google Shape;20839;p61"/>
          <p:cNvGrpSpPr/>
          <p:nvPr/>
        </p:nvGrpSpPr>
        <p:grpSpPr>
          <a:xfrm>
            <a:off x="6680517" y="1349424"/>
            <a:ext cx="276802" cy="354754"/>
            <a:chOff x="6696792" y="1502999"/>
            <a:chExt cx="276802" cy="354754"/>
          </a:xfrm>
        </p:grpSpPr>
        <p:sp>
          <p:nvSpPr>
            <p:cNvPr id="20840" name="Google Shape;20840;p61"/>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1" name="Google Shape;20841;p61"/>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2" name="Google Shape;20842;p61"/>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3" name="Google Shape;20843;p61"/>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4" name="Google Shape;20844;p61"/>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5" name="Google Shape;20845;p61"/>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6" name="Google Shape;20846;p61"/>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7" name="Google Shape;20847;p61"/>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8" name="Google Shape;20848;p61"/>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9" name="Google Shape;20849;p61"/>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0" name="Google Shape;20850;p61"/>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1" name="Google Shape;20851;p61"/>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2" name="Google Shape;20852;p61"/>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3" name="Google Shape;20853;p61"/>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4" name="Google Shape;20854;p61"/>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55" name="Google Shape;20855;p61"/>
          <p:cNvSpPr/>
          <p:nvPr/>
        </p:nvSpPr>
        <p:spPr>
          <a:xfrm>
            <a:off x="6344511" y="1501824"/>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56" name="Google Shape;20856;p61"/>
          <p:cNvGrpSpPr/>
          <p:nvPr/>
        </p:nvGrpSpPr>
        <p:grpSpPr>
          <a:xfrm>
            <a:off x="6207118" y="1349424"/>
            <a:ext cx="320295" cy="354754"/>
            <a:chOff x="6223393" y="1502999"/>
            <a:chExt cx="320295" cy="354754"/>
          </a:xfrm>
        </p:grpSpPr>
        <p:sp>
          <p:nvSpPr>
            <p:cNvPr id="20857" name="Google Shape;20857;p61"/>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8" name="Google Shape;20858;p61"/>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9" name="Google Shape;20859;p61"/>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0" name="Google Shape;20860;p61"/>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1" name="Google Shape;20861;p61"/>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2" name="Google Shape;20862;p61"/>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3" name="Google Shape;20863;p61"/>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4" name="Google Shape;20864;p61"/>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5" name="Google Shape;20865;p61"/>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6" name="Google Shape;20866;p61"/>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7" name="Google Shape;20867;p61"/>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8" name="Google Shape;20868;p61"/>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9" name="Google Shape;20869;p61"/>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0" name="Google Shape;20870;p61"/>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1" name="Google Shape;20871;p61"/>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2" name="Google Shape;20872;p61"/>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3" name="Google Shape;20873;p61"/>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4" name="Google Shape;20874;p61"/>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5" name="Google Shape;20875;p61"/>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6" name="Google Shape;20876;p61"/>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7" name="Google Shape;20877;p61"/>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8" name="Google Shape;20878;p61"/>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9" name="Google Shape;20879;p61"/>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80" name="Google Shape;20880;p61"/>
          <p:cNvGrpSpPr/>
          <p:nvPr/>
        </p:nvGrpSpPr>
        <p:grpSpPr>
          <a:xfrm>
            <a:off x="5294336" y="1349397"/>
            <a:ext cx="339515" cy="354781"/>
            <a:chOff x="5310611" y="1502972"/>
            <a:chExt cx="339515" cy="354781"/>
          </a:xfrm>
        </p:grpSpPr>
        <p:sp>
          <p:nvSpPr>
            <p:cNvPr id="20881" name="Google Shape;20881;p61"/>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2" name="Google Shape;20882;p61"/>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3" name="Google Shape;20883;p61"/>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4" name="Google Shape;20884;p61"/>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5" name="Google Shape;20885;p61"/>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6" name="Google Shape;20886;p61"/>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7" name="Google Shape;20887;p61"/>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8" name="Google Shape;20888;p61"/>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9" name="Google Shape;20889;p61"/>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0" name="Google Shape;20890;p61"/>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1" name="Google Shape;20891;p61"/>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2" name="Google Shape;20892;p61"/>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3" name="Google Shape;20893;p61"/>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4" name="Google Shape;20894;p61"/>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5" name="Google Shape;20895;p61"/>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6" name="Google Shape;20896;p61"/>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97" name="Google Shape;20897;p61"/>
          <p:cNvGrpSpPr/>
          <p:nvPr/>
        </p:nvGrpSpPr>
        <p:grpSpPr>
          <a:xfrm>
            <a:off x="6237362" y="3636526"/>
            <a:ext cx="274550" cy="354833"/>
            <a:chOff x="6253637" y="3790101"/>
            <a:chExt cx="274550" cy="354833"/>
          </a:xfrm>
        </p:grpSpPr>
        <p:sp>
          <p:nvSpPr>
            <p:cNvPr id="20898" name="Google Shape;20898;p61"/>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9" name="Google Shape;20899;p61"/>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0" name="Google Shape;20900;p61"/>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1" name="Google Shape;20901;p61"/>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2" name="Google Shape;20902;p61"/>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3" name="Google Shape;20903;p61"/>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4" name="Google Shape;20904;p61"/>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5" name="Google Shape;20905;p61"/>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6" name="Google Shape;20906;p61"/>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7" name="Google Shape;20907;p61"/>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8" name="Google Shape;20908;p61"/>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9" name="Google Shape;20909;p61"/>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0" name="Google Shape;20910;p61"/>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1" name="Google Shape;20911;p61"/>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2" name="Google Shape;20912;p61"/>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3" name="Google Shape;20913;p61"/>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4" name="Google Shape;20914;p61"/>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15" name="Google Shape;20915;p61"/>
          <p:cNvGrpSpPr/>
          <p:nvPr/>
        </p:nvGrpSpPr>
        <p:grpSpPr>
          <a:xfrm>
            <a:off x="5786456" y="3636605"/>
            <a:ext cx="274576" cy="354754"/>
            <a:chOff x="5802731" y="3790180"/>
            <a:chExt cx="274576" cy="354754"/>
          </a:xfrm>
        </p:grpSpPr>
        <p:sp>
          <p:nvSpPr>
            <p:cNvPr id="20916" name="Google Shape;20916;p61"/>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7" name="Google Shape;20917;p61"/>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8" name="Google Shape;20918;p61"/>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9" name="Google Shape;20919;p61"/>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0" name="Google Shape;20920;p61"/>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1" name="Google Shape;20921;p61"/>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2" name="Google Shape;20922;p61"/>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3" name="Google Shape;20923;p61"/>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4" name="Google Shape;20924;p61"/>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5" name="Google Shape;20925;p61"/>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6" name="Google Shape;20926;p61"/>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7" name="Google Shape;20927;p61"/>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8" name="Google Shape;20928;p61"/>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9" name="Google Shape;20929;p61"/>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0" name="Google Shape;20930;p61"/>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1" name="Google Shape;20931;p61"/>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2" name="Google Shape;20932;p61"/>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3" name="Google Shape;20933;p61"/>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4" name="Google Shape;20934;p61"/>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5" name="Google Shape;20935;p61"/>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6" name="Google Shape;20936;p61"/>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37" name="Google Shape;20937;p61"/>
          <p:cNvGrpSpPr/>
          <p:nvPr/>
        </p:nvGrpSpPr>
        <p:grpSpPr>
          <a:xfrm>
            <a:off x="5335813" y="3636631"/>
            <a:ext cx="274550" cy="354728"/>
            <a:chOff x="5352088" y="3790206"/>
            <a:chExt cx="274550" cy="354728"/>
          </a:xfrm>
        </p:grpSpPr>
        <p:sp>
          <p:nvSpPr>
            <p:cNvPr id="20938" name="Google Shape;20938;p61"/>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9" name="Google Shape;20939;p61"/>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0" name="Google Shape;20940;p61"/>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1" name="Google Shape;20941;p61"/>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2" name="Google Shape;20942;p61"/>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3" name="Google Shape;20943;p61"/>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4" name="Google Shape;20944;p61"/>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5" name="Google Shape;20945;p61"/>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6" name="Google Shape;20946;p61"/>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7" name="Google Shape;20947;p61"/>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8" name="Google Shape;20948;p61"/>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9" name="Google Shape;20949;p61"/>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0" name="Google Shape;20950;p61"/>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1" name="Google Shape;20951;p61"/>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2" name="Google Shape;20952;p61"/>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3" name="Google Shape;20953;p61"/>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4" name="Google Shape;20954;p61"/>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5" name="Google Shape;20955;p61"/>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6" name="Google Shape;20956;p61"/>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7" name="Google Shape;20957;p61"/>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8" name="Google Shape;20958;p61"/>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9" name="Google Shape;20959;p61"/>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0" name="Google Shape;20960;p61"/>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1" name="Google Shape;20961;p61"/>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62" name="Google Shape;20962;p61"/>
          <p:cNvGrpSpPr/>
          <p:nvPr/>
        </p:nvGrpSpPr>
        <p:grpSpPr>
          <a:xfrm>
            <a:off x="4885431" y="3636500"/>
            <a:ext cx="274550" cy="354859"/>
            <a:chOff x="4901706" y="3790075"/>
            <a:chExt cx="274550" cy="354859"/>
          </a:xfrm>
        </p:grpSpPr>
        <p:sp>
          <p:nvSpPr>
            <p:cNvPr id="20963" name="Google Shape;20963;p61"/>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4" name="Google Shape;20964;p61"/>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5" name="Google Shape;20965;p61"/>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6" name="Google Shape;20966;p61"/>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7" name="Google Shape;20967;p61"/>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8" name="Google Shape;20968;p61"/>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9" name="Google Shape;20969;p61"/>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0" name="Google Shape;20970;p61"/>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1" name="Google Shape;20971;p61"/>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2" name="Google Shape;20972;p61"/>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3" name="Google Shape;20973;p61"/>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4" name="Google Shape;20974;p61"/>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5" name="Google Shape;20975;p61"/>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6" name="Google Shape;20976;p61"/>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7" name="Google Shape;20977;p61"/>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8" name="Google Shape;20978;p61"/>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9" name="Google Shape;20979;p61"/>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80" name="Google Shape;20980;p61"/>
          <p:cNvGrpSpPr/>
          <p:nvPr/>
        </p:nvGrpSpPr>
        <p:grpSpPr>
          <a:xfrm>
            <a:off x="8036429" y="1349633"/>
            <a:ext cx="275073" cy="354545"/>
            <a:chOff x="8052704" y="1503208"/>
            <a:chExt cx="275073" cy="354545"/>
          </a:xfrm>
        </p:grpSpPr>
        <p:sp>
          <p:nvSpPr>
            <p:cNvPr id="20981" name="Google Shape;20981;p61"/>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2" name="Google Shape;20982;p61"/>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3" name="Google Shape;20983;p61"/>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4" name="Google Shape;20984;p61"/>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5" name="Google Shape;20985;p61"/>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6" name="Google Shape;20986;p61"/>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7" name="Google Shape;20987;p61"/>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8" name="Google Shape;20988;p61"/>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9" name="Google Shape;20989;p61"/>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0" name="Google Shape;20990;p61"/>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1" name="Google Shape;20991;p61"/>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2" name="Google Shape;20992;p61"/>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3" name="Google Shape;20993;p61"/>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4" name="Google Shape;20994;p61"/>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5" name="Google Shape;20995;p61"/>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6" name="Google Shape;20996;p61"/>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7" name="Google Shape;20997;p61"/>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98" name="Google Shape;20998;p61"/>
          <p:cNvGrpSpPr/>
          <p:nvPr/>
        </p:nvGrpSpPr>
        <p:grpSpPr>
          <a:xfrm>
            <a:off x="5778470" y="1349424"/>
            <a:ext cx="274550" cy="354754"/>
            <a:chOff x="5794745" y="1502999"/>
            <a:chExt cx="274550" cy="354754"/>
          </a:xfrm>
        </p:grpSpPr>
        <p:sp>
          <p:nvSpPr>
            <p:cNvPr id="20999" name="Google Shape;20999;p61"/>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0" name="Google Shape;21000;p61"/>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1" name="Google Shape;21001;p61"/>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2" name="Google Shape;21002;p61"/>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3" name="Google Shape;21003;p61"/>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4" name="Google Shape;21004;p61"/>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5" name="Google Shape;21005;p61"/>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6" name="Google Shape;21006;p61"/>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7" name="Google Shape;21007;p61"/>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8" name="Google Shape;21008;p61"/>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9" name="Google Shape;21009;p61"/>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0" name="Google Shape;21010;p61"/>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1" name="Google Shape;21011;p61"/>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2" name="Google Shape;21012;p61"/>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3" name="Google Shape;21013;p61"/>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4" name="Google Shape;21014;p61"/>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5" name="Google Shape;21015;p61"/>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6" name="Google Shape;21016;p61"/>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7" name="Google Shape;21017;p61"/>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8" name="Google Shape;21018;p61"/>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9" name="Google Shape;21019;p61"/>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0" name="Google Shape;21020;p61"/>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1" name="Google Shape;21021;p61"/>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22" name="Google Shape;21022;p61"/>
          <p:cNvGrpSpPr/>
          <p:nvPr/>
        </p:nvGrpSpPr>
        <p:grpSpPr>
          <a:xfrm>
            <a:off x="4880665" y="1349424"/>
            <a:ext cx="263316" cy="354754"/>
            <a:chOff x="4896940" y="1502999"/>
            <a:chExt cx="263316" cy="354754"/>
          </a:xfrm>
        </p:grpSpPr>
        <p:sp>
          <p:nvSpPr>
            <p:cNvPr id="21023" name="Google Shape;21023;p61"/>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4" name="Google Shape;21024;p61"/>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5" name="Google Shape;21025;p61"/>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6" name="Google Shape;21026;p61"/>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7" name="Google Shape;21027;p61"/>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8" name="Google Shape;21028;p61"/>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9" name="Google Shape;21029;p61"/>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0" name="Google Shape;21030;p61"/>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1" name="Google Shape;21031;p61"/>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2" name="Google Shape;21032;p61"/>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3" name="Google Shape;21033;p61"/>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4" name="Google Shape;21034;p61"/>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5" name="Google Shape;21035;p61"/>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6" name="Google Shape;21036;p61"/>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7" name="Google Shape;21037;p61"/>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8" name="Google Shape;21038;p61"/>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9" name="Google Shape;21039;p61"/>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0" name="Google Shape;21040;p61"/>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1" name="Google Shape;21041;p61"/>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2" name="Google Shape;21042;p61"/>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3" name="Google Shape;21043;p61"/>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44" name="Google Shape;21044;p61"/>
          <p:cNvGrpSpPr/>
          <p:nvPr/>
        </p:nvGrpSpPr>
        <p:grpSpPr>
          <a:xfrm>
            <a:off x="6239117" y="4114507"/>
            <a:ext cx="274550" cy="354728"/>
            <a:chOff x="6255392" y="4268082"/>
            <a:chExt cx="274550" cy="354728"/>
          </a:xfrm>
        </p:grpSpPr>
        <p:sp>
          <p:nvSpPr>
            <p:cNvPr id="21045" name="Google Shape;21045;p61"/>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6" name="Google Shape;21046;p61"/>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7" name="Google Shape;21047;p61"/>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8" name="Google Shape;21048;p61"/>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9" name="Google Shape;21049;p61"/>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0" name="Google Shape;21050;p61"/>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1" name="Google Shape;21051;p61"/>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2" name="Google Shape;21052;p61"/>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3" name="Google Shape;21053;p61"/>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4" name="Google Shape;21054;p61"/>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5" name="Google Shape;21055;p61"/>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6" name="Google Shape;21056;p61"/>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7" name="Google Shape;21057;p61"/>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8" name="Google Shape;21058;p61"/>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9" name="Google Shape;21059;p61"/>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0" name="Google Shape;21060;p61"/>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1" name="Google Shape;21061;p61"/>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2" name="Google Shape;21062;p61"/>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3" name="Google Shape;21063;p61"/>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4" name="Google Shape;21064;p61"/>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65" name="Google Shape;21065;p61"/>
          <p:cNvGrpSpPr/>
          <p:nvPr/>
        </p:nvGrpSpPr>
        <p:grpSpPr>
          <a:xfrm>
            <a:off x="7587801" y="3636500"/>
            <a:ext cx="275807" cy="354859"/>
            <a:chOff x="7604076" y="3790075"/>
            <a:chExt cx="275807" cy="354859"/>
          </a:xfrm>
        </p:grpSpPr>
        <p:sp>
          <p:nvSpPr>
            <p:cNvPr id="21066" name="Google Shape;21066;p61"/>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7" name="Google Shape;21067;p61"/>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8" name="Google Shape;21068;p61"/>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9" name="Google Shape;21069;p61"/>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0" name="Google Shape;21070;p61"/>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1" name="Google Shape;21071;p61"/>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2" name="Google Shape;21072;p61"/>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3" name="Google Shape;21073;p61"/>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4" name="Google Shape;21074;p61"/>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5" name="Google Shape;21075;p61"/>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6" name="Google Shape;21076;p61"/>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7" name="Google Shape;21077;p61"/>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8" name="Google Shape;21078;p61"/>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9" name="Google Shape;21079;p61"/>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0" name="Google Shape;21080;p61"/>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1" name="Google Shape;21081;p61"/>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2" name="Google Shape;21082;p61"/>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3" name="Google Shape;21083;p61"/>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4" name="Google Shape;21084;p61"/>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5" name="Google Shape;21085;p61"/>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6" name="Google Shape;21086;p61"/>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7" name="Google Shape;21087;p61"/>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88" name="Google Shape;21088;p61"/>
          <p:cNvGrpSpPr/>
          <p:nvPr/>
        </p:nvGrpSpPr>
        <p:grpSpPr>
          <a:xfrm>
            <a:off x="7138152" y="3636631"/>
            <a:ext cx="274550" cy="354493"/>
            <a:chOff x="7154427" y="3790206"/>
            <a:chExt cx="274550" cy="354493"/>
          </a:xfrm>
        </p:grpSpPr>
        <p:sp>
          <p:nvSpPr>
            <p:cNvPr id="21089" name="Google Shape;21089;p61"/>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0" name="Google Shape;21090;p61"/>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1" name="Google Shape;21091;p61"/>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2" name="Google Shape;21092;p61"/>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3" name="Google Shape;21093;p61"/>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4" name="Google Shape;21094;p61"/>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5" name="Google Shape;21095;p61"/>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6" name="Google Shape;21096;p61"/>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7" name="Google Shape;21097;p61"/>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8" name="Google Shape;21098;p61"/>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9" name="Google Shape;21099;p61"/>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0" name="Google Shape;21100;p61"/>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1" name="Google Shape;21101;p61"/>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2" name="Google Shape;21102;p61"/>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3" name="Google Shape;21103;p61"/>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4" name="Google Shape;21104;p61"/>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5" name="Google Shape;21105;p61"/>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6" name="Google Shape;21106;p61"/>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7" name="Google Shape;21107;p61"/>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8" name="Google Shape;21108;p61"/>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9" name="Google Shape;21109;p61"/>
          <p:cNvGrpSpPr/>
          <p:nvPr/>
        </p:nvGrpSpPr>
        <p:grpSpPr>
          <a:xfrm>
            <a:off x="8038183" y="1819575"/>
            <a:ext cx="274576" cy="354728"/>
            <a:chOff x="8054458" y="1973150"/>
            <a:chExt cx="274576" cy="354728"/>
          </a:xfrm>
        </p:grpSpPr>
        <p:sp>
          <p:nvSpPr>
            <p:cNvPr id="21110" name="Google Shape;21110;p61"/>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1" name="Google Shape;21111;p61"/>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2" name="Google Shape;21112;p61"/>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3" name="Google Shape;21113;p61"/>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4" name="Google Shape;21114;p61"/>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5" name="Google Shape;21115;p61"/>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6" name="Google Shape;21116;p61"/>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7" name="Google Shape;21117;p61"/>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8" name="Google Shape;21118;p61"/>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9" name="Google Shape;21119;p61"/>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0" name="Google Shape;21120;p61"/>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1" name="Google Shape;21121;p61"/>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2" name="Google Shape;21122;p61"/>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3" name="Google Shape;21123;p61"/>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4" name="Google Shape;21124;p61"/>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5" name="Google Shape;21125;p61"/>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6" name="Google Shape;21126;p61"/>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7" name="Google Shape;21127;p61"/>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8" name="Google Shape;21128;p61"/>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9" name="Google Shape;21129;p61"/>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0" name="Google Shape;21130;p61"/>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1" name="Google Shape;21131;p61"/>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32" name="Google Shape;21132;p61"/>
          <p:cNvGrpSpPr/>
          <p:nvPr/>
        </p:nvGrpSpPr>
        <p:grpSpPr>
          <a:xfrm>
            <a:off x="7137655" y="1819575"/>
            <a:ext cx="274812" cy="354728"/>
            <a:chOff x="7153930" y="1973150"/>
            <a:chExt cx="274812" cy="354728"/>
          </a:xfrm>
        </p:grpSpPr>
        <p:sp>
          <p:nvSpPr>
            <p:cNvPr id="21133" name="Google Shape;21133;p61"/>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4" name="Google Shape;21134;p61"/>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5" name="Google Shape;21135;p61"/>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6" name="Google Shape;21136;p61"/>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7" name="Google Shape;21137;p61"/>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8" name="Google Shape;21138;p61"/>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9" name="Google Shape;21139;p61"/>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0" name="Google Shape;21140;p61"/>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1" name="Google Shape;21141;p61"/>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2" name="Google Shape;21142;p61"/>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3" name="Google Shape;21143;p61"/>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4" name="Google Shape;21144;p61"/>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5" name="Google Shape;21145;p61"/>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6" name="Google Shape;21146;p61"/>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7" name="Google Shape;21147;p61"/>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8" name="Google Shape;21148;p61"/>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9" name="Google Shape;21149;p61"/>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0" name="Google Shape;21150;p61"/>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1" name="Google Shape;21151;p61"/>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52" name="Google Shape;21152;p61"/>
          <p:cNvGrpSpPr/>
          <p:nvPr/>
        </p:nvGrpSpPr>
        <p:grpSpPr>
          <a:xfrm>
            <a:off x="6687247" y="1819523"/>
            <a:ext cx="274812" cy="354781"/>
            <a:chOff x="6703522" y="1973098"/>
            <a:chExt cx="274812" cy="354781"/>
          </a:xfrm>
        </p:grpSpPr>
        <p:sp>
          <p:nvSpPr>
            <p:cNvPr id="21153" name="Google Shape;21153;p61"/>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4" name="Google Shape;21154;p61"/>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5" name="Google Shape;21155;p61"/>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6" name="Google Shape;21156;p61"/>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7" name="Google Shape;21157;p61"/>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8" name="Google Shape;21158;p61"/>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9" name="Google Shape;21159;p61"/>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0" name="Google Shape;21160;p61"/>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1" name="Google Shape;21161;p61"/>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2" name="Google Shape;21162;p61"/>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3" name="Google Shape;21163;p61"/>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4" name="Google Shape;21164;p61"/>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5" name="Google Shape;21165;p61"/>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6" name="Google Shape;21166;p61"/>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7" name="Google Shape;21167;p61"/>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8" name="Google Shape;21168;p61"/>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9" name="Google Shape;21169;p61"/>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0" name="Google Shape;21170;p61"/>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1" name="Google Shape;21171;p61"/>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2" name="Google Shape;21172;p61"/>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3" name="Google Shape;21173;p61"/>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4" name="Google Shape;21174;p61"/>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5" name="Google Shape;21175;p61"/>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6" name="Google Shape;21176;p61"/>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7" name="Google Shape;21177;p61"/>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78" name="Google Shape;21178;p61"/>
          <p:cNvGrpSpPr/>
          <p:nvPr/>
        </p:nvGrpSpPr>
        <p:grpSpPr>
          <a:xfrm>
            <a:off x="6237100" y="1819575"/>
            <a:ext cx="274812" cy="354728"/>
            <a:chOff x="6253375" y="1973150"/>
            <a:chExt cx="274812" cy="354728"/>
          </a:xfrm>
        </p:grpSpPr>
        <p:sp>
          <p:nvSpPr>
            <p:cNvPr id="21179" name="Google Shape;21179;p61"/>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0" name="Google Shape;21180;p61"/>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1" name="Google Shape;21181;p61"/>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2" name="Google Shape;21182;p61"/>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3" name="Google Shape;21183;p61"/>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4" name="Google Shape;21184;p61"/>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5" name="Google Shape;21185;p61"/>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6" name="Google Shape;21186;p61"/>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7" name="Google Shape;21187;p61"/>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8" name="Google Shape;21188;p61"/>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9" name="Google Shape;21189;p61"/>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0" name="Google Shape;21190;p61"/>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1" name="Google Shape;21191;p61"/>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2" name="Google Shape;21192;p61"/>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3" name="Google Shape;21193;p61"/>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4" name="Google Shape;21194;p61"/>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5" name="Google Shape;21195;p61"/>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6" name="Google Shape;21196;p61"/>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7" name="Google Shape;21197;p61"/>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8" name="Google Shape;21198;p61"/>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9" name="Google Shape;21199;p61"/>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0" name="Google Shape;21200;p61"/>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1" name="Google Shape;21201;p61"/>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2" name="Google Shape;21202;p61"/>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3" name="Google Shape;21203;p61"/>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4" name="Google Shape;21204;p61"/>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5" name="Google Shape;21205;p61"/>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6" name="Google Shape;21206;p61"/>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7" name="Google Shape;21207;p61"/>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8" name="Google Shape;21208;p61"/>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9" name="Google Shape;21209;p61"/>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0" name="Google Shape;21210;p61"/>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1" name="Google Shape;21211;p61"/>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2" name="Google Shape;21212;p61"/>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3" name="Google Shape;21213;p61"/>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4" name="Google Shape;21214;p61"/>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5" name="Google Shape;21215;p61"/>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6" name="Google Shape;21216;p61"/>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17" name="Google Shape;21217;p61"/>
          <p:cNvGrpSpPr/>
          <p:nvPr/>
        </p:nvGrpSpPr>
        <p:grpSpPr>
          <a:xfrm>
            <a:off x="5786221" y="1819575"/>
            <a:ext cx="275309" cy="354728"/>
            <a:chOff x="5802496" y="1973150"/>
            <a:chExt cx="275309" cy="354728"/>
          </a:xfrm>
        </p:grpSpPr>
        <p:sp>
          <p:nvSpPr>
            <p:cNvPr id="21218" name="Google Shape;21218;p61"/>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9" name="Google Shape;21219;p61"/>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0" name="Google Shape;21220;p61"/>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1" name="Google Shape;21221;p61"/>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2" name="Google Shape;21222;p61"/>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3" name="Google Shape;21223;p61"/>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4" name="Google Shape;21224;p61"/>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5" name="Google Shape;21225;p61"/>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6" name="Google Shape;21226;p61"/>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7" name="Google Shape;21227;p61"/>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8" name="Google Shape;21228;p61"/>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9" name="Google Shape;21229;p61"/>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0" name="Google Shape;21230;p61"/>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1" name="Google Shape;21231;p61"/>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2" name="Google Shape;21232;p61"/>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3" name="Google Shape;21233;p61"/>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4" name="Google Shape;21234;p61"/>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5" name="Google Shape;21235;p61"/>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6" name="Google Shape;21236;p61"/>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7" name="Google Shape;21237;p61"/>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8" name="Google Shape;21238;p61"/>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9" name="Google Shape;21239;p61"/>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0" name="Google Shape;21240;p61"/>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1" name="Google Shape;21241;p61"/>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2" name="Google Shape;21242;p61"/>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3" name="Google Shape;21243;p61"/>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44" name="Google Shape;21244;p61"/>
          <p:cNvGrpSpPr/>
          <p:nvPr/>
        </p:nvGrpSpPr>
        <p:grpSpPr>
          <a:xfrm>
            <a:off x="5336808" y="1819575"/>
            <a:ext cx="274576" cy="354728"/>
            <a:chOff x="5353083" y="1973150"/>
            <a:chExt cx="274576" cy="354728"/>
          </a:xfrm>
        </p:grpSpPr>
        <p:sp>
          <p:nvSpPr>
            <p:cNvPr id="21245" name="Google Shape;21245;p61"/>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6" name="Google Shape;21246;p61"/>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7" name="Google Shape;21247;p61"/>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8" name="Google Shape;21248;p61"/>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9" name="Google Shape;21249;p61"/>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0" name="Google Shape;21250;p61"/>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1" name="Google Shape;21251;p61"/>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2" name="Google Shape;21252;p61"/>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3" name="Google Shape;21253;p61"/>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4" name="Google Shape;21254;p61"/>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5" name="Google Shape;21255;p61"/>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6" name="Google Shape;21256;p61"/>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7" name="Google Shape;21257;p61"/>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8" name="Google Shape;21258;p61"/>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9" name="Google Shape;21259;p61"/>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0" name="Google Shape;21260;p61"/>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1" name="Google Shape;21261;p61"/>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2" name="Google Shape;21262;p61"/>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3" name="Google Shape;21263;p61"/>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4" name="Google Shape;21264;p61"/>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5" name="Google Shape;21265;p61"/>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66" name="Google Shape;21266;p61"/>
          <p:cNvGrpSpPr/>
          <p:nvPr/>
        </p:nvGrpSpPr>
        <p:grpSpPr>
          <a:xfrm>
            <a:off x="4886426" y="1819575"/>
            <a:ext cx="274812" cy="354728"/>
            <a:chOff x="4902701" y="1973150"/>
            <a:chExt cx="274812" cy="354728"/>
          </a:xfrm>
        </p:grpSpPr>
        <p:sp>
          <p:nvSpPr>
            <p:cNvPr id="21267" name="Google Shape;21267;p61"/>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8" name="Google Shape;21268;p61"/>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9" name="Google Shape;21269;p61"/>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0" name="Google Shape;21270;p61"/>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1" name="Google Shape;21271;p61"/>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2" name="Google Shape;21272;p61"/>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3" name="Google Shape;21273;p61"/>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4" name="Google Shape;21274;p61"/>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5" name="Google Shape;21275;p61"/>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6" name="Google Shape;21276;p61"/>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7" name="Google Shape;21277;p61"/>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8" name="Google Shape;21278;p61"/>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9" name="Google Shape;21279;p61"/>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0" name="Google Shape;21280;p61"/>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1" name="Google Shape;21281;p61"/>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2" name="Google Shape;21282;p61"/>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3" name="Google Shape;21283;p61"/>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4" name="Google Shape;21284;p61"/>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5" name="Google Shape;21285;p61"/>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6" name="Google Shape;21286;p61"/>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7" name="Google Shape;21287;p61"/>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8" name="Google Shape;21288;p61"/>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9" name="Google Shape;21289;p61"/>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0" name="Google Shape;21290;p61"/>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1" name="Google Shape;21291;p61"/>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92" name="Google Shape;21292;p61"/>
          <p:cNvGrpSpPr/>
          <p:nvPr/>
        </p:nvGrpSpPr>
        <p:grpSpPr>
          <a:xfrm>
            <a:off x="4886426" y="2726414"/>
            <a:ext cx="272560" cy="354676"/>
            <a:chOff x="4902701" y="2879989"/>
            <a:chExt cx="272560" cy="354676"/>
          </a:xfrm>
        </p:grpSpPr>
        <p:sp>
          <p:nvSpPr>
            <p:cNvPr id="21293" name="Google Shape;21293;p61"/>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4" name="Google Shape;21294;p61"/>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5" name="Google Shape;21295;p61"/>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6" name="Google Shape;21296;p61"/>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7" name="Google Shape;21297;p61"/>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8" name="Google Shape;21298;p61"/>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9" name="Google Shape;21299;p61"/>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0" name="Google Shape;21300;p61"/>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1" name="Google Shape;21301;p61"/>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2" name="Google Shape;21302;p61"/>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3" name="Google Shape;21303;p61"/>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4" name="Google Shape;21304;p61"/>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5" name="Google Shape;21305;p61"/>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6" name="Google Shape;21306;p61"/>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7" name="Google Shape;21307;p61"/>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8" name="Google Shape;21308;p61"/>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9" name="Google Shape;21309;p61"/>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0" name="Google Shape;21310;p61"/>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1" name="Google Shape;21311;p61"/>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2" name="Google Shape;21312;p61"/>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3" name="Google Shape;21313;p61"/>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4" name="Google Shape;21314;p61"/>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5" name="Google Shape;21315;p61"/>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6" name="Google Shape;21316;p61"/>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17" name="Google Shape;21317;p61"/>
          <p:cNvGrpSpPr/>
          <p:nvPr/>
        </p:nvGrpSpPr>
        <p:grpSpPr>
          <a:xfrm>
            <a:off x="5787713" y="4114507"/>
            <a:ext cx="274550" cy="354728"/>
            <a:chOff x="5803988" y="4268082"/>
            <a:chExt cx="274550" cy="354728"/>
          </a:xfrm>
        </p:grpSpPr>
        <p:sp>
          <p:nvSpPr>
            <p:cNvPr id="21318" name="Google Shape;21318;p61"/>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9" name="Google Shape;21319;p61"/>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0" name="Google Shape;21320;p61"/>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1" name="Google Shape;21321;p61"/>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2" name="Google Shape;21322;p61"/>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3" name="Google Shape;21323;p61"/>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4" name="Google Shape;21324;p61"/>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5" name="Google Shape;21325;p61"/>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6" name="Google Shape;21326;p61"/>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7" name="Google Shape;21327;p61"/>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8" name="Google Shape;21328;p61"/>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9" name="Google Shape;21329;p61"/>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0" name="Google Shape;21330;p61"/>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1" name="Google Shape;21331;p61"/>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2" name="Google Shape;21332;p61"/>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3" name="Google Shape;21333;p61"/>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4" name="Google Shape;21334;p61"/>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5" name="Google Shape;21335;p61"/>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6" name="Google Shape;21336;p61"/>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7" name="Google Shape;21337;p61"/>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8" name="Google Shape;21338;p61"/>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9" name="Google Shape;21339;p61"/>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40" name="Google Shape;21340;p61"/>
          <p:cNvGrpSpPr/>
          <p:nvPr/>
        </p:nvGrpSpPr>
        <p:grpSpPr>
          <a:xfrm>
            <a:off x="5336074" y="4114507"/>
            <a:ext cx="274550" cy="354728"/>
            <a:chOff x="5352349" y="4268082"/>
            <a:chExt cx="274550" cy="354728"/>
          </a:xfrm>
        </p:grpSpPr>
        <p:sp>
          <p:nvSpPr>
            <p:cNvPr id="21341" name="Google Shape;21341;p61"/>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2" name="Google Shape;21342;p61"/>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3" name="Google Shape;21343;p61"/>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4" name="Google Shape;21344;p61"/>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5" name="Google Shape;21345;p61"/>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6" name="Google Shape;21346;p61"/>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7" name="Google Shape;21347;p61"/>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8" name="Google Shape;21348;p61"/>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9" name="Google Shape;21349;p61"/>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0" name="Google Shape;21350;p61"/>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1" name="Google Shape;21351;p61"/>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2" name="Google Shape;21352;p61"/>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3" name="Google Shape;21353;p61"/>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4" name="Google Shape;21354;p61"/>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5" name="Google Shape;21355;p61"/>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6" name="Google Shape;21356;p61"/>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7" name="Google Shape;21357;p61"/>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8" name="Google Shape;21358;p61"/>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9" name="Google Shape;21359;p61"/>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0" name="Google Shape;21360;p61"/>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1" name="Google Shape;21361;p61"/>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2" name="Google Shape;21362;p61"/>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63" name="Google Shape;21363;p61"/>
          <p:cNvGrpSpPr/>
          <p:nvPr/>
        </p:nvGrpSpPr>
        <p:grpSpPr>
          <a:xfrm>
            <a:off x="7590551" y="2265715"/>
            <a:ext cx="274550" cy="354728"/>
            <a:chOff x="7606826" y="2419290"/>
            <a:chExt cx="274550" cy="354728"/>
          </a:xfrm>
        </p:grpSpPr>
        <p:sp>
          <p:nvSpPr>
            <p:cNvPr id="21364" name="Google Shape;21364;p61"/>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5" name="Google Shape;21365;p61"/>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6" name="Google Shape;21366;p61"/>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7" name="Google Shape;21367;p61"/>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8" name="Google Shape;21368;p61"/>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9" name="Google Shape;21369;p61"/>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0" name="Google Shape;21370;p61"/>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1" name="Google Shape;21371;p61"/>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2" name="Google Shape;21372;p61"/>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3" name="Google Shape;21373;p61"/>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4" name="Google Shape;21374;p61"/>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5" name="Google Shape;21375;p61"/>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6" name="Google Shape;21376;p61"/>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7" name="Google Shape;21377;p61"/>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8" name="Google Shape;21378;p61"/>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79" name="Google Shape;21379;p61"/>
          <p:cNvGrpSpPr/>
          <p:nvPr/>
        </p:nvGrpSpPr>
        <p:grpSpPr>
          <a:xfrm>
            <a:off x="7139907" y="2265715"/>
            <a:ext cx="274550" cy="354728"/>
            <a:chOff x="7156182" y="2419290"/>
            <a:chExt cx="274550" cy="354728"/>
          </a:xfrm>
        </p:grpSpPr>
        <p:sp>
          <p:nvSpPr>
            <p:cNvPr id="21380" name="Google Shape;21380;p61"/>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1" name="Google Shape;21381;p61"/>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2" name="Google Shape;21382;p61"/>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3" name="Google Shape;21383;p61"/>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4" name="Google Shape;21384;p61"/>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5" name="Google Shape;21385;p61"/>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6" name="Google Shape;21386;p61"/>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7" name="Google Shape;21387;p61"/>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8" name="Google Shape;21388;p61"/>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9" name="Google Shape;21389;p61"/>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0" name="Google Shape;21390;p61"/>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1" name="Google Shape;21391;p61"/>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2" name="Google Shape;21392;p61"/>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3" name="Google Shape;21393;p61"/>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4" name="Google Shape;21394;p61"/>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95" name="Google Shape;21395;p61"/>
          <p:cNvGrpSpPr/>
          <p:nvPr/>
        </p:nvGrpSpPr>
        <p:grpSpPr>
          <a:xfrm>
            <a:off x="6689001" y="2265715"/>
            <a:ext cx="274812" cy="354728"/>
            <a:chOff x="6705276" y="2419290"/>
            <a:chExt cx="274812" cy="354728"/>
          </a:xfrm>
        </p:grpSpPr>
        <p:sp>
          <p:nvSpPr>
            <p:cNvPr id="21396" name="Google Shape;21396;p61"/>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7" name="Google Shape;21397;p61"/>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8" name="Google Shape;21398;p61"/>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9" name="Google Shape;21399;p61"/>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0" name="Google Shape;21400;p61"/>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1" name="Google Shape;21401;p61"/>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2" name="Google Shape;21402;p61"/>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3" name="Google Shape;21403;p61"/>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4" name="Google Shape;21404;p61"/>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5" name="Google Shape;21405;p61"/>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6" name="Google Shape;21406;p61"/>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7" name="Google Shape;21407;p61"/>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8" name="Google Shape;21408;p61"/>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9" name="Google Shape;21409;p61"/>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0" name="Google Shape;21410;p61"/>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1" name="Google Shape;21411;p61"/>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2" name="Google Shape;21412;p61"/>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3" name="Google Shape;21413;p61"/>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4" name="Google Shape;21414;p61"/>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5" name="Google Shape;21415;p61"/>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6" name="Google Shape;21416;p61"/>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7" name="Google Shape;21417;p61"/>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8" name="Google Shape;21418;p61"/>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9" name="Google Shape;21419;p61"/>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0" name="Google Shape;21420;p61"/>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1" name="Google Shape;21421;p61"/>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2" name="Google Shape;21422;p61"/>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3" name="Google Shape;21423;p61"/>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4" name="Google Shape;21424;p61"/>
          <p:cNvGrpSpPr/>
          <p:nvPr/>
        </p:nvGrpSpPr>
        <p:grpSpPr>
          <a:xfrm>
            <a:off x="4886661" y="2265715"/>
            <a:ext cx="274576" cy="354728"/>
            <a:chOff x="4902936" y="2419290"/>
            <a:chExt cx="274576" cy="354728"/>
          </a:xfrm>
        </p:grpSpPr>
        <p:sp>
          <p:nvSpPr>
            <p:cNvPr id="21425" name="Google Shape;21425;p61"/>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6" name="Google Shape;21426;p61"/>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7" name="Google Shape;21427;p61"/>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8" name="Google Shape;21428;p61"/>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9" name="Google Shape;21429;p61"/>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0" name="Google Shape;21430;p61"/>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1" name="Google Shape;21431;p61"/>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2" name="Google Shape;21432;p61"/>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3" name="Google Shape;21433;p61"/>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4" name="Google Shape;21434;p61"/>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5" name="Google Shape;21435;p61"/>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6" name="Google Shape;21436;p61"/>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7" name="Google Shape;21437;p61"/>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8" name="Google Shape;21438;p61"/>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9" name="Google Shape;21439;p61"/>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0" name="Google Shape;21440;p61"/>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1" name="Google Shape;21441;p61"/>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2" name="Google Shape;21442;p61"/>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3" name="Google Shape;21443;p61"/>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4" name="Google Shape;21444;p61"/>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45" name="Google Shape;21445;p61"/>
          <p:cNvGrpSpPr/>
          <p:nvPr/>
        </p:nvGrpSpPr>
        <p:grpSpPr>
          <a:xfrm>
            <a:off x="7591781" y="3192219"/>
            <a:ext cx="270334" cy="354754"/>
            <a:chOff x="7608056" y="3345794"/>
            <a:chExt cx="270334" cy="354754"/>
          </a:xfrm>
        </p:grpSpPr>
        <p:sp>
          <p:nvSpPr>
            <p:cNvPr id="21446" name="Google Shape;21446;p61"/>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7" name="Google Shape;21447;p61"/>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8" name="Google Shape;21448;p61"/>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9" name="Google Shape;21449;p61"/>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0" name="Google Shape;21450;p61"/>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1" name="Google Shape;21451;p61"/>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2" name="Google Shape;21452;p61"/>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3" name="Google Shape;21453;p61"/>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4" name="Google Shape;21454;p61"/>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5" name="Google Shape;21455;p61"/>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6" name="Google Shape;21456;p61"/>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7" name="Google Shape;21457;p61"/>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8" name="Google Shape;21458;p61"/>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9" name="Google Shape;21459;p61"/>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0" name="Google Shape;21460;p61"/>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1" name="Google Shape;21461;p61"/>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2" name="Google Shape;21462;p61"/>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3" name="Google Shape;21463;p61"/>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4" name="Google Shape;21464;p61"/>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65" name="Google Shape;21465;p61"/>
          <p:cNvGrpSpPr/>
          <p:nvPr/>
        </p:nvGrpSpPr>
        <p:grpSpPr>
          <a:xfrm>
            <a:off x="6696490" y="4114507"/>
            <a:ext cx="263316" cy="354728"/>
            <a:chOff x="6712765" y="4268082"/>
            <a:chExt cx="263316" cy="354728"/>
          </a:xfrm>
        </p:grpSpPr>
        <p:sp>
          <p:nvSpPr>
            <p:cNvPr id="21466" name="Google Shape;21466;p61"/>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7" name="Google Shape;21467;p61"/>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8" name="Google Shape;21468;p61"/>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9" name="Google Shape;21469;p61"/>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0" name="Google Shape;21470;p61"/>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1" name="Google Shape;21471;p61"/>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2" name="Google Shape;21472;p61"/>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3" name="Google Shape;21473;p61"/>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4" name="Google Shape;21474;p61"/>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5" name="Google Shape;21475;p61"/>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6" name="Google Shape;21476;p61"/>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7" name="Google Shape;21477;p61"/>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8" name="Google Shape;21478;p61"/>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9" name="Google Shape;21479;p61"/>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0" name="Google Shape;21480;p61"/>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1" name="Google Shape;21481;p61"/>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82" name="Google Shape;21482;p61"/>
          <p:cNvGrpSpPr/>
          <p:nvPr/>
        </p:nvGrpSpPr>
        <p:grpSpPr>
          <a:xfrm>
            <a:off x="5343066" y="2265584"/>
            <a:ext cx="262819" cy="354859"/>
            <a:chOff x="5359341" y="2419159"/>
            <a:chExt cx="262819" cy="354859"/>
          </a:xfrm>
        </p:grpSpPr>
        <p:sp>
          <p:nvSpPr>
            <p:cNvPr id="21483" name="Google Shape;21483;p61"/>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4" name="Google Shape;21484;p61"/>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5" name="Google Shape;21485;p61"/>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6" name="Google Shape;21486;p61"/>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7" name="Google Shape;21487;p61"/>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8" name="Google Shape;21488;p61"/>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9" name="Google Shape;21489;p61"/>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0" name="Google Shape;21490;p61"/>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1" name="Google Shape;21491;p61"/>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2" name="Google Shape;21492;p61"/>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3" name="Google Shape;21493;p61"/>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4" name="Google Shape;21494;p61"/>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5" name="Google Shape;21495;p61"/>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6" name="Google Shape;21496;p61"/>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7" name="Google Shape;21497;p61"/>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8" name="Google Shape;21498;p61"/>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9" name="Google Shape;21499;p61"/>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0" name="Google Shape;21500;p61"/>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1" name="Google Shape;21501;p61"/>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2" name="Google Shape;21502;p61"/>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3" name="Google Shape;21503;p61"/>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04" name="Google Shape;21504;p61"/>
          <p:cNvGrpSpPr/>
          <p:nvPr/>
        </p:nvGrpSpPr>
        <p:grpSpPr>
          <a:xfrm>
            <a:off x="6693007" y="3636631"/>
            <a:ext cx="263316" cy="354493"/>
            <a:chOff x="6709282" y="3790206"/>
            <a:chExt cx="263316" cy="354493"/>
          </a:xfrm>
        </p:grpSpPr>
        <p:sp>
          <p:nvSpPr>
            <p:cNvPr id="21505" name="Google Shape;21505;p61"/>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6" name="Google Shape;21506;p61"/>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7" name="Google Shape;21507;p61"/>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8" name="Google Shape;21508;p61"/>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9" name="Google Shape;21509;p61"/>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0" name="Google Shape;21510;p61"/>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1" name="Google Shape;21511;p61"/>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2" name="Google Shape;21512;p61"/>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3" name="Google Shape;21513;p61"/>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4" name="Google Shape;21514;p61"/>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5" name="Google Shape;21515;p61"/>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6" name="Google Shape;21516;p61"/>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7" name="Google Shape;21517;p61"/>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8" name="Google Shape;21518;p61"/>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9" name="Google Shape;21519;p61"/>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0" name="Google Shape;21520;p61"/>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21" name="Google Shape;21521;p61"/>
          <p:cNvGrpSpPr/>
          <p:nvPr/>
        </p:nvGrpSpPr>
        <p:grpSpPr>
          <a:xfrm>
            <a:off x="6244354" y="2265715"/>
            <a:ext cx="263055" cy="354493"/>
            <a:chOff x="6260629" y="2419290"/>
            <a:chExt cx="263055" cy="354493"/>
          </a:xfrm>
        </p:grpSpPr>
        <p:sp>
          <p:nvSpPr>
            <p:cNvPr id="21522" name="Google Shape;21522;p61"/>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3" name="Google Shape;21523;p61"/>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4" name="Google Shape;21524;p61"/>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5" name="Google Shape;21525;p61"/>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6" name="Google Shape;21526;p61"/>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7" name="Google Shape;21527;p61"/>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8" name="Google Shape;21528;p61"/>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9" name="Google Shape;21529;p61"/>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0" name="Google Shape;21530;p61"/>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1" name="Google Shape;21531;p61"/>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2" name="Google Shape;21532;p61"/>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3" name="Google Shape;21533;p61"/>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4" name="Google Shape;21534;p61"/>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5" name="Google Shape;21535;p61"/>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6" name="Google Shape;21536;p61"/>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37" name="Google Shape;21537;p61"/>
          <p:cNvGrpSpPr/>
          <p:nvPr/>
        </p:nvGrpSpPr>
        <p:grpSpPr>
          <a:xfrm>
            <a:off x="6244589" y="2726336"/>
            <a:ext cx="263343" cy="354754"/>
            <a:chOff x="6260864" y="2879911"/>
            <a:chExt cx="263343" cy="354754"/>
          </a:xfrm>
        </p:grpSpPr>
        <p:sp>
          <p:nvSpPr>
            <p:cNvPr id="21538" name="Google Shape;21538;p61"/>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9" name="Google Shape;21539;p61"/>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0" name="Google Shape;21540;p61"/>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1" name="Google Shape;21541;p61"/>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2" name="Google Shape;21542;p61"/>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3" name="Google Shape;21543;p61"/>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4" name="Google Shape;21544;p61"/>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5" name="Google Shape;21545;p61"/>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6" name="Google Shape;21546;p61"/>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7" name="Google Shape;21547;p61"/>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8" name="Google Shape;21548;p61"/>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9" name="Google Shape;21549;p61"/>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0" name="Google Shape;21550;p61"/>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1" name="Google Shape;21551;p61"/>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2" name="Google Shape;21552;p61"/>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3" name="Google Shape;21553;p61"/>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4" name="Google Shape;21554;p61"/>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5" name="Google Shape;21555;p61"/>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56" name="Google Shape;21556;p61"/>
          <p:cNvGrpSpPr/>
          <p:nvPr/>
        </p:nvGrpSpPr>
        <p:grpSpPr>
          <a:xfrm>
            <a:off x="8046693" y="2265715"/>
            <a:ext cx="263316" cy="354728"/>
            <a:chOff x="8062968" y="2419290"/>
            <a:chExt cx="263316" cy="354728"/>
          </a:xfrm>
        </p:grpSpPr>
        <p:sp>
          <p:nvSpPr>
            <p:cNvPr id="21557" name="Google Shape;21557;p61"/>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8" name="Google Shape;21558;p61"/>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9" name="Google Shape;21559;p61"/>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0" name="Google Shape;21560;p61"/>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1" name="Google Shape;21561;p61"/>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2" name="Google Shape;21562;p61"/>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3" name="Google Shape;21563;p61"/>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4" name="Google Shape;21564;p61"/>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5" name="Google Shape;21565;p61"/>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6" name="Google Shape;21566;p61"/>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7" name="Google Shape;21567;p61"/>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8" name="Google Shape;21568;p61"/>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9" name="Google Shape;21569;p61"/>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0" name="Google Shape;21570;p61"/>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1" name="Google Shape;21571;p61"/>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2" name="Google Shape;21572;p61"/>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3" name="Google Shape;21573;p61"/>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74" name="Google Shape;21574;p61"/>
          <p:cNvGrpSpPr/>
          <p:nvPr/>
        </p:nvGrpSpPr>
        <p:grpSpPr>
          <a:xfrm>
            <a:off x="5793448" y="2265715"/>
            <a:ext cx="263316" cy="354728"/>
            <a:chOff x="5809723" y="2419290"/>
            <a:chExt cx="263316" cy="354728"/>
          </a:xfrm>
        </p:grpSpPr>
        <p:sp>
          <p:nvSpPr>
            <p:cNvPr id="21575" name="Google Shape;21575;p61"/>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6" name="Google Shape;21576;p61"/>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7" name="Google Shape;21577;p61"/>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8" name="Google Shape;21578;p61"/>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9" name="Google Shape;21579;p61"/>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0" name="Google Shape;21580;p61"/>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1" name="Google Shape;21581;p61"/>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2" name="Google Shape;21582;p61"/>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3" name="Google Shape;21583;p61"/>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4" name="Google Shape;21584;p61"/>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5" name="Google Shape;21585;p61"/>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6" name="Google Shape;21586;p61"/>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7" name="Google Shape;21587;p61"/>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8" name="Google Shape;21588;p61"/>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9" name="Google Shape;21589;p61"/>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0" name="Google Shape;21590;p61"/>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1" name="Google Shape;21591;p61"/>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92" name="Google Shape;21592;p61"/>
          <p:cNvGrpSpPr/>
          <p:nvPr/>
        </p:nvGrpSpPr>
        <p:grpSpPr>
          <a:xfrm>
            <a:off x="7590551" y="1349424"/>
            <a:ext cx="263552" cy="354754"/>
            <a:chOff x="7606826" y="1502999"/>
            <a:chExt cx="263552" cy="354754"/>
          </a:xfrm>
        </p:grpSpPr>
        <p:sp>
          <p:nvSpPr>
            <p:cNvPr id="21593" name="Google Shape;21593;p61"/>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4" name="Google Shape;21594;p61"/>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5" name="Google Shape;21595;p61"/>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6" name="Google Shape;21596;p61"/>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7" name="Google Shape;21597;p61"/>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8" name="Google Shape;21598;p61"/>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9" name="Google Shape;21599;p61"/>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0" name="Google Shape;21600;p61"/>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1" name="Google Shape;21601;p61"/>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2" name="Google Shape;21602;p61"/>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3" name="Google Shape;21603;p61"/>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4" name="Google Shape;21604;p61"/>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5" name="Google Shape;21605;p61"/>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6" name="Google Shape;21606;p61"/>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7" name="Google Shape;21607;p61"/>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8" name="Google Shape;21608;p61"/>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9" name="Google Shape;21609;p61"/>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0" name="Google Shape;21610;p61"/>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11" name="Google Shape;21611;p61"/>
          <p:cNvGrpSpPr/>
          <p:nvPr/>
        </p:nvGrpSpPr>
        <p:grpSpPr>
          <a:xfrm>
            <a:off x="8044180" y="3636500"/>
            <a:ext cx="264076" cy="354623"/>
            <a:chOff x="8060455" y="3790075"/>
            <a:chExt cx="264076" cy="354623"/>
          </a:xfrm>
        </p:grpSpPr>
        <p:sp>
          <p:nvSpPr>
            <p:cNvPr id="21612" name="Google Shape;21612;p61"/>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3" name="Google Shape;21613;p61"/>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4" name="Google Shape;21614;p61"/>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5" name="Google Shape;21615;p61"/>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6" name="Google Shape;21616;p61"/>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7" name="Google Shape;21617;p61"/>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8" name="Google Shape;21618;p61"/>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9" name="Google Shape;21619;p61"/>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0" name="Google Shape;21620;p61"/>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1" name="Google Shape;21621;p61"/>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2" name="Google Shape;21622;p61"/>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3" name="Google Shape;21623;p61"/>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4" name="Google Shape;21624;p61"/>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5" name="Google Shape;21625;p61"/>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6" name="Google Shape;21626;p61"/>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7" name="Google Shape;21627;p61"/>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8" name="Google Shape;21628;p61"/>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9" name="Google Shape;21629;p61"/>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0" name="Google Shape;21630;p61"/>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1" name="Google Shape;21631;p61"/>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2" name="Google Shape;21632;p61"/>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3" name="Google Shape;21633;p61"/>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4" name="Google Shape;21634;p61"/>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35" name="Google Shape;21635;p61"/>
          <p:cNvGrpSpPr/>
          <p:nvPr/>
        </p:nvGrpSpPr>
        <p:grpSpPr>
          <a:xfrm>
            <a:off x="7598275" y="2726336"/>
            <a:ext cx="263316" cy="354754"/>
            <a:chOff x="7614550" y="2879911"/>
            <a:chExt cx="263316" cy="354754"/>
          </a:xfrm>
        </p:grpSpPr>
        <p:sp>
          <p:nvSpPr>
            <p:cNvPr id="21636" name="Google Shape;21636;p61"/>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7" name="Google Shape;21637;p61"/>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8" name="Google Shape;21638;p61"/>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9" name="Google Shape;21639;p61"/>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0" name="Google Shape;21640;p61"/>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1" name="Google Shape;21641;p61"/>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2" name="Google Shape;21642;p61"/>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3" name="Google Shape;21643;p61"/>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4" name="Google Shape;21644;p61"/>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5" name="Google Shape;21645;p61"/>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6" name="Google Shape;21646;p61"/>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7" name="Google Shape;21647;p61"/>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8" name="Google Shape;21648;p61"/>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9" name="Google Shape;21649;p61"/>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0" name="Google Shape;21650;p61"/>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1" name="Google Shape;21651;p61"/>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2" name="Google Shape;21652;p61"/>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3" name="Google Shape;21653;p61"/>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4" name="Google Shape;21654;p61"/>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55" name="Google Shape;21655;p61"/>
          <p:cNvGrpSpPr/>
          <p:nvPr/>
        </p:nvGrpSpPr>
        <p:grpSpPr>
          <a:xfrm>
            <a:off x="4884409" y="4114612"/>
            <a:ext cx="274576" cy="354623"/>
            <a:chOff x="4900684" y="4268187"/>
            <a:chExt cx="274576" cy="354623"/>
          </a:xfrm>
        </p:grpSpPr>
        <p:sp>
          <p:nvSpPr>
            <p:cNvPr id="21656" name="Google Shape;21656;p61"/>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7" name="Google Shape;21657;p61"/>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8" name="Google Shape;21658;p61"/>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9" name="Google Shape;21659;p61"/>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0" name="Google Shape;21660;p61"/>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1" name="Google Shape;21661;p61"/>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2" name="Google Shape;21662;p61"/>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3" name="Google Shape;21663;p61"/>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4" name="Google Shape;21664;p61"/>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5" name="Google Shape;21665;p61"/>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6" name="Google Shape;21666;p61"/>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7" name="Google Shape;21667;p61"/>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8" name="Google Shape;21668;p61"/>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9" name="Google Shape;21669;p61"/>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0" name="Google Shape;21670;p61"/>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71" name="Google Shape;21671;p61"/>
          <p:cNvGrpSpPr/>
          <p:nvPr/>
        </p:nvGrpSpPr>
        <p:grpSpPr>
          <a:xfrm>
            <a:off x="7145379" y="3192219"/>
            <a:ext cx="263343" cy="354754"/>
            <a:chOff x="7161654" y="3345794"/>
            <a:chExt cx="263343" cy="354754"/>
          </a:xfrm>
        </p:grpSpPr>
        <p:sp>
          <p:nvSpPr>
            <p:cNvPr id="21672" name="Google Shape;21672;p61"/>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3" name="Google Shape;21673;p61"/>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4" name="Google Shape;21674;p61"/>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5" name="Google Shape;21675;p61"/>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6" name="Google Shape;21676;p61"/>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7" name="Google Shape;21677;p61"/>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8" name="Google Shape;21678;p61"/>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9" name="Google Shape;21679;p61"/>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0" name="Google Shape;21680;p61"/>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1" name="Google Shape;21681;p61"/>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2" name="Google Shape;21682;p61"/>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3" name="Google Shape;21683;p61"/>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4" name="Google Shape;21684;p61"/>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5" name="Google Shape;21685;p61"/>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6" name="Google Shape;21686;p61"/>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7" name="Google Shape;21687;p61"/>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8" name="Google Shape;21688;p61"/>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9" name="Google Shape;21689;p61"/>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0" name="Google Shape;21690;p61"/>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91" name="Google Shape;21691;p61"/>
          <p:cNvGrpSpPr/>
          <p:nvPr/>
        </p:nvGrpSpPr>
        <p:grpSpPr>
          <a:xfrm>
            <a:off x="6695495" y="3192219"/>
            <a:ext cx="263081" cy="354754"/>
            <a:chOff x="6711770" y="3345794"/>
            <a:chExt cx="263081" cy="354754"/>
          </a:xfrm>
        </p:grpSpPr>
        <p:sp>
          <p:nvSpPr>
            <p:cNvPr id="21692" name="Google Shape;21692;p61"/>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3" name="Google Shape;21693;p61"/>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4" name="Google Shape;21694;p61"/>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5" name="Google Shape;21695;p61"/>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6" name="Google Shape;21696;p61"/>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7" name="Google Shape;21697;p61"/>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8" name="Google Shape;21698;p61"/>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9" name="Google Shape;21699;p61"/>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0" name="Google Shape;21700;p61"/>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1" name="Google Shape;21701;p61"/>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2" name="Google Shape;21702;p61"/>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3" name="Google Shape;21703;p61"/>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4" name="Google Shape;21704;p61"/>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5" name="Google Shape;21705;p61"/>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6" name="Google Shape;21706;p61"/>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7" name="Google Shape;21707;p61"/>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8" name="Google Shape;21708;p61"/>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09" name="Google Shape;21709;p61"/>
          <p:cNvGrpSpPr/>
          <p:nvPr/>
        </p:nvGrpSpPr>
        <p:grpSpPr>
          <a:xfrm>
            <a:off x="7147134" y="2726676"/>
            <a:ext cx="263316" cy="354414"/>
            <a:chOff x="7163409" y="2880251"/>
            <a:chExt cx="263316" cy="354414"/>
          </a:xfrm>
        </p:grpSpPr>
        <p:sp>
          <p:nvSpPr>
            <p:cNvPr id="21710" name="Google Shape;21710;p61"/>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1" name="Google Shape;21711;p61"/>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2" name="Google Shape;21712;p61"/>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3" name="Google Shape;21713;p61"/>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4" name="Google Shape;21714;p61"/>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5" name="Google Shape;21715;p61"/>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6" name="Google Shape;21716;p61"/>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7" name="Google Shape;21717;p61"/>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8" name="Google Shape;21718;p61"/>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9" name="Google Shape;21719;p61"/>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0" name="Google Shape;21720;p61"/>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1" name="Google Shape;21721;p61"/>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22" name="Google Shape;21722;p61"/>
          <p:cNvGrpSpPr/>
          <p:nvPr/>
        </p:nvGrpSpPr>
        <p:grpSpPr>
          <a:xfrm>
            <a:off x="6695757" y="2726597"/>
            <a:ext cx="263316" cy="354493"/>
            <a:chOff x="6712032" y="2880172"/>
            <a:chExt cx="263316" cy="354493"/>
          </a:xfrm>
        </p:grpSpPr>
        <p:sp>
          <p:nvSpPr>
            <p:cNvPr id="21723" name="Google Shape;21723;p61"/>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4" name="Google Shape;21724;p61"/>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5" name="Google Shape;21725;p61"/>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6" name="Google Shape;21726;p61"/>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7" name="Google Shape;21727;p61"/>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8" name="Google Shape;21728;p61"/>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9" name="Google Shape;21729;p61"/>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0" name="Google Shape;21730;p61"/>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1" name="Google Shape;21731;p61"/>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2" name="Google Shape;21732;p61"/>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3" name="Google Shape;21733;p61"/>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4" name="Google Shape;21734;p61"/>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5" name="Google Shape;21735;p61"/>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6" name="Google Shape;21736;p61"/>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7" name="Google Shape;21737;p61"/>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8" name="Google Shape;21738;p61"/>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9" name="Google Shape;21739;p61"/>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0" name="Google Shape;21740;p61"/>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1" name="Google Shape;21741;p61"/>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2" name="Google Shape;21742;p61"/>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3" name="Google Shape;21743;p61"/>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44" name="Google Shape;21744;p61"/>
          <p:cNvGrpSpPr/>
          <p:nvPr/>
        </p:nvGrpSpPr>
        <p:grpSpPr>
          <a:xfrm>
            <a:off x="6245349" y="3192219"/>
            <a:ext cx="263316" cy="354754"/>
            <a:chOff x="6261624" y="3345794"/>
            <a:chExt cx="263316" cy="354754"/>
          </a:xfrm>
        </p:grpSpPr>
        <p:sp>
          <p:nvSpPr>
            <p:cNvPr id="21745" name="Google Shape;21745;p61"/>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6" name="Google Shape;21746;p61"/>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7" name="Google Shape;21747;p61"/>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8" name="Google Shape;21748;p61"/>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9" name="Google Shape;21749;p61"/>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0" name="Google Shape;21750;p61"/>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1" name="Google Shape;21751;p61"/>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2" name="Google Shape;21752;p61"/>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3" name="Google Shape;21753;p61"/>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4" name="Google Shape;21754;p61"/>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5" name="Google Shape;21755;p61"/>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6" name="Google Shape;21756;p61"/>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7" name="Google Shape;21757;p61"/>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8" name="Google Shape;21758;p61"/>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9" name="Google Shape;21759;p61"/>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0" name="Google Shape;21760;p61"/>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1" name="Google Shape;21761;p61"/>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2" name="Google Shape;21762;p61"/>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3" name="Google Shape;21763;p61"/>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4" name="Google Shape;21764;p61"/>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5" name="Google Shape;21765;p61"/>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6" name="Google Shape;21766;p61"/>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7" name="Google Shape;21767;p61"/>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8" name="Google Shape;21768;p61"/>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9" name="Google Shape;21769;p61"/>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0" name="Google Shape;21770;p61"/>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1" name="Google Shape;21771;p61"/>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2" name="Google Shape;21772;p61"/>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73" name="Google Shape;21773;p61"/>
          <p:cNvSpPr/>
          <p:nvPr/>
        </p:nvSpPr>
        <p:spPr>
          <a:xfrm>
            <a:off x="5864147" y="3209475"/>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74" name="Google Shape;21774;p61"/>
          <p:cNvGrpSpPr/>
          <p:nvPr/>
        </p:nvGrpSpPr>
        <p:grpSpPr>
          <a:xfrm>
            <a:off x="5795464" y="3192219"/>
            <a:ext cx="263316" cy="354754"/>
            <a:chOff x="5811739" y="3345794"/>
            <a:chExt cx="263316" cy="354754"/>
          </a:xfrm>
        </p:grpSpPr>
        <p:sp>
          <p:nvSpPr>
            <p:cNvPr id="21775" name="Google Shape;21775;p61"/>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6" name="Google Shape;21776;p61"/>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7" name="Google Shape;21777;p61"/>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8" name="Google Shape;21778;p61"/>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9" name="Google Shape;21779;p61"/>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0" name="Google Shape;21780;p61"/>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1" name="Google Shape;21781;p61"/>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2" name="Google Shape;21782;p61"/>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3" name="Google Shape;21783;p61"/>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4" name="Google Shape;21784;p61"/>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5" name="Google Shape;21785;p61"/>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6" name="Google Shape;21786;p61"/>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7" name="Google Shape;21787;p61"/>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8" name="Google Shape;21788;p61"/>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9" name="Google Shape;21789;p61"/>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0" name="Google Shape;21790;p61"/>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1" name="Google Shape;21791;p61"/>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2" name="Google Shape;21792;p61"/>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3" name="Google Shape;21793;p61"/>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4" name="Google Shape;21794;p61"/>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5" name="Google Shape;21795;p61"/>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96" name="Google Shape;21796;p61"/>
          <p:cNvGrpSpPr/>
          <p:nvPr/>
        </p:nvGrpSpPr>
        <p:grpSpPr>
          <a:xfrm>
            <a:off x="5347543" y="3192219"/>
            <a:ext cx="259074" cy="354493"/>
            <a:chOff x="5363818" y="3345794"/>
            <a:chExt cx="259074" cy="354493"/>
          </a:xfrm>
        </p:grpSpPr>
        <p:sp>
          <p:nvSpPr>
            <p:cNvPr id="21797" name="Google Shape;21797;p61"/>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8" name="Google Shape;21798;p61"/>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9" name="Google Shape;21799;p61"/>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0" name="Google Shape;21800;p61"/>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1" name="Google Shape;21801;p61"/>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2" name="Google Shape;21802;p61"/>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3" name="Google Shape;21803;p61"/>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4" name="Google Shape;21804;p61"/>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5" name="Google Shape;21805;p61"/>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6" name="Google Shape;21806;p61"/>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7" name="Google Shape;21807;p61"/>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8" name="Google Shape;21808;p61"/>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9" name="Google Shape;21809;p61"/>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0" name="Google Shape;21810;p61"/>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1" name="Google Shape;21811;p61"/>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2" name="Google Shape;21812;p61"/>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3" name="Google Shape;21813;p61"/>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4" name="Google Shape;21814;p61"/>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5" name="Google Shape;21815;p61"/>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6" name="Google Shape;21816;p61"/>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7" name="Google Shape;21817;p61"/>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8" name="Google Shape;21818;p61"/>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9" name="Google Shape;21819;p61"/>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0" name="Google Shape;21820;p61"/>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1" name="Google Shape;21821;p61"/>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22" name="Google Shape;21822;p61"/>
          <p:cNvGrpSpPr/>
          <p:nvPr/>
        </p:nvGrpSpPr>
        <p:grpSpPr>
          <a:xfrm>
            <a:off x="4896664" y="3192088"/>
            <a:ext cx="261326" cy="354885"/>
            <a:chOff x="4912939" y="3345663"/>
            <a:chExt cx="261326" cy="354885"/>
          </a:xfrm>
        </p:grpSpPr>
        <p:sp>
          <p:nvSpPr>
            <p:cNvPr id="21823" name="Google Shape;21823;p61"/>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4" name="Google Shape;21824;p61"/>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5" name="Google Shape;21825;p61"/>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6" name="Google Shape;21826;p61"/>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7" name="Google Shape;21827;p61"/>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8" name="Google Shape;21828;p61"/>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9" name="Google Shape;21829;p61"/>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0" name="Google Shape;21830;p61"/>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1" name="Google Shape;21831;p61"/>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2" name="Google Shape;21832;p61"/>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3" name="Google Shape;21833;p61"/>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4" name="Google Shape;21834;p61"/>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5" name="Google Shape;21835;p61"/>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6" name="Google Shape;21836;p61"/>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7" name="Google Shape;21837;p61"/>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8" name="Google Shape;21838;p61"/>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9" name="Google Shape;21839;p61"/>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0" name="Google Shape;21840;p61"/>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1" name="Google Shape;21841;p61"/>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2" name="Google Shape;21842;p61"/>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3" name="Google Shape;21843;p61"/>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44" name="Google Shape;21844;p61"/>
          <p:cNvGrpSpPr/>
          <p:nvPr/>
        </p:nvGrpSpPr>
        <p:grpSpPr>
          <a:xfrm>
            <a:off x="5793448" y="2726336"/>
            <a:ext cx="263081" cy="355016"/>
            <a:chOff x="5809723" y="2879911"/>
            <a:chExt cx="263081" cy="355016"/>
          </a:xfrm>
        </p:grpSpPr>
        <p:sp>
          <p:nvSpPr>
            <p:cNvPr id="21845" name="Google Shape;21845;p61"/>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6" name="Google Shape;21846;p61"/>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7" name="Google Shape;21847;p61"/>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8" name="Google Shape;21848;p61"/>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9" name="Google Shape;21849;p61"/>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0" name="Google Shape;21850;p61"/>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1" name="Google Shape;21851;p61"/>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2" name="Google Shape;21852;p61"/>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3" name="Google Shape;21853;p61"/>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4" name="Google Shape;21854;p61"/>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5" name="Google Shape;21855;p61"/>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6" name="Google Shape;21856;p61"/>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7" name="Google Shape;21857;p61"/>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8" name="Google Shape;21858;p61"/>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9" name="Google Shape;21859;p61"/>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0" name="Google Shape;21860;p61"/>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1" name="Google Shape;21861;p61"/>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2" name="Google Shape;21862;p61"/>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3" name="Google Shape;21863;p61"/>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4" name="Google Shape;21864;p61"/>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5" name="Google Shape;21865;p61"/>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6" name="Google Shape;21866;p61"/>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67" name="Google Shape;21867;p61"/>
          <p:cNvGrpSpPr/>
          <p:nvPr/>
        </p:nvGrpSpPr>
        <p:grpSpPr>
          <a:xfrm>
            <a:off x="7599794" y="4114481"/>
            <a:ext cx="263316" cy="354754"/>
            <a:chOff x="7616069" y="4268056"/>
            <a:chExt cx="263316" cy="354754"/>
          </a:xfrm>
        </p:grpSpPr>
        <p:sp>
          <p:nvSpPr>
            <p:cNvPr id="21868" name="Google Shape;21868;p61"/>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9" name="Google Shape;21869;p61"/>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0" name="Google Shape;21870;p61"/>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1" name="Google Shape;21871;p61"/>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2" name="Google Shape;21872;p61"/>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3" name="Google Shape;21873;p61"/>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4" name="Google Shape;21874;p61"/>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5" name="Google Shape;21875;p61"/>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6" name="Google Shape;21876;p61"/>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7" name="Google Shape;21877;p61"/>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8" name="Google Shape;21878;p61"/>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9" name="Google Shape;21879;p61"/>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0" name="Google Shape;21880;p61"/>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1" name="Google Shape;21881;p61"/>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2" name="Google Shape;21882;p61"/>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3" name="Google Shape;21883;p61"/>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4" name="Google Shape;21884;p61"/>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5" name="Google Shape;21885;p61"/>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6" name="Google Shape;21886;p61"/>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7" name="Google Shape;21887;p61"/>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8" name="Google Shape;21888;p61"/>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89" name="Google Shape;21889;p61"/>
          <p:cNvGrpSpPr/>
          <p:nvPr/>
        </p:nvGrpSpPr>
        <p:grpSpPr>
          <a:xfrm>
            <a:off x="7148129" y="4114743"/>
            <a:ext cx="263316" cy="354493"/>
            <a:chOff x="7164404" y="4268318"/>
            <a:chExt cx="263316" cy="354493"/>
          </a:xfrm>
        </p:grpSpPr>
        <p:sp>
          <p:nvSpPr>
            <p:cNvPr id="21890" name="Google Shape;21890;p61"/>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1" name="Google Shape;21891;p61"/>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2" name="Google Shape;21892;p61"/>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3" name="Google Shape;21893;p61"/>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4" name="Google Shape;21894;p61"/>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5" name="Google Shape;21895;p61"/>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6" name="Google Shape;21896;p61"/>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7" name="Google Shape;21897;p61"/>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8" name="Google Shape;21898;p61"/>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9" name="Google Shape;21899;p61"/>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0" name="Google Shape;21900;p61"/>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1" name="Google Shape;21901;p61"/>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2" name="Google Shape;21902;p61"/>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3" name="Google Shape;21903;p61"/>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4" name="Google Shape;21904;p61"/>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5" name="Google Shape;21905;p61"/>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06" name="Google Shape;21906;p61"/>
          <p:cNvGrpSpPr/>
          <p:nvPr/>
        </p:nvGrpSpPr>
        <p:grpSpPr>
          <a:xfrm>
            <a:off x="5342071" y="2726336"/>
            <a:ext cx="263316" cy="354754"/>
            <a:chOff x="5358346" y="2879911"/>
            <a:chExt cx="263316" cy="354754"/>
          </a:xfrm>
        </p:grpSpPr>
        <p:sp>
          <p:nvSpPr>
            <p:cNvPr id="21907" name="Google Shape;21907;p61"/>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8" name="Google Shape;21908;p61"/>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9" name="Google Shape;21909;p61"/>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0" name="Google Shape;21910;p61"/>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1" name="Google Shape;21911;p61"/>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2" name="Google Shape;21912;p61"/>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3" name="Google Shape;21913;p61"/>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4" name="Google Shape;21914;p61"/>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5" name="Google Shape;21915;p61"/>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6" name="Google Shape;21916;p61"/>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7" name="Google Shape;21917;p61"/>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8" name="Google Shape;21918;p61"/>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9" name="Google Shape;21919;p61"/>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0" name="Google Shape;21920;p61"/>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1" name="Google Shape;21921;p61"/>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2" name="Google Shape;21922;p61"/>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3" name="Google Shape;21923;p61"/>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4" name="Google Shape;21924;p61"/>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5" name="Google Shape;21925;p61"/>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6" name="Google Shape;21926;p61"/>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7" name="Google Shape;21927;p61"/>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28" name="Google Shape;21928;p61"/>
          <p:cNvGrpSpPr/>
          <p:nvPr/>
        </p:nvGrpSpPr>
        <p:grpSpPr>
          <a:xfrm>
            <a:off x="8045175" y="3192167"/>
            <a:ext cx="263316" cy="354807"/>
            <a:chOff x="8061450" y="3345742"/>
            <a:chExt cx="263316" cy="354807"/>
          </a:xfrm>
        </p:grpSpPr>
        <p:sp>
          <p:nvSpPr>
            <p:cNvPr id="21929" name="Google Shape;21929;p61"/>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0" name="Google Shape;21930;p61"/>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1" name="Google Shape;21931;p61"/>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2" name="Google Shape;21932;p61"/>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3" name="Google Shape;21933;p61"/>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4" name="Google Shape;21934;p61"/>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5" name="Google Shape;21935;p61"/>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6" name="Google Shape;21936;p61"/>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7" name="Google Shape;21937;p61"/>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8" name="Google Shape;21938;p61"/>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9" name="Google Shape;21939;p61"/>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0" name="Google Shape;21940;p61"/>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1" name="Google Shape;21941;p61"/>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2" name="Google Shape;21942;p61"/>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3" name="Google Shape;21943;p61"/>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4" name="Google Shape;21944;p61"/>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45" name="Google Shape;21945;p61"/>
          <p:cNvGrpSpPr/>
          <p:nvPr/>
        </p:nvGrpSpPr>
        <p:grpSpPr>
          <a:xfrm>
            <a:off x="8049678" y="2726336"/>
            <a:ext cx="263081" cy="354754"/>
            <a:chOff x="8065953" y="2879911"/>
            <a:chExt cx="263081" cy="354754"/>
          </a:xfrm>
        </p:grpSpPr>
        <p:sp>
          <p:nvSpPr>
            <p:cNvPr id="21946" name="Google Shape;21946;p61"/>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7" name="Google Shape;21947;p61"/>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8" name="Google Shape;21948;p61"/>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9" name="Google Shape;21949;p61"/>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0" name="Google Shape;21950;p61"/>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1" name="Google Shape;21951;p61"/>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2" name="Google Shape;21952;p61"/>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3" name="Google Shape;21953;p61"/>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4" name="Google Shape;21954;p61"/>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5" name="Google Shape;21955;p61"/>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6" name="Google Shape;21956;p61"/>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7" name="Google Shape;21957;p61"/>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8" name="Google Shape;21958;p61"/>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9" name="Google Shape;21959;p61"/>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0" name="Google Shape;21960;p61"/>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1" name="Google Shape;21961;p61"/>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62" name="Google Shape;21962;p61"/>
          <p:cNvGrpSpPr/>
          <p:nvPr/>
        </p:nvGrpSpPr>
        <p:grpSpPr>
          <a:xfrm>
            <a:off x="8047924" y="4114743"/>
            <a:ext cx="270308" cy="354493"/>
            <a:chOff x="8064199" y="4268318"/>
            <a:chExt cx="270308" cy="354493"/>
          </a:xfrm>
        </p:grpSpPr>
        <p:sp>
          <p:nvSpPr>
            <p:cNvPr id="21963" name="Google Shape;21963;p61"/>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4" name="Google Shape;21964;p61"/>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5" name="Google Shape;21965;p61"/>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6" name="Google Shape;21966;p61"/>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7" name="Google Shape;21967;p61"/>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8" name="Google Shape;21968;p61"/>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9" name="Google Shape;21969;p61"/>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0" name="Google Shape;21970;p61"/>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1" name="Google Shape;21971;p61"/>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2" name="Google Shape;21972;p61"/>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3" name="Google Shape;21973;p61"/>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4" name="Google Shape;21974;p61"/>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5" name="Google Shape;21975;p61"/>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6" name="Google Shape;21976;p61"/>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7" name="Google Shape;21977;p61"/>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8" name="Google Shape;21978;p61"/>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9" name="Google Shape;21979;p61"/>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0" name="Google Shape;21980;p61"/>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81" name="Google Shape;21981;p61"/>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Help &amp; Support Icons</a:t>
            </a:r>
            <a:endParaRPr sz="2400">
              <a:solidFill>
                <a:schemeClr val="lt1"/>
              </a:solidFill>
            </a:endParaRPr>
          </a:p>
        </p:txBody>
      </p:sp>
      <p:sp>
        <p:nvSpPr>
          <p:cNvPr id="21982" name="Google Shape;21982;p61"/>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Avatar Icons</a:t>
            </a:r>
            <a:endParaRPr sz="2400">
              <a:solidFill>
                <a:schemeClr val="lt1"/>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1986" name="Shape 21986"/>
        <p:cNvGrpSpPr/>
        <p:nvPr/>
      </p:nvGrpSpPr>
      <p:grpSpPr>
        <a:xfrm>
          <a:off x="0" y="0"/>
          <a:ext cx="0" cy="0"/>
          <a:chOff x="0" y="0"/>
          <a:chExt cx="0" cy="0"/>
        </a:xfrm>
      </p:grpSpPr>
      <p:grpSp>
        <p:nvGrpSpPr>
          <p:cNvPr id="21987" name="Google Shape;21987;p62"/>
          <p:cNvGrpSpPr/>
          <p:nvPr/>
        </p:nvGrpSpPr>
        <p:grpSpPr>
          <a:xfrm>
            <a:off x="3507933" y="3164345"/>
            <a:ext cx="381482" cy="366926"/>
            <a:chOff x="3511608" y="3348218"/>
            <a:chExt cx="381482" cy="366926"/>
          </a:xfrm>
        </p:grpSpPr>
        <p:sp>
          <p:nvSpPr>
            <p:cNvPr id="21988" name="Google Shape;21988;p62"/>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9" name="Google Shape;21989;p62"/>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0" name="Google Shape;21990;p62"/>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1" name="Google Shape;21991;p62"/>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2" name="Google Shape;21992;p62"/>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3" name="Google Shape;21993;p62"/>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4" name="Google Shape;21994;p62"/>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5" name="Google Shape;21995;p62"/>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6" name="Google Shape;21996;p62"/>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7" name="Google Shape;21997;p62"/>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8" name="Google Shape;21998;p62"/>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9" name="Google Shape;21999;p62"/>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0" name="Google Shape;22000;p62"/>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1" name="Google Shape;22001;p62"/>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02" name="Google Shape;22002;p62"/>
          <p:cNvGrpSpPr/>
          <p:nvPr/>
        </p:nvGrpSpPr>
        <p:grpSpPr>
          <a:xfrm>
            <a:off x="1846141" y="3623467"/>
            <a:ext cx="163616" cy="366665"/>
            <a:chOff x="1849816" y="3807339"/>
            <a:chExt cx="163616" cy="366665"/>
          </a:xfrm>
        </p:grpSpPr>
        <p:sp>
          <p:nvSpPr>
            <p:cNvPr id="22003" name="Google Shape;22003;p62"/>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4" name="Google Shape;22004;p62"/>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5" name="Google Shape;22005;p62"/>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6" name="Google Shape;22006;p62"/>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7" name="Google Shape;22007;p62"/>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8" name="Google Shape;22008;p62"/>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9" name="Google Shape;22009;p62"/>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0" name="Google Shape;22010;p62"/>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1" name="Google Shape;22011;p62"/>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2" name="Google Shape;22012;p62"/>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3" name="Google Shape;22013;p62"/>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4" name="Google Shape;22014;p62"/>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5" name="Google Shape;22015;p62"/>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6" name="Google Shape;22016;p62"/>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17" name="Google Shape;22017;p62"/>
          <p:cNvGrpSpPr/>
          <p:nvPr/>
        </p:nvGrpSpPr>
        <p:grpSpPr>
          <a:xfrm>
            <a:off x="2271082" y="3623441"/>
            <a:ext cx="202292" cy="366430"/>
            <a:chOff x="2274757" y="3807313"/>
            <a:chExt cx="202292" cy="366430"/>
          </a:xfrm>
        </p:grpSpPr>
        <p:sp>
          <p:nvSpPr>
            <p:cNvPr id="22018" name="Google Shape;22018;p62"/>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9" name="Google Shape;22019;p62"/>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0" name="Google Shape;22020;p62"/>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1" name="Google Shape;22021;p62"/>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2" name="Google Shape;22022;p62"/>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3" name="Google Shape;22023;p62"/>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4" name="Google Shape;22024;p62"/>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5" name="Google Shape;22025;p62"/>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6" name="Google Shape;22026;p62"/>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7" name="Google Shape;22027;p62"/>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28" name="Google Shape;22028;p62"/>
          <p:cNvGrpSpPr/>
          <p:nvPr/>
        </p:nvGrpSpPr>
        <p:grpSpPr>
          <a:xfrm>
            <a:off x="3969041" y="3164345"/>
            <a:ext cx="366404" cy="366665"/>
            <a:chOff x="3972716" y="3348218"/>
            <a:chExt cx="366404" cy="366665"/>
          </a:xfrm>
        </p:grpSpPr>
        <p:sp>
          <p:nvSpPr>
            <p:cNvPr id="22029" name="Google Shape;22029;p62"/>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0" name="Google Shape;22030;p62"/>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1" name="Google Shape;22031;p62"/>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2" name="Google Shape;22032;p62"/>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3" name="Google Shape;22033;p62"/>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4" name="Google Shape;22034;p62"/>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5" name="Google Shape;22035;p62"/>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6" name="Google Shape;22036;p62"/>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7" name="Google Shape;22037;p62"/>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8" name="Google Shape;22038;p62"/>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9" name="Google Shape;22039;p62"/>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0" name="Google Shape;22040;p62"/>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41" name="Google Shape;22041;p62"/>
          <p:cNvGrpSpPr/>
          <p:nvPr/>
        </p:nvGrpSpPr>
        <p:grpSpPr>
          <a:xfrm>
            <a:off x="862853" y="3164476"/>
            <a:ext cx="317405" cy="366534"/>
            <a:chOff x="866528" y="3348348"/>
            <a:chExt cx="317405" cy="366534"/>
          </a:xfrm>
        </p:grpSpPr>
        <p:sp>
          <p:nvSpPr>
            <p:cNvPr id="22042" name="Google Shape;22042;p62"/>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3" name="Google Shape;22043;p62"/>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4" name="Google Shape;22044;p62"/>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5" name="Google Shape;22045;p62"/>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6" name="Google Shape;22046;p62"/>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7" name="Google Shape;22047;p62"/>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8" name="Google Shape;22048;p62"/>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9" name="Google Shape;22049;p62"/>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50" name="Google Shape;22050;p62"/>
          <p:cNvGrpSpPr/>
          <p:nvPr/>
        </p:nvGrpSpPr>
        <p:grpSpPr>
          <a:xfrm>
            <a:off x="1313143" y="3164423"/>
            <a:ext cx="310872" cy="366848"/>
            <a:chOff x="1316818" y="3348296"/>
            <a:chExt cx="310872" cy="366848"/>
          </a:xfrm>
        </p:grpSpPr>
        <p:sp>
          <p:nvSpPr>
            <p:cNvPr id="22051" name="Google Shape;22051;p62"/>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2" name="Google Shape;22052;p62"/>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3" name="Google Shape;22053;p62"/>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4" name="Google Shape;22054;p62"/>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5" name="Google Shape;22055;p62"/>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6" name="Google Shape;22056;p62"/>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7" name="Google Shape;22057;p62"/>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8" name="Google Shape;22058;p62"/>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9" name="Google Shape;22059;p62"/>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0" name="Google Shape;22060;p62"/>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1" name="Google Shape;22061;p62"/>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2" name="Google Shape;22062;p62"/>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3" name="Google Shape;22063;p62"/>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4" name="Google Shape;22064;p62"/>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5" name="Google Shape;22065;p62"/>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6" name="Google Shape;22066;p62"/>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7" name="Google Shape;22067;p62"/>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8" name="Google Shape;22068;p62"/>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9" name="Google Shape;22069;p62"/>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0" name="Google Shape;22070;p62"/>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1" name="Google Shape;22071;p62"/>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2" name="Google Shape;22072;p62"/>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3" name="Google Shape;22073;p62"/>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4" name="Google Shape;22074;p62"/>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75" name="Google Shape;22075;p62"/>
          <p:cNvGrpSpPr/>
          <p:nvPr/>
        </p:nvGrpSpPr>
        <p:grpSpPr>
          <a:xfrm>
            <a:off x="3101573" y="3164371"/>
            <a:ext cx="305620" cy="366430"/>
            <a:chOff x="3105248" y="3348244"/>
            <a:chExt cx="305620" cy="366430"/>
          </a:xfrm>
        </p:grpSpPr>
        <p:sp>
          <p:nvSpPr>
            <p:cNvPr id="22076" name="Google Shape;22076;p62"/>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7" name="Google Shape;22077;p62"/>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8" name="Google Shape;22078;p62"/>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9" name="Google Shape;22079;p62"/>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0" name="Google Shape;22080;p62"/>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1" name="Google Shape;22081;p62"/>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2" name="Google Shape;22082;p62"/>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83" name="Google Shape;22083;p62"/>
          <p:cNvGrpSpPr/>
          <p:nvPr/>
        </p:nvGrpSpPr>
        <p:grpSpPr>
          <a:xfrm>
            <a:off x="2658313" y="3164345"/>
            <a:ext cx="304078" cy="366665"/>
            <a:chOff x="2661988" y="3348218"/>
            <a:chExt cx="304078" cy="366665"/>
          </a:xfrm>
        </p:grpSpPr>
        <p:sp>
          <p:nvSpPr>
            <p:cNvPr id="22084" name="Google Shape;22084;p62"/>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5" name="Google Shape;22085;p62"/>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6" name="Google Shape;22086;p62"/>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7" name="Google Shape;22087;p62"/>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8" name="Google Shape;22088;p62"/>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9" name="Google Shape;22089;p62"/>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0" name="Google Shape;22090;p62"/>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1" name="Google Shape;22091;p62"/>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2" name="Google Shape;22092;p62"/>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3" name="Google Shape;22093;p62"/>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4" name="Google Shape;22094;p62"/>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5" name="Google Shape;22095;p62"/>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6" name="Google Shape;22096;p62"/>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7" name="Google Shape;22097;p62"/>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8" name="Google Shape;22098;p62"/>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9" name="Google Shape;22099;p62"/>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0" name="Google Shape;22100;p62"/>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1" name="Google Shape;22101;p62"/>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2" name="Google Shape;22102;p62"/>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03" name="Google Shape;22103;p62"/>
          <p:cNvGrpSpPr/>
          <p:nvPr/>
        </p:nvGrpSpPr>
        <p:grpSpPr>
          <a:xfrm>
            <a:off x="2209252" y="3165024"/>
            <a:ext cx="307606" cy="366482"/>
            <a:chOff x="2212927" y="3348897"/>
            <a:chExt cx="307606" cy="366482"/>
          </a:xfrm>
        </p:grpSpPr>
        <p:sp>
          <p:nvSpPr>
            <p:cNvPr id="22104" name="Google Shape;22104;p62"/>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5" name="Google Shape;22105;p62"/>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6" name="Google Shape;22106;p62"/>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7" name="Google Shape;22107;p62"/>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8" name="Google Shape;22108;p62"/>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9" name="Google Shape;22109;p62"/>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0" name="Google Shape;22110;p62"/>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1" name="Google Shape;22111;p62"/>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2" name="Google Shape;22112;p62"/>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3" name="Google Shape;22113;p62"/>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14" name="Google Shape;22114;p62"/>
          <p:cNvGrpSpPr/>
          <p:nvPr/>
        </p:nvGrpSpPr>
        <p:grpSpPr>
          <a:xfrm>
            <a:off x="1760714" y="3164345"/>
            <a:ext cx="310114" cy="366665"/>
            <a:chOff x="1764389" y="3348218"/>
            <a:chExt cx="310114" cy="366665"/>
          </a:xfrm>
        </p:grpSpPr>
        <p:sp>
          <p:nvSpPr>
            <p:cNvPr id="22115" name="Google Shape;22115;p62"/>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6" name="Google Shape;22116;p62"/>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7" name="Google Shape;22117;p62"/>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8" name="Google Shape;22118;p62"/>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9" name="Google Shape;22119;p62"/>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0" name="Google Shape;22120;p62"/>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1" name="Google Shape;22121;p62"/>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2" name="Google Shape;22122;p62"/>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3" name="Google Shape;22123;p62"/>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4" name="Google Shape;22124;p62"/>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5" name="Google Shape;22125;p62"/>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6" name="Google Shape;22126;p62"/>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7" name="Google Shape;22127;p62"/>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8" name="Google Shape;22128;p62"/>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9" name="Google Shape;22129;p62"/>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0" name="Google Shape;22130;p62"/>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1" name="Google Shape;22131;p62"/>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2" name="Google Shape;22132;p62"/>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3" name="Google Shape;22133;p62"/>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4" name="Google Shape;22134;p62"/>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35" name="Google Shape;22135;p62"/>
          <p:cNvGrpSpPr/>
          <p:nvPr/>
        </p:nvGrpSpPr>
        <p:grpSpPr>
          <a:xfrm>
            <a:off x="2773897" y="3623415"/>
            <a:ext cx="81716" cy="366717"/>
            <a:chOff x="2777572" y="3807287"/>
            <a:chExt cx="81716" cy="366717"/>
          </a:xfrm>
        </p:grpSpPr>
        <p:sp>
          <p:nvSpPr>
            <p:cNvPr id="22136" name="Google Shape;22136;p62"/>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7" name="Google Shape;22137;p62"/>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8" name="Google Shape;22138;p62"/>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9" name="Google Shape;22139;p62"/>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0" name="Google Shape;22140;p62"/>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1" name="Google Shape;22141;p62"/>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2" name="Google Shape;22142;p62"/>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3" name="Google Shape;22143;p62"/>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4" name="Google Shape;22144;p62"/>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5" name="Google Shape;22145;p62"/>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6" name="Google Shape;22146;p62"/>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47" name="Google Shape;22147;p62"/>
          <p:cNvGrpSpPr/>
          <p:nvPr/>
        </p:nvGrpSpPr>
        <p:grpSpPr>
          <a:xfrm>
            <a:off x="3930339" y="4145908"/>
            <a:ext cx="366665" cy="256334"/>
            <a:chOff x="3934014" y="4329780"/>
            <a:chExt cx="366665" cy="256334"/>
          </a:xfrm>
        </p:grpSpPr>
        <p:sp>
          <p:nvSpPr>
            <p:cNvPr id="22148" name="Google Shape;22148;p62"/>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9" name="Google Shape;22149;p62"/>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0" name="Google Shape;22150;p62"/>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1" name="Google Shape;22151;p62"/>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2" name="Google Shape;22152;p62"/>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3" name="Google Shape;22153;p62"/>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4" name="Google Shape;22154;p62"/>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5" name="Google Shape;22155;p62"/>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6" name="Google Shape;22156;p62"/>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7" name="Google Shape;22157;p62"/>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8" name="Google Shape;22158;p62"/>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9" name="Google Shape;22159;p62"/>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0" name="Google Shape;22160;p62"/>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61" name="Google Shape;22161;p62"/>
          <p:cNvGrpSpPr/>
          <p:nvPr/>
        </p:nvGrpSpPr>
        <p:grpSpPr>
          <a:xfrm>
            <a:off x="943995" y="3623467"/>
            <a:ext cx="194295" cy="366404"/>
            <a:chOff x="947670" y="3807339"/>
            <a:chExt cx="194295" cy="366404"/>
          </a:xfrm>
        </p:grpSpPr>
        <p:sp>
          <p:nvSpPr>
            <p:cNvPr id="22162" name="Google Shape;22162;p62"/>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3" name="Google Shape;22163;p62"/>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4" name="Google Shape;22164;p62"/>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5" name="Google Shape;22165;p62"/>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6" name="Google Shape;22166;p62"/>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7" name="Google Shape;22167;p62"/>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8" name="Google Shape;22168;p62"/>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9" name="Google Shape;22169;p62"/>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0" name="Google Shape;22170;p62"/>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1" name="Google Shape;22171;p62"/>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72" name="Google Shape;22172;p62"/>
          <p:cNvGrpSpPr/>
          <p:nvPr/>
        </p:nvGrpSpPr>
        <p:grpSpPr>
          <a:xfrm>
            <a:off x="3416704" y="4102685"/>
            <a:ext cx="368939" cy="342283"/>
            <a:chOff x="3420379" y="4286557"/>
            <a:chExt cx="368939" cy="342283"/>
          </a:xfrm>
        </p:grpSpPr>
        <p:sp>
          <p:nvSpPr>
            <p:cNvPr id="22173" name="Google Shape;22173;p62"/>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4" name="Google Shape;22174;p62"/>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5" name="Google Shape;22175;p62"/>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6" name="Google Shape;22176;p62"/>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7" name="Google Shape;22177;p62"/>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8" name="Google Shape;22178;p62"/>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9" name="Google Shape;22179;p62"/>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0" name="Google Shape;22180;p62"/>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1" name="Google Shape;22181;p62"/>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2" name="Google Shape;22182;p62"/>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3" name="Google Shape;22183;p62"/>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4" name="Google Shape;22184;p62"/>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5" name="Google Shape;22185;p62"/>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6" name="Google Shape;22186;p62"/>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7" name="Google Shape;22187;p62"/>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8" name="Google Shape;22188;p62"/>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89" name="Google Shape;22189;p62"/>
          <p:cNvGrpSpPr/>
          <p:nvPr/>
        </p:nvGrpSpPr>
        <p:grpSpPr>
          <a:xfrm>
            <a:off x="3961515" y="3658380"/>
            <a:ext cx="369801" cy="296813"/>
            <a:chOff x="3965190" y="3842252"/>
            <a:chExt cx="369801" cy="296813"/>
          </a:xfrm>
        </p:grpSpPr>
        <p:sp>
          <p:nvSpPr>
            <p:cNvPr id="22190" name="Google Shape;22190;p62"/>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1" name="Google Shape;22191;p62"/>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2" name="Google Shape;22192;p62"/>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3" name="Google Shape;22193;p62"/>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4" name="Google Shape;22194;p62"/>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5" name="Google Shape;22195;p62"/>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6" name="Google Shape;22196;p62"/>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7" name="Google Shape;22197;p62"/>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8" name="Google Shape;22198;p62"/>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9" name="Google Shape;22199;p62"/>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0" name="Google Shape;22200;p62"/>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1" name="Google Shape;22201;p62"/>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2" name="Google Shape;22202;p62"/>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3" name="Google Shape;22203;p62"/>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4" name="Google Shape;22204;p62"/>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5" name="Google Shape;22205;p62"/>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6" name="Google Shape;22206;p62"/>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7" name="Google Shape;22207;p62"/>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8" name="Google Shape;22208;p62"/>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9" name="Google Shape;22209;p62"/>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0" name="Google Shape;22210;p62"/>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11" name="Google Shape;22211;p62"/>
          <p:cNvGrpSpPr/>
          <p:nvPr/>
        </p:nvGrpSpPr>
        <p:grpSpPr>
          <a:xfrm>
            <a:off x="3502915" y="3649939"/>
            <a:ext cx="396796" cy="313407"/>
            <a:chOff x="3506590" y="3833812"/>
            <a:chExt cx="396796" cy="313407"/>
          </a:xfrm>
        </p:grpSpPr>
        <p:sp>
          <p:nvSpPr>
            <p:cNvPr id="22212" name="Google Shape;22212;p62"/>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3" name="Google Shape;22213;p62"/>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4" name="Google Shape;22214;p62"/>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15" name="Google Shape;22215;p62"/>
          <p:cNvGrpSpPr/>
          <p:nvPr/>
        </p:nvGrpSpPr>
        <p:grpSpPr>
          <a:xfrm>
            <a:off x="2765613" y="1781491"/>
            <a:ext cx="104556" cy="366665"/>
            <a:chOff x="2769288" y="1965364"/>
            <a:chExt cx="104556" cy="366665"/>
          </a:xfrm>
        </p:grpSpPr>
        <p:sp>
          <p:nvSpPr>
            <p:cNvPr id="22216" name="Google Shape;22216;p62"/>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7" name="Google Shape;22217;p62"/>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8" name="Google Shape;22218;p62"/>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9" name="Google Shape;22219;p62"/>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0" name="Google Shape;22220;p62"/>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1" name="Google Shape;22221;p62"/>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2" name="Google Shape;22222;p62"/>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3" name="Google Shape;22223;p62"/>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4" name="Google Shape;22224;p62"/>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5" name="Google Shape;22225;p62"/>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6" name="Google Shape;22226;p62"/>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7" name="Google Shape;22227;p62"/>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28" name="Google Shape;22228;p62"/>
          <p:cNvGrpSpPr/>
          <p:nvPr/>
        </p:nvGrpSpPr>
        <p:grpSpPr>
          <a:xfrm>
            <a:off x="3963004" y="1826988"/>
            <a:ext cx="367162" cy="275698"/>
            <a:chOff x="3966679" y="2010861"/>
            <a:chExt cx="367162" cy="275698"/>
          </a:xfrm>
        </p:grpSpPr>
        <p:sp>
          <p:nvSpPr>
            <p:cNvPr id="22229" name="Google Shape;22229;p62"/>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0" name="Google Shape;22230;p62"/>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1" name="Google Shape;22231;p62"/>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2" name="Google Shape;22232;p62"/>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33" name="Google Shape;22233;p62"/>
          <p:cNvGrpSpPr/>
          <p:nvPr/>
        </p:nvGrpSpPr>
        <p:grpSpPr>
          <a:xfrm>
            <a:off x="1748902" y="1841622"/>
            <a:ext cx="366404" cy="246220"/>
            <a:chOff x="1752577" y="2025495"/>
            <a:chExt cx="366404" cy="246220"/>
          </a:xfrm>
        </p:grpSpPr>
        <p:sp>
          <p:nvSpPr>
            <p:cNvPr id="22234" name="Google Shape;22234;p62"/>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5" name="Google Shape;22235;p62"/>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6" name="Google Shape;22236;p62"/>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7" name="Google Shape;22237;p62"/>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8" name="Google Shape;22238;p62"/>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9" name="Google Shape;22239;p62"/>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0" name="Google Shape;22240;p62"/>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1" name="Google Shape;22241;p62"/>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2" name="Google Shape;22242;p62"/>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3" name="Google Shape;22243;p62"/>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4" name="Google Shape;22244;p62"/>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5" name="Google Shape;22245;p62"/>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6" name="Google Shape;22246;p62"/>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7" name="Google Shape;22247;p62"/>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8" name="Google Shape;22248;p62"/>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9" name="Google Shape;22249;p62"/>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50" name="Google Shape;22250;p62"/>
          <p:cNvGrpSpPr/>
          <p:nvPr/>
        </p:nvGrpSpPr>
        <p:grpSpPr>
          <a:xfrm>
            <a:off x="1305878" y="1885708"/>
            <a:ext cx="366404" cy="158363"/>
            <a:chOff x="1309553" y="2069580"/>
            <a:chExt cx="366404" cy="158363"/>
          </a:xfrm>
        </p:grpSpPr>
        <p:sp>
          <p:nvSpPr>
            <p:cNvPr id="22251" name="Google Shape;22251;p62"/>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2" name="Google Shape;22252;p62"/>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3" name="Google Shape;22253;p62"/>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4" name="Google Shape;22254;p62"/>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5" name="Google Shape;22255;p62"/>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6" name="Google Shape;22256;p62"/>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7" name="Google Shape;22257;p62"/>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8" name="Google Shape;22258;p62"/>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9" name="Google Shape;22259;p62"/>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0" name="Google Shape;22260;p62"/>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1" name="Google Shape;22261;p62"/>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2" name="Google Shape;22262;p62"/>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3" name="Google Shape;22263;p62"/>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4" name="Google Shape;22264;p62"/>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5" name="Google Shape;22265;p62"/>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6" name="Google Shape;22266;p62"/>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7" name="Google Shape;22267;p62"/>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8" name="Google Shape;22268;p62"/>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9" name="Google Shape;22269;p62"/>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0" name="Google Shape;22270;p62"/>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1" name="Google Shape;22271;p62"/>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2" name="Google Shape;22272;p62"/>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3" name="Google Shape;22273;p62"/>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4" name="Google Shape;22274;p62"/>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5" name="Google Shape;22275;p62"/>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6" name="Google Shape;22276;p62"/>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77" name="Google Shape;22277;p62"/>
          <p:cNvGrpSpPr/>
          <p:nvPr/>
        </p:nvGrpSpPr>
        <p:grpSpPr>
          <a:xfrm>
            <a:off x="862853" y="1904889"/>
            <a:ext cx="366639" cy="119635"/>
            <a:chOff x="866528" y="2088762"/>
            <a:chExt cx="366639" cy="119635"/>
          </a:xfrm>
        </p:grpSpPr>
        <p:sp>
          <p:nvSpPr>
            <p:cNvPr id="22278" name="Google Shape;22278;p62"/>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9" name="Google Shape;22279;p62"/>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0" name="Google Shape;22280;p62"/>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1" name="Google Shape;22281;p62"/>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2" name="Google Shape;22282;p62"/>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3" name="Google Shape;22283;p62"/>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4" name="Google Shape;22284;p62"/>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5" name="Google Shape;22285;p62"/>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6" name="Google Shape;22286;p62"/>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7" name="Google Shape;22287;p62"/>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8" name="Google Shape;22288;p62"/>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9" name="Google Shape;22289;p62"/>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0" name="Google Shape;22290;p62"/>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1" name="Google Shape;22291;p62"/>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92" name="Google Shape;22292;p62"/>
          <p:cNvGrpSpPr/>
          <p:nvPr/>
        </p:nvGrpSpPr>
        <p:grpSpPr>
          <a:xfrm>
            <a:off x="2325594" y="1781439"/>
            <a:ext cx="98807" cy="366273"/>
            <a:chOff x="2329269" y="1965312"/>
            <a:chExt cx="98807" cy="366273"/>
          </a:xfrm>
        </p:grpSpPr>
        <p:sp>
          <p:nvSpPr>
            <p:cNvPr id="22293" name="Google Shape;22293;p62"/>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4" name="Google Shape;22294;p62"/>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5" name="Google Shape;22295;p62"/>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96" name="Google Shape;22296;p62"/>
          <p:cNvGrpSpPr/>
          <p:nvPr/>
        </p:nvGrpSpPr>
        <p:grpSpPr>
          <a:xfrm>
            <a:off x="3204378" y="1781099"/>
            <a:ext cx="112344" cy="366926"/>
            <a:chOff x="3208053" y="1964972"/>
            <a:chExt cx="112344" cy="366926"/>
          </a:xfrm>
        </p:grpSpPr>
        <p:sp>
          <p:nvSpPr>
            <p:cNvPr id="22297" name="Google Shape;22297;p62"/>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8" name="Google Shape;22298;p62"/>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9" name="Google Shape;22299;p62"/>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0" name="Google Shape;22300;p62"/>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1" name="Google Shape;22301;p62"/>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2" name="Google Shape;22302;p62"/>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03" name="Google Shape;22303;p62"/>
          <p:cNvGrpSpPr/>
          <p:nvPr/>
        </p:nvGrpSpPr>
        <p:grpSpPr>
          <a:xfrm>
            <a:off x="3221704" y="3623467"/>
            <a:ext cx="72413" cy="366404"/>
            <a:chOff x="3225379" y="3807339"/>
            <a:chExt cx="72413" cy="366404"/>
          </a:xfrm>
        </p:grpSpPr>
        <p:sp>
          <p:nvSpPr>
            <p:cNvPr id="22304" name="Google Shape;22304;p62"/>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5" name="Google Shape;22305;p62"/>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6" name="Google Shape;22306;p62"/>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7" name="Google Shape;22307;p62"/>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8" name="Google Shape;22308;p62"/>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9" name="Google Shape;22309;p62"/>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0" name="Google Shape;22310;p62"/>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1" name="Google Shape;22311;p62"/>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12" name="Google Shape;22312;p62"/>
          <p:cNvGrpSpPr/>
          <p:nvPr/>
        </p:nvGrpSpPr>
        <p:grpSpPr>
          <a:xfrm>
            <a:off x="3520241" y="1827223"/>
            <a:ext cx="366665" cy="275201"/>
            <a:chOff x="3523916" y="2011096"/>
            <a:chExt cx="366665" cy="275201"/>
          </a:xfrm>
        </p:grpSpPr>
        <p:sp>
          <p:nvSpPr>
            <p:cNvPr id="22313" name="Google Shape;22313;p62"/>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4" name="Google Shape;22314;p62"/>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5" name="Google Shape;22315;p62"/>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6" name="Google Shape;22316;p62"/>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7" name="Google Shape;22317;p62"/>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8" name="Google Shape;22318;p62"/>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9" name="Google Shape;22319;p62"/>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0" name="Google Shape;22320;p62"/>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1" name="Google Shape;22321;p62"/>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2" name="Google Shape;22322;p62"/>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3" name="Google Shape;22323;p62"/>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4" name="Google Shape;22324;p62"/>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5" name="Google Shape;22325;p62"/>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6" name="Google Shape;22326;p62"/>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7" name="Google Shape;22327;p62"/>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8" name="Google Shape;22328;p62"/>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9" name="Google Shape;22329;p62"/>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0" name="Google Shape;22330;p62"/>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1" name="Google Shape;22331;p62"/>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2" name="Google Shape;22332;p62"/>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33" name="Google Shape;22333;p62"/>
          <p:cNvGrpSpPr/>
          <p:nvPr/>
        </p:nvGrpSpPr>
        <p:grpSpPr>
          <a:xfrm>
            <a:off x="1739102" y="1316124"/>
            <a:ext cx="393791" cy="366744"/>
            <a:chOff x="1742777" y="1499997"/>
            <a:chExt cx="393791" cy="366744"/>
          </a:xfrm>
        </p:grpSpPr>
        <p:sp>
          <p:nvSpPr>
            <p:cNvPr id="22334" name="Google Shape;22334;p62"/>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5" name="Google Shape;22335;p62"/>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6" name="Google Shape;22336;p62"/>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7" name="Google Shape;22337;p62"/>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8" name="Google Shape;22338;p62"/>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9" name="Google Shape;22339;p62"/>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0" name="Google Shape;22340;p62"/>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1" name="Google Shape;22341;p62"/>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2" name="Google Shape;22342;p62"/>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3" name="Google Shape;22343;p62"/>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4" name="Google Shape;22344;p62"/>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5" name="Google Shape;22345;p62"/>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6" name="Google Shape;22346;p62"/>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7" name="Google Shape;22347;p62"/>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48" name="Google Shape;22348;p62"/>
          <p:cNvGrpSpPr/>
          <p:nvPr/>
        </p:nvGrpSpPr>
        <p:grpSpPr>
          <a:xfrm>
            <a:off x="4010774" y="1316124"/>
            <a:ext cx="319914" cy="366639"/>
            <a:chOff x="4014449" y="1499997"/>
            <a:chExt cx="319914" cy="366639"/>
          </a:xfrm>
        </p:grpSpPr>
        <p:sp>
          <p:nvSpPr>
            <p:cNvPr id="22349" name="Google Shape;22349;p62"/>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0" name="Google Shape;22350;p62"/>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1" name="Google Shape;22351;p62"/>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2" name="Google Shape;22352;p62"/>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3" name="Google Shape;22353;p62"/>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54" name="Google Shape;22354;p62"/>
          <p:cNvGrpSpPr/>
          <p:nvPr/>
        </p:nvGrpSpPr>
        <p:grpSpPr>
          <a:xfrm>
            <a:off x="862592" y="1407588"/>
            <a:ext cx="367397" cy="183711"/>
            <a:chOff x="866267" y="1591460"/>
            <a:chExt cx="367397" cy="183711"/>
          </a:xfrm>
        </p:grpSpPr>
        <p:sp>
          <p:nvSpPr>
            <p:cNvPr id="22355" name="Google Shape;22355;p62"/>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6" name="Google Shape;22356;p62"/>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7" name="Google Shape;22357;p62"/>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8" name="Google Shape;22358;p62"/>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9" name="Google Shape;22359;p62"/>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0" name="Google Shape;22360;p62"/>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1" name="Google Shape;22361;p62"/>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2" name="Google Shape;22362;p62"/>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3" name="Google Shape;22363;p62"/>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4" name="Google Shape;22364;p62"/>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5" name="Google Shape;22365;p62"/>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6" name="Google Shape;22366;p62"/>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7" name="Google Shape;22367;p62"/>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8" name="Google Shape;22368;p62"/>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9" name="Google Shape;22369;p62"/>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0" name="Google Shape;22370;p62"/>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1" name="Google Shape;22371;p62"/>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2" name="Google Shape;22372;p62"/>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73" name="Google Shape;22373;p62"/>
          <p:cNvGrpSpPr/>
          <p:nvPr/>
        </p:nvGrpSpPr>
        <p:grpSpPr>
          <a:xfrm>
            <a:off x="3114168" y="1316019"/>
            <a:ext cx="327440" cy="366744"/>
            <a:chOff x="3117843" y="1499892"/>
            <a:chExt cx="327440" cy="366744"/>
          </a:xfrm>
        </p:grpSpPr>
        <p:sp>
          <p:nvSpPr>
            <p:cNvPr id="22374" name="Google Shape;22374;p62"/>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5" name="Google Shape;22375;p62"/>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6" name="Google Shape;22376;p62"/>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7" name="Google Shape;22377;p62"/>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8" name="Google Shape;22378;p62"/>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9" name="Google Shape;22379;p62"/>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0" name="Google Shape;22380;p62"/>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81" name="Google Shape;22381;p62"/>
          <p:cNvGrpSpPr/>
          <p:nvPr/>
        </p:nvGrpSpPr>
        <p:grpSpPr>
          <a:xfrm>
            <a:off x="2663330" y="1316124"/>
            <a:ext cx="336770" cy="366639"/>
            <a:chOff x="2667005" y="1499997"/>
            <a:chExt cx="336770" cy="366639"/>
          </a:xfrm>
        </p:grpSpPr>
        <p:sp>
          <p:nvSpPr>
            <p:cNvPr id="22382" name="Google Shape;22382;p62"/>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3" name="Google Shape;22383;p62"/>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4" name="Google Shape;22384;p62"/>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5" name="Google Shape;22385;p62"/>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6" name="Google Shape;22386;p62"/>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7" name="Google Shape;22387;p62"/>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8" name="Google Shape;22388;p62"/>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9" name="Google Shape;22389;p62"/>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0" name="Google Shape;22390;p62"/>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1" name="Google Shape;22391;p62"/>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2" name="Google Shape;22392;p62"/>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3" name="Google Shape;22393;p62"/>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4" name="Google Shape;22394;p62"/>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5" name="Google Shape;22395;p62"/>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6" name="Google Shape;22396;p62"/>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7" name="Google Shape;22397;p62"/>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8" name="Google Shape;22398;p62"/>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9" name="Google Shape;22399;p62"/>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0" name="Google Shape;22400;p62"/>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01" name="Google Shape;22401;p62"/>
          <p:cNvGrpSpPr/>
          <p:nvPr/>
        </p:nvGrpSpPr>
        <p:grpSpPr>
          <a:xfrm>
            <a:off x="3561191" y="1316124"/>
            <a:ext cx="326473" cy="366639"/>
            <a:chOff x="3564866" y="1499997"/>
            <a:chExt cx="326473" cy="366639"/>
          </a:xfrm>
        </p:grpSpPr>
        <p:sp>
          <p:nvSpPr>
            <p:cNvPr id="22402" name="Google Shape;22402;p62"/>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3" name="Google Shape;22403;p62"/>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4" name="Google Shape;22404;p62"/>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5" name="Google Shape;22405;p62"/>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6" name="Google Shape;22406;p62"/>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7" name="Google Shape;22407;p62"/>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8" name="Google Shape;22408;p62"/>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9" name="Google Shape;22409;p62"/>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0" name="Google Shape;22410;p62"/>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11" name="Google Shape;22411;p62"/>
          <p:cNvGrpSpPr/>
          <p:nvPr/>
        </p:nvGrpSpPr>
        <p:grpSpPr>
          <a:xfrm>
            <a:off x="1310399" y="1316124"/>
            <a:ext cx="364392" cy="366639"/>
            <a:chOff x="1314074" y="1499997"/>
            <a:chExt cx="364392" cy="366639"/>
          </a:xfrm>
        </p:grpSpPr>
        <p:sp>
          <p:nvSpPr>
            <p:cNvPr id="22412" name="Google Shape;22412;p62"/>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3" name="Google Shape;22413;p62"/>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4" name="Google Shape;22414;p62"/>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5" name="Google Shape;22415;p62"/>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6" name="Google Shape;22416;p62"/>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7" name="Google Shape;22417;p62"/>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8" name="Google Shape;22418;p62"/>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9" name="Google Shape;22419;p62"/>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0" name="Google Shape;22420;p62"/>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1" name="Google Shape;22421;p62"/>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2" name="Google Shape;22422;p62"/>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3" name="Google Shape;22423;p62"/>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24" name="Google Shape;22424;p62"/>
          <p:cNvGrpSpPr/>
          <p:nvPr/>
        </p:nvGrpSpPr>
        <p:grpSpPr>
          <a:xfrm>
            <a:off x="2216804" y="1316124"/>
            <a:ext cx="337005" cy="366639"/>
            <a:chOff x="2220479" y="1499997"/>
            <a:chExt cx="337005" cy="366639"/>
          </a:xfrm>
        </p:grpSpPr>
        <p:sp>
          <p:nvSpPr>
            <p:cNvPr id="22425" name="Google Shape;22425;p62"/>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6" name="Google Shape;22426;p62"/>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7" name="Google Shape;22427;p62"/>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8" name="Google Shape;22428;p62"/>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9" name="Google Shape;22429;p62"/>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0" name="Google Shape;22430;p62"/>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1" name="Google Shape;22431;p62"/>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2" name="Google Shape;22432;p62"/>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3" name="Google Shape;22433;p62"/>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4" name="Google Shape;22434;p62"/>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5" name="Google Shape;22435;p62"/>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36" name="Google Shape;22436;p62"/>
          <p:cNvGrpSpPr/>
          <p:nvPr/>
        </p:nvGrpSpPr>
        <p:grpSpPr>
          <a:xfrm>
            <a:off x="4101480" y="2242103"/>
            <a:ext cx="87230" cy="366430"/>
            <a:chOff x="4105155" y="2425976"/>
            <a:chExt cx="87230" cy="366430"/>
          </a:xfrm>
        </p:grpSpPr>
        <p:sp>
          <p:nvSpPr>
            <p:cNvPr id="22437" name="Google Shape;22437;p62"/>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8" name="Google Shape;22438;p62"/>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9" name="Google Shape;22439;p62"/>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0" name="Google Shape;22440;p62"/>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1" name="Google Shape;22441;p62"/>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2" name="Google Shape;22442;p62"/>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43" name="Google Shape;22443;p62"/>
          <p:cNvGrpSpPr/>
          <p:nvPr/>
        </p:nvGrpSpPr>
        <p:grpSpPr>
          <a:xfrm>
            <a:off x="1804434" y="2242129"/>
            <a:ext cx="267884" cy="366639"/>
            <a:chOff x="1808109" y="2426002"/>
            <a:chExt cx="267884" cy="366639"/>
          </a:xfrm>
        </p:grpSpPr>
        <p:sp>
          <p:nvSpPr>
            <p:cNvPr id="22444" name="Google Shape;22444;p62"/>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5" name="Google Shape;22445;p62"/>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6" name="Google Shape;22446;p62"/>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7" name="Google Shape;22447;p62"/>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8" name="Google Shape;22448;p62"/>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9" name="Google Shape;22449;p62"/>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0" name="Google Shape;22450;p62"/>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1" name="Google Shape;22451;p62"/>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2" name="Google Shape;22452;p62"/>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3" name="Google Shape;22453;p62"/>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4" name="Google Shape;22454;p62"/>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5" name="Google Shape;22455;p62"/>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6" name="Google Shape;22456;p62"/>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7" name="Google Shape;22457;p62"/>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8" name="Google Shape;22458;p62"/>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9" name="Google Shape;22459;p62"/>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0" name="Google Shape;22460;p62"/>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1" name="Google Shape;22461;p62"/>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2" name="Google Shape;22462;p62"/>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3" name="Google Shape;22463;p62"/>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4" name="Google Shape;22464;p62"/>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65" name="Google Shape;22465;p62"/>
          <p:cNvGrpSpPr/>
          <p:nvPr/>
        </p:nvGrpSpPr>
        <p:grpSpPr>
          <a:xfrm>
            <a:off x="3599893" y="2242129"/>
            <a:ext cx="207597" cy="366639"/>
            <a:chOff x="3603568" y="2426002"/>
            <a:chExt cx="207597" cy="366639"/>
          </a:xfrm>
        </p:grpSpPr>
        <p:sp>
          <p:nvSpPr>
            <p:cNvPr id="22466" name="Google Shape;22466;p62"/>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7" name="Google Shape;22467;p62"/>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8" name="Google Shape;22468;p62"/>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9" name="Google Shape;22469;p62"/>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0" name="Google Shape;22470;p62"/>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1" name="Google Shape;22471;p62"/>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72" name="Google Shape;22472;p62"/>
          <p:cNvGrpSpPr/>
          <p:nvPr/>
        </p:nvGrpSpPr>
        <p:grpSpPr>
          <a:xfrm>
            <a:off x="2242440" y="2242129"/>
            <a:ext cx="274417" cy="366404"/>
            <a:chOff x="2246115" y="2426002"/>
            <a:chExt cx="274417" cy="366404"/>
          </a:xfrm>
        </p:grpSpPr>
        <p:sp>
          <p:nvSpPr>
            <p:cNvPr id="22473" name="Google Shape;22473;p62"/>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4" name="Google Shape;22474;p62"/>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5" name="Google Shape;22475;p62"/>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6" name="Google Shape;22476;p62"/>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7" name="Google Shape;22477;p62"/>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8" name="Google Shape;22478;p62"/>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9" name="Google Shape;22479;p62"/>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0" name="Google Shape;22480;p62"/>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81" name="Google Shape;22481;p62"/>
          <p:cNvGrpSpPr/>
          <p:nvPr/>
        </p:nvGrpSpPr>
        <p:grpSpPr>
          <a:xfrm>
            <a:off x="2692991" y="2242129"/>
            <a:ext cx="256099" cy="366639"/>
            <a:chOff x="2696666" y="2426002"/>
            <a:chExt cx="256099" cy="366639"/>
          </a:xfrm>
        </p:grpSpPr>
        <p:sp>
          <p:nvSpPr>
            <p:cNvPr id="22482" name="Google Shape;22482;p62"/>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3" name="Google Shape;22483;p62"/>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4" name="Google Shape;22484;p62"/>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5" name="Google Shape;22485;p62"/>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6" name="Google Shape;22486;p62"/>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7" name="Google Shape;22487;p62"/>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88" name="Google Shape;22488;p62"/>
          <p:cNvGrpSpPr/>
          <p:nvPr/>
        </p:nvGrpSpPr>
        <p:grpSpPr>
          <a:xfrm>
            <a:off x="3145397" y="2242129"/>
            <a:ext cx="225863" cy="366430"/>
            <a:chOff x="3149072" y="2426002"/>
            <a:chExt cx="225863" cy="366430"/>
          </a:xfrm>
        </p:grpSpPr>
        <p:sp>
          <p:nvSpPr>
            <p:cNvPr id="22489" name="Google Shape;22489;p62"/>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0" name="Google Shape;22490;p62"/>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1" name="Google Shape;22491;p62"/>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2" name="Google Shape;22492;p62"/>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3" name="Google Shape;22493;p62"/>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4" name="Google Shape;22494;p62"/>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5" name="Google Shape;22495;p62"/>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6" name="Google Shape;22496;p62"/>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7" name="Google Shape;22497;p62"/>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8" name="Google Shape;22498;p62"/>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9" name="Google Shape;22499;p62"/>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00" name="Google Shape;22500;p62"/>
          <p:cNvGrpSpPr/>
          <p:nvPr/>
        </p:nvGrpSpPr>
        <p:grpSpPr>
          <a:xfrm>
            <a:off x="1357881" y="2242051"/>
            <a:ext cx="283224" cy="366482"/>
            <a:chOff x="1361556" y="2425923"/>
            <a:chExt cx="283224" cy="366482"/>
          </a:xfrm>
        </p:grpSpPr>
        <p:sp>
          <p:nvSpPr>
            <p:cNvPr id="22501" name="Google Shape;22501;p62"/>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2" name="Google Shape;22502;p62"/>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3" name="Google Shape;22503;p62"/>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4" name="Google Shape;22504;p62"/>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5" name="Google Shape;22505;p62"/>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6" name="Google Shape;22506;p62"/>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7" name="Google Shape;22507;p62"/>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8" name="Google Shape;22508;p62"/>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9" name="Google Shape;22509;p62"/>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0" name="Google Shape;22510;p62"/>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1" name="Google Shape;22511;p62"/>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2" name="Google Shape;22512;p62"/>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3" name="Google Shape;22513;p62"/>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4" name="Google Shape;22514;p62"/>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5" name="Google Shape;22515;p62"/>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6" name="Google Shape;22516;p62"/>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7" name="Google Shape;22517;p62"/>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8" name="Google Shape;22518;p62"/>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9" name="Google Shape;22519;p62"/>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0" name="Google Shape;22520;p62"/>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21" name="Google Shape;22521;p62"/>
          <p:cNvGrpSpPr/>
          <p:nvPr/>
        </p:nvGrpSpPr>
        <p:grpSpPr>
          <a:xfrm>
            <a:off x="3970060" y="2707183"/>
            <a:ext cx="361883" cy="366979"/>
            <a:chOff x="3973735" y="2891056"/>
            <a:chExt cx="361883" cy="366979"/>
          </a:xfrm>
        </p:grpSpPr>
        <p:sp>
          <p:nvSpPr>
            <p:cNvPr id="22522" name="Google Shape;22522;p62"/>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3" name="Google Shape;22523;p62"/>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4" name="Google Shape;22524;p62"/>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5" name="Google Shape;22525;p62"/>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6" name="Google Shape;22526;p62"/>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7" name="Google Shape;22527;p62"/>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8" name="Google Shape;22528;p62"/>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9" name="Google Shape;22529;p62"/>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0" name="Google Shape;22530;p62"/>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1" name="Google Shape;22531;p62"/>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2" name="Google Shape;22532;p62"/>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3" name="Google Shape;22533;p62"/>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4" name="Google Shape;22534;p62"/>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5" name="Google Shape;22535;p62"/>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6" name="Google Shape;22536;p62"/>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7" name="Google Shape;22537;p62"/>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8" name="Google Shape;22538;p62"/>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39" name="Google Shape;22539;p62"/>
          <p:cNvGrpSpPr/>
          <p:nvPr/>
        </p:nvGrpSpPr>
        <p:grpSpPr>
          <a:xfrm>
            <a:off x="3524266" y="2732871"/>
            <a:ext cx="366665" cy="315654"/>
            <a:chOff x="3527941" y="2916744"/>
            <a:chExt cx="366665" cy="315654"/>
          </a:xfrm>
        </p:grpSpPr>
        <p:sp>
          <p:nvSpPr>
            <p:cNvPr id="22540" name="Google Shape;22540;p62"/>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1" name="Google Shape;22541;p62"/>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2" name="Google Shape;22542;p62"/>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3" name="Google Shape;22543;p62"/>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4" name="Google Shape;22544;p62"/>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5" name="Google Shape;22545;p62"/>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6" name="Google Shape;22546;p62"/>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7" name="Google Shape;22547;p62"/>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8" name="Google Shape;22548;p62"/>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9" name="Google Shape;22549;p62"/>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0" name="Google Shape;22550;p62"/>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1" name="Google Shape;22551;p62"/>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2" name="Google Shape;22552;p62"/>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3" name="Google Shape;22553;p62"/>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4" name="Google Shape;22554;p62"/>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5" name="Google Shape;22555;p62"/>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6" name="Google Shape;22556;p62"/>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7" name="Google Shape;22557;p62"/>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8" name="Google Shape;22558;p62"/>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9" name="Google Shape;22559;p62"/>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0" name="Google Shape;22560;p62"/>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1" name="Google Shape;22561;p62"/>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2" name="Google Shape;22562;p62"/>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3" name="Google Shape;22563;p62"/>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4" name="Google Shape;22564;p62"/>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5" name="Google Shape;22565;p62"/>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6" name="Google Shape;22566;p62"/>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7" name="Google Shape;22567;p62"/>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8" name="Google Shape;22568;p62"/>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9" name="Google Shape;22569;p62"/>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70" name="Google Shape;22570;p62"/>
          <p:cNvGrpSpPr/>
          <p:nvPr/>
        </p:nvGrpSpPr>
        <p:grpSpPr>
          <a:xfrm>
            <a:off x="2637198" y="2707758"/>
            <a:ext cx="366404" cy="366404"/>
            <a:chOff x="2640873" y="2891631"/>
            <a:chExt cx="366404" cy="366404"/>
          </a:xfrm>
        </p:grpSpPr>
        <p:sp>
          <p:nvSpPr>
            <p:cNvPr id="22571" name="Google Shape;22571;p62"/>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2" name="Google Shape;22572;p62"/>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3" name="Google Shape;22573;p62"/>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4" name="Google Shape;22574;p62"/>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5" name="Google Shape;22575;p62"/>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6" name="Google Shape;22576;p62"/>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7" name="Google Shape;22577;p62"/>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8" name="Google Shape;22578;p62"/>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9" name="Google Shape;22579;p62"/>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0" name="Google Shape;22580;p62"/>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1" name="Google Shape;22581;p62"/>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2" name="Google Shape;22582;p62"/>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3" name="Google Shape;22583;p62"/>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4" name="Google Shape;22584;p62"/>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85" name="Google Shape;22585;p62"/>
          <p:cNvGrpSpPr/>
          <p:nvPr/>
        </p:nvGrpSpPr>
        <p:grpSpPr>
          <a:xfrm>
            <a:off x="2193416" y="2754248"/>
            <a:ext cx="366665" cy="273189"/>
            <a:chOff x="2197091" y="2938120"/>
            <a:chExt cx="366665" cy="273189"/>
          </a:xfrm>
        </p:grpSpPr>
        <p:sp>
          <p:nvSpPr>
            <p:cNvPr id="22586" name="Google Shape;22586;p62"/>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7" name="Google Shape;22587;p62"/>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8" name="Google Shape;22588;p62"/>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9" name="Google Shape;22589;p62"/>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0" name="Google Shape;22590;p62"/>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1" name="Google Shape;22591;p62"/>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2" name="Google Shape;22592;p62"/>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3" name="Google Shape;22593;p62"/>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4" name="Google Shape;22594;p62"/>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5" name="Google Shape;22595;p62"/>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6" name="Google Shape;22596;p62"/>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7" name="Google Shape;22597;p62"/>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8" name="Google Shape;22598;p62"/>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9" name="Google Shape;22599;p62"/>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0" name="Google Shape;22600;p62"/>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1" name="Google Shape;22601;p62"/>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2" name="Google Shape;22602;p62"/>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3" name="Google Shape;22603;p62"/>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4" name="Google Shape;22604;p62"/>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5" name="Google Shape;22605;p62"/>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6" name="Google Shape;22606;p62"/>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7" name="Google Shape;22607;p62"/>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8" name="Google Shape;22608;p62"/>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9" name="Google Shape;22609;p62"/>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10" name="Google Shape;22610;p62"/>
          <p:cNvGrpSpPr/>
          <p:nvPr/>
        </p:nvGrpSpPr>
        <p:grpSpPr>
          <a:xfrm>
            <a:off x="1749895" y="2708254"/>
            <a:ext cx="366665" cy="365202"/>
            <a:chOff x="1753570" y="2892127"/>
            <a:chExt cx="366665" cy="365202"/>
          </a:xfrm>
        </p:grpSpPr>
        <p:sp>
          <p:nvSpPr>
            <p:cNvPr id="22611" name="Google Shape;22611;p62"/>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2" name="Google Shape;22612;p62"/>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3" name="Google Shape;22613;p62"/>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4" name="Google Shape;22614;p62"/>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5" name="Google Shape;22615;p62"/>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6" name="Google Shape;22616;p62"/>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7" name="Google Shape;22617;p62"/>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8" name="Google Shape;22618;p62"/>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9" name="Google Shape;22619;p62"/>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0" name="Google Shape;22620;p62"/>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1" name="Google Shape;22621;p62"/>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2" name="Google Shape;22622;p62"/>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3" name="Google Shape;22623;p62"/>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4" name="Google Shape;22624;p62"/>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5" name="Google Shape;22625;p62"/>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6" name="Google Shape;22626;p62"/>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7" name="Google Shape;22627;p62"/>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8" name="Google Shape;22628;p62"/>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29" name="Google Shape;22629;p62"/>
          <p:cNvGrpSpPr/>
          <p:nvPr/>
        </p:nvGrpSpPr>
        <p:grpSpPr>
          <a:xfrm>
            <a:off x="1300076" y="3623467"/>
            <a:ext cx="367684" cy="366561"/>
            <a:chOff x="1303751" y="3807339"/>
            <a:chExt cx="367684" cy="366561"/>
          </a:xfrm>
        </p:grpSpPr>
        <p:sp>
          <p:nvSpPr>
            <p:cNvPr id="22630" name="Google Shape;22630;p62"/>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1" name="Google Shape;22631;p62"/>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2" name="Google Shape;22632;p62"/>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3" name="Google Shape;22633;p62"/>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4" name="Google Shape;22634;p62"/>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5" name="Google Shape;22635;p62"/>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6" name="Google Shape;22636;p62"/>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7" name="Google Shape;22637;p62"/>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8" name="Google Shape;22638;p62"/>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9" name="Google Shape;22639;p62"/>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0" name="Google Shape;22640;p62"/>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1" name="Google Shape;22641;p62"/>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2" name="Google Shape;22642;p62"/>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3" name="Google Shape;22643;p62"/>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4" name="Google Shape;22644;p62"/>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5" name="Google Shape;22645;p62"/>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6" name="Google Shape;22646;p62"/>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7" name="Google Shape;22647;p62"/>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8" name="Google Shape;22648;p62"/>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9" name="Google Shape;22649;p62"/>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0" name="Google Shape;22650;p62"/>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1" name="Google Shape;22651;p62"/>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2" name="Google Shape;22652;p62"/>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3" name="Google Shape;22653;p62"/>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4" name="Google Shape;22654;p62"/>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5" name="Google Shape;22655;p62"/>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6" name="Google Shape;22656;p62"/>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7" name="Google Shape;22657;p62"/>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8" name="Google Shape;22658;p62"/>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9" name="Google Shape;22659;p62"/>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0" name="Google Shape;22660;p62"/>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1" name="Google Shape;22661;p62"/>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2" name="Google Shape;22662;p62"/>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3" name="Google Shape;22663;p62"/>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4" name="Google Shape;22664;p62"/>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5" name="Google Shape;22665;p62"/>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6" name="Google Shape;22666;p62"/>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7" name="Google Shape;22667;p62"/>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8" name="Google Shape;22668;p62"/>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9" name="Google Shape;22669;p62"/>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0" name="Google Shape;22670;p62"/>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671" name="Google Shape;22671;p62"/>
          <p:cNvSpPr/>
          <p:nvPr/>
        </p:nvSpPr>
        <p:spPr>
          <a:xfrm>
            <a:off x="1317690" y="2722078"/>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672" name="Google Shape;22672;p62"/>
          <p:cNvGrpSpPr/>
          <p:nvPr/>
        </p:nvGrpSpPr>
        <p:grpSpPr>
          <a:xfrm>
            <a:off x="1306374" y="2707549"/>
            <a:ext cx="384749" cy="366613"/>
            <a:chOff x="1310049" y="2891421"/>
            <a:chExt cx="384749" cy="366613"/>
          </a:xfrm>
        </p:grpSpPr>
        <p:sp>
          <p:nvSpPr>
            <p:cNvPr id="22673" name="Google Shape;22673;p62"/>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4" name="Google Shape;22674;p62"/>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5" name="Google Shape;22675;p62"/>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6" name="Google Shape;22676;p62"/>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7" name="Google Shape;22677;p62"/>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8" name="Google Shape;22678;p62"/>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9" name="Google Shape;22679;p62"/>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0" name="Google Shape;22680;p62"/>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1" name="Google Shape;22681;p62"/>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2" name="Google Shape;22682;p62"/>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3" name="Google Shape;22683;p62"/>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4" name="Google Shape;22684;p62"/>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5" name="Google Shape;22685;p62"/>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6" name="Google Shape;22686;p62"/>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87" name="Google Shape;22687;p62"/>
          <p:cNvGrpSpPr/>
          <p:nvPr/>
        </p:nvGrpSpPr>
        <p:grpSpPr>
          <a:xfrm>
            <a:off x="845998" y="2707470"/>
            <a:ext cx="383468" cy="366665"/>
            <a:chOff x="849673" y="2891343"/>
            <a:chExt cx="383468" cy="366665"/>
          </a:xfrm>
        </p:grpSpPr>
        <p:sp>
          <p:nvSpPr>
            <p:cNvPr id="22688" name="Google Shape;22688;p62"/>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9" name="Google Shape;22689;p62"/>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0" name="Google Shape;22690;p62"/>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1" name="Google Shape;22691;p62"/>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2" name="Google Shape;22692;p62"/>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3" name="Google Shape;22693;p62"/>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4" name="Google Shape;22694;p62"/>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5" name="Google Shape;22695;p62"/>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6" name="Google Shape;22696;p62"/>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7" name="Google Shape;22697;p62"/>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8" name="Google Shape;22698;p62"/>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9" name="Google Shape;22699;p62"/>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00" name="Google Shape;22700;p62"/>
          <p:cNvGrpSpPr/>
          <p:nvPr/>
        </p:nvGrpSpPr>
        <p:grpSpPr>
          <a:xfrm>
            <a:off x="916582" y="2242129"/>
            <a:ext cx="278024" cy="366508"/>
            <a:chOff x="920257" y="2426002"/>
            <a:chExt cx="278024" cy="366508"/>
          </a:xfrm>
        </p:grpSpPr>
        <p:sp>
          <p:nvSpPr>
            <p:cNvPr id="22701" name="Google Shape;22701;p62"/>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2" name="Google Shape;22702;p62"/>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3" name="Google Shape;22703;p62"/>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4" name="Google Shape;22704;p62"/>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5" name="Google Shape;22705;p62"/>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6" name="Google Shape;22706;p62"/>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7" name="Google Shape;22707;p62"/>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8" name="Google Shape;22708;p62"/>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9" name="Google Shape;22709;p62"/>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0" name="Google Shape;22710;p62"/>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1" name="Google Shape;22711;p62"/>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2" name="Google Shape;22712;p62"/>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3" name="Google Shape;22713;p62"/>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14" name="Google Shape;22714;p62"/>
          <p:cNvGrpSpPr/>
          <p:nvPr/>
        </p:nvGrpSpPr>
        <p:grpSpPr>
          <a:xfrm>
            <a:off x="862853" y="4090611"/>
            <a:ext cx="349810" cy="366665"/>
            <a:chOff x="866528" y="4274484"/>
            <a:chExt cx="349810" cy="366665"/>
          </a:xfrm>
        </p:grpSpPr>
        <p:sp>
          <p:nvSpPr>
            <p:cNvPr id="22715" name="Google Shape;22715;p62"/>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6" name="Google Shape;22716;p62"/>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7" name="Google Shape;22717;p62"/>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8" name="Google Shape;22718;p62"/>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9" name="Google Shape;22719;p62"/>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0" name="Google Shape;22720;p62"/>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1" name="Google Shape;22721;p62"/>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2" name="Google Shape;22722;p62"/>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3" name="Google Shape;22723;p62"/>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4" name="Google Shape;22724;p62"/>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5" name="Google Shape;22725;p62"/>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26" name="Google Shape;22726;p62"/>
          <p:cNvGrpSpPr/>
          <p:nvPr/>
        </p:nvGrpSpPr>
        <p:grpSpPr>
          <a:xfrm>
            <a:off x="1385033" y="4090611"/>
            <a:ext cx="330210" cy="366665"/>
            <a:chOff x="1388708" y="4274484"/>
            <a:chExt cx="330210" cy="366665"/>
          </a:xfrm>
        </p:grpSpPr>
        <p:sp>
          <p:nvSpPr>
            <p:cNvPr id="22727" name="Google Shape;22727;p62"/>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8" name="Google Shape;22728;p62"/>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9" name="Google Shape;22729;p62"/>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0" name="Google Shape;22730;p62"/>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1" name="Google Shape;22731;p62"/>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2" name="Google Shape;22732;p62"/>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3" name="Google Shape;22733;p62"/>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4" name="Google Shape;22734;p62"/>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5" name="Google Shape;22735;p62"/>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6" name="Google Shape;22736;p62"/>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7" name="Google Shape;22737;p62"/>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8" name="Google Shape;22738;p62"/>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9" name="Google Shape;22739;p62"/>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0" name="Google Shape;22740;p62"/>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1" name="Google Shape;22741;p62"/>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2" name="Google Shape;22742;p62"/>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3" name="Google Shape;22743;p62"/>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4" name="Google Shape;22744;p62"/>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5" name="Google Shape;22745;p62"/>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6" name="Google Shape;22746;p62"/>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47" name="Google Shape;22747;p62"/>
          <p:cNvGrpSpPr/>
          <p:nvPr/>
        </p:nvGrpSpPr>
        <p:grpSpPr>
          <a:xfrm>
            <a:off x="1871019" y="4109453"/>
            <a:ext cx="375446" cy="328982"/>
            <a:chOff x="1874694" y="4293326"/>
            <a:chExt cx="375446" cy="328982"/>
          </a:xfrm>
        </p:grpSpPr>
        <p:sp>
          <p:nvSpPr>
            <p:cNvPr id="22748" name="Google Shape;22748;p62"/>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9" name="Google Shape;22749;p62"/>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0" name="Google Shape;22750;p62"/>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1" name="Google Shape;22751;p62"/>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2" name="Google Shape;22752;p62"/>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3" name="Google Shape;22753;p62"/>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4" name="Google Shape;22754;p62"/>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5" name="Google Shape;22755;p62"/>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6" name="Google Shape;22756;p62"/>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7" name="Google Shape;22757;p62"/>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8" name="Google Shape;22758;p62"/>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9" name="Google Shape;22759;p62"/>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0" name="Google Shape;22760;p62"/>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1" name="Google Shape;22761;p62"/>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2" name="Google Shape;22762;p62"/>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3" name="Google Shape;22763;p62"/>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4" name="Google Shape;22764;p62"/>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5" name="Google Shape;22765;p62"/>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6" name="Google Shape;22766;p62"/>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7" name="Google Shape;22767;p62"/>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8" name="Google Shape;22768;p62"/>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9" name="Google Shape;22769;p62"/>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70" name="Google Shape;22770;p62"/>
          <p:cNvGrpSpPr/>
          <p:nvPr/>
        </p:nvGrpSpPr>
        <p:grpSpPr>
          <a:xfrm>
            <a:off x="2392441" y="4109218"/>
            <a:ext cx="366665" cy="329714"/>
            <a:chOff x="2396116" y="4293090"/>
            <a:chExt cx="366665" cy="329714"/>
          </a:xfrm>
        </p:grpSpPr>
        <p:sp>
          <p:nvSpPr>
            <p:cNvPr id="22771" name="Google Shape;22771;p62"/>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2" name="Google Shape;22772;p62"/>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3" name="Google Shape;22773;p62"/>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4" name="Google Shape;22774;p62"/>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5" name="Google Shape;22775;p62"/>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6" name="Google Shape;22776;p62"/>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7" name="Google Shape;22777;p62"/>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8" name="Google Shape;22778;p62"/>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9" name="Google Shape;22779;p62"/>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0" name="Google Shape;22780;p62"/>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1" name="Google Shape;22781;p62"/>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2" name="Google Shape;22782;p62"/>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3" name="Google Shape;22783;p62"/>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84" name="Google Shape;22784;p62"/>
          <p:cNvGrpSpPr/>
          <p:nvPr/>
        </p:nvGrpSpPr>
        <p:grpSpPr>
          <a:xfrm>
            <a:off x="2905082" y="4105951"/>
            <a:ext cx="367162" cy="336116"/>
            <a:chOff x="2908757" y="4289824"/>
            <a:chExt cx="367162" cy="336116"/>
          </a:xfrm>
        </p:grpSpPr>
        <p:sp>
          <p:nvSpPr>
            <p:cNvPr id="22785" name="Google Shape;22785;p62"/>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6" name="Google Shape;22786;p62"/>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7" name="Google Shape;22787;p62"/>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8" name="Google Shape;22788;p62"/>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9" name="Google Shape;22789;p62"/>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0" name="Google Shape;22790;p62"/>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1" name="Google Shape;22791;p62"/>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2" name="Google Shape;22792;p62"/>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3" name="Google Shape;22793;p62"/>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4" name="Google Shape;22794;p62"/>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5" name="Google Shape;22795;p62"/>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6" name="Google Shape;22796;p62"/>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7" name="Google Shape;22797;p62"/>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8" name="Google Shape;22798;p62"/>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9" name="Google Shape;22799;p62"/>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0" name="Google Shape;22800;p62"/>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1" name="Google Shape;22801;p62"/>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2" name="Google Shape;22802;p62"/>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3" name="Google Shape;22803;p62"/>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4" name="Google Shape;22804;p62"/>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5" name="Google Shape;22805;p62"/>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6" name="Google Shape;22806;p62"/>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7" name="Google Shape;22807;p62"/>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8" name="Google Shape;22808;p62"/>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9" name="Google Shape;22809;p62"/>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0" name="Google Shape;22810;p62"/>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1" name="Google Shape;22811;p62"/>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12" name="Google Shape;22812;p62"/>
          <p:cNvGrpSpPr/>
          <p:nvPr/>
        </p:nvGrpSpPr>
        <p:grpSpPr>
          <a:xfrm>
            <a:off x="3078733" y="2735667"/>
            <a:ext cx="368651" cy="310350"/>
            <a:chOff x="3082408" y="2919540"/>
            <a:chExt cx="368651" cy="310350"/>
          </a:xfrm>
        </p:grpSpPr>
        <p:sp>
          <p:nvSpPr>
            <p:cNvPr id="22813" name="Google Shape;22813;p62"/>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4" name="Google Shape;22814;p62"/>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5" name="Google Shape;22815;p62"/>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6" name="Google Shape;22816;p62"/>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7" name="Google Shape;22817;p62"/>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8" name="Google Shape;22818;p62"/>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9" name="Google Shape;22819;p62"/>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0" name="Google Shape;22820;p62"/>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1" name="Google Shape;22821;p62"/>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2" name="Google Shape;22822;p62"/>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3" name="Google Shape;22823;p62"/>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4" name="Google Shape;22824;p62"/>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25" name="Google Shape;22825;p62"/>
          <p:cNvGrpSpPr/>
          <p:nvPr/>
        </p:nvGrpSpPr>
        <p:grpSpPr>
          <a:xfrm>
            <a:off x="7067667" y="2240152"/>
            <a:ext cx="366169" cy="360498"/>
            <a:chOff x="7069130" y="2424800"/>
            <a:chExt cx="366169" cy="360498"/>
          </a:xfrm>
        </p:grpSpPr>
        <p:sp>
          <p:nvSpPr>
            <p:cNvPr id="22826" name="Google Shape;22826;p62"/>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7" name="Google Shape;22827;p62"/>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8" name="Google Shape;22828;p62"/>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9" name="Google Shape;22829;p62"/>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0" name="Google Shape;22830;p62"/>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1" name="Google Shape;22831;p62"/>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2" name="Google Shape;22832;p62"/>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3" name="Google Shape;22833;p62"/>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4" name="Google Shape;22834;p62"/>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5" name="Google Shape;22835;p62"/>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6" name="Google Shape;22836;p62"/>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7" name="Google Shape;22837;p62"/>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8" name="Google Shape;22838;p62"/>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9" name="Google Shape;22839;p62"/>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0" name="Google Shape;22840;p62"/>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1" name="Google Shape;22841;p62"/>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2" name="Google Shape;22842;p62"/>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3" name="Google Shape;22843;p62"/>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4" name="Google Shape;22844;p62"/>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5" name="Google Shape;22845;p62"/>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46" name="Google Shape;22846;p62"/>
          <p:cNvGrpSpPr/>
          <p:nvPr/>
        </p:nvGrpSpPr>
        <p:grpSpPr>
          <a:xfrm>
            <a:off x="4884192" y="2240073"/>
            <a:ext cx="281473" cy="360629"/>
            <a:chOff x="4885655" y="2424721"/>
            <a:chExt cx="281473" cy="360629"/>
          </a:xfrm>
        </p:grpSpPr>
        <p:sp>
          <p:nvSpPr>
            <p:cNvPr id="22847" name="Google Shape;22847;p62"/>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8" name="Google Shape;22848;p62"/>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9" name="Google Shape;22849;p62"/>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0" name="Google Shape;22850;p62"/>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1" name="Google Shape;22851;p62"/>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2" name="Google Shape;22852;p62"/>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3" name="Google Shape;22853;p62"/>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4" name="Google Shape;22854;p62"/>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5" name="Google Shape;22855;p62"/>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6" name="Google Shape;22856;p62"/>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7" name="Google Shape;22857;p62"/>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58" name="Google Shape;22858;p62"/>
          <p:cNvGrpSpPr/>
          <p:nvPr/>
        </p:nvGrpSpPr>
        <p:grpSpPr>
          <a:xfrm>
            <a:off x="6624146" y="2262129"/>
            <a:ext cx="364130" cy="316726"/>
            <a:chOff x="6625609" y="2446777"/>
            <a:chExt cx="364130" cy="316726"/>
          </a:xfrm>
        </p:grpSpPr>
        <p:sp>
          <p:nvSpPr>
            <p:cNvPr id="22859" name="Google Shape;22859;p62"/>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0" name="Google Shape;22860;p62"/>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1" name="Google Shape;22861;p62"/>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2" name="Google Shape;22862;p62"/>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3" name="Google Shape;22863;p62"/>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4" name="Google Shape;22864;p62"/>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5" name="Google Shape;22865;p62"/>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6" name="Google Shape;22866;p62"/>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7" name="Google Shape;22867;p62"/>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8" name="Google Shape;22868;p62"/>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9" name="Google Shape;22869;p62"/>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0" name="Google Shape;22870;p62"/>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71" name="Google Shape;22871;p62"/>
          <p:cNvGrpSpPr/>
          <p:nvPr/>
        </p:nvGrpSpPr>
        <p:grpSpPr>
          <a:xfrm>
            <a:off x="5756181" y="1827703"/>
            <a:ext cx="360628" cy="298825"/>
            <a:chOff x="5757644" y="2012350"/>
            <a:chExt cx="360628" cy="298825"/>
          </a:xfrm>
        </p:grpSpPr>
        <p:sp>
          <p:nvSpPr>
            <p:cNvPr id="22872" name="Google Shape;22872;p62"/>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3" name="Google Shape;22873;p62"/>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4" name="Google Shape;22874;p62"/>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5" name="Google Shape;22875;p62"/>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6" name="Google Shape;22876;p62"/>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7" name="Google Shape;22877;p62"/>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8" name="Google Shape;22878;p62"/>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9" name="Google Shape;22879;p62"/>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0" name="Google Shape;22880;p62"/>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1" name="Google Shape;22881;p62"/>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2" name="Google Shape;22882;p62"/>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3" name="Google Shape;22883;p62"/>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4" name="Google Shape;22884;p62"/>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5" name="Google Shape;22885;p62"/>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6" name="Google Shape;22886;p62"/>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7" name="Google Shape;22887;p62"/>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8" name="Google Shape;22888;p62"/>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9" name="Google Shape;22889;p62"/>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0" name="Google Shape;22890;p62"/>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1" name="Google Shape;22891;p62"/>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2" name="Google Shape;22892;p62"/>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3" name="Google Shape;22893;p62"/>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94" name="Google Shape;22894;p62"/>
          <p:cNvGrpSpPr/>
          <p:nvPr/>
        </p:nvGrpSpPr>
        <p:grpSpPr>
          <a:xfrm>
            <a:off x="5316162" y="1798826"/>
            <a:ext cx="360628" cy="356839"/>
            <a:chOff x="5317625" y="1983474"/>
            <a:chExt cx="360628" cy="356839"/>
          </a:xfrm>
        </p:grpSpPr>
        <p:sp>
          <p:nvSpPr>
            <p:cNvPr id="22895" name="Google Shape;22895;p62"/>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6" name="Google Shape;22896;p62"/>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7" name="Google Shape;22897;p62"/>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8" name="Google Shape;22898;p62"/>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9" name="Google Shape;22899;p62"/>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0" name="Google Shape;22900;p62"/>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1" name="Google Shape;22901;p62"/>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2" name="Google Shape;22902;p62"/>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3" name="Google Shape;22903;p62"/>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4" name="Google Shape;22904;p62"/>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5" name="Google Shape;22905;p62"/>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6" name="Google Shape;22906;p62"/>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7" name="Google Shape;22907;p62"/>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8" name="Google Shape;22908;p62"/>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9" name="Google Shape;22909;p62"/>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0" name="Google Shape;22910;p62"/>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1" name="Google Shape;22911;p62"/>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2" name="Google Shape;22912;p62"/>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3" name="Google Shape;22913;p62"/>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14" name="Google Shape;22914;p62"/>
          <p:cNvGrpSpPr/>
          <p:nvPr/>
        </p:nvGrpSpPr>
        <p:grpSpPr>
          <a:xfrm>
            <a:off x="6180364" y="2279037"/>
            <a:ext cx="360629" cy="282989"/>
            <a:chOff x="6181827" y="2463685"/>
            <a:chExt cx="360629" cy="282989"/>
          </a:xfrm>
        </p:grpSpPr>
        <p:sp>
          <p:nvSpPr>
            <p:cNvPr id="22915" name="Google Shape;22915;p62"/>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6" name="Google Shape;22916;p62"/>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7" name="Google Shape;22917;p62"/>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8" name="Google Shape;22918;p62"/>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9" name="Google Shape;22919;p62"/>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0" name="Google Shape;22920;p62"/>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1" name="Google Shape;22921;p62"/>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2" name="Google Shape;22922;p62"/>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3" name="Google Shape;22923;p62"/>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4" name="Google Shape;22924;p62"/>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5" name="Google Shape;22925;p62"/>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26" name="Google Shape;22926;p62"/>
          <p:cNvGrpSpPr/>
          <p:nvPr/>
        </p:nvGrpSpPr>
        <p:grpSpPr>
          <a:xfrm>
            <a:off x="5344830" y="3156044"/>
            <a:ext cx="291247" cy="360629"/>
            <a:chOff x="5346292" y="3340691"/>
            <a:chExt cx="291247" cy="360628"/>
          </a:xfrm>
        </p:grpSpPr>
        <p:sp>
          <p:nvSpPr>
            <p:cNvPr id="22927" name="Google Shape;22927;p62"/>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8" name="Google Shape;22928;p62"/>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9" name="Google Shape;22929;p62"/>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0" name="Google Shape;22930;p62"/>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1" name="Google Shape;22931;p62"/>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2" name="Google Shape;22932;p62"/>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3" name="Google Shape;22933;p62"/>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4" name="Google Shape;22934;p62"/>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5" name="Google Shape;22935;p62"/>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6" name="Google Shape;22936;p62"/>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7" name="Google Shape;22937;p62"/>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8" name="Google Shape;22938;p62"/>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9" name="Google Shape;22939;p62"/>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0" name="Google Shape;22940;p62"/>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1" name="Google Shape;22941;p62"/>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2" name="Google Shape;22942;p62"/>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3" name="Google Shape;22943;p62"/>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4" name="Google Shape;22944;p62"/>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5" name="Google Shape;22945;p62"/>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6" name="Google Shape;22946;p62"/>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7" name="Google Shape;22947;p62"/>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8" name="Google Shape;22948;p62"/>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9" name="Google Shape;22949;p62"/>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0" name="Google Shape;22950;p62"/>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1" name="Google Shape;22951;p62"/>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52" name="Google Shape;22952;p62"/>
          <p:cNvGrpSpPr/>
          <p:nvPr/>
        </p:nvGrpSpPr>
        <p:grpSpPr>
          <a:xfrm>
            <a:off x="7967801" y="1797049"/>
            <a:ext cx="337763" cy="360393"/>
            <a:chOff x="7969264" y="1981697"/>
            <a:chExt cx="337763" cy="360393"/>
          </a:xfrm>
        </p:grpSpPr>
        <p:sp>
          <p:nvSpPr>
            <p:cNvPr id="22953" name="Google Shape;22953;p62"/>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4" name="Google Shape;22954;p62"/>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5" name="Google Shape;22955;p62"/>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6" name="Google Shape;22956;p62"/>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7" name="Google Shape;22957;p62"/>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8" name="Google Shape;22958;p62"/>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9" name="Google Shape;22959;p62"/>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0" name="Google Shape;22960;p62"/>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1" name="Google Shape;22961;p62"/>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2" name="Google Shape;22962;p62"/>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3" name="Google Shape;22963;p62"/>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4" name="Google Shape;22964;p62"/>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5" name="Google Shape;22965;p62"/>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6" name="Google Shape;22966;p62"/>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7" name="Google Shape;22967;p62"/>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8" name="Google Shape;22968;p62"/>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9" name="Google Shape;22969;p62"/>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0" name="Google Shape;22970;p62"/>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71" name="Google Shape;22971;p62"/>
          <p:cNvGrpSpPr/>
          <p:nvPr/>
        </p:nvGrpSpPr>
        <p:grpSpPr>
          <a:xfrm>
            <a:off x="5734570" y="2245352"/>
            <a:ext cx="360890" cy="350332"/>
            <a:chOff x="5736032" y="2430000"/>
            <a:chExt cx="360890" cy="350332"/>
          </a:xfrm>
        </p:grpSpPr>
        <p:sp>
          <p:nvSpPr>
            <p:cNvPr id="22972" name="Google Shape;22972;p62"/>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3" name="Google Shape;22973;p62"/>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4" name="Google Shape;22974;p62"/>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5" name="Google Shape;22975;p62"/>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6" name="Google Shape;22976;p62"/>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7" name="Google Shape;22977;p62"/>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8" name="Google Shape;22978;p62"/>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9" name="Google Shape;22979;p62"/>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0" name="Google Shape;22980;p62"/>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1" name="Google Shape;22981;p62"/>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2" name="Google Shape;22982;p62"/>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3" name="Google Shape;22983;p62"/>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4" name="Google Shape;22984;p62"/>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5" name="Google Shape;22985;p62"/>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6" name="Google Shape;22986;p62"/>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7" name="Google Shape;22987;p62"/>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8" name="Google Shape;22988;p62"/>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89" name="Google Shape;22989;p62"/>
          <p:cNvGrpSpPr/>
          <p:nvPr/>
        </p:nvGrpSpPr>
        <p:grpSpPr>
          <a:xfrm>
            <a:off x="4876405" y="1811344"/>
            <a:ext cx="360628" cy="331778"/>
            <a:chOff x="4877867" y="1995991"/>
            <a:chExt cx="360628" cy="331778"/>
          </a:xfrm>
        </p:grpSpPr>
        <p:sp>
          <p:nvSpPr>
            <p:cNvPr id="22990" name="Google Shape;22990;p62"/>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1" name="Google Shape;22991;p62"/>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2" name="Google Shape;22992;p62"/>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3" name="Google Shape;22993;p62"/>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4" name="Google Shape;22994;p62"/>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5" name="Google Shape;22995;p62"/>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6" name="Google Shape;22996;p62"/>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7" name="Google Shape;22997;p62"/>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8" name="Google Shape;22998;p62"/>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9" name="Google Shape;22999;p62"/>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0" name="Google Shape;23000;p62"/>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1" name="Google Shape;23001;p62"/>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2" name="Google Shape;23002;p62"/>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3" name="Google Shape;23003;p62"/>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04" name="Google Shape;23004;p62"/>
          <p:cNvGrpSpPr/>
          <p:nvPr/>
        </p:nvGrpSpPr>
        <p:grpSpPr>
          <a:xfrm>
            <a:off x="7049427" y="2728856"/>
            <a:ext cx="363529" cy="339513"/>
            <a:chOff x="7050889" y="2913503"/>
            <a:chExt cx="363529" cy="339513"/>
          </a:xfrm>
        </p:grpSpPr>
        <p:sp>
          <p:nvSpPr>
            <p:cNvPr id="23005" name="Google Shape;23005;p62"/>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6" name="Google Shape;23006;p62"/>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7" name="Google Shape;23007;p62"/>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8" name="Google Shape;23008;p62"/>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9" name="Google Shape;23009;p62"/>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0" name="Google Shape;23010;p62"/>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1" name="Google Shape;23011;p62"/>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2" name="Google Shape;23012;p62"/>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3" name="Google Shape;23013;p62"/>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14" name="Google Shape;23014;p62"/>
          <p:cNvGrpSpPr/>
          <p:nvPr/>
        </p:nvGrpSpPr>
        <p:grpSpPr>
          <a:xfrm>
            <a:off x="7509437" y="1796814"/>
            <a:ext cx="372937" cy="360629"/>
            <a:chOff x="7510900" y="1981462"/>
            <a:chExt cx="372937" cy="360629"/>
          </a:xfrm>
        </p:grpSpPr>
        <p:sp>
          <p:nvSpPr>
            <p:cNvPr id="23015" name="Google Shape;23015;p62"/>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6" name="Google Shape;23016;p62"/>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7" name="Google Shape;23017;p62"/>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8" name="Google Shape;23018;p62"/>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9" name="Google Shape;23019;p62"/>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0" name="Google Shape;23020;p62"/>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1" name="Google Shape;23021;p62"/>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2" name="Google Shape;23022;p62"/>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3" name="Google Shape;23023;p62"/>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4" name="Google Shape;23024;p62"/>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5" name="Google Shape;23025;p62"/>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6" name="Google Shape;23026;p62"/>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7" name="Google Shape;23027;p62"/>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8" name="Google Shape;23028;p62"/>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9" name="Google Shape;23029;p62"/>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0" name="Google Shape;23030;p62"/>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31" name="Google Shape;23031;p62"/>
          <p:cNvGrpSpPr/>
          <p:nvPr/>
        </p:nvGrpSpPr>
        <p:grpSpPr>
          <a:xfrm>
            <a:off x="6598014" y="2733612"/>
            <a:ext cx="360629" cy="329975"/>
            <a:chOff x="6599476" y="2918260"/>
            <a:chExt cx="360629" cy="329975"/>
          </a:xfrm>
        </p:grpSpPr>
        <p:sp>
          <p:nvSpPr>
            <p:cNvPr id="23032" name="Google Shape;23032;p62"/>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3" name="Google Shape;23033;p62"/>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4" name="Google Shape;23034;p62"/>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5" name="Google Shape;23035;p62"/>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6" name="Google Shape;23036;p62"/>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7" name="Google Shape;23037;p62"/>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8" name="Google Shape;23038;p62"/>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9" name="Google Shape;23039;p62"/>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0" name="Google Shape;23040;p62"/>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1" name="Google Shape;23041;p62"/>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2" name="Google Shape;23042;p62"/>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3" name="Google Shape;23043;p62"/>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4" name="Google Shape;23044;p62"/>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5" name="Google Shape;23045;p62"/>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6" name="Google Shape;23046;p62"/>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7" name="Google Shape;23047;p62"/>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8" name="Google Shape;23048;p62"/>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9" name="Google Shape;23049;p62"/>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0" name="Google Shape;23050;p62"/>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1" name="Google Shape;23051;p62"/>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2" name="Google Shape;23052;p62"/>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3" name="Google Shape;23053;p62"/>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4" name="Google Shape;23054;p62"/>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5" name="Google Shape;23055;p62"/>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6" name="Google Shape;23056;p62"/>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57" name="Google Shape;23057;p62"/>
          <p:cNvGrpSpPr/>
          <p:nvPr/>
        </p:nvGrpSpPr>
        <p:grpSpPr>
          <a:xfrm>
            <a:off x="5289037" y="2296886"/>
            <a:ext cx="360628" cy="247292"/>
            <a:chOff x="5290499" y="2481533"/>
            <a:chExt cx="360628" cy="247292"/>
          </a:xfrm>
        </p:grpSpPr>
        <p:sp>
          <p:nvSpPr>
            <p:cNvPr id="23058" name="Google Shape;23058;p62"/>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9" name="Google Shape;23059;p62"/>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0" name="Google Shape;23060;p62"/>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1" name="Google Shape;23061;p62"/>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2" name="Google Shape;23062;p62"/>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3" name="Google Shape;23063;p62"/>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4" name="Google Shape;23064;p62"/>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5" name="Google Shape;23065;p62"/>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6" name="Google Shape;23066;p62"/>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7" name="Google Shape;23067;p62"/>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8" name="Google Shape;23068;p62"/>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9" name="Google Shape;23069;p62"/>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0" name="Google Shape;23070;p62"/>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1" name="Google Shape;23071;p62"/>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2" name="Google Shape;23072;p62"/>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3" name="Google Shape;23073;p62"/>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4" name="Google Shape;23074;p62"/>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5" name="Google Shape;23075;p62"/>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6" name="Google Shape;23076;p62"/>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7" name="Google Shape;23077;p62"/>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8" name="Google Shape;23078;p62"/>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9" name="Google Shape;23079;p62"/>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0" name="Google Shape;23080;p62"/>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1" name="Google Shape;23081;p62"/>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2" name="Google Shape;23082;p62"/>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3" name="Google Shape;23083;p62"/>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4" name="Google Shape;23084;p62"/>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85" name="Google Shape;23085;p62"/>
          <p:cNvGrpSpPr/>
          <p:nvPr/>
        </p:nvGrpSpPr>
        <p:grpSpPr>
          <a:xfrm>
            <a:off x="6200460" y="1796866"/>
            <a:ext cx="351325" cy="360576"/>
            <a:chOff x="6201923" y="1981514"/>
            <a:chExt cx="351325" cy="360576"/>
          </a:xfrm>
        </p:grpSpPr>
        <p:sp>
          <p:nvSpPr>
            <p:cNvPr id="23086" name="Google Shape;23086;p62"/>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7" name="Google Shape;23087;p62"/>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8" name="Google Shape;23088;p62"/>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9" name="Google Shape;23089;p62"/>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0" name="Google Shape;23090;p62"/>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1" name="Google Shape;23091;p62"/>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2" name="Google Shape;23092;p62"/>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93" name="Google Shape;23093;p62"/>
          <p:cNvGrpSpPr/>
          <p:nvPr/>
        </p:nvGrpSpPr>
        <p:grpSpPr>
          <a:xfrm>
            <a:off x="4892999" y="3156044"/>
            <a:ext cx="312884" cy="360785"/>
            <a:chOff x="4894461" y="3340691"/>
            <a:chExt cx="312884" cy="360785"/>
          </a:xfrm>
        </p:grpSpPr>
        <p:sp>
          <p:nvSpPr>
            <p:cNvPr id="23094" name="Google Shape;23094;p62"/>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5" name="Google Shape;23095;p62"/>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6" name="Google Shape;23096;p62"/>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7" name="Google Shape;23097;p62"/>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8" name="Google Shape;23098;p62"/>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9" name="Google Shape;23099;p62"/>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0" name="Google Shape;23100;p62"/>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1" name="Google Shape;23101;p62"/>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2" name="Google Shape;23102;p62"/>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3" name="Google Shape;23103;p62"/>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4" name="Google Shape;23104;p62"/>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5" name="Google Shape;23105;p62"/>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6" name="Google Shape;23106;p62"/>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7" name="Google Shape;23107;p62"/>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8" name="Google Shape;23108;p62"/>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9" name="Google Shape;23109;p62"/>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10" name="Google Shape;23110;p62"/>
          <p:cNvGrpSpPr/>
          <p:nvPr/>
        </p:nvGrpSpPr>
        <p:grpSpPr>
          <a:xfrm>
            <a:off x="5337774" y="1316603"/>
            <a:ext cx="245541" cy="360628"/>
            <a:chOff x="5339237" y="1501251"/>
            <a:chExt cx="245541" cy="360628"/>
          </a:xfrm>
        </p:grpSpPr>
        <p:sp>
          <p:nvSpPr>
            <p:cNvPr id="23111" name="Google Shape;23111;p62"/>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2" name="Google Shape;23112;p62"/>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3" name="Google Shape;23113;p62"/>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4" name="Google Shape;23114;p62"/>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5" name="Google Shape;23115;p62"/>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6" name="Google Shape;23116;p62"/>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7" name="Google Shape;23117;p62"/>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8" name="Google Shape;23118;p62"/>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9" name="Google Shape;23119;p62"/>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0" name="Google Shape;23120;p62"/>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1" name="Google Shape;23121;p62"/>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2" name="Google Shape;23122;p62"/>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3" name="Google Shape;23123;p62"/>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4" name="Google Shape;23124;p62"/>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5" name="Google Shape;23125;p62"/>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6" name="Google Shape;23126;p62"/>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7" name="Google Shape;23127;p62"/>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8" name="Google Shape;23128;p62"/>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9" name="Google Shape;23129;p62"/>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0" name="Google Shape;23130;p62"/>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1" name="Google Shape;23131;p62"/>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2" name="Google Shape;23132;p62"/>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3" name="Google Shape;23133;p62"/>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4" name="Google Shape;23134;p62"/>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5" name="Google Shape;23135;p62"/>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6" name="Google Shape;23136;p62"/>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7" name="Google Shape;23137;p62"/>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8" name="Google Shape;23138;p62"/>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9" name="Google Shape;23139;p62"/>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0" name="Google Shape;23140;p62"/>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1" name="Google Shape;23141;p62"/>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2" name="Google Shape;23142;p62"/>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3" name="Google Shape;23143;p62"/>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4" name="Google Shape;23144;p62"/>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5" name="Google Shape;23145;p62"/>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6" name="Google Shape;23146;p62"/>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7" name="Google Shape;23147;p62"/>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8" name="Google Shape;23148;p62"/>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9" name="Google Shape;23149;p62"/>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0" name="Google Shape;23150;p62"/>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1" name="Google Shape;23151;p62"/>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2" name="Google Shape;23152;p62"/>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53" name="Google Shape;23153;p62"/>
          <p:cNvGrpSpPr/>
          <p:nvPr/>
        </p:nvGrpSpPr>
        <p:grpSpPr>
          <a:xfrm>
            <a:off x="7958001" y="2289568"/>
            <a:ext cx="370428" cy="261926"/>
            <a:chOff x="7959464" y="2474216"/>
            <a:chExt cx="370428" cy="261926"/>
          </a:xfrm>
        </p:grpSpPr>
        <p:sp>
          <p:nvSpPr>
            <p:cNvPr id="23154" name="Google Shape;23154;p62"/>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5" name="Google Shape;23155;p62"/>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6" name="Google Shape;23156;p62"/>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7" name="Google Shape;23157;p62"/>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8" name="Google Shape;23158;p62"/>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9" name="Google Shape;23159;p62"/>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0" name="Google Shape;23160;p62"/>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1" name="Google Shape;23161;p62"/>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2" name="Google Shape;23162;p62"/>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3" name="Google Shape;23163;p62"/>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4" name="Google Shape;23164;p62"/>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5" name="Google Shape;23165;p62"/>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66" name="Google Shape;23166;p62"/>
          <p:cNvGrpSpPr/>
          <p:nvPr/>
        </p:nvGrpSpPr>
        <p:grpSpPr>
          <a:xfrm>
            <a:off x="7517225" y="2273262"/>
            <a:ext cx="360629" cy="294461"/>
            <a:chOff x="7518687" y="2457909"/>
            <a:chExt cx="360629" cy="294461"/>
          </a:xfrm>
        </p:grpSpPr>
        <p:sp>
          <p:nvSpPr>
            <p:cNvPr id="23167" name="Google Shape;23167;p62"/>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8" name="Google Shape;23168;p62"/>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9" name="Google Shape;23169;p62"/>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0" name="Google Shape;23170;p62"/>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1" name="Google Shape;23171;p62"/>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2" name="Google Shape;23172;p62"/>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3" name="Google Shape;23173;p62"/>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4" name="Google Shape;23174;p62"/>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5" name="Google Shape;23175;p62"/>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6" name="Google Shape;23176;p62"/>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7" name="Google Shape;23177;p62"/>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8" name="Google Shape;23178;p62"/>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9" name="Google Shape;23179;p62"/>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0" name="Google Shape;23180;p62"/>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1" name="Google Shape;23181;p62"/>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2" name="Google Shape;23182;p62"/>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3" name="Google Shape;23183;p62"/>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4" name="Google Shape;23184;p62"/>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5" name="Google Shape;23185;p62"/>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86" name="Google Shape;23186;p62"/>
          <p:cNvGrpSpPr/>
          <p:nvPr/>
        </p:nvGrpSpPr>
        <p:grpSpPr>
          <a:xfrm>
            <a:off x="7084758" y="1796919"/>
            <a:ext cx="343799" cy="360524"/>
            <a:chOff x="7086220" y="1981566"/>
            <a:chExt cx="343799" cy="360524"/>
          </a:xfrm>
        </p:grpSpPr>
        <p:sp>
          <p:nvSpPr>
            <p:cNvPr id="23187" name="Google Shape;23187;p62"/>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8" name="Google Shape;23188;p62"/>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9" name="Google Shape;23189;p62"/>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0" name="Google Shape;23190;p62"/>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1" name="Google Shape;23191;p62"/>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2" name="Google Shape;23192;p62"/>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3" name="Google Shape;23193;p62"/>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4" name="Google Shape;23194;p62"/>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5" name="Google Shape;23195;p62"/>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6" name="Google Shape;23196;p62"/>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7" name="Google Shape;23197;p62"/>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8" name="Google Shape;23198;p62"/>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9" name="Google Shape;23199;p62"/>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0" name="Google Shape;23200;p62"/>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1" name="Google Shape;23201;p62"/>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2" name="Google Shape;23202;p62"/>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03" name="Google Shape;23203;p62"/>
          <p:cNvGrpSpPr/>
          <p:nvPr/>
        </p:nvGrpSpPr>
        <p:grpSpPr>
          <a:xfrm>
            <a:off x="6139650" y="2742915"/>
            <a:ext cx="368416" cy="311369"/>
            <a:chOff x="6141112" y="2927563"/>
            <a:chExt cx="368416" cy="311369"/>
          </a:xfrm>
        </p:grpSpPr>
        <p:sp>
          <p:nvSpPr>
            <p:cNvPr id="23204" name="Google Shape;23204;p62"/>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5" name="Google Shape;23205;p62"/>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6" name="Google Shape;23206;p62"/>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7" name="Google Shape;23207;p62"/>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8" name="Google Shape;23208;p62"/>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9" name="Google Shape;23209;p62"/>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0" name="Google Shape;23210;p62"/>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11" name="Google Shape;23211;p62"/>
          <p:cNvGrpSpPr/>
          <p:nvPr/>
        </p:nvGrpSpPr>
        <p:grpSpPr>
          <a:xfrm>
            <a:off x="7519237" y="2718298"/>
            <a:ext cx="335489" cy="360629"/>
            <a:chOff x="7520699" y="2902946"/>
            <a:chExt cx="335489" cy="360629"/>
          </a:xfrm>
        </p:grpSpPr>
        <p:sp>
          <p:nvSpPr>
            <p:cNvPr id="23212" name="Google Shape;23212;p62"/>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3" name="Google Shape;23213;p62"/>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4" name="Google Shape;23214;p62"/>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5" name="Google Shape;23215;p62"/>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6" name="Google Shape;23216;p62"/>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7" name="Google Shape;23217;p62"/>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8" name="Google Shape;23218;p62"/>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9" name="Google Shape;23219;p62"/>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0" name="Google Shape;23220;p62"/>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1" name="Google Shape;23221;p62"/>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2" name="Google Shape;23222;p62"/>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3" name="Google Shape;23223;p62"/>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4" name="Google Shape;23224;p62"/>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5" name="Google Shape;23225;p62"/>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6" name="Google Shape;23226;p62"/>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27" name="Google Shape;23227;p62"/>
          <p:cNvGrpSpPr/>
          <p:nvPr/>
        </p:nvGrpSpPr>
        <p:grpSpPr>
          <a:xfrm>
            <a:off x="7986878" y="2718298"/>
            <a:ext cx="308886" cy="360628"/>
            <a:chOff x="7988340" y="2902946"/>
            <a:chExt cx="308886" cy="360628"/>
          </a:xfrm>
        </p:grpSpPr>
        <p:sp>
          <p:nvSpPr>
            <p:cNvPr id="23228" name="Google Shape;23228;p62"/>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9" name="Google Shape;23229;p62"/>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0" name="Google Shape;23230;p62"/>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1" name="Google Shape;23231;p62"/>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2" name="Google Shape;23232;p62"/>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3" name="Google Shape;23233;p62"/>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4" name="Google Shape;23234;p62"/>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5" name="Google Shape;23235;p62"/>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6" name="Google Shape;23236;p62"/>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7" name="Google Shape;23237;p62"/>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8" name="Google Shape;23238;p62"/>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9" name="Google Shape;23239;p62"/>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0" name="Google Shape;23240;p62"/>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1" name="Google Shape;23241;p62"/>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2" name="Google Shape;23242;p62"/>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3" name="Google Shape;23243;p62"/>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4" name="Google Shape;23244;p62"/>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5" name="Google Shape;23245;p62"/>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6" name="Google Shape;23246;p62"/>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7" name="Google Shape;23247;p62"/>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8" name="Google Shape;23248;p62"/>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9" name="Google Shape;23249;p62"/>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0" name="Google Shape;23250;p62"/>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51" name="Google Shape;23251;p62"/>
          <p:cNvGrpSpPr/>
          <p:nvPr/>
        </p:nvGrpSpPr>
        <p:grpSpPr>
          <a:xfrm>
            <a:off x="5688577" y="2718351"/>
            <a:ext cx="362902" cy="360498"/>
            <a:chOff x="5690039" y="2902998"/>
            <a:chExt cx="362902" cy="360498"/>
          </a:xfrm>
        </p:grpSpPr>
        <p:sp>
          <p:nvSpPr>
            <p:cNvPr id="23252" name="Google Shape;23252;p62"/>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3" name="Google Shape;23253;p62"/>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4" name="Google Shape;23254;p62"/>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5" name="Google Shape;23255;p62"/>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6" name="Google Shape;23256;p62"/>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7" name="Google Shape;23257;p62"/>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8" name="Google Shape;23258;p62"/>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59" name="Google Shape;23259;p62"/>
          <p:cNvGrpSpPr/>
          <p:nvPr/>
        </p:nvGrpSpPr>
        <p:grpSpPr>
          <a:xfrm>
            <a:off x="4870473" y="1316342"/>
            <a:ext cx="258503" cy="360890"/>
            <a:chOff x="4871935" y="1500990"/>
            <a:chExt cx="258503" cy="360890"/>
          </a:xfrm>
        </p:grpSpPr>
        <p:sp>
          <p:nvSpPr>
            <p:cNvPr id="23260" name="Google Shape;23260;p62"/>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1" name="Google Shape;23261;p62"/>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2" name="Google Shape;23262;p62"/>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3" name="Google Shape;23263;p62"/>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4" name="Google Shape;23264;p62"/>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5" name="Google Shape;23265;p62"/>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6" name="Google Shape;23266;p62"/>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7" name="Google Shape;23267;p62"/>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8" name="Google Shape;23268;p62"/>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9" name="Google Shape;23269;p62"/>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0" name="Google Shape;23270;p62"/>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1" name="Google Shape;23271;p62"/>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2" name="Google Shape;23272;p62"/>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3" name="Google Shape;23273;p62"/>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74" name="Google Shape;23274;p62"/>
          <p:cNvSpPr/>
          <p:nvPr/>
        </p:nvSpPr>
        <p:spPr>
          <a:xfrm>
            <a:off x="6341184" y="1664375"/>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275" name="Google Shape;23275;p62"/>
          <p:cNvGrpSpPr/>
          <p:nvPr/>
        </p:nvGrpSpPr>
        <p:grpSpPr>
          <a:xfrm>
            <a:off x="6264302" y="1316603"/>
            <a:ext cx="234983" cy="360628"/>
            <a:chOff x="6265764" y="1501251"/>
            <a:chExt cx="234983" cy="360628"/>
          </a:xfrm>
        </p:grpSpPr>
        <p:sp>
          <p:nvSpPr>
            <p:cNvPr id="23276" name="Google Shape;23276;p62"/>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7" name="Google Shape;23277;p62"/>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8" name="Google Shape;23278;p62"/>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9" name="Google Shape;23279;p62"/>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0" name="Google Shape;23280;p62"/>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1" name="Google Shape;23281;p62"/>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2" name="Google Shape;23282;p62"/>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3" name="Google Shape;23283;p62"/>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4" name="Google Shape;23284;p62"/>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5" name="Google Shape;23285;p62"/>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6" name="Google Shape;23286;p62"/>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7" name="Google Shape;23287;p62"/>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88" name="Google Shape;23288;p62"/>
          <p:cNvGrpSpPr/>
          <p:nvPr/>
        </p:nvGrpSpPr>
        <p:grpSpPr>
          <a:xfrm>
            <a:off x="6192176" y="3217351"/>
            <a:ext cx="360628" cy="238250"/>
            <a:chOff x="6193639" y="3401998"/>
            <a:chExt cx="360628" cy="238250"/>
          </a:xfrm>
        </p:grpSpPr>
        <p:sp>
          <p:nvSpPr>
            <p:cNvPr id="23289" name="Google Shape;23289;p62"/>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0" name="Google Shape;23290;p62"/>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1" name="Google Shape;23291;p62"/>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2" name="Google Shape;23292;p62"/>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3" name="Google Shape;23293;p62"/>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4" name="Google Shape;23294;p62"/>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5" name="Google Shape;23295;p62"/>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6" name="Google Shape;23296;p62"/>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7" name="Google Shape;23297;p62"/>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8" name="Google Shape;23298;p62"/>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9" name="Google Shape;23299;p62"/>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00" name="Google Shape;23300;p62"/>
          <p:cNvGrpSpPr/>
          <p:nvPr/>
        </p:nvGrpSpPr>
        <p:grpSpPr>
          <a:xfrm>
            <a:off x="5800162" y="1316603"/>
            <a:ext cx="246037" cy="360629"/>
            <a:chOff x="5801625" y="1501251"/>
            <a:chExt cx="246037" cy="360629"/>
          </a:xfrm>
        </p:grpSpPr>
        <p:sp>
          <p:nvSpPr>
            <p:cNvPr id="23301" name="Google Shape;23301;p62"/>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2" name="Google Shape;23302;p62"/>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3" name="Google Shape;23303;p62"/>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4" name="Google Shape;23304;p62"/>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5" name="Google Shape;23305;p62"/>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6" name="Google Shape;23306;p62"/>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7" name="Google Shape;23307;p62"/>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8" name="Google Shape;23308;p62"/>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9" name="Google Shape;23309;p62"/>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0" name="Google Shape;23310;p62"/>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1" name="Google Shape;23311;p62"/>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2" name="Google Shape;23312;p62"/>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3" name="Google Shape;23313;p62"/>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4" name="Google Shape;23314;p62"/>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5" name="Google Shape;23315;p62"/>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6" name="Google Shape;23316;p62"/>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7" name="Google Shape;23317;p62"/>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8" name="Google Shape;23318;p62"/>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9" name="Google Shape;23319;p62"/>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20" name="Google Shape;23320;p62"/>
          <p:cNvGrpSpPr/>
          <p:nvPr/>
        </p:nvGrpSpPr>
        <p:grpSpPr>
          <a:xfrm>
            <a:off x="6640218" y="1796814"/>
            <a:ext cx="352083" cy="360864"/>
            <a:chOff x="6641680" y="1981462"/>
            <a:chExt cx="352083" cy="360864"/>
          </a:xfrm>
        </p:grpSpPr>
        <p:sp>
          <p:nvSpPr>
            <p:cNvPr id="23321" name="Google Shape;23321;p62"/>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2" name="Google Shape;23322;p62"/>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3" name="Google Shape;23323;p62"/>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4" name="Google Shape;23324;p62"/>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5" name="Google Shape;23325;p62"/>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6" name="Google Shape;23326;p62"/>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7" name="Google Shape;23327;p62"/>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8" name="Google Shape;23328;p62"/>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9" name="Google Shape;23329;p62"/>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0" name="Google Shape;23330;p62"/>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1" name="Google Shape;23331;p62"/>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2" name="Google Shape;23332;p62"/>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3" name="Google Shape;23333;p62"/>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4" name="Google Shape;23334;p62"/>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5" name="Google Shape;23335;p62"/>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6" name="Google Shape;23336;p62"/>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7" name="Google Shape;23337;p62"/>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8" name="Google Shape;23338;p62"/>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9" name="Google Shape;23339;p62"/>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0" name="Google Shape;23340;p62"/>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1" name="Google Shape;23341;p62"/>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2" name="Google Shape;23342;p62"/>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3" name="Google Shape;23343;p62"/>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4" name="Google Shape;23344;p62"/>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5" name="Google Shape;23345;p62"/>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6" name="Google Shape;23346;p62"/>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7" name="Google Shape;23347;p62"/>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8" name="Google Shape;23348;p62"/>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49" name="Google Shape;23349;p62"/>
          <p:cNvGrpSpPr/>
          <p:nvPr/>
        </p:nvGrpSpPr>
        <p:grpSpPr>
          <a:xfrm>
            <a:off x="7203870" y="1316603"/>
            <a:ext cx="198032" cy="360629"/>
            <a:chOff x="7205332" y="1501251"/>
            <a:chExt cx="198032" cy="360629"/>
          </a:xfrm>
        </p:grpSpPr>
        <p:sp>
          <p:nvSpPr>
            <p:cNvPr id="23350" name="Google Shape;23350;p62"/>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1" name="Google Shape;23351;p62"/>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2" name="Google Shape;23352;p62"/>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3" name="Google Shape;23353;p62"/>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4" name="Google Shape;23354;p62"/>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5" name="Google Shape;23355;p62"/>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6" name="Google Shape;23356;p62"/>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7" name="Google Shape;23357;p62"/>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8" name="Google Shape;23358;p62"/>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9" name="Google Shape;23359;p62"/>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0" name="Google Shape;23360;p62"/>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1" name="Google Shape;23361;p62"/>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2" name="Google Shape;23362;p62"/>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3" name="Google Shape;23363;p62"/>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4" name="Google Shape;23364;p62"/>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5" name="Google Shape;23365;p62"/>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6" name="Google Shape;23366;p62"/>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7" name="Google Shape;23367;p62"/>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8" name="Google Shape;23368;p62"/>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9" name="Google Shape;23369;p62"/>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70" name="Google Shape;23370;p62"/>
          <p:cNvGrpSpPr/>
          <p:nvPr/>
        </p:nvGrpSpPr>
        <p:grpSpPr>
          <a:xfrm>
            <a:off x="7686851" y="1316603"/>
            <a:ext cx="153058" cy="360628"/>
            <a:chOff x="7688313" y="1501251"/>
            <a:chExt cx="153058" cy="360628"/>
          </a:xfrm>
        </p:grpSpPr>
        <p:sp>
          <p:nvSpPr>
            <p:cNvPr id="23371" name="Google Shape;23371;p62"/>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2" name="Google Shape;23372;p62"/>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3" name="Google Shape;23373;p62"/>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4" name="Google Shape;23374;p62"/>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5" name="Google Shape;23375;p62"/>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6" name="Google Shape;23376;p62"/>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7" name="Google Shape;23377;p62"/>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8" name="Google Shape;23378;p62"/>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9" name="Google Shape;23379;p62"/>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0" name="Google Shape;23380;p62"/>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1" name="Google Shape;23381;p62"/>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2" name="Google Shape;23382;p62"/>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3" name="Google Shape;23383;p62"/>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4" name="Google Shape;23384;p62"/>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5" name="Google Shape;23385;p62"/>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6" name="Google Shape;23386;p62"/>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87" name="Google Shape;23387;p62"/>
          <p:cNvGrpSpPr/>
          <p:nvPr/>
        </p:nvGrpSpPr>
        <p:grpSpPr>
          <a:xfrm>
            <a:off x="8148716" y="1316603"/>
            <a:ext cx="150811" cy="360628"/>
            <a:chOff x="8150179" y="1501251"/>
            <a:chExt cx="150811" cy="360628"/>
          </a:xfrm>
        </p:grpSpPr>
        <p:sp>
          <p:nvSpPr>
            <p:cNvPr id="23388" name="Google Shape;23388;p62"/>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9" name="Google Shape;23389;p62"/>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0" name="Google Shape;23390;p62"/>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1" name="Google Shape;23391;p62"/>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2" name="Google Shape;23392;p62"/>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3" name="Google Shape;23393;p62"/>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4" name="Google Shape;23394;p62"/>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5" name="Google Shape;23395;p62"/>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6" name="Google Shape;23396;p62"/>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397" name="Google Shape;23397;p62"/>
          <p:cNvSpPr/>
          <p:nvPr/>
        </p:nvSpPr>
        <p:spPr>
          <a:xfrm>
            <a:off x="4946623" y="2722297"/>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398" name="Google Shape;23398;p62"/>
          <p:cNvGrpSpPr/>
          <p:nvPr/>
        </p:nvGrpSpPr>
        <p:grpSpPr>
          <a:xfrm>
            <a:off x="4876405" y="2718298"/>
            <a:ext cx="170149" cy="360629"/>
            <a:chOff x="4877867" y="2902946"/>
            <a:chExt cx="170149" cy="360629"/>
          </a:xfrm>
        </p:grpSpPr>
        <p:sp>
          <p:nvSpPr>
            <p:cNvPr id="23399" name="Google Shape;23399;p62"/>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0" name="Google Shape;23400;p62"/>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1" name="Google Shape;23401;p62"/>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2" name="Google Shape;23402;p62"/>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3" name="Google Shape;23403;p62"/>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4" name="Google Shape;23404;p62"/>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5" name="Google Shape;23405;p62"/>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6" name="Google Shape;23406;p62"/>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7" name="Google Shape;23407;p62"/>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8" name="Google Shape;23408;p62"/>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9" name="Google Shape;23409;p62"/>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0" name="Google Shape;23410;p62"/>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1" name="Google Shape;23411;p62"/>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12" name="Google Shape;23412;p62"/>
          <p:cNvGrpSpPr/>
          <p:nvPr/>
        </p:nvGrpSpPr>
        <p:grpSpPr>
          <a:xfrm>
            <a:off x="6740227" y="1316028"/>
            <a:ext cx="207962" cy="361203"/>
            <a:chOff x="6741689" y="1500676"/>
            <a:chExt cx="207962" cy="361203"/>
          </a:xfrm>
        </p:grpSpPr>
        <p:sp>
          <p:nvSpPr>
            <p:cNvPr id="23413" name="Google Shape;23413;p62"/>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4" name="Google Shape;23414;p62"/>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5" name="Google Shape;23415;p62"/>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6" name="Google Shape;23416;p62"/>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7" name="Google Shape;23417;p62"/>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8" name="Google Shape;23418;p62"/>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9" name="Google Shape;23419;p62"/>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0" name="Google Shape;23420;p62"/>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1" name="Google Shape;23421;p62"/>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2" name="Google Shape;23422;p62"/>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3" name="Google Shape;23423;p62"/>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4" name="Google Shape;23424;p62"/>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5" name="Google Shape;23425;p62"/>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6" name="Google Shape;23426;p62"/>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7" name="Google Shape;23427;p62"/>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8" name="Google Shape;23428;p62"/>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9" name="Google Shape;23429;p62"/>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0" name="Google Shape;23430;p62"/>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1" name="Google Shape;23431;p62"/>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32" name="Google Shape;23432;p62"/>
          <p:cNvGrpSpPr/>
          <p:nvPr/>
        </p:nvGrpSpPr>
        <p:grpSpPr>
          <a:xfrm>
            <a:off x="5751164" y="3245757"/>
            <a:ext cx="360628" cy="181464"/>
            <a:chOff x="5752627" y="3430404"/>
            <a:chExt cx="360628" cy="181464"/>
          </a:xfrm>
        </p:grpSpPr>
        <p:sp>
          <p:nvSpPr>
            <p:cNvPr id="23433" name="Google Shape;23433;p62"/>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4" name="Google Shape;23434;p62"/>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5" name="Google Shape;23435;p62"/>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6" name="Google Shape;23436;p62"/>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7" name="Google Shape;23437;p62"/>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8" name="Google Shape;23438;p62"/>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9" name="Google Shape;23439;p62"/>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0" name="Google Shape;23440;p62"/>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1" name="Google Shape;23441;p62"/>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2" name="Google Shape;23442;p62"/>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3" name="Google Shape;23443;p62"/>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4" name="Google Shape;23444;p62"/>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5" name="Google Shape;23445;p62"/>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6" name="Google Shape;23446;p62"/>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7" name="Google Shape;23447;p62"/>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8" name="Google Shape;23448;p62"/>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9" name="Google Shape;23449;p62"/>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0" name="Google Shape;23450;p62"/>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1" name="Google Shape;23451;p62"/>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2" name="Google Shape;23452;p62"/>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3" name="Google Shape;23453;p62"/>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4" name="Google Shape;23454;p62"/>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5" name="Google Shape;23455;p62"/>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6" name="Google Shape;23456;p62"/>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7" name="Google Shape;23457;p62"/>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8" name="Google Shape;23458;p62"/>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9" name="Google Shape;23459;p62"/>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0" name="Google Shape;23460;p62"/>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61" name="Google Shape;23461;p62"/>
          <p:cNvGrpSpPr/>
          <p:nvPr/>
        </p:nvGrpSpPr>
        <p:grpSpPr>
          <a:xfrm>
            <a:off x="5234237" y="2718351"/>
            <a:ext cx="361909" cy="360759"/>
            <a:chOff x="5235700" y="2902998"/>
            <a:chExt cx="361909" cy="360759"/>
          </a:xfrm>
        </p:grpSpPr>
        <p:sp>
          <p:nvSpPr>
            <p:cNvPr id="23462" name="Google Shape;23462;p62"/>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3" name="Google Shape;23463;p62"/>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4" name="Google Shape;23464;p62"/>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5" name="Google Shape;23465;p62"/>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6" name="Google Shape;23466;p62"/>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7" name="Google Shape;23467;p62"/>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8" name="Google Shape;23468;p62"/>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69" name="Google Shape;23469;p62"/>
          <p:cNvGrpSpPr/>
          <p:nvPr/>
        </p:nvGrpSpPr>
        <p:grpSpPr>
          <a:xfrm>
            <a:off x="6633450" y="3210321"/>
            <a:ext cx="360367" cy="252309"/>
            <a:chOff x="6634912" y="3394969"/>
            <a:chExt cx="360367" cy="252309"/>
          </a:xfrm>
        </p:grpSpPr>
        <p:sp>
          <p:nvSpPr>
            <p:cNvPr id="23470" name="Google Shape;23470;p62"/>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1" name="Google Shape;23471;p62"/>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2" name="Google Shape;23472;p62"/>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3" name="Google Shape;23473;p62"/>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4" name="Google Shape;23474;p62"/>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5" name="Google Shape;23475;p62"/>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6" name="Google Shape;23476;p62"/>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7" name="Google Shape;23477;p62"/>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8" name="Google Shape;23478;p62"/>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9" name="Google Shape;23479;p62"/>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0" name="Google Shape;23480;p62"/>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1" name="Google Shape;23481;p62"/>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2" name="Google Shape;23482;p62"/>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83" name="Google Shape;23483;p62"/>
          <p:cNvGrpSpPr/>
          <p:nvPr/>
        </p:nvGrpSpPr>
        <p:grpSpPr>
          <a:xfrm>
            <a:off x="7057867" y="3156148"/>
            <a:ext cx="377170" cy="360655"/>
            <a:chOff x="7059330" y="3340796"/>
            <a:chExt cx="377170" cy="360655"/>
          </a:xfrm>
        </p:grpSpPr>
        <p:sp>
          <p:nvSpPr>
            <p:cNvPr id="23484" name="Google Shape;23484;p62"/>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5" name="Google Shape;23485;p62"/>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6" name="Google Shape;23486;p62"/>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7" name="Google Shape;23487;p62"/>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8" name="Google Shape;23488;p62"/>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9" name="Google Shape;23489;p62"/>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0" name="Google Shape;23490;p62"/>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1" name="Google Shape;23491;p62"/>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2" name="Google Shape;23492;p62"/>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3" name="Google Shape;23493;p62"/>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4" name="Google Shape;23494;p62"/>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5" name="Google Shape;23495;p62"/>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96" name="Google Shape;23496;p62"/>
          <p:cNvGrpSpPr/>
          <p:nvPr/>
        </p:nvGrpSpPr>
        <p:grpSpPr>
          <a:xfrm>
            <a:off x="7956486" y="3190983"/>
            <a:ext cx="360629" cy="291012"/>
            <a:chOff x="7957948" y="3375631"/>
            <a:chExt cx="360629" cy="291012"/>
          </a:xfrm>
        </p:grpSpPr>
        <p:sp>
          <p:nvSpPr>
            <p:cNvPr id="23497" name="Google Shape;23497;p62"/>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8" name="Google Shape;23498;p62"/>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9" name="Google Shape;23499;p62"/>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0" name="Google Shape;23500;p62"/>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1" name="Google Shape;23501;p62"/>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2" name="Google Shape;23502;p62"/>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3" name="Google Shape;23503;p62"/>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4" name="Google Shape;23504;p62"/>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5" name="Google Shape;23505;p62"/>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6" name="Google Shape;23506;p62"/>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7" name="Google Shape;23507;p62"/>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8" name="Google Shape;23508;p62"/>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9" name="Google Shape;23509;p62"/>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0" name="Google Shape;23510;p62"/>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1" name="Google Shape;23511;p62"/>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2" name="Google Shape;23512;p62"/>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3" name="Google Shape;23513;p62"/>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4" name="Google Shape;23514;p62"/>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15" name="Google Shape;23515;p62"/>
          <p:cNvGrpSpPr/>
          <p:nvPr/>
        </p:nvGrpSpPr>
        <p:grpSpPr>
          <a:xfrm>
            <a:off x="6197194" y="3683241"/>
            <a:ext cx="347562" cy="227954"/>
            <a:chOff x="6198656" y="3867888"/>
            <a:chExt cx="347562" cy="227954"/>
          </a:xfrm>
        </p:grpSpPr>
        <p:sp>
          <p:nvSpPr>
            <p:cNvPr id="23516" name="Google Shape;23516;p62"/>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7" name="Google Shape;23517;p62"/>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8" name="Google Shape;23518;p62"/>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9" name="Google Shape;23519;p62"/>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0" name="Google Shape;23520;p62"/>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1" name="Google Shape;23521;p62"/>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2" name="Google Shape;23522;p62"/>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3" name="Google Shape;23523;p62"/>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4" name="Google Shape;23524;p62"/>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5" name="Google Shape;23525;p62"/>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6" name="Google Shape;23526;p62"/>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27" name="Google Shape;23527;p62"/>
          <p:cNvGrpSpPr/>
          <p:nvPr/>
        </p:nvGrpSpPr>
        <p:grpSpPr>
          <a:xfrm>
            <a:off x="5705432" y="3634504"/>
            <a:ext cx="349392" cy="325454"/>
            <a:chOff x="5706895" y="3819151"/>
            <a:chExt cx="349392" cy="325454"/>
          </a:xfrm>
        </p:grpSpPr>
        <p:sp>
          <p:nvSpPr>
            <p:cNvPr id="23528" name="Google Shape;23528;p62"/>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9" name="Google Shape;23529;p62"/>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0" name="Google Shape;23530;p62"/>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1" name="Google Shape;23531;p62"/>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2" name="Google Shape;23532;p62"/>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3" name="Google Shape;23533;p62"/>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4" name="Google Shape;23534;p62"/>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5" name="Google Shape;23535;p62"/>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6" name="Google Shape;23536;p62"/>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7" name="Google Shape;23537;p62"/>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8" name="Google Shape;23538;p62"/>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9" name="Google Shape;23539;p62"/>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0" name="Google Shape;23540;p62"/>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1" name="Google Shape;23541;p62"/>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2" name="Google Shape;23542;p62"/>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43" name="Google Shape;23543;p62"/>
          <p:cNvGrpSpPr/>
          <p:nvPr/>
        </p:nvGrpSpPr>
        <p:grpSpPr>
          <a:xfrm>
            <a:off x="7647155" y="3156096"/>
            <a:ext cx="97265" cy="360393"/>
            <a:chOff x="7648618" y="3340744"/>
            <a:chExt cx="97265" cy="360393"/>
          </a:xfrm>
        </p:grpSpPr>
        <p:sp>
          <p:nvSpPr>
            <p:cNvPr id="23544" name="Google Shape;23544;p62"/>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5" name="Google Shape;23545;p62"/>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6" name="Google Shape;23546;p62"/>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47" name="Google Shape;23547;p62"/>
          <p:cNvGrpSpPr/>
          <p:nvPr/>
        </p:nvGrpSpPr>
        <p:grpSpPr>
          <a:xfrm>
            <a:off x="7162894" y="3606019"/>
            <a:ext cx="385507" cy="382501"/>
            <a:chOff x="7164356" y="3790667"/>
            <a:chExt cx="385507" cy="382501"/>
          </a:xfrm>
        </p:grpSpPr>
        <p:sp>
          <p:nvSpPr>
            <p:cNvPr id="23548" name="Google Shape;23548;p62"/>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9" name="Google Shape;23549;p62"/>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0" name="Google Shape;23550;p62"/>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1" name="Google Shape;23551;p62"/>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2" name="Google Shape;23552;p62"/>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3" name="Google Shape;23553;p62"/>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4" name="Google Shape;23554;p62"/>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5" name="Google Shape;23555;p62"/>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6" name="Google Shape;23556;p62"/>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7" name="Google Shape;23557;p62"/>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8" name="Google Shape;23558;p62"/>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9" name="Google Shape;23559;p62"/>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0" name="Google Shape;23560;p62"/>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1" name="Google Shape;23561;p62"/>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2" name="Google Shape;23562;p62"/>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3" name="Google Shape;23563;p62"/>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4" name="Google Shape;23564;p62"/>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5" name="Google Shape;23565;p62"/>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6" name="Google Shape;23566;p62"/>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7" name="Google Shape;23567;p62"/>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8" name="Google Shape;23568;p62"/>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9" name="Google Shape;23569;p62"/>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0" name="Google Shape;23570;p62"/>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1" name="Google Shape;23571;p62"/>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72" name="Google Shape;23572;p62"/>
          <p:cNvGrpSpPr/>
          <p:nvPr/>
        </p:nvGrpSpPr>
        <p:grpSpPr>
          <a:xfrm>
            <a:off x="6668937" y="3641821"/>
            <a:ext cx="387911" cy="310846"/>
            <a:chOff x="6670400" y="3826468"/>
            <a:chExt cx="387911" cy="310846"/>
          </a:xfrm>
        </p:grpSpPr>
        <p:sp>
          <p:nvSpPr>
            <p:cNvPr id="23573" name="Google Shape;23573;p62"/>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4" name="Google Shape;23574;p62"/>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5" name="Google Shape;23575;p62"/>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6" name="Google Shape;23576;p62"/>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7" name="Google Shape;23577;p62"/>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8" name="Google Shape;23578;p62"/>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9" name="Google Shape;23579;p62"/>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0" name="Google Shape;23580;p62"/>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1" name="Google Shape;23581;p62"/>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2" name="Google Shape;23582;p62"/>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3" name="Google Shape;23583;p62"/>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4" name="Google Shape;23584;p62"/>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5" name="Google Shape;23585;p62"/>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6" name="Google Shape;23586;p62"/>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7" name="Google Shape;23587;p62"/>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8" name="Google Shape;23588;p62"/>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9" name="Google Shape;23589;p62"/>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0" name="Google Shape;23590;p62"/>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91" name="Google Shape;23591;p62"/>
          <p:cNvGrpSpPr/>
          <p:nvPr/>
        </p:nvGrpSpPr>
        <p:grpSpPr>
          <a:xfrm>
            <a:off x="7660718" y="3618798"/>
            <a:ext cx="302823" cy="360498"/>
            <a:chOff x="7662181" y="3803446"/>
            <a:chExt cx="302823" cy="360498"/>
          </a:xfrm>
        </p:grpSpPr>
        <p:sp>
          <p:nvSpPr>
            <p:cNvPr id="23592" name="Google Shape;23592;p62"/>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3" name="Google Shape;23593;p62"/>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4" name="Google Shape;23594;p62"/>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5" name="Google Shape;23595;p62"/>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6" name="Google Shape;23596;p62"/>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7" name="Google Shape;23597;p62"/>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8" name="Google Shape;23598;p62"/>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9" name="Google Shape;23599;p62"/>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0" name="Google Shape;23600;p62"/>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1" name="Google Shape;23601;p62"/>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02" name="Google Shape;23602;p62"/>
          <p:cNvGrpSpPr/>
          <p:nvPr/>
        </p:nvGrpSpPr>
        <p:grpSpPr>
          <a:xfrm>
            <a:off x="5205099" y="3619347"/>
            <a:ext cx="363895" cy="355663"/>
            <a:chOff x="5206562" y="3803994"/>
            <a:chExt cx="363895" cy="355663"/>
          </a:xfrm>
        </p:grpSpPr>
        <p:sp>
          <p:nvSpPr>
            <p:cNvPr id="23603" name="Google Shape;23603;p62"/>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4" name="Google Shape;23604;p62"/>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5" name="Google Shape;23605;p62"/>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6" name="Google Shape;23606;p62"/>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7" name="Google Shape;23607;p62"/>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8" name="Google Shape;23608;p62"/>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9" name="Google Shape;23609;p62"/>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0" name="Google Shape;23610;p62"/>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1" name="Google Shape;23611;p62"/>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2" name="Google Shape;23612;p62"/>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3" name="Google Shape;23613;p62"/>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4" name="Google Shape;23614;p62"/>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5" name="Google Shape;23615;p62"/>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6" name="Google Shape;23616;p62"/>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617" name="Google Shape;23617;p62"/>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Creative Process Icons</a:t>
            </a:r>
            <a:endParaRPr sz="2400">
              <a:solidFill>
                <a:schemeClr val="lt1"/>
              </a:solidFill>
            </a:endParaRPr>
          </a:p>
        </p:txBody>
      </p:sp>
      <p:sp>
        <p:nvSpPr>
          <p:cNvPr id="23618" name="Google Shape;23618;p62"/>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Performing Arts Icons</a:t>
            </a:r>
            <a:endParaRPr sz="2400">
              <a:solidFill>
                <a:schemeClr val="lt1"/>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622" name="Shape 23622"/>
        <p:cNvGrpSpPr/>
        <p:nvPr/>
      </p:nvGrpSpPr>
      <p:grpSpPr>
        <a:xfrm>
          <a:off x="0" y="0"/>
          <a:ext cx="0" cy="0"/>
          <a:chOff x="0" y="0"/>
          <a:chExt cx="0" cy="0"/>
        </a:xfrm>
      </p:grpSpPr>
      <p:grpSp>
        <p:nvGrpSpPr>
          <p:cNvPr id="23623" name="Google Shape;23623;p63"/>
          <p:cNvGrpSpPr/>
          <p:nvPr/>
        </p:nvGrpSpPr>
        <p:grpSpPr>
          <a:xfrm>
            <a:off x="4655438" y="1588417"/>
            <a:ext cx="369948" cy="370132"/>
            <a:chOff x="4682526" y="1512217"/>
            <a:chExt cx="369948" cy="370132"/>
          </a:xfrm>
        </p:grpSpPr>
        <p:sp>
          <p:nvSpPr>
            <p:cNvPr id="23624" name="Google Shape;23624;p63"/>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5" name="Google Shape;23625;p63"/>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6" name="Google Shape;23626;p63"/>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7" name="Google Shape;23627;p63"/>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8" name="Google Shape;23628;p63"/>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9" name="Google Shape;23629;p63"/>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0" name="Google Shape;23630;p63"/>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1" name="Google Shape;23631;p63"/>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2" name="Google Shape;23632;p63"/>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3" name="Google Shape;23633;p63"/>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4" name="Google Shape;23634;p63"/>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5" name="Google Shape;23635;p63"/>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6" name="Google Shape;23636;p63"/>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7" name="Google Shape;23637;p63"/>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8" name="Google Shape;23638;p63"/>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39" name="Google Shape;23639;p63"/>
          <p:cNvGrpSpPr/>
          <p:nvPr/>
        </p:nvGrpSpPr>
        <p:grpSpPr>
          <a:xfrm>
            <a:off x="3565345" y="2056412"/>
            <a:ext cx="381542" cy="370079"/>
            <a:chOff x="3592433" y="1980212"/>
            <a:chExt cx="381542" cy="370079"/>
          </a:xfrm>
        </p:grpSpPr>
        <p:sp>
          <p:nvSpPr>
            <p:cNvPr id="23640" name="Google Shape;23640;p63"/>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1" name="Google Shape;23641;p63"/>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2" name="Google Shape;23642;p63"/>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3" name="Google Shape;23643;p63"/>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4" name="Google Shape;23644;p63"/>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5" name="Google Shape;23645;p63"/>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6" name="Google Shape;23646;p63"/>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7" name="Google Shape;23647;p63"/>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8" name="Google Shape;23648;p63"/>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9" name="Google Shape;23649;p63"/>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0" name="Google Shape;23650;p63"/>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1" name="Google Shape;23651;p63"/>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52" name="Google Shape;23652;p63"/>
          <p:cNvGrpSpPr/>
          <p:nvPr/>
        </p:nvGrpSpPr>
        <p:grpSpPr>
          <a:xfrm>
            <a:off x="1371494" y="3049690"/>
            <a:ext cx="371391" cy="235126"/>
            <a:chOff x="1398582" y="2973490"/>
            <a:chExt cx="371391" cy="235126"/>
          </a:xfrm>
        </p:grpSpPr>
        <p:sp>
          <p:nvSpPr>
            <p:cNvPr id="23653" name="Google Shape;23653;p63"/>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4" name="Google Shape;23654;p63"/>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5" name="Google Shape;23655;p63"/>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6" name="Google Shape;23656;p63"/>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7" name="Google Shape;23657;p63"/>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8" name="Google Shape;23658;p63"/>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9" name="Google Shape;23659;p63"/>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0" name="Google Shape;23660;p63"/>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1" name="Google Shape;23661;p63"/>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2" name="Google Shape;23662;p63"/>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3" name="Google Shape;23663;p63"/>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4" name="Google Shape;23664;p63"/>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5" name="Google Shape;23665;p63"/>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6" name="Google Shape;23666;p63"/>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7" name="Google Shape;23667;p63"/>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68" name="Google Shape;23668;p63"/>
          <p:cNvGrpSpPr/>
          <p:nvPr/>
        </p:nvGrpSpPr>
        <p:grpSpPr>
          <a:xfrm>
            <a:off x="823707" y="1588417"/>
            <a:ext cx="370132" cy="370132"/>
            <a:chOff x="850795" y="1512217"/>
            <a:chExt cx="370132" cy="370132"/>
          </a:xfrm>
        </p:grpSpPr>
        <p:sp>
          <p:nvSpPr>
            <p:cNvPr id="23669" name="Google Shape;23669;p63"/>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0" name="Google Shape;23670;p63"/>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1" name="Google Shape;23671;p63"/>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2" name="Google Shape;23672;p63"/>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3" name="Google Shape;23673;p63"/>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4" name="Google Shape;23674;p63"/>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5" name="Google Shape;23675;p63"/>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6" name="Google Shape;23676;p63"/>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7" name="Google Shape;23677;p63"/>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8" name="Google Shape;23678;p63"/>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9" name="Google Shape;23679;p63"/>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0" name="Google Shape;23680;p63"/>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1" name="Google Shape;23681;p63"/>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2" name="Google Shape;23682;p63"/>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3" name="Google Shape;23683;p63"/>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4" name="Google Shape;23684;p63"/>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5" name="Google Shape;23685;p63"/>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6" name="Google Shape;23686;p63"/>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87" name="Google Shape;23687;p63"/>
          <p:cNvGrpSpPr/>
          <p:nvPr/>
        </p:nvGrpSpPr>
        <p:grpSpPr>
          <a:xfrm>
            <a:off x="8011409" y="2982279"/>
            <a:ext cx="236568" cy="370105"/>
            <a:chOff x="8038497" y="2906079"/>
            <a:chExt cx="236568" cy="370105"/>
          </a:xfrm>
        </p:grpSpPr>
        <p:sp>
          <p:nvSpPr>
            <p:cNvPr id="23688" name="Google Shape;23688;p63"/>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9" name="Google Shape;23689;p63"/>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0" name="Google Shape;23690;p63"/>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1" name="Google Shape;23691;p63"/>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2" name="Google Shape;23692;p63"/>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3" name="Google Shape;23693;p63"/>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4" name="Google Shape;23694;p63"/>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95" name="Google Shape;23695;p63"/>
          <p:cNvGrpSpPr/>
          <p:nvPr/>
        </p:nvGrpSpPr>
        <p:grpSpPr>
          <a:xfrm>
            <a:off x="6297042" y="1642503"/>
            <a:ext cx="370630" cy="261802"/>
            <a:chOff x="6324130" y="1566303"/>
            <a:chExt cx="370630" cy="261802"/>
          </a:xfrm>
        </p:grpSpPr>
        <p:sp>
          <p:nvSpPr>
            <p:cNvPr id="23696" name="Google Shape;23696;p63"/>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7" name="Google Shape;23697;p63"/>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8" name="Google Shape;23698;p63"/>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9" name="Google Shape;23699;p63"/>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0" name="Google Shape;23700;p63"/>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1" name="Google Shape;23701;p63"/>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2" name="Google Shape;23702;p63"/>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3" name="Google Shape;23703;p63"/>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4" name="Google Shape;23704;p63"/>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5" name="Google Shape;23705;p63"/>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6" name="Google Shape;23706;p63"/>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7" name="Google Shape;23707;p63"/>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8" name="Google Shape;23708;p63"/>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9" name="Google Shape;23709;p63"/>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0" name="Google Shape;23710;p63"/>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1" name="Google Shape;23711;p63"/>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2" name="Google Shape;23712;p63"/>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13" name="Google Shape;23713;p63"/>
          <p:cNvGrpSpPr/>
          <p:nvPr/>
        </p:nvGrpSpPr>
        <p:grpSpPr>
          <a:xfrm>
            <a:off x="5205192" y="2102787"/>
            <a:ext cx="370840" cy="353213"/>
            <a:chOff x="5232280" y="2026587"/>
            <a:chExt cx="370840" cy="353213"/>
          </a:xfrm>
        </p:grpSpPr>
        <p:sp>
          <p:nvSpPr>
            <p:cNvPr id="23714" name="Google Shape;23714;p63"/>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5" name="Google Shape;23715;p63"/>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6" name="Google Shape;23716;p63"/>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7" name="Google Shape;23717;p63"/>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8" name="Google Shape;23718;p63"/>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9" name="Google Shape;23719;p63"/>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0" name="Google Shape;23720;p63"/>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1" name="Google Shape;23721;p63"/>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2" name="Google Shape;23722;p63"/>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3" name="Google Shape;23723;p63"/>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24" name="Google Shape;23724;p63"/>
          <p:cNvGrpSpPr/>
          <p:nvPr/>
        </p:nvGrpSpPr>
        <p:grpSpPr>
          <a:xfrm>
            <a:off x="7941873" y="2511529"/>
            <a:ext cx="379548" cy="365331"/>
            <a:chOff x="7968961" y="2435329"/>
            <a:chExt cx="379548" cy="365331"/>
          </a:xfrm>
        </p:grpSpPr>
        <p:sp>
          <p:nvSpPr>
            <p:cNvPr id="23725" name="Google Shape;23725;p63"/>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6" name="Google Shape;23726;p63"/>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7" name="Google Shape;23727;p63"/>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8" name="Google Shape;23728;p63"/>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9" name="Google Shape;23729;p63"/>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0" name="Google Shape;23730;p63"/>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31" name="Google Shape;23731;p63"/>
          <p:cNvGrpSpPr/>
          <p:nvPr/>
        </p:nvGrpSpPr>
        <p:grpSpPr>
          <a:xfrm>
            <a:off x="4109591" y="2191523"/>
            <a:ext cx="373305" cy="223217"/>
            <a:chOff x="4136679" y="2115323"/>
            <a:chExt cx="373305" cy="223217"/>
          </a:xfrm>
        </p:grpSpPr>
        <p:sp>
          <p:nvSpPr>
            <p:cNvPr id="23732" name="Google Shape;23732;p63"/>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3" name="Google Shape;23733;p63"/>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4" name="Google Shape;23734;p63"/>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5" name="Google Shape;23735;p63"/>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6" name="Google Shape;23736;p63"/>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7" name="Google Shape;23737;p63"/>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8" name="Google Shape;23738;p63"/>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9" name="Google Shape;23739;p63"/>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0" name="Google Shape;23740;p63"/>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1" name="Google Shape;23741;p63"/>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42" name="Google Shape;23742;p63"/>
          <p:cNvGrpSpPr/>
          <p:nvPr/>
        </p:nvGrpSpPr>
        <p:grpSpPr>
          <a:xfrm>
            <a:off x="7396735" y="2540277"/>
            <a:ext cx="372046" cy="307730"/>
            <a:chOff x="7423823" y="2464077"/>
            <a:chExt cx="372046" cy="307730"/>
          </a:xfrm>
        </p:grpSpPr>
        <p:sp>
          <p:nvSpPr>
            <p:cNvPr id="23743" name="Google Shape;23743;p63"/>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4" name="Google Shape;23744;p63"/>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5" name="Google Shape;23745;p63"/>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6" name="Google Shape;23746;p63"/>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7" name="Google Shape;23747;p63"/>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8" name="Google Shape;23748;p63"/>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9" name="Google Shape;23749;p63"/>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0" name="Google Shape;23750;p63"/>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1" name="Google Shape;23751;p63"/>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2" name="Google Shape;23752;p63"/>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3" name="Google Shape;23753;p63"/>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4" name="Google Shape;23754;p63"/>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5" name="Google Shape;23755;p63"/>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56" name="Google Shape;23756;p63"/>
          <p:cNvGrpSpPr/>
          <p:nvPr/>
        </p:nvGrpSpPr>
        <p:grpSpPr>
          <a:xfrm>
            <a:off x="3855423" y="3441356"/>
            <a:ext cx="295061" cy="370263"/>
            <a:chOff x="3882511" y="3365156"/>
            <a:chExt cx="295061" cy="370263"/>
          </a:xfrm>
        </p:grpSpPr>
        <p:sp>
          <p:nvSpPr>
            <p:cNvPr id="23757" name="Google Shape;23757;p63"/>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8" name="Google Shape;23758;p63"/>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9" name="Google Shape;23759;p63"/>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0" name="Google Shape;23760;p63"/>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1" name="Google Shape;23761;p63"/>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62" name="Google Shape;23762;p63"/>
          <p:cNvGrpSpPr/>
          <p:nvPr/>
        </p:nvGrpSpPr>
        <p:grpSpPr>
          <a:xfrm>
            <a:off x="5202700" y="1588417"/>
            <a:ext cx="370132" cy="370132"/>
            <a:chOff x="5229788" y="1512217"/>
            <a:chExt cx="370132" cy="370132"/>
          </a:xfrm>
        </p:grpSpPr>
        <p:sp>
          <p:nvSpPr>
            <p:cNvPr id="23763" name="Google Shape;23763;p63"/>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4" name="Google Shape;23764;p63"/>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5" name="Google Shape;23765;p63"/>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6" name="Google Shape;23766;p63"/>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7" name="Google Shape;23767;p63"/>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8" name="Google Shape;23768;p63"/>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9" name="Google Shape;23769;p63"/>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0" name="Google Shape;23770;p63"/>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1" name="Google Shape;23771;p63"/>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2" name="Google Shape;23772;p63"/>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3" name="Google Shape;23773;p63"/>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4" name="Google Shape;23774;p63"/>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5" name="Google Shape;23775;p63"/>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6" name="Google Shape;23776;p63"/>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7" name="Google Shape;23777;p63"/>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8" name="Google Shape;23778;p63"/>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9" name="Google Shape;23779;p63"/>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80" name="Google Shape;23780;p63"/>
          <p:cNvGrpSpPr/>
          <p:nvPr/>
        </p:nvGrpSpPr>
        <p:grpSpPr>
          <a:xfrm>
            <a:off x="6014781" y="3441592"/>
            <a:ext cx="373882" cy="370053"/>
            <a:chOff x="6041869" y="3365392"/>
            <a:chExt cx="373882" cy="370053"/>
          </a:xfrm>
        </p:grpSpPr>
        <p:sp>
          <p:nvSpPr>
            <p:cNvPr id="23781" name="Google Shape;23781;p63"/>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2" name="Google Shape;23782;p63"/>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3" name="Google Shape;23783;p63"/>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4" name="Google Shape;23784;p63"/>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5" name="Google Shape;23785;p63"/>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6" name="Google Shape;23786;p63"/>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7" name="Google Shape;23787;p63"/>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8" name="Google Shape;23788;p63"/>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9" name="Google Shape;23789;p63"/>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0" name="Google Shape;23790;p63"/>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91" name="Google Shape;23791;p63"/>
          <p:cNvGrpSpPr/>
          <p:nvPr/>
        </p:nvGrpSpPr>
        <p:grpSpPr>
          <a:xfrm>
            <a:off x="4657221" y="2163693"/>
            <a:ext cx="374748" cy="279140"/>
            <a:chOff x="4684309" y="2087493"/>
            <a:chExt cx="374748" cy="279140"/>
          </a:xfrm>
        </p:grpSpPr>
        <p:sp>
          <p:nvSpPr>
            <p:cNvPr id="23792" name="Google Shape;23792;p63"/>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3" name="Google Shape;23793;p63"/>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4" name="Google Shape;23794;p63"/>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5" name="Google Shape;23795;p63"/>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6" name="Google Shape;23796;p63"/>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7" name="Google Shape;23797;p63"/>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8" name="Google Shape;23798;p63"/>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9" name="Google Shape;23799;p63"/>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0" name="Google Shape;23800;p63"/>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1" name="Google Shape;23801;p63"/>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2" name="Google Shape;23802;p63"/>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3" name="Google Shape;23803;p63"/>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04" name="Google Shape;23804;p63"/>
          <p:cNvGrpSpPr/>
          <p:nvPr/>
        </p:nvGrpSpPr>
        <p:grpSpPr>
          <a:xfrm>
            <a:off x="7494022" y="2982331"/>
            <a:ext cx="175400" cy="370053"/>
            <a:chOff x="7521110" y="2906131"/>
            <a:chExt cx="175400" cy="370053"/>
          </a:xfrm>
        </p:grpSpPr>
        <p:sp>
          <p:nvSpPr>
            <p:cNvPr id="23805" name="Google Shape;23805;p63"/>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6" name="Google Shape;23806;p63"/>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7" name="Google Shape;23807;p63"/>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8" name="Google Shape;23808;p63"/>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9" name="Google Shape;23809;p63"/>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0" name="Google Shape;23810;p63"/>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1" name="Google Shape;23811;p63"/>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2" name="Google Shape;23812;p63"/>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3" name="Google Shape;23813;p63"/>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14" name="Google Shape;23814;p63"/>
          <p:cNvGrpSpPr/>
          <p:nvPr/>
        </p:nvGrpSpPr>
        <p:grpSpPr>
          <a:xfrm>
            <a:off x="3559837" y="1599486"/>
            <a:ext cx="371023" cy="347915"/>
            <a:chOff x="3586925" y="1523286"/>
            <a:chExt cx="371023" cy="347915"/>
          </a:xfrm>
        </p:grpSpPr>
        <p:sp>
          <p:nvSpPr>
            <p:cNvPr id="23815" name="Google Shape;23815;p63"/>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6" name="Google Shape;23816;p63"/>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7" name="Google Shape;23817;p63"/>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8" name="Google Shape;23818;p63"/>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9" name="Google Shape;23819;p63"/>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0" name="Google Shape;23820;p63"/>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1" name="Google Shape;23821;p63"/>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2" name="Google Shape;23822;p63"/>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3" name="Google Shape;23823;p63"/>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4" name="Google Shape;23824;p63"/>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5" name="Google Shape;23825;p63"/>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6" name="Google Shape;23826;p63"/>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7" name="Google Shape;23827;p63"/>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8" name="Google Shape;23828;p63"/>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9" name="Google Shape;23829;p63"/>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0" name="Google Shape;23830;p63"/>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1" name="Google Shape;23831;p63"/>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2" name="Google Shape;23832;p63"/>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3" name="Google Shape;23833;p63"/>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34" name="Google Shape;23834;p63"/>
          <p:cNvGrpSpPr/>
          <p:nvPr/>
        </p:nvGrpSpPr>
        <p:grpSpPr>
          <a:xfrm>
            <a:off x="6848921" y="2551661"/>
            <a:ext cx="370158" cy="285120"/>
            <a:chOff x="6876009" y="2475461"/>
            <a:chExt cx="370158" cy="285120"/>
          </a:xfrm>
        </p:grpSpPr>
        <p:sp>
          <p:nvSpPr>
            <p:cNvPr id="23835" name="Google Shape;23835;p63"/>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6" name="Google Shape;23836;p63"/>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7" name="Google Shape;23837;p63"/>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8" name="Google Shape;23838;p63"/>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9" name="Google Shape;23839;p63"/>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0" name="Google Shape;23840;p63"/>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1" name="Google Shape;23841;p63"/>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2" name="Google Shape;23842;p63"/>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3" name="Google Shape;23843;p63"/>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44" name="Google Shape;23844;p63"/>
          <p:cNvGrpSpPr/>
          <p:nvPr/>
        </p:nvGrpSpPr>
        <p:grpSpPr>
          <a:xfrm>
            <a:off x="6301134" y="2522047"/>
            <a:ext cx="370158" cy="344269"/>
            <a:chOff x="6328222" y="2445847"/>
            <a:chExt cx="370158" cy="344269"/>
          </a:xfrm>
        </p:grpSpPr>
        <p:sp>
          <p:nvSpPr>
            <p:cNvPr id="23845" name="Google Shape;23845;p63"/>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6" name="Google Shape;23846;p63"/>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7" name="Google Shape;23847;p63"/>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8" name="Google Shape;23848;p63"/>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9" name="Google Shape;23849;p63"/>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0" name="Google Shape;23850;p63"/>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1" name="Google Shape;23851;p63"/>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2" name="Google Shape;23852;p63"/>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53" name="Google Shape;23853;p63"/>
          <p:cNvGrpSpPr/>
          <p:nvPr/>
        </p:nvGrpSpPr>
        <p:grpSpPr>
          <a:xfrm>
            <a:off x="5222452" y="2509142"/>
            <a:ext cx="351639" cy="370184"/>
            <a:chOff x="5249540" y="2432942"/>
            <a:chExt cx="351639" cy="370184"/>
          </a:xfrm>
        </p:grpSpPr>
        <p:sp>
          <p:nvSpPr>
            <p:cNvPr id="23854" name="Google Shape;23854;p63"/>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5" name="Google Shape;23855;p63"/>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6" name="Google Shape;23856;p63"/>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7" name="Google Shape;23857;p63"/>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8" name="Google Shape;23858;p63"/>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9" name="Google Shape;23859;p63"/>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0" name="Google Shape;23860;p63"/>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61" name="Google Shape;23861;p63"/>
          <p:cNvGrpSpPr/>
          <p:nvPr/>
        </p:nvGrpSpPr>
        <p:grpSpPr>
          <a:xfrm>
            <a:off x="4109959" y="2558376"/>
            <a:ext cx="371102" cy="271585"/>
            <a:chOff x="4137047" y="2482176"/>
            <a:chExt cx="371102" cy="271585"/>
          </a:xfrm>
        </p:grpSpPr>
        <p:sp>
          <p:nvSpPr>
            <p:cNvPr id="23862" name="Google Shape;23862;p63"/>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3" name="Google Shape;23863;p63"/>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4" name="Google Shape;23864;p63"/>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5" name="Google Shape;23865;p63"/>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6" name="Google Shape;23866;p63"/>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7" name="Google Shape;23867;p63"/>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8" name="Google Shape;23868;p63"/>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9" name="Google Shape;23869;p63"/>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0" name="Google Shape;23870;p63"/>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1" name="Google Shape;23871;p63"/>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2" name="Google Shape;23872;p63"/>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73" name="Google Shape;23873;p63"/>
          <p:cNvGrpSpPr/>
          <p:nvPr/>
        </p:nvGrpSpPr>
        <p:grpSpPr>
          <a:xfrm>
            <a:off x="4659346" y="2509116"/>
            <a:ext cx="367377" cy="370079"/>
            <a:chOff x="4686434" y="2432916"/>
            <a:chExt cx="367377" cy="370079"/>
          </a:xfrm>
        </p:grpSpPr>
        <p:sp>
          <p:nvSpPr>
            <p:cNvPr id="23874" name="Google Shape;23874;p63"/>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5" name="Google Shape;23875;p63"/>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6" name="Google Shape;23876;p63"/>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7" name="Google Shape;23877;p63"/>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8" name="Google Shape;23878;p63"/>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9" name="Google Shape;23879;p63"/>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0" name="Google Shape;23880;p63"/>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1" name="Google Shape;23881;p63"/>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2" name="Google Shape;23882;p63"/>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3" name="Google Shape;23883;p63"/>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4" name="Google Shape;23884;p63"/>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85" name="Google Shape;23885;p63"/>
          <p:cNvGrpSpPr/>
          <p:nvPr/>
        </p:nvGrpSpPr>
        <p:grpSpPr>
          <a:xfrm>
            <a:off x="6301134" y="2132506"/>
            <a:ext cx="372099" cy="293986"/>
            <a:chOff x="6328222" y="2056306"/>
            <a:chExt cx="372099" cy="293986"/>
          </a:xfrm>
        </p:grpSpPr>
        <p:sp>
          <p:nvSpPr>
            <p:cNvPr id="23886" name="Google Shape;23886;p63"/>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7" name="Google Shape;23887;p63"/>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8" name="Google Shape;23888;p63"/>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9" name="Google Shape;23889;p63"/>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0" name="Google Shape;23890;p63"/>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1" name="Google Shape;23891;p63"/>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2" name="Google Shape;23892;p63"/>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3" name="Google Shape;23893;p63"/>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4" name="Google Shape;23894;p63"/>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95" name="Google Shape;23895;p63"/>
          <p:cNvGrpSpPr/>
          <p:nvPr/>
        </p:nvGrpSpPr>
        <p:grpSpPr>
          <a:xfrm>
            <a:off x="5762239" y="2509168"/>
            <a:ext cx="352531" cy="370132"/>
            <a:chOff x="5789327" y="2432968"/>
            <a:chExt cx="352531" cy="370132"/>
          </a:xfrm>
        </p:grpSpPr>
        <p:sp>
          <p:nvSpPr>
            <p:cNvPr id="23896" name="Google Shape;23896;p63"/>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7" name="Google Shape;23897;p63"/>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8" name="Google Shape;23898;p63"/>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9" name="Google Shape;23899;p63"/>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0" name="Google Shape;23900;p63"/>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1" name="Google Shape;23901;p63"/>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2" name="Google Shape;23902;p63"/>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3" name="Google Shape;23903;p63"/>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4" name="Google Shape;23904;p63"/>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5" name="Google Shape;23905;p63"/>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06" name="Google Shape;23906;p63"/>
          <p:cNvGrpSpPr/>
          <p:nvPr/>
        </p:nvGrpSpPr>
        <p:grpSpPr>
          <a:xfrm>
            <a:off x="847524" y="2056334"/>
            <a:ext cx="322314" cy="370158"/>
            <a:chOff x="874612" y="1980134"/>
            <a:chExt cx="322314" cy="370158"/>
          </a:xfrm>
        </p:grpSpPr>
        <p:sp>
          <p:nvSpPr>
            <p:cNvPr id="23907" name="Google Shape;23907;p63"/>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8" name="Google Shape;23908;p63"/>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9" name="Google Shape;23909;p63"/>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0" name="Google Shape;23910;p63"/>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1" name="Google Shape;23911;p63"/>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2" name="Google Shape;23912;p63"/>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3" name="Google Shape;23913;p63"/>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4" name="Google Shape;23914;p63"/>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5" name="Google Shape;23915;p63"/>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6" name="Google Shape;23916;p63"/>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7" name="Google Shape;23917;p63"/>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8" name="Google Shape;23918;p63"/>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9" name="Google Shape;23919;p63"/>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0" name="Google Shape;23920;p63"/>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1" name="Google Shape;23921;p63"/>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2" name="Google Shape;23922;p63"/>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3" name="Google Shape;23923;p63"/>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24" name="Google Shape;23924;p63"/>
          <p:cNvGrpSpPr/>
          <p:nvPr/>
        </p:nvGrpSpPr>
        <p:grpSpPr>
          <a:xfrm>
            <a:off x="3012574" y="2590980"/>
            <a:ext cx="374223" cy="329764"/>
            <a:chOff x="3039662" y="2514780"/>
            <a:chExt cx="374223" cy="329764"/>
          </a:xfrm>
        </p:grpSpPr>
        <p:sp>
          <p:nvSpPr>
            <p:cNvPr id="23925" name="Google Shape;23925;p63"/>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6" name="Google Shape;23926;p63"/>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7" name="Google Shape;23927;p63"/>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8" name="Google Shape;23928;p63"/>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9" name="Google Shape;23929;p63"/>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0" name="Google Shape;23930;p63"/>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1" name="Google Shape;23931;p63"/>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2" name="Google Shape;23932;p63"/>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3" name="Google Shape;23933;p63"/>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4" name="Google Shape;23934;p63"/>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5" name="Google Shape;23935;p63"/>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6" name="Google Shape;23936;p63"/>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7" name="Google Shape;23937;p63"/>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8" name="Google Shape;23938;p63"/>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9" name="Google Shape;23939;p63"/>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0" name="Google Shape;23940;p63"/>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1" name="Google Shape;23941;p63"/>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2" name="Google Shape;23942;p63"/>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43" name="Google Shape;23943;p63"/>
          <p:cNvGrpSpPr/>
          <p:nvPr/>
        </p:nvGrpSpPr>
        <p:grpSpPr>
          <a:xfrm>
            <a:off x="1919281" y="2639322"/>
            <a:ext cx="374066" cy="233395"/>
            <a:chOff x="1946369" y="2563122"/>
            <a:chExt cx="374066" cy="233395"/>
          </a:xfrm>
        </p:grpSpPr>
        <p:sp>
          <p:nvSpPr>
            <p:cNvPr id="23944" name="Google Shape;23944;p63"/>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5" name="Google Shape;23945;p63"/>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6" name="Google Shape;23946;p63"/>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7" name="Google Shape;23947;p63"/>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8" name="Google Shape;23948;p63"/>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9" name="Google Shape;23949;p63"/>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0" name="Google Shape;23950;p63"/>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1" name="Google Shape;23951;p63"/>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52" name="Google Shape;23952;p63"/>
          <p:cNvGrpSpPr/>
          <p:nvPr/>
        </p:nvGrpSpPr>
        <p:grpSpPr>
          <a:xfrm>
            <a:off x="4108175" y="2982384"/>
            <a:ext cx="374040" cy="370184"/>
            <a:chOff x="4135263" y="2906184"/>
            <a:chExt cx="374040" cy="370184"/>
          </a:xfrm>
        </p:grpSpPr>
        <p:sp>
          <p:nvSpPr>
            <p:cNvPr id="23953" name="Google Shape;23953;p63"/>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4" name="Google Shape;23954;p63"/>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5" name="Google Shape;23955;p63"/>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56" name="Google Shape;23956;p63"/>
          <p:cNvGrpSpPr/>
          <p:nvPr/>
        </p:nvGrpSpPr>
        <p:grpSpPr>
          <a:xfrm>
            <a:off x="4656513" y="2982384"/>
            <a:ext cx="372676" cy="370184"/>
            <a:chOff x="4683601" y="2906184"/>
            <a:chExt cx="372676" cy="370184"/>
          </a:xfrm>
        </p:grpSpPr>
        <p:sp>
          <p:nvSpPr>
            <p:cNvPr id="23957" name="Google Shape;23957;p63"/>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8" name="Google Shape;23958;p63"/>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9" name="Google Shape;23959;p63"/>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0" name="Google Shape;23960;p63"/>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1" name="Google Shape;23961;p63"/>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2" name="Google Shape;23962;p63"/>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63" name="Google Shape;23963;p63"/>
          <p:cNvGrpSpPr/>
          <p:nvPr/>
        </p:nvGrpSpPr>
        <p:grpSpPr>
          <a:xfrm>
            <a:off x="843720" y="2982253"/>
            <a:ext cx="329134" cy="370132"/>
            <a:chOff x="870808" y="2906053"/>
            <a:chExt cx="329134" cy="370132"/>
          </a:xfrm>
        </p:grpSpPr>
        <p:sp>
          <p:nvSpPr>
            <p:cNvPr id="23964" name="Google Shape;23964;p63"/>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5" name="Google Shape;23965;p63"/>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6" name="Google Shape;23966;p63"/>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7" name="Google Shape;23967;p63"/>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8" name="Google Shape;23968;p63"/>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9" name="Google Shape;23969;p63"/>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0" name="Google Shape;23970;p63"/>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1" name="Google Shape;23971;p63"/>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2" name="Google Shape;23972;p63"/>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3" name="Google Shape;23973;p63"/>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4" name="Google Shape;23974;p63"/>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5" name="Google Shape;23975;p63"/>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6" name="Google Shape;23976;p63"/>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7" name="Google Shape;23977;p63"/>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8" name="Google Shape;23978;p63"/>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9" name="Google Shape;23979;p63"/>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0" name="Google Shape;23980;p63"/>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1" name="Google Shape;23981;p63"/>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2" name="Google Shape;23982;p63"/>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83" name="Google Shape;23983;p63"/>
          <p:cNvGrpSpPr/>
          <p:nvPr/>
        </p:nvGrpSpPr>
        <p:grpSpPr>
          <a:xfrm>
            <a:off x="1916790" y="2985269"/>
            <a:ext cx="374774" cy="364282"/>
            <a:chOff x="1943878" y="2909069"/>
            <a:chExt cx="374774" cy="364282"/>
          </a:xfrm>
        </p:grpSpPr>
        <p:sp>
          <p:nvSpPr>
            <p:cNvPr id="23984" name="Google Shape;23984;p63"/>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5" name="Google Shape;23985;p63"/>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6" name="Google Shape;23986;p63"/>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7" name="Google Shape;23987;p63"/>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8" name="Google Shape;23988;p63"/>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9" name="Google Shape;23989;p63"/>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0" name="Google Shape;23990;p63"/>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1" name="Google Shape;23991;p63"/>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2" name="Google Shape;23992;p63"/>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3" name="Google Shape;23993;p63"/>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4" name="Google Shape;23994;p63"/>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5" name="Google Shape;23995;p63"/>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6" name="Google Shape;23996;p63"/>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7" name="Google Shape;23997;p63"/>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8" name="Google Shape;23998;p63"/>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9" name="Google Shape;23999;p63"/>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0" name="Google Shape;24000;p63"/>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1" name="Google Shape;24001;p63"/>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2" name="Google Shape;24002;p63"/>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3" name="Google Shape;24003;p63"/>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4" name="Google Shape;24004;p63"/>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05" name="Google Shape;24005;p63"/>
          <p:cNvGrpSpPr/>
          <p:nvPr/>
        </p:nvGrpSpPr>
        <p:grpSpPr>
          <a:xfrm>
            <a:off x="1100984" y="3441461"/>
            <a:ext cx="328872" cy="370158"/>
            <a:chOff x="1128072" y="3365261"/>
            <a:chExt cx="328872" cy="370158"/>
          </a:xfrm>
        </p:grpSpPr>
        <p:sp>
          <p:nvSpPr>
            <p:cNvPr id="24006" name="Google Shape;24006;p63"/>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7" name="Google Shape;24007;p63"/>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8" name="Google Shape;24008;p63"/>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9" name="Google Shape;24009;p63"/>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0" name="Google Shape;24010;p63"/>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1" name="Google Shape;24011;p63"/>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2" name="Google Shape;24012;p63"/>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3" name="Google Shape;24013;p63"/>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4" name="Google Shape;24014;p63"/>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5" name="Google Shape;24015;p63"/>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6" name="Google Shape;24016;p63"/>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7" name="Google Shape;24017;p63"/>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8" name="Google Shape;24018;p63"/>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9" name="Google Shape;24019;p63"/>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0" name="Google Shape;24020;p63"/>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1" name="Google Shape;24021;p63"/>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2" name="Google Shape;24022;p63"/>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3" name="Google Shape;24023;p63"/>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4" name="Google Shape;24024;p63"/>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5" name="Google Shape;24025;p63"/>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6" name="Google Shape;24026;p63"/>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7" name="Google Shape;24027;p63"/>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8" name="Google Shape;24028;p63"/>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9" name="Google Shape;24029;p63"/>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0" name="Google Shape;24030;p63"/>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1" name="Google Shape;24031;p63"/>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2" name="Google Shape;24032;p63"/>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3" name="Google Shape;24033;p63"/>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4" name="Google Shape;24034;p63"/>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5" name="Google Shape;24035;p63"/>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6" name="Google Shape;24036;p63"/>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7" name="Google Shape;24037;p63"/>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8" name="Google Shape;24038;p63"/>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9" name="Google Shape;24039;p63"/>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0" name="Google Shape;24040;p63"/>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1" name="Google Shape;24041;p63"/>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2" name="Google Shape;24042;p63"/>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3" name="Google Shape;24043;p63"/>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4" name="Google Shape;24044;p63"/>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5" name="Google Shape;24045;p63"/>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6" name="Google Shape;24046;p63"/>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7" name="Google Shape;24047;p63"/>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8" name="Google Shape;24048;p63"/>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9" name="Google Shape;24049;p63"/>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50" name="Google Shape;24050;p63"/>
          <p:cNvGrpSpPr/>
          <p:nvPr/>
        </p:nvGrpSpPr>
        <p:grpSpPr>
          <a:xfrm>
            <a:off x="5749779" y="1591381"/>
            <a:ext cx="370866" cy="364151"/>
            <a:chOff x="5776868" y="1515181"/>
            <a:chExt cx="370866" cy="364151"/>
          </a:xfrm>
        </p:grpSpPr>
        <p:sp>
          <p:nvSpPr>
            <p:cNvPr id="24051" name="Google Shape;24051;p63"/>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2" name="Google Shape;24052;p63"/>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3" name="Google Shape;24053;p63"/>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4" name="Google Shape;24054;p63"/>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5" name="Google Shape;24055;p63"/>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6" name="Google Shape;24056;p63"/>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7" name="Google Shape;24057;p63"/>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8" name="Google Shape;24058;p63"/>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9" name="Google Shape;24059;p63"/>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0" name="Google Shape;24060;p63"/>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1" name="Google Shape;24061;p63"/>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2" name="Google Shape;24062;p63"/>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3" name="Google Shape;24063;p63"/>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4" name="Google Shape;24064;p63"/>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5" name="Google Shape;24065;p63"/>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6" name="Google Shape;24066;p63"/>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7" name="Google Shape;24067;p63"/>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68" name="Google Shape;24068;p63"/>
          <p:cNvGrpSpPr/>
          <p:nvPr/>
        </p:nvGrpSpPr>
        <p:grpSpPr>
          <a:xfrm>
            <a:off x="3550761" y="2509142"/>
            <a:ext cx="393660" cy="370079"/>
            <a:chOff x="3577849" y="2432942"/>
            <a:chExt cx="393660" cy="370079"/>
          </a:xfrm>
        </p:grpSpPr>
        <p:sp>
          <p:nvSpPr>
            <p:cNvPr id="24069" name="Google Shape;24069;p63"/>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0" name="Google Shape;24070;p63"/>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1" name="Google Shape;24071;p63"/>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2" name="Google Shape;24072;p63"/>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3" name="Google Shape;24073;p63"/>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4" name="Google Shape;24074;p63"/>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5" name="Google Shape;24075;p63"/>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6" name="Google Shape;24076;p63"/>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7" name="Google Shape;24077;p63"/>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8" name="Google Shape;24078;p63"/>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79" name="Google Shape;24079;p63"/>
          <p:cNvGrpSpPr/>
          <p:nvPr/>
        </p:nvGrpSpPr>
        <p:grpSpPr>
          <a:xfrm>
            <a:off x="2466911" y="3003237"/>
            <a:ext cx="370132" cy="328164"/>
            <a:chOff x="2493999" y="2927037"/>
            <a:chExt cx="370132" cy="328164"/>
          </a:xfrm>
        </p:grpSpPr>
        <p:sp>
          <p:nvSpPr>
            <p:cNvPr id="24080" name="Google Shape;24080;p63"/>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1" name="Google Shape;24081;p63"/>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2" name="Google Shape;24082;p63"/>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3" name="Google Shape;24083;p63"/>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4" name="Google Shape;24084;p63"/>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5" name="Google Shape;24085;p63"/>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6" name="Google Shape;24086;p63"/>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7" name="Google Shape;24087;p63"/>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8" name="Google Shape;24088;p63"/>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9" name="Google Shape;24089;p63"/>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0" name="Google Shape;24090;p63"/>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1" name="Google Shape;24091;p63"/>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92" name="Google Shape;24092;p63"/>
          <p:cNvGrpSpPr/>
          <p:nvPr/>
        </p:nvGrpSpPr>
        <p:grpSpPr>
          <a:xfrm>
            <a:off x="3562329" y="3026896"/>
            <a:ext cx="370315" cy="281028"/>
            <a:chOff x="3589417" y="2950696"/>
            <a:chExt cx="370315" cy="281028"/>
          </a:xfrm>
        </p:grpSpPr>
        <p:sp>
          <p:nvSpPr>
            <p:cNvPr id="24093" name="Google Shape;24093;p63"/>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4" name="Google Shape;24094;p63"/>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5" name="Google Shape;24095;p63"/>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6" name="Google Shape;24096;p63"/>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7" name="Google Shape;24097;p63"/>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8" name="Google Shape;24098;p63"/>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9" name="Google Shape;24099;p63"/>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0" name="Google Shape;24100;p63"/>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1" name="Google Shape;24101;p63"/>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2" name="Google Shape;24102;p63"/>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3" name="Google Shape;24103;p63"/>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4" name="Google Shape;24104;p63"/>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5" name="Google Shape;24105;p63"/>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6" name="Google Shape;24106;p63"/>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7" name="Google Shape;24107;p63"/>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8" name="Google Shape;24108;p63"/>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9" name="Google Shape;24109;p63"/>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0" name="Google Shape;24110;p63"/>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1" name="Google Shape;24111;p63"/>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2" name="Google Shape;24112;p63"/>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13" name="Google Shape;24113;p63"/>
          <p:cNvGrpSpPr/>
          <p:nvPr/>
        </p:nvGrpSpPr>
        <p:grpSpPr>
          <a:xfrm>
            <a:off x="3005623" y="2987918"/>
            <a:ext cx="396125" cy="359062"/>
            <a:chOff x="3032711" y="2911718"/>
            <a:chExt cx="396125" cy="359062"/>
          </a:xfrm>
        </p:grpSpPr>
        <p:sp>
          <p:nvSpPr>
            <p:cNvPr id="24114" name="Google Shape;24114;p63"/>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5" name="Google Shape;24115;p63"/>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6" name="Google Shape;24116;p63"/>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7" name="Google Shape;24117;p63"/>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8" name="Google Shape;24118;p63"/>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9" name="Google Shape;24119;p63"/>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0" name="Google Shape;24120;p63"/>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1" name="Google Shape;24121;p63"/>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2" name="Google Shape;24122;p63"/>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3" name="Google Shape;24123;p63"/>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4" name="Google Shape;24124;p63"/>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5" name="Google Shape;24125;p63"/>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26" name="Google Shape;24126;p63"/>
          <p:cNvGrpSpPr/>
          <p:nvPr/>
        </p:nvGrpSpPr>
        <p:grpSpPr>
          <a:xfrm>
            <a:off x="7390676" y="1589597"/>
            <a:ext cx="373174" cy="367692"/>
            <a:chOff x="7417764" y="1513397"/>
            <a:chExt cx="373174" cy="367692"/>
          </a:xfrm>
        </p:grpSpPr>
        <p:sp>
          <p:nvSpPr>
            <p:cNvPr id="24127" name="Google Shape;24127;p63"/>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8" name="Google Shape;24128;p63"/>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9" name="Google Shape;24129;p63"/>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0" name="Google Shape;24130;p63"/>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1" name="Google Shape;24131;p63"/>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2" name="Google Shape;24132;p63"/>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3" name="Google Shape;24133;p63"/>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4" name="Google Shape;24134;p63"/>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5" name="Google Shape;24135;p63"/>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6" name="Google Shape;24136;p63"/>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7" name="Google Shape;24137;p63"/>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8" name="Google Shape;24138;p63"/>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9" name="Google Shape;24139;p63"/>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0" name="Google Shape;24140;p63"/>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1" name="Google Shape;24141;p63"/>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2" name="Google Shape;24142;p63"/>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3" name="Google Shape;24143;p63"/>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4" name="Google Shape;24144;p63"/>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5" name="Google Shape;24145;p63"/>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46" name="Google Shape;24146;p63"/>
          <p:cNvGrpSpPr/>
          <p:nvPr/>
        </p:nvGrpSpPr>
        <p:grpSpPr>
          <a:xfrm>
            <a:off x="6844856" y="1590568"/>
            <a:ext cx="370132" cy="365672"/>
            <a:chOff x="6871944" y="1514368"/>
            <a:chExt cx="370132" cy="365672"/>
          </a:xfrm>
        </p:grpSpPr>
        <p:sp>
          <p:nvSpPr>
            <p:cNvPr id="24147" name="Google Shape;24147;p63"/>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8" name="Google Shape;24148;p63"/>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9" name="Google Shape;24149;p63"/>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0" name="Google Shape;24150;p63"/>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1" name="Google Shape;24151;p63"/>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2" name="Google Shape;24152;p63"/>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3" name="Google Shape;24153;p63"/>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4" name="Google Shape;24154;p63"/>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5" name="Google Shape;24155;p63"/>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6" name="Google Shape;24156;p63"/>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7" name="Google Shape;24157;p63"/>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8" name="Google Shape;24158;p63"/>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9" name="Google Shape;24159;p63"/>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0" name="Google Shape;24160;p63"/>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1" name="Google Shape;24161;p63"/>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2" name="Google Shape;24162;p63"/>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3" name="Google Shape;24163;p63"/>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4" name="Google Shape;24164;p63"/>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65" name="Google Shape;24165;p63"/>
          <p:cNvGrpSpPr/>
          <p:nvPr/>
        </p:nvGrpSpPr>
        <p:grpSpPr>
          <a:xfrm>
            <a:off x="6534843" y="3441461"/>
            <a:ext cx="400375" cy="370184"/>
            <a:chOff x="6561931" y="3365261"/>
            <a:chExt cx="400375" cy="370184"/>
          </a:xfrm>
        </p:grpSpPr>
        <p:sp>
          <p:nvSpPr>
            <p:cNvPr id="24166" name="Google Shape;24166;p63"/>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7" name="Google Shape;24167;p63"/>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8" name="Google Shape;24168;p63"/>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9" name="Google Shape;24169;p63"/>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0" name="Google Shape;24170;p63"/>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1" name="Google Shape;24171;p63"/>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2" name="Google Shape;24172;p63"/>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3" name="Google Shape;24173;p63"/>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4" name="Google Shape;24174;p63"/>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5" name="Google Shape;24175;p63"/>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6" name="Google Shape;24176;p63"/>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7" name="Google Shape;24177;p63"/>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78" name="Google Shape;24178;p63"/>
          <p:cNvGrpSpPr/>
          <p:nvPr/>
        </p:nvGrpSpPr>
        <p:grpSpPr>
          <a:xfrm>
            <a:off x="1915032" y="2062052"/>
            <a:ext cx="378315" cy="358695"/>
            <a:chOff x="1942120" y="1985852"/>
            <a:chExt cx="378315" cy="358695"/>
          </a:xfrm>
        </p:grpSpPr>
        <p:sp>
          <p:nvSpPr>
            <p:cNvPr id="24179" name="Google Shape;24179;p63"/>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0" name="Google Shape;24180;p63"/>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1" name="Google Shape;24181;p63"/>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2" name="Google Shape;24182;p63"/>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3" name="Google Shape;24183;p63"/>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4" name="Google Shape;24184;p63"/>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5" name="Google Shape;24185;p63"/>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6" name="Google Shape;24186;p63"/>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7" name="Google Shape;24187;p63"/>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8" name="Google Shape;24188;p63"/>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9" name="Google Shape;24189;p63"/>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0" name="Google Shape;24190;p63"/>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1" name="Google Shape;24191;p63"/>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2" name="Google Shape;24192;p63"/>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3" name="Google Shape;24193;p63"/>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4" name="Google Shape;24194;p63"/>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5" name="Google Shape;24195;p63"/>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6" name="Google Shape;24196;p63"/>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7" name="Google Shape;24197;p63"/>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8" name="Google Shape;24198;p63"/>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99" name="Google Shape;24199;p63"/>
          <p:cNvGrpSpPr/>
          <p:nvPr/>
        </p:nvGrpSpPr>
        <p:grpSpPr>
          <a:xfrm>
            <a:off x="1374327" y="2505418"/>
            <a:ext cx="364282" cy="374197"/>
            <a:chOff x="1401415" y="2429218"/>
            <a:chExt cx="364282" cy="374197"/>
          </a:xfrm>
        </p:grpSpPr>
        <p:sp>
          <p:nvSpPr>
            <p:cNvPr id="24200" name="Google Shape;24200;p63"/>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1" name="Google Shape;24201;p63"/>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2" name="Google Shape;24202;p63"/>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3" name="Google Shape;24203;p63"/>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4" name="Google Shape;24204;p63"/>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5" name="Google Shape;24205;p63"/>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6" name="Google Shape;24206;p63"/>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7" name="Google Shape;24207;p63"/>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8" name="Google Shape;24208;p63"/>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9" name="Google Shape;24209;p63"/>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0" name="Google Shape;24210;p63"/>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1" name="Google Shape;24211;p63"/>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2" name="Google Shape;24212;p63"/>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3" name="Google Shape;24213;p63"/>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4" name="Google Shape;24214;p63"/>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15" name="Google Shape;24215;p63"/>
          <p:cNvGrpSpPr/>
          <p:nvPr/>
        </p:nvGrpSpPr>
        <p:grpSpPr>
          <a:xfrm>
            <a:off x="7083339" y="3441461"/>
            <a:ext cx="400401" cy="370184"/>
            <a:chOff x="7110427" y="3365261"/>
            <a:chExt cx="400401" cy="370184"/>
          </a:xfrm>
        </p:grpSpPr>
        <p:sp>
          <p:nvSpPr>
            <p:cNvPr id="24216" name="Google Shape;24216;p63"/>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7" name="Google Shape;24217;p63"/>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8" name="Google Shape;24218;p63"/>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9" name="Google Shape;24219;p63"/>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0" name="Google Shape;24220;p63"/>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1" name="Google Shape;24221;p63"/>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2" name="Google Shape;24222;p63"/>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23" name="Google Shape;24223;p63"/>
          <p:cNvGrpSpPr/>
          <p:nvPr/>
        </p:nvGrpSpPr>
        <p:grpSpPr>
          <a:xfrm>
            <a:off x="7631861" y="3439337"/>
            <a:ext cx="400375" cy="370132"/>
            <a:chOff x="7658949" y="3363137"/>
            <a:chExt cx="400375" cy="370132"/>
          </a:xfrm>
        </p:grpSpPr>
        <p:sp>
          <p:nvSpPr>
            <p:cNvPr id="24224" name="Google Shape;24224;p63"/>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5" name="Google Shape;24225;p63"/>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6" name="Google Shape;24226;p63"/>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7" name="Google Shape;24227;p63"/>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8" name="Google Shape;24228;p63"/>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29" name="Google Shape;24229;p63"/>
          <p:cNvGrpSpPr/>
          <p:nvPr/>
        </p:nvGrpSpPr>
        <p:grpSpPr>
          <a:xfrm>
            <a:off x="3277393" y="3455589"/>
            <a:ext cx="356623" cy="370105"/>
            <a:chOff x="3307156" y="3365314"/>
            <a:chExt cx="356623" cy="370105"/>
          </a:xfrm>
        </p:grpSpPr>
        <p:sp>
          <p:nvSpPr>
            <p:cNvPr id="24230" name="Google Shape;24230;p63"/>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1" name="Google Shape;24231;p63"/>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2" name="Google Shape;24232;p63"/>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3" name="Google Shape;24233;p63"/>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4" name="Google Shape;24234;p63"/>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5" name="Google Shape;24235;p63"/>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6" name="Google Shape;24236;p63"/>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7" name="Google Shape;24237;p63"/>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8" name="Google Shape;24238;p63"/>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9" name="Google Shape;24239;p63"/>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0" name="Google Shape;24240;p63"/>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1" name="Google Shape;24241;p63"/>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2" name="Google Shape;24242;p63"/>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3" name="Google Shape;24243;p63"/>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4" name="Google Shape;24244;p63"/>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45" name="Google Shape;24245;p63"/>
          <p:cNvGrpSpPr/>
          <p:nvPr/>
        </p:nvGrpSpPr>
        <p:grpSpPr>
          <a:xfrm>
            <a:off x="7395319" y="2056307"/>
            <a:ext cx="372807" cy="370079"/>
            <a:chOff x="7422407" y="1980107"/>
            <a:chExt cx="372807" cy="370079"/>
          </a:xfrm>
        </p:grpSpPr>
        <p:sp>
          <p:nvSpPr>
            <p:cNvPr id="24246" name="Google Shape;24246;p63"/>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7" name="Google Shape;24247;p63"/>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8" name="Google Shape;24248;p63"/>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9" name="Google Shape;24249;p63"/>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0" name="Google Shape;24250;p63"/>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1" name="Google Shape;24251;p63"/>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2" name="Google Shape;24252;p63"/>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3" name="Google Shape;24253;p63"/>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4" name="Google Shape;24254;p63"/>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5" name="Google Shape;24255;p63"/>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6" name="Google Shape;24256;p63"/>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7" name="Google Shape;24257;p63"/>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8" name="Google Shape;24258;p63"/>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59" name="Google Shape;24259;p63"/>
          <p:cNvGrpSpPr/>
          <p:nvPr/>
        </p:nvGrpSpPr>
        <p:grpSpPr>
          <a:xfrm>
            <a:off x="6889053" y="2982384"/>
            <a:ext cx="289737" cy="370394"/>
            <a:chOff x="6916141" y="2906184"/>
            <a:chExt cx="289737" cy="370394"/>
          </a:xfrm>
        </p:grpSpPr>
        <p:sp>
          <p:nvSpPr>
            <p:cNvPr id="24260" name="Google Shape;24260;p63"/>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1" name="Google Shape;24261;p63"/>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2" name="Google Shape;24262;p63"/>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3" name="Google Shape;24263;p63"/>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4" name="Google Shape;24264;p63"/>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5" name="Google Shape;24265;p63"/>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6" name="Google Shape;24266;p63"/>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7" name="Google Shape;24267;p63"/>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8" name="Google Shape;24268;p63"/>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9" name="Google Shape;24269;p63"/>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0" name="Google Shape;24270;p63"/>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1" name="Google Shape;24271;p63"/>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2" name="Google Shape;24272;p63"/>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3" name="Google Shape;24273;p63"/>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4" name="Google Shape;24274;p63"/>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5" name="Google Shape;24275;p63"/>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6" name="Google Shape;24276;p63"/>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7" name="Google Shape;24277;p63"/>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8" name="Google Shape;24278;p63"/>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9" name="Google Shape;24279;p63"/>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0" name="Google Shape;24280;p63"/>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81" name="Google Shape;24281;p63"/>
          <p:cNvGrpSpPr/>
          <p:nvPr/>
        </p:nvGrpSpPr>
        <p:grpSpPr>
          <a:xfrm>
            <a:off x="7943106" y="2089777"/>
            <a:ext cx="372676" cy="331731"/>
            <a:chOff x="7970194" y="2013577"/>
            <a:chExt cx="372676" cy="331731"/>
          </a:xfrm>
        </p:grpSpPr>
        <p:sp>
          <p:nvSpPr>
            <p:cNvPr id="24282" name="Google Shape;24282;p63"/>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3" name="Google Shape;24283;p63"/>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4" name="Google Shape;24284;p63"/>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5" name="Google Shape;24285;p63"/>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6" name="Google Shape;24286;p63"/>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7" name="Google Shape;24287;p63"/>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8" name="Google Shape;24288;p63"/>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9" name="Google Shape;24289;p63"/>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0" name="Google Shape;24290;p63"/>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1" name="Google Shape;24291;p63"/>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92" name="Google Shape;24292;p63"/>
          <p:cNvGrpSpPr/>
          <p:nvPr/>
        </p:nvGrpSpPr>
        <p:grpSpPr>
          <a:xfrm>
            <a:off x="1389645" y="1588390"/>
            <a:ext cx="332964" cy="370158"/>
            <a:chOff x="1416733" y="1512190"/>
            <a:chExt cx="332964" cy="370158"/>
          </a:xfrm>
        </p:grpSpPr>
        <p:sp>
          <p:nvSpPr>
            <p:cNvPr id="24293" name="Google Shape;24293;p63"/>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4" name="Google Shape;24294;p63"/>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5" name="Google Shape;24295;p63"/>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6" name="Google Shape;24296;p63"/>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7" name="Google Shape;24297;p63"/>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8" name="Google Shape;24298;p63"/>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9" name="Google Shape;24299;p63"/>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0" name="Google Shape;24300;p63"/>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1" name="Google Shape;24301;p63"/>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2" name="Google Shape;24302;p63"/>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3" name="Google Shape;24303;p63"/>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4" name="Google Shape;24304;p63"/>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5" name="Google Shape;24305;p63"/>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6" name="Google Shape;24306;p63"/>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7" name="Google Shape;24307;p63"/>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8" name="Google Shape;24308;p63"/>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9" name="Google Shape;24309;p63"/>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0" name="Google Shape;24310;p63"/>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1" name="Google Shape;24311;p63"/>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12" name="Google Shape;24312;p63"/>
          <p:cNvGrpSpPr/>
          <p:nvPr/>
        </p:nvGrpSpPr>
        <p:grpSpPr>
          <a:xfrm>
            <a:off x="5219278" y="2982305"/>
            <a:ext cx="342852" cy="370079"/>
            <a:chOff x="5246366" y="2906105"/>
            <a:chExt cx="342852" cy="370079"/>
          </a:xfrm>
        </p:grpSpPr>
        <p:sp>
          <p:nvSpPr>
            <p:cNvPr id="24313" name="Google Shape;24313;p63"/>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4" name="Google Shape;24314;p63"/>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5" name="Google Shape;24315;p63"/>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6" name="Google Shape;24316;p63"/>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7" name="Google Shape;24317;p63"/>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8" name="Google Shape;24318;p63"/>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19" name="Google Shape;24319;p63"/>
          <p:cNvGrpSpPr/>
          <p:nvPr/>
        </p:nvGrpSpPr>
        <p:grpSpPr>
          <a:xfrm>
            <a:off x="822579" y="2511083"/>
            <a:ext cx="371259" cy="366249"/>
            <a:chOff x="849667" y="2434883"/>
            <a:chExt cx="371259" cy="366249"/>
          </a:xfrm>
        </p:grpSpPr>
        <p:sp>
          <p:nvSpPr>
            <p:cNvPr id="24320" name="Google Shape;24320;p63"/>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1" name="Google Shape;24321;p63"/>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2" name="Google Shape;24322;p63"/>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3" name="Google Shape;24323;p63"/>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4" name="Google Shape;24324;p63"/>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5" name="Google Shape;24325;p63"/>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6" name="Google Shape;24326;p63"/>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7" name="Google Shape;24327;p63"/>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8" name="Google Shape;24328;p63"/>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9" name="Google Shape;24329;p63"/>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0" name="Google Shape;24330;p63"/>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1" name="Google Shape;24331;p63"/>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2" name="Google Shape;24332;p63"/>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33" name="Google Shape;24333;p63"/>
          <p:cNvGrpSpPr/>
          <p:nvPr/>
        </p:nvGrpSpPr>
        <p:grpSpPr>
          <a:xfrm>
            <a:off x="4389938" y="3441566"/>
            <a:ext cx="332728" cy="370053"/>
            <a:chOff x="4417026" y="3365366"/>
            <a:chExt cx="332728" cy="370053"/>
          </a:xfrm>
        </p:grpSpPr>
        <p:sp>
          <p:nvSpPr>
            <p:cNvPr id="24334" name="Google Shape;24334;p63"/>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5" name="Google Shape;24335;p63"/>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6" name="Google Shape;24336;p63"/>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7" name="Google Shape;24337;p63"/>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8" name="Google Shape;24338;p63"/>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9" name="Google Shape;24339;p63"/>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0" name="Google Shape;24340;p63"/>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1" name="Google Shape;24341;p63"/>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2" name="Google Shape;24342;p63"/>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3" name="Google Shape;24343;p63"/>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4" name="Google Shape;24344;p63"/>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5" name="Google Shape;24345;p63"/>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6" name="Google Shape;24346;p63"/>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7" name="Google Shape;24347;p63"/>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8" name="Google Shape;24348;p63"/>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9" name="Google Shape;24349;p63"/>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0" name="Google Shape;24350;p63"/>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1" name="Google Shape;24351;p63"/>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52" name="Google Shape;24352;p63"/>
          <p:cNvGrpSpPr/>
          <p:nvPr/>
        </p:nvGrpSpPr>
        <p:grpSpPr>
          <a:xfrm>
            <a:off x="2469980" y="2056386"/>
            <a:ext cx="363994" cy="370105"/>
            <a:chOff x="2497068" y="1980186"/>
            <a:chExt cx="363994" cy="370105"/>
          </a:xfrm>
        </p:grpSpPr>
        <p:sp>
          <p:nvSpPr>
            <p:cNvPr id="24353" name="Google Shape;24353;p63"/>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4" name="Google Shape;24354;p63"/>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5" name="Google Shape;24355;p63"/>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6" name="Google Shape;24356;p63"/>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7" name="Google Shape;24357;p63"/>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8" name="Google Shape;24358;p63"/>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9" name="Google Shape;24359;p63"/>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0" name="Google Shape;24360;p63"/>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1" name="Google Shape;24361;p63"/>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2" name="Google Shape;24362;p63"/>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3" name="Google Shape;24363;p63"/>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4" name="Google Shape;24364;p63"/>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5" name="Google Shape;24365;p63"/>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6" name="Google Shape;24366;p63"/>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7" name="Google Shape;24367;p63"/>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8" name="Google Shape;24368;p63"/>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9" name="Google Shape;24369;p63"/>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0" name="Google Shape;24370;p63"/>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1" name="Google Shape;24371;p63"/>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2" name="Google Shape;24372;p63"/>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3" name="Google Shape;24373;p63"/>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74" name="Google Shape;24374;p63"/>
          <p:cNvGrpSpPr/>
          <p:nvPr/>
        </p:nvGrpSpPr>
        <p:grpSpPr>
          <a:xfrm>
            <a:off x="5793190" y="2982358"/>
            <a:ext cx="294904" cy="370027"/>
            <a:chOff x="5820278" y="2906158"/>
            <a:chExt cx="294904" cy="370027"/>
          </a:xfrm>
        </p:grpSpPr>
        <p:sp>
          <p:nvSpPr>
            <p:cNvPr id="24375" name="Google Shape;24375;p63"/>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6" name="Google Shape;24376;p63"/>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7" name="Google Shape;24377;p63"/>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8" name="Google Shape;24378;p63"/>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9" name="Google Shape;24379;p63"/>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0" name="Google Shape;24380;p63"/>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1" name="Google Shape;24381;p63"/>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82" name="Google Shape;24382;p63"/>
          <p:cNvGrpSpPr/>
          <p:nvPr/>
        </p:nvGrpSpPr>
        <p:grpSpPr>
          <a:xfrm>
            <a:off x="4919731" y="3459429"/>
            <a:ext cx="370132" cy="334223"/>
            <a:chOff x="4946819" y="3383229"/>
            <a:chExt cx="370132" cy="334223"/>
          </a:xfrm>
        </p:grpSpPr>
        <p:sp>
          <p:nvSpPr>
            <p:cNvPr id="24383" name="Google Shape;24383;p63"/>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4" name="Google Shape;24384;p63"/>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5" name="Google Shape;24385;p63"/>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6" name="Google Shape;24386;p63"/>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7" name="Google Shape;24387;p63"/>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8" name="Google Shape;24388;p63"/>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9" name="Google Shape;24389;p63"/>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0" name="Google Shape;24390;p63"/>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1" name="Google Shape;24391;p63"/>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92" name="Google Shape;24392;p63"/>
          <p:cNvGrpSpPr/>
          <p:nvPr/>
        </p:nvGrpSpPr>
        <p:grpSpPr>
          <a:xfrm>
            <a:off x="3011315" y="1615434"/>
            <a:ext cx="375482" cy="316072"/>
            <a:chOff x="3038403" y="1539234"/>
            <a:chExt cx="375482" cy="316072"/>
          </a:xfrm>
        </p:grpSpPr>
        <p:sp>
          <p:nvSpPr>
            <p:cNvPr id="24393" name="Google Shape;24393;p63"/>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394" name="Google Shape;24394;p63"/>
            <p:cNvGrpSpPr/>
            <p:nvPr/>
          </p:nvGrpSpPr>
          <p:grpSpPr>
            <a:xfrm>
              <a:off x="3038403" y="1539234"/>
              <a:ext cx="375482" cy="316072"/>
              <a:chOff x="3038403" y="1539234"/>
              <a:chExt cx="375482" cy="316072"/>
            </a:xfrm>
          </p:grpSpPr>
          <p:sp>
            <p:nvSpPr>
              <p:cNvPr id="24395" name="Google Shape;24395;p63"/>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6" name="Google Shape;24396;p63"/>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7" name="Google Shape;24397;p63"/>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8" name="Google Shape;24398;p63"/>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9" name="Google Shape;24399;p63"/>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0" name="Google Shape;24400;p63"/>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1" name="Google Shape;24401;p63"/>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2" name="Google Shape;24402;p63"/>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3" name="Google Shape;24403;p63"/>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404" name="Google Shape;24404;p63"/>
          <p:cNvGrpSpPr/>
          <p:nvPr/>
        </p:nvGrpSpPr>
        <p:grpSpPr>
          <a:xfrm>
            <a:off x="6305777" y="2982331"/>
            <a:ext cx="360846" cy="370184"/>
            <a:chOff x="6332865" y="2906131"/>
            <a:chExt cx="360846" cy="370184"/>
          </a:xfrm>
        </p:grpSpPr>
        <p:sp>
          <p:nvSpPr>
            <p:cNvPr id="24405" name="Google Shape;24405;p63"/>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6" name="Google Shape;24406;p63"/>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7" name="Google Shape;24407;p63"/>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8" name="Google Shape;24408;p63"/>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9" name="Google Shape;24409;p63"/>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0" name="Google Shape;24410;p63"/>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1" name="Google Shape;24411;p63"/>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2" name="Google Shape;24412;p63"/>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3" name="Google Shape;24413;p63"/>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4" name="Google Shape;24414;p63"/>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5" name="Google Shape;24415;p63"/>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16" name="Google Shape;24416;p63"/>
          <p:cNvGrpSpPr/>
          <p:nvPr/>
        </p:nvGrpSpPr>
        <p:grpSpPr>
          <a:xfrm>
            <a:off x="4107991" y="1594266"/>
            <a:ext cx="370132" cy="358223"/>
            <a:chOff x="4135079" y="1518066"/>
            <a:chExt cx="370132" cy="358223"/>
          </a:xfrm>
        </p:grpSpPr>
        <p:sp>
          <p:nvSpPr>
            <p:cNvPr id="24417" name="Google Shape;24417;p63"/>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8" name="Google Shape;24418;p63"/>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9" name="Google Shape;24419;p63"/>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0" name="Google Shape;24420;p63"/>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1" name="Google Shape;24421;p63"/>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2" name="Google Shape;24422;p63"/>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3" name="Google Shape;24423;p63"/>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4" name="Google Shape;24424;p63"/>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5" name="Google Shape;24425;p63"/>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6" name="Google Shape;24426;p63"/>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7" name="Google Shape;24427;p63"/>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8" name="Google Shape;24428;p63"/>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9" name="Google Shape;24429;p63"/>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0" name="Google Shape;24430;p63"/>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1" name="Google Shape;24431;p63"/>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2" name="Google Shape;24432;p63"/>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3" name="Google Shape;24433;p63"/>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4" name="Google Shape;24434;p63"/>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5" name="Google Shape;24435;p63"/>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36" name="Google Shape;24436;p63"/>
          <p:cNvGrpSpPr/>
          <p:nvPr/>
        </p:nvGrpSpPr>
        <p:grpSpPr>
          <a:xfrm>
            <a:off x="6851780" y="2056334"/>
            <a:ext cx="361240" cy="370158"/>
            <a:chOff x="6878869" y="1980134"/>
            <a:chExt cx="361240" cy="370158"/>
          </a:xfrm>
        </p:grpSpPr>
        <p:sp>
          <p:nvSpPr>
            <p:cNvPr id="24437" name="Google Shape;24437;p63"/>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8" name="Google Shape;24438;p63"/>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9" name="Google Shape;24439;p63"/>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0" name="Google Shape;24440;p63"/>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1" name="Google Shape;24441;p63"/>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2" name="Google Shape;24442;p63"/>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3" name="Google Shape;24443;p63"/>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4" name="Google Shape;24444;p63"/>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5" name="Google Shape;24445;p63"/>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6" name="Google Shape;24446;p63"/>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7" name="Google Shape;24447;p63"/>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8" name="Google Shape;24448;p63"/>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9" name="Google Shape;24449;p63"/>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50" name="Google Shape;24450;p63"/>
          <p:cNvGrpSpPr/>
          <p:nvPr/>
        </p:nvGrpSpPr>
        <p:grpSpPr>
          <a:xfrm>
            <a:off x="2466911" y="2626233"/>
            <a:ext cx="370132" cy="259467"/>
            <a:chOff x="2493999" y="2550033"/>
            <a:chExt cx="370132" cy="259467"/>
          </a:xfrm>
        </p:grpSpPr>
        <p:sp>
          <p:nvSpPr>
            <p:cNvPr id="24451" name="Google Shape;24451;p63"/>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2" name="Google Shape;24452;p63"/>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3" name="Google Shape;24453;p63"/>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4" name="Google Shape;24454;p63"/>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5" name="Google Shape;24455;p63"/>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6" name="Google Shape;24456;p63"/>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7" name="Google Shape;24457;p63"/>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8" name="Google Shape;24458;p63"/>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9" name="Google Shape;24459;p63"/>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0" name="Google Shape;24460;p63"/>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1" name="Google Shape;24461;p63"/>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2" name="Google Shape;24462;p63"/>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3" name="Google Shape;24463;p63"/>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4" name="Google Shape;24464;p63"/>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5" name="Google Shape;24465;p63"/>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6" name="Google Shape;24466;p63"/>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7" name="Google Shape;24467;p63"/>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8" name="Google Shape;24468;p63"/>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9" name="Google Shape;24469;p63"/>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70" name="Google Shape;24470;p63"/>
          <p:cNvGrpSpPr/>
          <p:nvPr/>
        </p:nvGrpSpPr>
        <p:grpSpPr>
          <a:xfrm>
            <a:off x="1672614" y="3441461"/>
            <a:ext cx="281054" cy="370158"/>
            <a:chOff x="1699703" y="3365261"/>
            <a:chExt cx="281054" cy="370158"/>
          </a:xfrm>
        </p:grpSpPr>
        <p:sp>
          <p:nvSpPr>
            <p:cNvPr id="24471" name="Google Shape;24471;p63"/>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2" name="Google Shape;24472;p63"/>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3" name="Google Shape;24473;p63"/>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4" name="Google Shape;24474;p63"/>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5" name="Google Shape;24475;p63"/>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6" name="Google Shape;24476;p63"/>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7" name="Google Shape;24477;p63"/>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8" name="Google Shape;24478;p63"/>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9" name="Google Shape;24479;p63"/>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0" name="Google Shape;24480;p63"/>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1" name="Google Shape;24481;p63"/>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2" name="Google Shape;24482;p63"/>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3" name="Google Shape;24483;p63"/>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84" name="Google Shape;24484;p63"/>
          <p:cNvGrpSpPr/>
          <p:nvPr/>
        </p:nvGrpSpPr>
        <p:grpSpPr>
          <a:xfrm>
            <a:off x="7939722" y="1595630"/>
            <a:ext cx="369974" cy="355626"/>
            <a:chOff x="7966810" y="1519430"/>
            <a:chExt cx="369974" cy="355626"/>
          </a:xfrm>
        </p:grpSpPr>
        <p:sp>
          <p:nvSpPr>
            <p:cNvPr id="24485" name="Google Shape;24485;p63"/>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6" name="Google Shape;24486;p63"/>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7" name="Google Shape;24487;p63"/>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8" name="Google Shape;24488;p63"/>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9" name="Google Shape;24489;p63"/>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0" name="Google Shape;24490;p63"/>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1" name="Google Shape;24491;p63"/>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2" name="Google Shape;24492;p63"/>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3" name="Google Shape;24493;p63"/>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4" name="Google Shape;24494;p63"/>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5" name="Google Shape;24495;p63"/>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6" name="Google Shape;24496;p63"/>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7" name="Google Shape;24497;p63"/>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8" name="Google Shape;24498;p63"/>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9" name="Google Shape;24499;p63"/>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0" name="Google Shape;24500;p63"/>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01" name="Google Shape;24501;p63"/>
          <p:cNvGrpSpPr/>
          <p:nvPr/>
        </p:nvGrpSpPr>
        <p:grpSpPr>
          <a:xfrm>
            <a:off x="2765540" y="3441540"/>
            <a:ext cx="290445" cy="370079"/>
            <a:chOff x="2792628" y="3365340"/>
            <a:chExt cx="290445" cy="370079"/>
          </a:xfrm>
        </p:grpSpPr>
        <p:sp>
          <p:nvSpPr>
            <p:cNvPr id="24502" name="Google Shape;24502;p63"/>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3" name="Google Shape;24503;p63"/>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4" name="Google Shape;24504;p63"/>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5" name="Google Shape;24505;p63"/>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6" name="Google Shape;24506;p63"/>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7" name="Google Shape;24507;p63"/>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8" name="Google Shape;24508;p63"/>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9" name="Google Shape;24509;p63"/>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0" name="Google Shape;24510;p63"/>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1" name="Google Shape;24511;p63"/>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2" name="Google Shape;24512;p63"/>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3" name="Google Shape;24513;p63"/>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4" name="Google Shape;24514;p63"/>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5" name="Google Shape;24515;p63"/>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16" name="Google Shape;24516;p63"/>
          <p:cNvGrpSpPr/>
          <p:nvPr/>
        </p:nvGrpSpPr>
        <p:grpSpPr>
          <a:xfrm>
            <a:off x="1362497" y="2064517"/>
            <a:ext cx="388125" cy="353790"/>
            <a:chOff x="1389585" y="1988317"/>
            <a:chExt cx="388125" cy="353790"/>
          </a:xfrm>
        </p:grpSpPr>
        <p:sp>
          <p:nvSpPr>
            <p:cNvPr id="24517" name="Google Shape;24517;p63"/>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8" name="Google Shape;24518;p63"/>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9" name="Google Shape;24519;p63"/>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0" name="Google Shape;24520;p63"/>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1" name="Google Shape;24521;p63"/>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2" name="Google Shape;24522;p63"/>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3" name="Google Shape;24523;p63"/>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4" name="Google Shape;24524;p63"/>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5" name="Google Shape;24525;p63"/>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6" name="Google Shape;24526;p63"/>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7" name="Google Shape;24527;p63"/>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8" name="Google Shape;24528;p63"/>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9" name="Google Shape;24529;p63"/>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0" name="Google Shape;24530;p63"/>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1" name="Google Shape;24531;p63"/>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2" name="Google Shape;24532;p63"/>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3" name="Google Shape;24533;p63"/>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4" name="Google Shape;24534;p63"/>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5" name="Google Shape;24535;p63"/>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6" name="Google Shape;24536;p63"/>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7" name="Google Shape;24537;p63"/>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8" name="Google Shape;24538;p63"/>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39" name="Google Shape;24539;p63"/>
          <p:cNvGrpSpPr/>
          <p:nvPr/>
        </p:nvGrpSpPr>
        <p:grpSpPr>
          <a:xfrm>
            <a:off x="2465836" y="1588390"/>
            <a:ext cx="370158" cy="370158"/>
            <a:chOff x="2492924" y="1512190"/>
            <a:chExt cx="370158" cy="370158"/>
          </a:xfrm>
        </p:grpSpPr>
        <p:sp>
          <p:nvSpPr>
            <p:cNvPr id="24540" name="Google Shape;24540;p63"/>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1" name="Google Shape;24541;p63"/>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2" name="Google Shape;24542;p63"/>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3" name="Google Shape;24543;p63"/>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4" name="Google Shape;24544;p63"/>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5" name="Google Shape;24545;p63"/>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6" name="Google Shape;24546;p63"/>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7" name="Google Shape;24547;p63"/>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8" name="Google Shape;24548;p63"/>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9" name="Google Shape;24549;p63"/>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0" name="Google Shape;24550;p63"/>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1" name="Google Shape;24551;p63"/>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2" name="Google Shape;24552;p63"/>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3" name="Google Shape;24553;p63"/>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4" name="Google Shape;24554;p63"/>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5" name="Google Shape;24555;p63"/>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6" name="Google Shape;24556;p63"/>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7" name="Google Shape;24557;p63"/>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8" name="Google Shape;24558;p63"/>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9" name="Google Shape;24559;p63"/>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0" name="Google Shape;24560;p63"/>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1" name="Google Shape;24561;p63"/>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62" name="Google Shape;24562;p63"/>
          <p:cNvGrpSpPr/>
          <p:nvPr/>
        </p:nvGrpSpPr>
        <p:grpSpPr>
          <a:xfrm>
            <a:off x="1906481" y="1588443"/>
            <a:ext cx="393975" cy="370105"/>
            <a:chOff x="1933569" y="1512243"/>
            <a:chExt cx="393975" cy="370105"/>
          </a:xfrm>
        </p:grpSpPr>
        <p:sp>
          <p:nvSpPr>
            <p:cNvPr id="24563" name="Google Shape;24563;p63"/>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4" name="Google Shape;24564;p63"/>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5" name="Google Shape;24565;p63"/>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6" name="Google Shape;24566;p63"/>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7" name="Google Shape;24567;p63"/>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8" name="Google Shape;24568;p63"/>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9" name="Google Shape;24569;p63"/>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0" name="Google Shape;24570;p63"/>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1" name="Google Shape;24571;p63"/>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2" name="Google Shape;24572;p63"/>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3" name="Google Shape;24573;p63"/>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4" name="Google Shape;24574;p63"/>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5" name="Google Shape;24575;p63"/>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6" name="Google Shape;24576;p63"/>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7" name="Google Shape;24577;p63"/>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8" name="Google Shape;24578;p63"/>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9" name="Google Shape;24579;p63"/>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0" name="Google Shape;24580;p63"/>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1" name="Google Shape;24581;p63"/>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2" name="Google Shape;24582;p63"/>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3" name="Google Shape;24583;p63"/>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4" name="Google Shape;24584;p63"/>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5" name="Google Shape;24585;p63"/>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6" name="Google Shape;24586;p63"/>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7" name="Google Shape;24587;p63"/>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8" name="Google Shape;24588;p63"/>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9" name="Google Shape;24589;p63"/>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0" name="Google Shape;24590;p63"/>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91" name="Google Shape;24591;p63"/>
          <p:cNvGrpSpPr/>
          <p:nvPr/>
        </p:nvGrpSpPr>
        <p:grpSpPr>
          <a:xfrm>
            <a:off x="2209018" y="3441592"/>
            <a:ext cx="306471" cy="370000"/>
            <a:chOff x="2236106" y="3365392"/>
            <a:chExt cx="306471" cy="370000"/>
          </a:xfrm>
        </p:grpSpPr>
        <p:sp>
          <p:nvSpPr>
            <p:cNvPr id="24592" name="Google Shape;24592;p63"/>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3" name="Google Shape;24593;p63"/>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4" name="Google Shape;24594;p63"/>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5" name="Google Shape;24595;p63"/>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6" name="Google Shape;24596;p63"/>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7" name="Google Shape;24597;p63"/>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8" name="Google Shape;24598;p63"/>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9" name="Google Shape;24599;p63"/>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0" name="Google Shape;24600;p63"/>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1" name="Google Shape;24601;p63"/>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2" name="Google Shape;24602;p63"/>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3" name="Google Shape;24603;p63"/>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4" name="Google Shape;24604;p63"/>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5" name="Google Shape;24605;p63"/>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06" name="Google Shape;24606;p63"/>
          <p:cNvGrpSpPr/>
          <p:nvPr/>
        </p:nvGrpSpPr>
        <p:grpSpPr>
          <a:xfrm>
            <a:off x="5465735" y="3461763"/>
            <a:ext cx="375325" cy="329606"/>
            <a:chOff x="5492823" y="3385563"/>
            <a:chExt cx="375325" cy="329606"/>
          </a:xfrm>
        </p:grpSpPr>
        <p:sp>
          <p:nvSpPr>
            <p:cNvPr id="24607" name="Google Shape;24607;p63"/>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8" name="Google Shape;24608;p63"/>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9" name="Google Shape;24609;p63"/>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0" name="Google Shape;24610;p63"/>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1" name="Google Shape;24611;p63"/>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2" name="Google Shape;24612;p63"/>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3" name="Google Shape;24613;p63"/>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4" name="Google Shape;24614;p63"/>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5" name="Google Shape;24615;p63"/>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6" name="Google Shape;24616;p63"/>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7" name="Google Shape;24617;p63"/>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8" name="Google Shape;24618;p63"/>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9" name="Google Shape;24619;p63"/>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0" name="Google Shape;24620;p63"/>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1" name="Google Shape;24621;p63"/>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2" name="Google Shape;24622;p63"/>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3" name="Google Shape;24623;p63"/>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4" name="Google Shape;24624;p63"/>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5" name="Google Shape;24625;p63"/>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6" name="Google Shape;24626;p63"/>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27" name="Google Shape;24627;p63"/>
          <p:cNvGrpSpPr/>
          <p:nvPr/>
        </p:nvGrpSpPr>
        <p:grpSpPr>
          <a:xfrm>
            <a:off x="3014699" y="2077318"/>
            <a:ext cx="370158" cy="328164"/>
            <a:chOff x="3041787" y="2001118"/>
            <a:chExt cx="370158" cy="328164"/>
          </a:xfrm>
        </p:grpSpPr>
        <p:sp>
          <p:nvSpPr>
            <p:cNvPr id="24628" name="Google Shape;24628;p63"/>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9" name="Google Shape;24629;p63"/>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0" name="Google Shape;24630;p63"/>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1" name="Google Shape;24631;p63"/>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2" name="Google Shape;24632;p63"/>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3" name="Google Shape;24633;p63"/>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4" name="Google Shape;24634;p63"/>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5" name="Google Shape;24635;p63"/>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6" name="Google Shape;24636;p63"/>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7" name="Google Shape;24637;p63"/>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8" name="Google Shape;24638;p63"/>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9" name="Google Shape;24639;p63"/>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0" name="Google Shape;24640;p63"/>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1" name="Google Shape;24641;p63"/>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2" name="Google Shape;24642;p63"/>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3" name="Google Shape;24643;p63"/>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4" name="Google Shape;24644;p63"/>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5" name="Google Shape;24645;p63"/>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46" name="Google Shape;24646;p63"/>
          <p:cNvGrpSpPr/>
          <p:nvPr/>
        </p:nvGrpSpPr>
        <p:grpSpPr>
          <a:xfrm>
            <a:off x="5752796" y="2115325"/>
            <a:ext cx="372309" cy="328216"/>
            <a:chOff x="5779884" y="2039125"/>
            <a:chExt cx="372309" cy="328216"/>
          </a:xfrm>
        </p:grpSpPr>
        <p:sp>
          <p:nvSpPr>
            <p:cNvPr id="24647" name="Google Shape;24647;p63"/>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8" name="Google Shape;24648;p63"/>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9" name="Google Shape;24649;p63"/>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0" name="Google Shape;24650;p63"/>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1" name="Google Shape;24651;p63"/>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2" name="Google Shape;24652;p63"/>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3" name="Google Shape;24653;p63"/>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4" name="Google Shape;24654;p63"/>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5" name="Google Shape;24655;p63"/>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6" name="Google Shape;24656;p63"/>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7" name="Google Shape;24657;p63"/>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8" name="Google Shape;24658;p63"/>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9" name="Google Shape;24659;p63"/>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60" name="Google Shape;24660;p63"/>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4664" name="Shape 24664"/>
        <p:cNvGrpSpPr/>
        <p:nvPr/>
      </p:nvGrpSpPr>
      <p:grpSpPr>
        <a:xfrm>
          <a:off x="0" y="0"/>
          <a:ext cx="0" cy="0"/>
          <a:chOff x="0" y="0"/>
          <a:chExt cx="0" cy="0"/>
        </a:xfrm>
      </p:grpSpPr>
      <p:grpSp>
        <p:nvGrpSpPr>
          <p:cNvPr id="24665" name="Google Shape;24665;p64"/>
          <p:cNvGrpSpPr/>
          <p:nvPr/>
        </p:nvGrpSpPr>
        <p:grpSpPr>
          <a:xfrm>
            <a:off x="853009" y="1981993"/>
            <a:ext cx="354610" cy="372358"/>
            <a:chOff x="878066" y="1981993"/>
            <a:chExt cx="354610" cy="372358"/>
          </a:xfrm>
        </p:grpSpPr>
        <p:sp>
          <p:nvSpPr>
            <p:cNvPr id="24666" name="Google Shape;24666;p64"/>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7" name="Google Shape;24667;p64"/>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8" name="Google Shape;24668;p64"/>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9" name="Google Shape;24669;p64"/>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0" name="Google Shape;24670;p64"/>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1" name="Google Shape;24671;p64"/>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2" name="Google Shape;24672;p64"/>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3" name="Google Shape;24673;p64"/>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4" name="Google Shape;24674;p64"/>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5" name="Google Shape;24675;p64"/>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6" name="Google Shape;24676;p64"/>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7" name="Google Shape;24677;p64"/>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8" name="Google Shape;24678;p64"/>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9" name="Google Shape;24679;p64"/>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80" name="Google Shape;24680;p64"/>
          <p:cNvGrpSpPr/>
          <p:nvPr/>
        </p:nvGrpSpPr>
        <p:grpSpPr>
          <a:xfrm>
            <a:off x="1320737" y="1982386"/>
            <a:ext cx="371650" cy="371624"/>
            <a:chOff x="1345794" y="1982386"/>
            <a:chExt cx="371650" cy="371624"/>
          </a:xfrm>
        </p:grpSpPr>
        <p:sp>
          <p:nvSpPr>
            <p:cNvPr id="24681" name="Google Shape;24681;p64"/>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2" name="Google Shape;24682;p64"/>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3" name="Google Shape;24683;p64"/>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4" name="Google Shape;24684;p64"/>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5" name="Google Shape;24685;p64"/>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6" name="Google Shape;24686;p64"/>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7" name="Google Shape;24687;p64"/>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8" name="Google Shape;24688;p64"/>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9" name="Google Shape;24689;p64"/>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0" name="Google Shape;24690;p64"/>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1" name="Google Shape;24691;p64"/>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2" name="Google Shape;24692;p64"/>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3" name="Google Shape;24693;p64"/>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4" name="Google Shape;24694;p64"/>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5" name="Google Shape;24695;p64"/>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6" name="Google Shape;24696;p64"/>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7" name="Google Shape;24697;p64"/>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8" name="Google Shape;24698;p64"/>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9" name="Google Shape;24699;p64"/>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0" name="Google Shape;24700;p64"/>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1" name="Google Shape;24701;p64"/>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2" name="Google Shape;24702;p64"/>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3" name="Google Shape;24703;p64"/>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4" name="Google Shape;24704;p64"/>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5" name="Google Shape;24705;p64"/>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6" name="Google Shape;24706;p64"/>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7" name="Google Shape;24707;p64"/>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8" name="Google Shape;24708;p64"/>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9" name="Google Shape;24709;p64"/>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0" name="Google Shape;24710;p64"/>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1" name="Google Shape;24711;p64"/>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2" name="Google Shape;24712;p64"/>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3" name="Google Shape;24713;p64"/>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4" name="Google Shape;24714;p64"/>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5" name="Google Shape;24715;p64"/>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6" name="Google Shape;24716;p64"/>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7" name="Google Shape;24717;p64"/>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18" name="Google Shape;24718;p64"/>
          <p:cNvGrpSpPr/>
          <p:nvPr/>
        </p:nvGrpSpPr>
        <p:grpSpPr>
          <a:xfrm>
            <a:off x="1796408" y="1981993"/>
            <a:ext cx="372410" cy="372410"/>
            <a:chOff x="1821465" y="1981993"/>
            <a:chExt cx="372410" cy="372410"/>
          </a:xfrm>
        </p:grpSpPr>
        <p:sp>
          <p:nvSpPr>
            <p:cNvPr id="24719" name="Google Shape;24719;p64"/>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0" name="Google Shape;24720;p64"/>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1" name="Google Shape;24721;p64"/>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2" name="Google Shape;24722;p64"/>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3" name="Google Shape;24723;p64"/>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4" name="Google Shape;24724;p64"/>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5" name="Google Shape;24725;p64"/>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6" name="Google Shape;24726;p64"/>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7" name="Google Shape;24727;p64"/>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8" name="Google Shape;24728;p64"/>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9" name="Google Shape;24729;p64"/>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0" name="Google Shape;24730;p64"/>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1" name="Google Shape;24731;p64"/>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2" name="Google Shape;24732;p64"/>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33" name="Google Shape;24733;p64"/>
          <p:cNvGrpSpPr/>
          <p:nvPr/>
        </p:nvGrpSpPr>
        <p:grpSpPr>
          <a:xfrm>
            <a:off x="2251291" y="1981809"/>
            <a:ext cx="415901" cy="372699"/>
            <a:chOff x="2276348" y="1981809"/>
            <a:chExt cx="415901" cy="372699"/>
          </a:xfrm>
        </p:grpSpPr>
        <p:sp>
          <p:nvSpPr>
            <p:cNvPr id="24734" name="Google Shape;24734;p64"/>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5" name="Google Shape;24735;p64"/>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6" name="Google Shape;24736;p64"/>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7" name="Google Shape;24737;p64"/>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8" name="Google Shape;24738;p64"/>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9" name="Google Shape;24739;p64"/>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0" name="Google Shape;24740;p64"/>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41" name="Google Shape;24741;p64"/>
          <p:cNvGrpSpPr/>
          <p:nvPr/>
        </p:nvGrpSpPr>
        <p:grpSpPr>
          <a:xfrm>
            <a:off x="2749297" y="2009990"/>
            <a:ext cx="372017" cy="316310"/>
            <a:chOff x="2774354" y="2009990"/>
            <a:chExt cx="372017" cy="316310"/>
          </a:xfrm>
        </p:grpSpPr>
        <p:sp>
          <p:nvSpPr>
            <p:cNvPr id="24742" name="Google Shape;24742;p64"/>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3" name="Google Shape;24743;p64"/>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4" name="Google Shape;24744;p64"/>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5" name="Google Shape;24745;p64"/>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6" name="Google Shape;24746;p64"/>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7" name="Google Shape;24747;p64"/>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8" name="Google Shape;24748;p64"/>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9" name="Google Shape;24749;p64"/>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0" name="Google Shape;24750;p64"/>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1" name="Google Shape;24751;p64"/>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2" name="Google Shape;24752;p64"/>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3" name="Google Shape;24753;p64"/>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4" name="Google Shape;24754;p64"/>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5" name="Google Shape;24755;p64"/>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6" name="Google Shape;24756;p64"/>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7" name="Google Shape;24757;p64"/>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8" name="Google Shape;24758;p64"/>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9" name="Google Shape;24759;p64"/>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0" name="Google Shape;24760;p64"/>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1" name="Google Shape;24761;p64"/>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2" name="Google Shape;24762;p64"/>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3" name="Google Shape;24763;p64"/>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4" name="Google Shape;24764;p64"/>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5" name="Google Shape;24765;p64"/>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6" name="Google Shape;24766;p64"/>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7" name="Google Shape;24767;p64"/>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68" name="Google Shape;24768;p64"/>
          <p:cNvGrpSpPr/>
          <p:nvPr/>
        </p:nvGrpSpPr>
        <p:grpSpPr>
          <a:xfrm>
            <a:off x="3697625" y="1981993"/>
            <a:ext cx="375818" cy="372043"/>
            <a:chOff x="3722682" y="1981993"/>
            <a:chExt cx="375818" cy="372043"/>
          </a:xfrm>
        </p:grpSpPr>
        <p:sp>
          <p:nvSpPr>
            <p:cNvPr id="24769" name="Google Shape;24769;p64"/>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0" name="Google Shape;24770;p64"/>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1" name="Google Shape;24771;p64"/>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2" name="Google Shape;24772;p64"/>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3" name="Google Shape;24773;p64"/>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4" name="Google Shape;24774;p64"/>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5" name="Google Shape;24775;p64"/>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6" name="Google Shape;24776;p64"/>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7" name="Google Shape;24777;p64"/>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8" name="Google Shape;24778;p64"/>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9" name="Google Shape;24779;p64"/>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0" name="Google Shape;24780;p64"/>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1" name="Google Shape;24781;p64"/>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2" name="Google Shape;24782;p64"/>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3" name="Google Shape;24783;p64"/>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84" name="Google Shape;24784;p64"/>
          <p:cNvGrpSpPr/>
          <p:nvPr/>
        </p:nvGrpSpPr>
        <p:grpSpPr>
          <a:xfrm>
            <a:off x="4176337" y="1981809"/>
            <a:ext cx="373538" cy="372305"/>
            <a:chOff x="4201394" y="1981809"/>
            <a:chExt cx="373538" cy="372305"/>
          </a:xfrm>
        </p:grpSpPr>
        <p:sp>
          <p:nvSpPr>
            <p:cNvPr id="24785" name="Google Shape;24785;p64"/>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6" name="Google Shape;24786;p64"/>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7" name="Google Shape;24787;p64"/>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8" name="Google Shape;24788;p64"/>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9" name="Google Shape;24789;p64"/>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0" name="Google Shape;24790;p64"/>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1" name="Google Shape;24791;p64"/>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2" name="Google Shape;24792;p64"/>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3" name="Google Shape;24793;p64"/>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4" name="Google Shape;24794;p64"/>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5" name="Google Shape;24795;p64"/>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6" name="Google Shape;24796;p64"/>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7" name="Google Shape;24797;p64"/>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8" name="Google Shape;24798;p64"/>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9" name="Google Shape;24799;p64"/>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0" name="Google Shape;24800;p64"/>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01" name="Google Shape;24801;p64"/>
          <p:cNvGrpSpPr/>
          <p:nvPr/>
        </p:nvGrpSpPr>
        <p:grpSpPr>
          <a:xfrm>
            <a:off x="4634601" y="1500266"/>
            <a:ext cx="422743" cy="377784"/>
            <a:chOff x="4659658" y="1500266"/>
            <a:chExt cx="422743" cy="377784"/>
          </a:xfrm>
        </p:grpSpPr>
        <p:sp>
          <p:nvSpPr>
            <p:cNvPr id="24802" name="Google Shape;24802;p64"/>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3" name="Google Shape;24803;p64"/>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4" name="Google Shape;24804;p64"/>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5" name="Google Shape;24805;p64"/>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6" name="Google Shape;24806;p64"/>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7" name="Google Shape;24807;p64"/>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8" name="Google Shape;24808;p64"/>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9" name="Google Shape;24809;p64"/>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0" name="Google Shape;24810;p64"/>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1" name="Google Shape;24811;p64"/>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2" name="Google Shape;24812;p64"/>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3" name="Google Shape;24813;p64"/>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4" name="Google Shape;24814;p64"/>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5" name="Google Shape;24815;p64"/>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6" name="Google Shape;24816;p64"/>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7" name="Google Shape;24817;p64"/>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8" name="Google Shape;24818;p64"/>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19" name="Google Shape;24819;p64"/>
          <p:cNvGrpSpPr/>
          <p:nvPr/>
        </p:nvGrpSpPr>
        <p:grpSpPr>
          <a:xfrm>
            <a:off x="5186349" y="1513504"/>
            <a:ext cx="260394" cy="351202"/>
            <a:chOff x="5211406" y="1513504"/>
            <a:chExt cx="260394" cy="351202"/>
          </a:xfrm>
        </p:grpSpPr>
        <p:sp>
          <p:nvSpPr>
            <p:cNvPr id="24820" name="Google Shape;24820;p64"/>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1" name="Google Shape;24821;p64"/>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2" name="Google Shape;24822;p64"/>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3" name="Google Shape;24823;p64"/>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4" name="Google Shape;24824;p64"/>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5" name="Google Shape;24825;p64"/>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6" name="Google Shape;24826;p64"/>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7" name="Google Shape;24827;p64"/>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8" name="Google Shape;24828;p64"/>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9" name="Google Shape;24829;p64"/>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0" name="Google Shape;24830;p64"/>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1" name="Google Shape;24831;p64"/>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2" name="Google Shape;24832;p64"/>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33" name="Google Shape;24833;p64"/>
          <p:cNvGrpSpPr/>
          <p:nvPr/>
        </p:nvGrpSpPr>
        <p:grpSpPr>
          <a:xfrm>
            <a:off x="5607545" y="1513216"/>
            <a:ext cx="366722" cy="351779"/>
            <a:chOff x="5632602" y="1513216"/>
            <a:chExt cx="366722" cy="351779"/>
          </a:xfrm>
        </p:grpSpPr>
        <p:sp>
          <p:nvSpPr>
            <p:cNvPr id="24834" name="Google Shape;24834;p64"/>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5" name="Google Shape;24835;p64"/>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6" name="Google Shape;24836;p64"/>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7" name="Google Shape;24837;p64"/>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8" name="Google Shape;24838;p64"/>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9" name="Google Shape;24839;p64"/>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0" name="Google Shape;24840;p64"/>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1" name="Google Shape;24841;p64"/>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42" name="Google Shape;24842;p64"/>
          <p:cNvGrpSpPr/>
          <p:nvPr/>
        </p:nvGrpSpPr>
        <p:grpSpPr>
          <a:xfrm>
            <a:off x="6064315" y="1527136"/>
            <a:ext cx="401902" cy="323965"/>
            <a:chOff x="6089372" y="1527136"/>
            <a:chExt cx="401902" cy="323965"/>
          </a:xfrm>
        </p:grpSpPr>
        <p:sp>
          <p:nvSpPr>
            <p:cNvPr id="24843" name="Google Shape;24843;p64"/>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4" name="Google Shape;24844;p64"/>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5" name="Google Shape;24845;p64"/>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6" name="Google Shape;24846;p64"/>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7" name="Google Shape;24847;p64"/>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8" name="Google Shape;24848;p64"/>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9" name="Google Shape;24849;p64"/>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0" name="Google Shape;24850;p64"/>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1" name="Google Shape;24851;p64"/>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2" name="Google Shape;24852;p64"/>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3" name="Google Shape;24853;p64"/>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4" name="Google Shape;24854;p64"/>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5" name="Google Shape;24855;p64"/>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6" name="Google Shape;24856;p64"/>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7" name="Google Shape;24857;p64"/>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8" name="Google Shape;24858;p64"/>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9" name="Google Shape;24859;p64"/>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0" name="Google Shape;24860;p64"/>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1" name="Google Shape;24861;p64"/>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2" name="Google Shape;24862;p64"/>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3" name="Google Shape;24863;p64"/>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4" name="Google Shape;24864;p64"/>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5" name="Google Shape;24865;p64"/>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6" name="Google Shape;24866;p64"/>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7" name="Google Shape;24867;p64"/>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8" name="Google Shape;24868;p64"/>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9" name="Google Shape;24869;p64"/>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0" name="Google Shape;24870;p64"/>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1" name="Google Shape;24871;p64"/>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2" name="Google Shape;24872;p64"/>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73" name="Google Shape;24873;p64"/>
          <p:cNvGrpSpPr/>
          <p:nvPr/>
        </p:nvGrpSpPr>
        <p:grpSpPr>
          <a:xfrm>
            <a:off x="6554378" y="1527897"/>
            <a:ext cx="370103" cy="322445"/>
            <a:chOff x="6579435" y="1527897"/>
            <a:chExt cx="370103" cy="322445"/>
          </a:xfrm>
        </p:grpSpPr>
        <p:sp>
          <p:nvSpPr>
            <p:cNvPr id="24874" name="Google Shape;24874;p64"/>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5" name="Google Shape;24875;p64"/>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6" name="Google Shape;24876;p64"/>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7" name="Google Shape;24877;p64"/>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8" name="Google Shape;24878;p64"/>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9" name="Google Shape;24879;p64"/>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0" name="Google Shape;24880;p64"/>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1" name="Google Shape;24881;p64"/>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2" name="Google Shape;24882;p64"/>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3" name="Google Shape;24883;p64"/>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4" name="Google Shape;24884;p64"/>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5" name="Google Shape;24885;p64"/>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6" name="Google Shape;24886;p64"/>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7" name="Google Shape;24887;p64"/>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8" name="Google Shape;24888;p64"/>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9" name="Google Shape;24889;p64"/>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0" name="Google Shape;24890;p64"/>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1" name="Google Shape;24891;p64"/>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2" name="Google Shape;24892;p64"/>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3" name="Google Shape;24893;p64"/>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4" name="Google Shape;24894;p64"/>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95" name="Google Shape;24895;p64"/>
          <p:cNvGrpSpPr/>
          <p:nvPr/>
        </p:nvGrpSpPr>
        <p:grpSpPr>
          <a:xfrm>
            <a:off x="6963830" y="1538854"/>
            <a:ext cx="499920" cy="300136"/>
            <a:chOff x="6988887" y="1538854"/>
            <a:chExt cx="499920" cy="300136"/>
          </a:xfrm>
        </p:grpSpPr>
        <p:sp>
          <p:nvSpPr>
            <p:cNvPr id="24896" name="Google Shape;24896;p64"/>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7" name="Google Shape;24897;p64"/>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8" name="Google Shape;24898;p64"/>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9" name="Google Shape;24899;p64"/>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0" name="Google Shape;24900;p64"/>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1" name="Google Shape;24901;p64"/>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2" name="Google Shape;24902;p64"/>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3" name="Google Shape;24903;p64"/>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4" name="Google Shape;24904;p64"/>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5" name="Google Shape;24905;p64"/>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6" name="Google Shape;24906;p64"/>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7" name="Google Shape;24907;p64"/>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8" name="Google Shape;24908;p64"/>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09" name="Google Shape;24909;p64"/>
          <p:cNvGrpSpPr/>
          <p:nvPr/>
        </p:nvGrpSpPr>
        <p:grpSpPr>
          <a:xfrm>
            <a:off x="8025302" y="1520687"/>
            <a:ext cx="279321" cy="336837"/>
            <a:chOff x="8050359" y="1520687"/>
            <a:chExt cx="279321" cy="336837"/>
          </a:xfrm>
        </p:grpSpPr>
        <p:sp>
          <p:nvSpPr>
            <p:cNvPr id="24910" name="Google Shape;24910;p64"/>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1" name="Google Shape;24911;p64"/>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2" name="Google Shape;24912;p64"/>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3" name="Google Shape;24913;p64"/>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4" name="Google Shape;24914;p64"/>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5" name="Google Shape;24915;p64"/>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6" name="Google Shape;24916;p64"/>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7" name="Google Shape;24917;p64"/>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8" name="Google Shape;24918;p64"/>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9" name="Google Shape;24919;p64"/>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0" name="Google Shape;24920;p64"/>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1" name="Google Shape;24921;p64"/>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2" name="Google Shape;24922;p64"/>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23" name="Google Shape;24923;p64"/>
          <p:cNvGrpSpPr/>
          <p:nvPr/>
        </p:nvGrpSpPr>
        <p:grpSpPr>
          <a:xfrm>
            <a:off x="6068850" y="2461832"/>
            <a:ext cx="364441" cy="339091"/>
            <a:chOff x="6093907" y="2461832"/>
            <a:chExt cx="364441" cy="339091"/>
          </a:xfrm>
        </p:grpSpPr>
        <p:sp>
          <p:nvSpPr>
            <p:cNvPr id="24924" name="Google Shape;24924;p64"/>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5" name="Google Shape;24925;p64"/>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6" name="Google Shape;24926;p64"/>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7" name="Google Shape;24927;p64"/>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8" name="Google Shape;24928;p64"/>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9" name="Google Shape;24929;p64"/>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0" name="Google Shape;24930;p64"/>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1" name="Google Shape;24931;p64"/>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2" name="Google Shape;24932;p64"/>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3" name="Google Shape;24933;p64"/>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34" name="Google Shape;24934;p64"/>
          <p:cNvGrpSpPr/>
          <p:nvPr/>
        </p:nvGrpSpPr>
        <p:grpSpPr>
          <a:xfrm>
            <a:off x="4651274" y="1980866"/>
            <a:ext cx="377680" cy="377680"/>
            <a:chOff x="4676331" y="1980866"/>
            <a:chExt cx="377680" cy="377680"/>
          </a:xfrm>
        </p:grpSpPr>
        <p:sp>
          <p:nvSpPr>
            <p:cNvPr id="24935" name="Google Shape;24935;p64"/>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6" name="Google Shape;24936;p64"/>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7" name="Google Shape;24937;p64"/>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8" name="Google Shape;24938;p64"/>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9" name="Google Shape;24939;p64"/>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0" name="Google Shape;24940;p64"/>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1" name="Google Shape;24941;p64"/>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2" name="Google Shape;24942;p64"/>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3" name="Google Shape;24943;p64"/>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4" name="Google Shape;24944;p64"/>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5" name="Google Shape;24945;p64"/>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6" name="Google Shape;24946;p64"/>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7" name="Google Shape;24947;p64"/>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8" name="Google Shape;24948;p64"/>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9" name="Google Shape;24949;p64"/>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0" name="Google Shape;24950;p64"/>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1" name="Google Shape;24951;p64"/>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2" name="Google Shape;24952;p64"/>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3" name="Google Shape;24953;p64"/>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54" name="Google Shape;24954;p64"/>
          <p:cNvGrpSpPr/>
          <p:nvPr/>
        </p:nvGrpSpPr>
        <p:grpSpPr>
          <a:xfrm>
            <a:off x="7501185" y="1522968"/>
            <a:ext cx="357651" cy="332275"/>
            <a:chOff x="7526242" y="1522968"/>
            <a:chExt cx="357651" cy="332275"/>
          </a:xfrm>
        </p:grpSpPr>
        <p:sp>
          <p:nvSpPr>
            <p:cNvPr id="24955" name="Google Shape;24955;p64"/>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6" name="Google Shape;24956;p64"/>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7" name="Google Shape;24957;p64"/>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8" name="Google Shape;24958;p64"/>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9" name="Google Shape;24959;p64"/>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0" name="Google Shape;24960;p64"/>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1" name="Google Shape;24961;p64"/>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2" name="Google Shape;24962;p64"/>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3" name="Google Shape;24963;p64"/>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4" name="Google Shape;24964;p64"/>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5" name="Google Shape;24965;p64"/>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6" name="Google Shape;24966;p64"/>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7" name="Google Shape;24967;p64"/>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8" name="Google Shape;24968;p64"/>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9" name="Google Shape;24969;p64"/>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0" name="Google Shape;24970;p64"/>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71" name="Google Shape;24971;p64"/>
          <p:cNvGrpSpPr/>
          <p:nvPr/>
        </p:nvGrpSpPr>
        <p:grpSpPr>
          <a:xfrm>
            <a:off x="3225729" y="1982386"/>
            <a:ext cx="371650" cy="371624"/>
            <a:chOff x="3250786" y="1982386"/>
            <a:chExt cx="371650" cy="371624"/>
          </a:xfrm>
        </p:grpSpPr>
        <p:sp>
          <p:nvSpPr>
            <p:cNvPr id="24972" name="Google Shape;24972;p64"/>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3" name="Google Shape;24973;p64"/>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4" name="Google Shape;24974;p64"/>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5" name="Google Shape;24975;p64"/>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6" name="Google Shape;24976;p64"/>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7" name="Google Shape;24977;p64"/>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8" name="Google Shape;24978;p64"/>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9" name="Google Shape;24979;p64"/>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0" name="Google Shape;24980;p64"/>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1" name="Google Shape;24981;p64"/>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2" name="Google Shape;24982;p64"/>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3" name="Google Shape;24983;p64"/>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4" name="Google Shape;24984;p64"/>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5" name="Google Shape;24985;p64"/>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6" name="Google Shape;24986;p64"/>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7" name="Google Shape;24987;p64"/>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8" name="Google Shape;24988;p64"/>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9" name="Google Shape;24989;p64"/>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0" name="Google Shape;24990;p64"/>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1" name="Google Shape;24991;p64"/>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2" name="Google Shape;24992;p64"/>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3" name="Google Shape;24993;p64"/>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4" name="Google Shape;24994;p64"/>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5" name="Google Shape;24995;p64"/>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6" name="Google Shape;24996;p64"/>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7" name="Google Shape;24997;p64"/>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8" name="Google Shape;24998;p64"/>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9" name="Google Shape;24999;p64"/>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0" name="Google Shape;25000;p64"/>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1" name="Google Shape;25001;p64"/>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02" name="Google Shape;25002;p64"/>
          <p:cNvGrpSpPr/>
          <p:nvPr/>
        </p:nvGrpSpPr>
        <p:grpSpPr>
          <a:xfrm>
            <a:off x="1317329" y="2916322"/>
            <a:ext cx="373538" cy="331515"/>
            <a:chOff x="1342386" y="2916322"/>
            <a:chExt cx="373538" cy="331515"/>
          </a:xfrm>
        </p:grpSpPr>
        <p:sp>
          <p:nvSpPr>
            <p:cNvPr id="25003" name="Google Shape;25003;p64"/>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4" name="Google Shape;25004;p64"/>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5" name="Google Shape;25005;p64"/>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6" name="Google Shape;25006;p64"/>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7" name="Google Shape;25007;p64"/>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8" name="Google Shape;25008;p64"/>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9" name="Google Shape;25009;p64"/>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0" name="Google Shape;25010;p64"/>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1" name="Google Shape;25011;p64"/>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2" name="Google Shape;25012;p64"/>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3" name="Google Shape;25013;p64"/>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14" name="Google Shape;25014;p64"/>
          <p:cNvGrpSpPr/>
          <p:nvPr/>
        </p:nvGrpSpPr>
        <p:grpSpPr>
          <a:xfrm>
            <a:off x="2269065" y="2946600"/>
            <a:ext cx="373931" cy="271351"/>
            <a:chOff x="2294122" y="2946600"/>
            <a:chExt cx="373931" cy="271351"/>
          </a:xfrm>
        </p:grpSpPr>
        <p:sp>
          <p:nvSpPr>
            <p:cNvPr id="25015" name="Google Shape;25015;p64"/>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6" name="Google Shape;25016;p64"/>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7" name="Google Shape;25017;p64"/>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8" name="Google Shape;25018;p64"/>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9" name="Google Shape;25019;p64"/>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0" name="Google Shape;25020;p64"/>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1" name="Google Shape;25021;p64"/>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2" name="Google Shape;25022;p64"/>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3" name="Google Shape;25023;p64"/>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4" name="Google Shape;25024;p64"/>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5" name="Google Shape;25025;p64"/>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6" name="Google Shape;25026;p64"/>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7" name="Google Shape;25027;p64"/>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8" name="Google Shape;25028;p64"/>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9" name="Google Shape;25029;p64"/>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0" name="Google Shape;25030;p64"/>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1" name="Google Shape;25031;p64"/>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2" name="Google Shape;25032;p64"/>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3" name="Google Shape;25033;p64"/>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4" name="Google Shape;25034;p64"/>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5" name="Google Shape;25035;p64"/>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6" name="Google Shape;25036;p64"/>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7" name="Google Shape;25037;p64"/>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8" name="Google Shape;25038;p64"/>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9" name="Google Shape;25039;p64"/>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0" name="Google Shape;25040;p64"/>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1" name="Google Shape;25041;p64"/>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2" name="Google Shape;25042;p64"/>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3" name="Google Shape;25043;p64"/>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4" name="Google Shape;25044;p64"/>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45" name="Google Shape;25045;p64"/>
          <p:cNvGrpSpPr/>
          <p:nvPr/>
        </p:nvGrpSpPr>
        <p:grpSpPr>
          <a:xfrm>
            <a:off x="2744762" y="2907251"/>
            <a:ext cx="373905" cy="349682"/>
            <a:chOff x="2769819" y="2907251"/>
            <a:chExt cx="373905" cy="349682"/>
          </a:xfrm>
        </p:grpSpPr>
        <p:sp>
          <p:nvSpPr>
            <p:cNvPr id="25046" name="Google Shape;25046;p64"/>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7" name="Google Shape;25047;p64"/>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8" name="Google Shape;25048;p64"/>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9" name="Google Shape;25049;p64"/>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0" name="Google Shape;25050;p64"/>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1" name="Google Shape;25051;p64"/>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2" name="Google Shape;25052;p64"/>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3" name="Google Shape;25053;p64"/>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4" name="Google Shape;25054;p64"/>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5" name="Google Shape;25055;p64"/>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6" name="Google Shape;25056;p64"/>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7" name="Google Shape;25057;p64"/>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8" name="Google Shape;25058;p64"/>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9" name="Google Shape;25059;p64"/>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0" name="Google Shape;25060;p64"/>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1" name="Google Shape;25061;p64"/>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2" name="Google Shape;25062;p64"/>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63" name="Google Shape;25063;p64"/>
          <p:cNvGrpSpPr/>
          <p:nvPr/>
        </p:nvGrpSpPr>
        <p:grpSpPr>
          <a:xfrm>
            <a:off x="3221193" y="2895245"/>
            <a:ext cx="375792" cy="373800"/>
            <a:chOff x="3246251" y="2895245"/>
            <a:chExt cx="375792" cy="373800"/>
          </a:xfrm>
        </p:grpSpPr>
        <p:sp>
          <p:nvSpPr>
            <p:cNvPr id="25064" name="Google Shape;25064;p64"/>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5" name="Google Shape;25065;p64"/>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6" name="Google Shape;25066;p64"/>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7" name="Google Shape;25067;p64"/>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8" name="Google Shape;25068;p64"/>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9" name="Google Shape;25069;p64"/>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0" name="Google Shape;25070;p64"/>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1" name="Google Shape;25071;p64"/>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2" name="Google Shape;25072;p64"/>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3" name="Google Shape;25073;p64"/>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4" name="Google Shape;25074;p64"/>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5" name="Google Shape;25075;p64"/>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6" name="Google Shape;25076;p64"/>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7" name="Google Shape;25077;p64"/>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78" name="Google Shape;25078;p64"/>
          <p:cNvGrpSpPr/>
          <p:nvPr/>
        </p:nvGrpSpPr>
        <p:grpSpPr>
          <a:xfrm>
            <a:off x="3766125" y="2895454"/>
            <a:ext cx="234650" cy="373590"/>
            <a:chOff x="3791182" y="2895454"/>
            <a:chExt cx="234650" cy="373590"/>
          </a:xfrm>
        </p:grpSpPr>
        <p:sp>
          <p:nvSpPr>
            <p:cNvPr id="25079" name="Google Shape;25079;p64"/>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0" name="Google Shape;25080;p64"/>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1" name="Google Shape;25081;p64"/>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2" name="Google Shape;25082;p64"/>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3" name="Google Shape;25083;p64"/>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4" name="Google Shape;25084;p64"/>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5" name="Google Shape;25085;p64"/>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6" name="Google Shape;25086;p64"/>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7" name="Google Shape;25087;p64"/>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88" name="Google Shape;25088;p64"/>
          <p:cNvGrpSpPr/>
          <p:nvPr/>
        </p:nvGrpSpPr>
        <p:grpSpPr>
          <a:xfrm>
            <a:off x="7017938" y="2489463"/>
            <a:ext cx="364441" cy="256225"/>
            <a:chOff x="7042995" y="2489463"/>
            <a:chExt cx="364441" cy="256225"/>
          </a:xfrm>
        </p:grpSpPr>
        <p:sp>
          <p:nvSpPr>
            <p:cNvPr id="25089" name="Google Shape;25089;p64"/>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0" name="Google Shape;25090;p64"/>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1" name="Google Shape;25091;p64"/>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2" name="Google Shape;25092;p64"/>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3" name="Google Shape;25093;p64"/>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4" name="Google Shape;25094;p64"/>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5" name="Google Shape;25095;p64"/>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6" name="Google Shape;25096;p64"/>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7" name="Google Shape;25097;p64"/>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98" name="Google Shape;25098;p64"/>
          <p:cNvGrpSpPr/>
          <p:nvPr/>
        </p:nvGrpSpPr>
        <p:grpSpPr>
          <a:xfrm>
            <a:off x="7492115" y="2437007"/>
            <a:ext cx="364284" cy="361243"/>
            <a:chOff x="7517172" y="2437007"/>
            <a:chExt cx="364284" cy="361243"/>
          </a:xfrm>
        </p:grpSpPr>
        <p:sp>
          <p:nvSpPr>
            <p:cNvPr id="25099" name="Google Shape;25099;p64"/>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0" name="Google Shape;25100;p64"/>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1" name="Google Shape;25101;p64"/>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2" name="Google Shape;25102;p64"/>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3" name="Google Shape;25103;p64"/>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4" name="Google Shape;25104;p64"/>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5" name="Google Shape;25105;p64"/>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6" name="Google Shape;25106;p64"/>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7" name="Google Shape;25107;p64"/>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8" name="Google Shape;25108;p64"/>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9" name="Google Shape;25109;p64"/>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0" name="Google Shape;25110;p64"/>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1" name="Google Shape;25111;p64"/>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2" name="Google Shape;25112;p64"/>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3" name="Google Shape;25113;p64"/>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4" name="Google Shape;25114;p64"/>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5" name="Google Shape;25115;p64"/>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6" name="Google Shape;25116;p64"/>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7" name="Google Shape;25117;p64"/>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8" name="Google Shape;25118;p64"/>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9" name="Google Shape;25119;p64"/>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20" name="Google Shape;25120;p64"/>
          <p:cNvGrpSpPr/>
          <p:nvPr/>
        </p:nvGrpSpPr>
        <p:grpSpPr>
          <a:xfrm>
            <a:off x="7981418" y="2436954"/>
            <a:ext cx="335290" cy="361321"/>
            <a:chOff x="8006475" y="2436954"/>
            <a:chExt cx="335290" cy="361321"/>
          </a:xfrm>
        </p:grpSpPr>
        <p:sp>
          <p:nvSpPr>
            <p:cNvPr id="25121" name="Google Shape;25121;p64"/>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2" name="Google Shape;25122;p64"/>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3" name="Google Shape;25123;p64"/>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4" name="Google Shape;25124;p64"/>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5" name="Google Shape;25125;p64"/>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6" name="Google Shape;25126;p64"/>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7" name="Google Shape;25127;p64"/>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8" name="Google Shape;25128;p64"/>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9" name="Google Shape;25129;p64"/>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0" name="Google Shape;25130;p64"/>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1" name="Google Shape;25131;p64"/>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2" name="Google Shape;25132;p64"/>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3" name="Google Shape;25133;p64"/>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4" name="Google Shape;25134;p64"/>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5" name="Google Shape;25135;p64"/>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6" name="Google Shape;25136;p64"/>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7" name="Google Shape;25137;p64"/>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8" name="Google Shape;25138;p64"/>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9" name="Google Shape;25139;p64"/>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40" name="Google Shape;25140;p64"/>
          <p:cNvGrpSpPr/>
          <p:nvPr/>
        </p:nvGrpSpPr>
        <p:grpSpPr>
          <a:xfrm>
            <a:off x="5571604" y="2909139"/>
            <a:ext cx="394326" cy="349682"/>
            <a:chOff x="5596661" y="2909139"/>
            <a:chExt cx="394326" cy="349682"/>
          </a:xfrm>
        </p:grpSpPr>
        <p:sp>
          <p:nvSpPr>
            <p:cNvPr id="25141" name="Google Shape;25141;p64"/>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2" name="Google Shape;25142;p64"/>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3" name="Google Shape;25143;p64"/>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4" name="Google Shape;25144;p64"/>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5" name="Google Shape;25145;p64"/>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6" name="Google Shape;25146;p64"/>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7" name="Google Shape;25147;p64"/>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8" name="Google Shape;25148;p64"/>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9" name="Google Shape;25149;p64"/>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0" name="Google Shape;25150;p64"/>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1" name="Google Shape;25151;p64"/>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2" name="Google Shape;25152;p64"/>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3" name="Google Shape;25153;p64"/>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4" name="Google Shape;25154;p64"/>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5" name="Google Shape;25155;p64"/>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6" name="Google Shape;25156;p64"/>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57" name="Google Shape;25157;p64"/>
          <p:cNvGrpSpPr/>
          <p:nvPr/>
        </p:nvGrpSpPr>
        <p:grpSpPr>
          <a:xfrm>
            <a:off x="849601" y="2914408"/>
            <a:ext cx="356891" cy="335709"/>
            <a:chOff x="874658" y="2914408"/>
            <a:chExt cx="356891" cy="335709"/>
          </a:xfrm>
        </p:grpSpPr>
        <p:sp>
          <p:nvSpPr>
            <p:cNvPr id="25158" name="Google Shape;25158;p64"/>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9" name="Google Shape;25159;p64"/>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0" name="Google Shape;25160;p64"/>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1" name="Google Shape;25161;p64"/>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2" name="Google Shape;25162;p64"/>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3" name="Google Shape;25163;p64"/>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4" name="Google Shape;25164;p64"/>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5" name="Google Shape;25165;p64"/>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6" name="Google Shape;25166;p64"/>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7" name="Google Shape;25167;p64"/>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8" name="Google Shape;25168;p64"/>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9" name="Google Shape;25169;p64"/>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0" name="Google Shape;25170;p64"/>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1" name="Google Shape;25171;p64"/>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2" name="Google Shape;25172;p64"/>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3" name="Google Shape;25173;p64"/>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4" name="Google Shape;25174;p64"/>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5" name="Google Shape;25175;p64"/>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6" name="Google Shape;25176;p64"/>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7" name="Google Shape;25177;p64"/>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78" name="Google Shape;25178;p64"/>
          <p:cNvGrpSpPr/>
          <p:nvPr/>
        </p:nvGrpSpPr>
        <p:grpSpPr>
          <a:xfrm>
            <a:off x="4205855" y="2929193"/>
            <a:ext cx="308813" cy="306165"/>
            <a:chOff x="4230912" y="2929193"/>
            <a:chExt cx="308813" cy="306165"/>
          </a:xfrm>
        </p:grpSpPr>
        <p:sp>
          <p:nvSpPr>
            <p:cNvPr id="25179" name="Google Shape;25179;p64"/>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0" name="Google Shape;25180;p64"/>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1" name="Google Shape;25181;p64"/>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2" name="Google Shape;25182;p64"/>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3" name="Google Shape;25183;p64"/>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4" name="Google Shape;25184;p64"/>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5" name="Google Shape;25185;p64"/>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6" name="Google Shape;25186;p64"/>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7" name="Google Shape;25187;p64"/>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8" name="Google Shape;25188;p64"/>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9" name="Google Shape;25189;p64"/>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0" name="Google Shape;25190;p64"/>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1" name="Google Shape;25191;p64"/>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2" name="Google Shape;25192;p64"/>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3" name="Google Shape;25193;p64"/>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94" name="Google Shape;25194;p64"/>
          <p:cNvGrpSpPr/>
          <p:nvPr/>
        </p:nvGrpSpPr>
        <p:grpSpPr>
          <a:xfrm>
            <a:off x="4602829" y="3401089"/>
            <a:ext cx="409111" cy="267944"/>
            <a:chOff x="4627886" y="3401089"/>
            <a:chExt cx="409111" cy="267944"/>
          </a:xfrm>
        </p:grpSpPr>
        <p:sp>
          <p:nvSpPr>
            <p:cNvPr id="25195" name="Google Shape;25195;p64"/>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6" name="Google Shape;25196;p64"/>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7" name="Google Shape;25197;p64"/>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8" name="Google Shape;25198;p64"/>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9" name="Google Shape;25199;p64"/>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0" name="Google Shape;25200;p64"/>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1" name="Google Shape;25201;p64"/>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2" name="Google Shape;25202;p64"/>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3" name="Google Shape;25203;p64"/>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4" name="Google Shape;25204;p64"/>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5" name="Google Shape;25205;p64"/>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06" name="Google Shape;25206;p64"/>
          <p:cNvGrpSpPr/>
          <p:nvPr/>
        </p:nvGrpSpPr>
        <p:grpSpPr>
          <a:xfrm>
            <a:off x="4627419" y="2898915"/>
            <a:ext cx="386016" cy="384495"/>
            <a:chOff x="4652476" y="2898915"/>
            <a:chExt cx="386016" cy="384495"/>
          </a:xfrm>
        </p:grpSpPr>
        <p:sp>
          <p:nvSpPr>
            <p:cNvPr id="25207" name="Google Shape;25207;p64"/>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8" name="Google Shape;25208;p64"/>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9" name="Google Shape;25209;p64"/>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0" name="Google Shape;25210;p64"/>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1" name="Google Shape;25211;p64"/>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2" name="Google Shape;25212;p64"/>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3" name="Google Shape;25213;p64"/>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4" name="Google Shape;25214;p64"/>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5" name="Google Shape;25215;p64"/>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16" name="Google Shape;25216;p64"/>
          <p:cNvGrpSpPr/>
          <p:nvPr/>
        </p:nvGrpSpPr>
        <p:grpSpPr>
          <a:xfrm>
            <a:off x="5131874" y="2922194"/>
            <a:ext cx="324699" cy="347611"/>
            <a:chOff x="5156931" y="2922194"/>
            <a:chExt cx="324699" cy="347611"/>
          </a:xfrm>
        </p:grpSpPr>
        <p:sp>
          <p:nvSpPr>
            <p:cNvPr id="25217" name="Google Shape;25217;p64"/>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8" name="Google Shape;25218;p64"/>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9" name="Google Shape;25219;p64"/>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0" name="Google Shape;25220;p64"/>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1" name="Google Shape;25221;p64"/>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2" name="Google Shape;25222;p64"/>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3" name="Google Shape;25223;p64"/>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4" name="Google Shape;25224;p64"/>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5" name="Google Shape;25225;p64"/>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6" name="Google Shape;25226;p64"/>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7" name="Google Shape;25227;p64"/>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8" name="Google Shape;25228;p64"/>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9" name="Google Shape;25229;p64"/>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0" name="Google Shape;25230;p64"/>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1" name="Google Shape;25231;p64"/>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2" name="Google Shape;25232;p64"/>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33" name="Google Shape;25233;p64"/>
          <p:cNvGrpSpPr/>
          <p:nvPr/>
        </p:nvGrpSpPr>
        <p:grpSpPr>
          <a:xfrm>
            <a:off x="6061274" y="2905337"/>
            <a:ext cx="364441" cy="364834"/>
            <a:chOff x="6086331" y="2905337"/>
            <a:chExt cx="364441" cy="364834"/>
          </a:xfrm>
        </p:grpSpPr>
        <p:sp>
          <p:nvSpPr>
            <p:cNvPr id="25234" name="Google Shape;25234;p64"/>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5" name="Google Shape;25235;p64"/>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6" name="Google Shape;25236;p64"/>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7" name="Google Shape;25237;p64"/>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8" name="Google Shape;25238;p64"/>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9" name="Google Shape;25239;p64"/>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40" name="Google Shape;25240;p64"/>
          <p:cNvGrpSpPr/>
          <p:nvPr/>
        </p:nvGrpSpPr>
        <p:grpSpPr>
          <a:xfrm>
            <a:off x="6529002" y="2907251"/>
            <a:ext cx="377706" cy="377680"/>
            <a:chOff x="6554059" y="2907251"/>
            <a:chExt cx="377706" cy="377680"/>
          </a:xfrm>
        </p:grpSpPr>
        <p:sp>
          <p:nvSpPr>
            <p:cNvPr id="25241" name="Google Shape;25241;p64"/>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2" name="Google Shape;25242;p64"/>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3" name="Google Shape;25243;p64"/>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4" name="Google Shape;25244;p64"/>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5" name="Google Shape;25245;p64"/>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6" name="Google Shape;25246;p64"/>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7" name="Google Shape;25247;p64"/>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8" name="Google Shape;25248;p64"/>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9" name="Google Shape;25249;p64"/>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0" name="Google Shape;25250;p64"/>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1" name="Google Shape;25251;p64"/>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2" name="Google Shape;25252;p64"/>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3" name="Google Shape;25253;p64"/>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4" name="Google Shape;25254;p64"/>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5" name="Google Shape;25255;p64"/>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6" name="Google Shape;25256;p64"/>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7" name="Google Shape;25257;p64"/>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8" name="Google Shape;25258;p64"/>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9" name="Google Shape;25259;p64"/>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0" name="Google Shape;25260;p64"/>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1" name="Google Shape;25261;p64"/>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62" name="Google Shape;25262;p64"/>
          <p:cNvGrpSpPr/>
          <p:nvPr/>
        </p:nvGrpSpPr>
        <p:grpSpPr>
          <a:xfrm>
            <a:off x="7466739" y="2945446"/>
            <a:ext cx="400801" cy="317542"/>
            <a:chOff x="7491796" y="2945446"/>
            <a:chExt cx="400801" cy="317542"/>
          </a:xfrm>
        </p:grpSpPr>
        <p:sp>
          <p:nvSpPr>
            <p:cNvPr id="25263" name="Google Shape;25263;p64"/>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4" name="Google Shape;25264;p64"/>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5" name="Google Shape;25265;p64"/>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6" name="Google Shape;25266;p64"/>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7" name="Google Shape;25267;p64"/>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8" name="Google Shape;25268;p64"/>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9" name="Google Shape;25269;p64"/>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0" name="Google Shape;25270;p64"/>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1" name="Google Shape;25271;p64"/>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2" name="Google Shape;25272;p64"/>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3" name="Google Shape;25273;p64"/>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4" name="Google Shape;25274;p64"/>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5" name="Google Shape;25275;p64"/>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6" name="Google Shape;25276;p64"/>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7" name="Google Shape;25277;p64"/>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8" name="Google Shape;25278;p64"/>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9" name="Google Shape;25279;p64"/>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0" name="Google Shape;25280;p64"/>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1" name="Google Shape;25281;p64"/>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2" name="Google Shape;25282;p64"/>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3" name="Google Shape;25283;p64"/>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4" name="Google Shape;25284;p64"/>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85" name="Google Shape;25285;p64"/>
          <p:cNvGrpSpPr/>
          <p:nvPr/>
        </p:nvGrpSpPr>
        <p:grpSpPr>
          <a:xfrm>
            <a:off x="7020586" y="2907723"/>
            <a:ext cx="345304" cy="365857"/>
            <a:chOff x="7045643" y="2907723"/>
            <a:chExt cx="345304" cy="365857"/>
          </a:xfrm>
        </p:grpSpPr>
        <p:sp>
          <p:nvSpPr>
            <p:cNvPr id="25286" name="Google Shape;25286;p64"/>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7" name="Google Shape;25287;p64"/>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8" name="Google Shape;25288;p64"/>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9" name="Google Shape;25289;p64"/>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0" name="Google Shape;25290;p64"/>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1" name="Google Shape;25291;p64"/>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2" name="Google Shape;25292;p64"/>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3" name="Google Shape;25293;p64"/>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4" name="Google Shape;25294;p64"/>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5" name="Google Shape;25295;p64"/>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6" name="Google Shape;25296;p64"/>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7" name="Google Shape;25297;p64"/>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8" name="Google Shape;25298;p64"/>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9" name="Google Shape;25299;p64"/>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0" name="Google Shape;25300;p64"/>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1" name="Google Shape;25301;p64"/>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2" name="Google Shape;25302;p64"/>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3" name="Google Shape;25303;p64"/>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4" name="Google Shape;25304;p64"/>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05" name="Google Shape;25305;p64"/>
          <p:cNvGrpSpPr/>
          <p:nvPr/>
        </p:nvGrpSpPr>
        <p:grpSpPr>
          <a:xfrm>
            <a:off x="7967786" y="2907251"/>
            <a:ext cx="347794" cy="366328"/>
            <a:chOff x="7992843" y="2907251"/>
            <a:chExt cx="347794" cy="366328"/>
          </a:xfrm>
        </p:grpSpPr>
        <p:sp>
          <p:nvSpPr>
            <p:cNvPr id="25306" name="Google Shape;25306;p64"/>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7" name="Google Shape;25307;p64"/>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8" name="Google Shape;25308;p64"/>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9" name="Google Shape;25309;p64"/>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0" name="Google Shape;25310;p64"/>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1" name="Google Shape;25311;p64"/>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2" name="Google Shape;25312;p64"/>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3" name="Google Shape;25313;p64"/>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4" name="Google Shape;25314;p64"/>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5" name="Google Shape;25315;p64"/>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6" name="Google Shape;25316;p64"/>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7" name="Google Shape;25317;p64"/>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8" name="Google Shape;25318;p64"/>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9" name="Google Shape;25319;p64"/>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0" name="Google Shape;25320;p64"/>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1" name="Google Shape;25321;p64"/>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2" name="Google Shape;25322;p64"/>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3" name="Google Shape;25323;p64"/>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4" name="Google Shape;25324;p64"/>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5" name="Google Shape;25325;p64"/>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6" name="Google Shape;25326;p64"/>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7" name="Google Shape;25327;p64"/>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8" name="Google Shape;25328;p64"/>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9" name="Google Shape;25329;p64"/>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0" name="Google Shape;25330;p64"/>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1" name="Google Shape;25331;p64"/>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2" name="Google Shape;25332;p64"/>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3" name="Google Shape;25333;p64"/>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4" name="Google Shape;25334;p64"/>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5" name="Google Shape;25335;p64"/>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6" name="Google Shape;25336;p64"/>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7" name="Google Shape;25337;p64"/>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8" name="Google Shape;25338;p64"/>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39" name="Google Shape;25339;p64"/>
          <p:cNvGrpSpPr/>
          <p:nvPr/>
        </p:nvGrpSpPr>
        <p:grpSpPr>
          <a:xfrm>
            <a:off x="848841" y="1512377"/>
            <a:ext cx="398127" cy="353457"/>
            <a:chOff x="873898" y="1512377"/>
            <a:chExt cx="398127" cy="353457"/>
          </a:xfrm>
        </p:grpSpPr>
        <p:sp>
          <p:nvSpPr>
            <p:cNvPr id="25340" name="Google Shape;25340;p64"/>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1" name="Google Shape;25341;p64"/>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2" name="Google Shape;25342;p64"/>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3" name="Google Shape;25343;p64"/>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4" name="Google Shape;25344;p64"/>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5" name="Google Shape;25345;p64"/>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6" name="Google Shape;25346;p64"/>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7" name="Google Shape;25347;p64"/>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8" name="Google Shape;25348;p64"/>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9" name="Google Shape;25349;p64"/>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0" name="Google Shape;25350;p64"/>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1" name="Google Shape;25351;p64"/>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2" name="Google Shape;25352;p64"/>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3" name="Google Shape;25353;p64"/>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4" name="Google Shape;25354;p64"/>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5" name="Google Shape;25355;p64"/>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6" name="Google Shape;25356;p64"/>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7" name="Google Shape;25357;p64"/>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8" name="Google Shape;25358;p64"/>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59" name="Google Shape;25359;p64"/>
          <p:cNvGrpSpPr/>
          <p:nvPr/>
        </p:nvGrpSpPr>
        <p:grpSpPr>
          <a:xfrm>
            <a:off x="1399067" y="1515680"/>
            <a:ext cx="246762" cy="347139"/>
            <a:chOff x="1424125" y="1515680"/>
            <a:chExt cx="246762" cy="347139"/>
          </a:xfrm>
        </p:grpSpPr>
        <p:sp>
          <p:nvSpPr>
            <p:cNvPr id="25360" name="Google Shape;25360;p64"/>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1" name="Google Shape;25361;p64"/>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2" name="Google Shape;25362;p64"/>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3" name="Google Shape;25363;p64"/>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4" name="Google Shape;25364;p64"/>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5" name="Google Shape;25365;p64"/>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6" name="Google Shape;25366;p64"/>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7" name="Google Shape;25367;p64"/>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8" name="Google Shape;25368;p64"/>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9" name="Google Shape;25369;p64"/>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0" name="Google Shape;25370;p64"/>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1" name="Google Shape;25371;p64"/>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2" name="Google Shape;25372;p64"/>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3" name="Google Shape;25373;p64"/>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4" name="Google Shape;25374;p64"/>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5" name="Google Shape;25375;p64"/>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6" name="Google Shape;25376;p64"/>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7" name="Google Shape;25377;p64"/>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8" name="Google Shape;25378;p64"/>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9" name="Google Shape;25379;p64"/>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80" name="Google Shape;25380;p64"/>
          <p:cNvGrpSpPr/>
          <p:nvPr/>
        </p:nvGrpSpPr>
        <p:grpSpPr>
          <a:xfrm>
            <a:off x="2294441" y="1512744"/>
            <a:ext cx="352697" cy="352723"/>
            <a:chOff x="2319498" y="1512744"/>
            <a:chExt cx="352697" cy="352723"/>
          </a:xfrm>
        </p:grpSpPr>
        <p:sp>
          <p:nvSpPr>
            <p:cNvPr id="25381" name="Google Shape;25381;p64"/>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2" name="Google Shape;25382;p64"/>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3" name="Google Shape;25383;p64"/>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4" name="Google Shape;25384;p64"/>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5" name="Google Shape;25385;p64"/>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6" name="Google Shape;25386;p64"/>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7" name="Google Shape;25387;p64"/>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8" name="Google Shape;25388;p64"/>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9" name="Google Shape;25389;p64"/>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0" name="Google Shape;25390;p64"/>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1" name="Google Shape;25391;p64"/>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2" name="Google Shape;25392;p64"/>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3" name="Google Shape;25393;p64"/>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4" name="Google Shape;25394;p64"/>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5" name="Google Shape;25395;p64"/>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6" name="Google Shape;25396;p64"/>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7" name="Google Shape;25397;p64"/>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8" name="Google Shape;25398;p64"/>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9" name="Google Shape;25399;p64"/>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00" name="Google Shape;25400;p64"/>
          <p:cNvGrpSpPr/>
          <p:nvPr/>
        </p:nvGrpSpPr>
        <p:grpSpPr>
          <a:xfrm>
            <a:off x="4211544" y="1512666"/>
            <a:ext cx="312981" cy="352697"/>
            <a:chOff x="4236601" y="1512666"/>
            <a:chExt cx="312981" cy="352697"/>
          </a:xfrm>
        </p:grpSpPr>
        <p:sp>
          <p:nvSpPr>
            <p:cNvPr id="25401" name="Google Shape;25401;p64"/>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2" name="Google Shape;25402;p64"/>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3" name="Google Shape;25403;p64"/>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4" name="Google Shape;25404;p64"/>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5" name="Google Shape;25405;p64"/>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6" name="Google Shape;25406;p64"/>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7" name="Google Shape;25407;p64"/>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8" name="Google Shape;25408;p64"/>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9" name="Google Shape;25409;p64"/>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0" name="Google Shape;25410;p64"/>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1" name="Google Shape;25411;p64"/>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2" name="Google Shape;25412;p64"/>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3" name="Google Shape;25413;p64"/>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4" name="Google Shape;25414;p64"/>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15" name="Google Shape;25415;p64"/>
          <p:cNvGrpSpPr/>
          <p:nvPr/>
        </p:nvGrpSpPr>
        <p:grpSpPr>
          <a:xfrm>
            <a:off x="824618" y="3347716"/>
            <a:ext cx="346300" cy="375818"/>
            <a:chOff x="849675" y="3347716"/>
            <a:chExt cx="346300" cy="375818"/>
          </a:xfrm>
        </p:grpSpPr>
        <p:sp>
          <p:nvSpPr>
            <p:cNvPr id="25416" name="Google Shape;25416;p64"/>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7" name="Google Shape;25417;p64"/>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8" name="Google Shape;25418;p64"/>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9" name="Google Shape;25419;p64"/>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0" name="Google Shape;25420;p64"/>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1" name="Google Shape;25421;p64"/>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2" name="Google Shape;25422;p64"/>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3" name="Google Shape;25423;p64"/>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4" name="Google Shape;25424;p64"/>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5" name="Google Shape;25425;p64"/>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6" name="Google Shape;25426;p64"/>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7" name="Google Shape;25427;p64"/>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8" name="Google Shape;25428;p64"/>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9" name="Google Shape;25429;p64"/>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0" name="Google Shape;25430;p64"/>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1" name="Google Shape;25431;p64"/>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2" name="Google Shape;25432;p64"/>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33" name="Google Shape;25433;p64"/>
          <p:cNvGrpSpPr/>
          <p:nvPr/>
        </p:nvGrpSpPr>
        <p:grpSpPr>
          <a:xfrm>
            <a:off x="1299162" y="3399202"/>
            <a:ext cx="376578" cy="272846"/>
            <a:chOff x="1324219" y="3399202"/>
            <a:chExt cx="376578" cy="272846"/>
          </a:xfrm>
        </p:grpSpPr>
        <p:sp>
          <p:nvSpPr>
            <p:cNvPr id="25434" name="Google Shape;25434;p64"/>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5" name="Google Shape;25435;p64"/>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6" name="Google Shape;25436;p64"/>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7" name="Google Shape;25437;p64"/>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8" name="Google Shape;25438;p64"/>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9" name="Google Shape;25439;p64"/>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0" name="Google Shape;25440;p64"/>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1" name="Google Shape;25441;p64"/>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2" name="Google Shape;25442;p64"/>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3" name="Google Shape;25443;p64"/>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4" name="Google Shape;25444;p64"/>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5" name="Google Shape;25445;p64"/>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6" name="Google Shape;25446;p64"/>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7" name="Google Shape;25447;p64"/>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8" name="Google Shape;25448;p64"/>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9" name="Google Shape;25449;p64"/>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0" name="Google Shape;25450;p64"/>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1" name="Google Shape;25451;p64"/>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2" name="Google Shape;25452;p64"/>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3" name="Google Shape;25453;p64"/>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4" name="Google Shape;25454;p64"/>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5" name="Google Shape;25455;p64"/>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6" name="Google Shape;25456;p64"/>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7" name="Google Shape;25457;p64"/>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8" name="Google Shape;25458;p64"/>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9" name="Google Shape;25459;p64"/>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0" name="Google Shape;25460;p64"/>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1" name="Google Shape;25461;p64"/>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2" name="Google Shape;25462;p64"/>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3" name="Google Shape;25463;p64"/>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4" name="Google Shape;25464;p64"/>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5" name="Google Shape;25465;p64"/>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6" name="Google Shape;25466;p64"/>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67" name="Google Shape;25467;p64"/>
          <p:cNvGrpSpPr/>
          <p:nvPr/>
        </p:nvGrpSpPr>
        <p:grpSpPr>
          <a:xfrm>
            <a:off x="1773706" y="3395401"/>
            <a:ext cx="376185" cy="280448"/>
            <a:chOff x="1798763" y="3395401"/>
            <a:chExt cx="376185" cy="280448"/>
          </a:xfrm>
        </p:grpSpPr>
        <p:sp>
          <p:nvSpPr>
            <p:cNvPr id="25468" name="Google Shape;25468;p64"/>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9" name="Google Shape;25469;p64"/>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0" name="Google Shape;25470;p64"/>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1" name="Google Shape;25471;p64"/>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2" name="Google Shape;25472;p64"/>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3" name="Google Shape;25473;p64"/>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4" name="Google Shape;25474;p64"/>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5" name="Google Shape;25475;p64"/>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6" name="Google Shape;25476;p64"/>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7" name="Google Shape;25477;p64"/>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8" name="Google Shape;25478;p64"/>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9" name="Google Shape;25479;p64"/>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0" name="Google Shape;25480;p64"/>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1" name="Google Shape;25481;p64"/>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2" name="Google Shape;25482;p64"/>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3" name="Google Shape;25483;p64"/>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4" name="Google Shape;25484;p64"/>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5" name="Google Shape;25485;p64"/>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6" name="Google Shape;25486;p64"/>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7" name="Google Shape;25487;p64"/>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8" name="Google Shape;25488;p64"/>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9" name="Google Shape;25489;p64"/>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0" name="Google Shape;25490;p64"/>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1" name="Google Shape;25491;p64"/>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2" name="Google Shape;25492;p64"/>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3" name="Google Shape;25493;p64"/>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4" name="Google Shape;25494;p64"/>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5" name="Google Shape;25495;p64"/>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6" name="Google Shape;25496;p64"/>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7" name="Google Shape;25497;p64"/>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8" name="Google Shape;25498;p64"/>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99" name="Google Shape;25499;p64"/>
          <p:cNvGrpSpPr/>
          <p:nvPr/>
        </p:nvGrpSpPr>
        <p:grpSpPr>
          <a:xfrm>
            <a:off x="2248250" y="3378754"/>
            <a:ext cx="375818" cy="313374"/>
            <a:chOff x="2273307" y="3378754"/>
            <a:chExt cx="375818" cy="313374"/>
          </a:xfrm>
        </p:grpSpPr>
        <p:sp>
          <p:nvSpPr>
            <p:cNvPr id="25500" name="Google Shape;25500;p64"/>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1" name="Google Shape;25501;p64"/>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2" name="Google Shape;25502;p64"/>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3" name="Google Shape;25503;p64"/>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4" name="Google Shape;25504;p64"/>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5" name="Google Shape;25505;p64"/>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6" name="Google Shape;25506;p64"/>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7" name="Google Shape;25507;p64"/>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8" name="Google Shape;25508;p64"/>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9" name="Google Shape;25509;p64"/>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0" name="Google Shape;25510;p64"/>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1" name="Google Shape;25511;p64"/>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2" name="Google Shape;25512;p64"/>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3" name="Google Shape;25513;p64"/>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4" name="Google Shape;25514;p64"/>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5" name="Google Shape;25515;p64"/>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6" name="Google Shape;25516;p64"/>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7" name="Google Shape;25517;p64"/>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8" name="Google Shape;25518;p64"/>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9" name="Google Shape;25519;p64"/>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0" name="Google Shape;25520;p64"/>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1" name="Google Shape;25521;p64"/>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2" name="Google Shape;25522;p64"/>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3" name="Google Shape;25523;p64"/>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4" name="Google Shape;25524;p64"/>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5" name="Google Shape;25525;p64"/>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6" name="Google Shape;25526;p64"/>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7" name="Google Shape;25527;p64"/>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8" name="Google Shape;25528;p64"/>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9" name="Google Shape;25529;p64"/>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0" name="Google Shape;25530;p64"/>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1" name="Google Shape;25531;p64"/>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2" name="Google Shape;25532;p64"/>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3" name="Google Shape;25533;p64"/>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4" name="Google Shape;25534;p64"/>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5" name="Google Shape;25535;p64"/>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6" name="Google Shape;25536;p64"/>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7" name="Google Shape;25537;p64"/>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8" name="Google Shape;25538;p64"/>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9" name="Google Shape;25539;p64"/>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0" name="Google Shape;25540;p64"/>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1" name="Google Shape;25541;p64"/>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2" name="Google Shape;25542;p64"/>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3" name="Google Shape;25543;p64"/>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4" name="Google Shape;25544;p64"/>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5" name="Google Shape;25545;p64"/>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6" name="Google Shape;25546;p64"/>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7" name="Google Shape;25547;p64"/>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8" name="Google Shape;25548;p64"/>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9" name="Google Shape;25549;p64"/>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0" name="Google Shape;25550;p64"/>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1" name="Google Shape;25551;p64"/>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2" name="Google Shape;25552;p64"/>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3" name="Google Shape;25553;p64"/>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4" name="Google Shape;25554;p64"/>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5" name="Google Shape;25555;p64"/>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6" name="Google Shape;25556;p64"/>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7" name="Google Shape;25557;p64"/>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8" name="Google Shape;25558;p64"/>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9" name="Google Shape;25559;p64"/>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0" name="Google Shape;25560;p64"/>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1" name="Google Shape;25561;p64"/>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2" name="Google Shape;25562;p64"/>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3" name="Google Shape;25563;p64"/>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4" name="Google Shape;25564;p64"/>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5" name="Google Shape;25565;p64"/>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6" name="Google Shape;25566;p64"/>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7" name="Google Shape;25567;p64"/>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8" name="Google Shape;25568;p64"/>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9" name="Google Shape;25569;p64"/>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0" name="Google Shape;25570;p64"/>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1" name="Google Shape;25571;p64"/>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2" name="Google Shape;25572;p64"/>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3" name="Google Shape;25573;p64"/>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4" name="Google Shape;25574;p64"/>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5" name="Google Shape;25575;p64"/>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6" name="Google Shape;25576;p64"/>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7" name="Google Shape;25577;p64"/>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8" name="Google Shape;25578;p64"/>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9" name="Google Shape;25579;p64"/>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0" name="Google Shape;25580;p64"/>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1" name="Google Shape;25581;p64"/>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2" name="Google Shape;25582;p64"/>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3" name="Google Shape;25583;p64"/>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84" name="Google Shape;25584;p64"/>
          <p:cNvGrpSpPr/>
          <p:nvPr/>
        </p:nvGrpSpPr>
        <p:grpSpPr>
          <a:xfrm>
            <a:off x="2722427" y="3359460"/>
            <a:ext cx="377706" cy="352330"/>
            <a:chOff x="2747484" y="3359460"/>
            <a:chExt cx="377706" cy="352330"/>
          </a:xfrm>
        </p:grpSpPr>
        <p:sp>
          <p:nvSpPr>
            <p:cNvPr id="25585" name="Google Shape;25585;p64"/>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6" name="Google Shape;25586;p64"/>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7" name="Google Shape;25587;p64"/>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8" name="Google Shape;25588;p64"/>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9" name="Google Shape;25589;p64"/>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0" name="Google Shape;25590;p64"/>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1" name="Google Shape;25591;p64"/>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2" name="Google Shape;25592;p64"/>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3" name="Google Shape;25593;p64"/>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4" name="Google Shape;25594;p64"/>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5" name="Google Shape;25595;p64"/>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6" name="Google Shape;25596;p64"/>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7" name="Google Shape;25597;p64"/>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8" name="Google Shape;25598;p64"/>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9" name="Google Shape;25599;p64"/>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00" name="Google Shape;25600;p64"/>
          <p:cNvGrpSpPr/>
          <p:nvPr/>
        </p:nvGrpSpPr>
        <p:grpSpPr>
          <a:xfrm>
            <a:off x="3671148" y="3371938"/>
            <a:ext cx="375792" cy="327373"/>
            <a:chOff x="3696205" y="3371938"/>
            <a:chExt cx="375792" cy="327373"/>
          </a:xfrm>
        </p:grpSpPr>
        <p:sp>
          <p:nvSpPr>
            <p:cNvPr id="25601" name="Google Shape;25601;p64"/>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2" name="Google Shape;25602;p64"/>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3" name="Google Shape;25603;p64"/>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4" name="Google Shape;25604;p64"/>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5" name="Google Shape;25605;p64"/>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6" name="Google Shape;25606;p64"/>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7" name="Google Shape;25607;p64"/>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8" name="Google Shape;25608;p64"/>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9" name="Google Shape;25609;p64"/>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0" name="Google Shape;25610;p64"/>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1" name="Google Shape;25611;p64"/>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2" name="Google Shape;25612;p64"/>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3" name="Google Shape;25613;p64"/>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4" name="Google Shape;25614;p64"/>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5" name="Google Shape;25615;p64"/>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6" name="Google Shape;25616;p64"/>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7" name="Google Shape;25617;p64"/>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8" name="Google Shape;25618;p64"/>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9" name="Google Shape;25619;p64"/>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0" name="Google Shape;25620;p64"/>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1" name="Google Shape;25621;p64"/>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2" name="Google Shape;25622;p64"/>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3" name="Google Shape;25623;p64"/>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24" name="Google Shape;25624;p64"/>
          <p:cNvGrpSpPr/>
          <p:nvPr/>
        </p:nvGrpSpPr>
        <p:grpSpPr>
          <a:xfrm>
            <a:off x="6542267" y="2436849"/>
            <a:ext cx="366722" cy="342892"/>
            <a:chOff x="6567324" y="2436849"/>
            <a:chExt cx="366722" cy="342892"/>
          </a:xfrm>
        </p:grpSpPr>
        <p:sp>
          <p:nvSpPr>
            <p:cNvPr id="25625" name="Google Shape;25625;p64"/>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6" name="Google Shape;25626;p64"/>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7" name="Google Shape;25627;p64"/>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8" name="Google Shape;25628;p64"/>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9" name="Google Shape;25629;p64"/>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0" name="Google Shape;25630;p64"/>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1" name="Google Shape;25631;p64"/>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2" name="Google Shape;25632;p64"/>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3" name="Google Shape;25633;p64"/>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4" name="Google Shape;25634;p64"/>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5" name="Google Shape;25635;p64"/>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6" name="Google Shape;25636;p64"/>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37" name="Google Shape;25637;p64"/>
          <p:cNvGrpSpPr/>
          <p:nvPr/>
        </p:nvGrpSpPr>
        <p:grpSpPr>
          <a:xfrm>
            <a:off x="4183913" y="3361347"/>
            <a:ext cx="299349" cy="348188"/>
            <a:chOff x="4208970" y="3361347"/>
            <a:chExt cx="299349" cy="348188"/>
          </a:xfrm>
        </p:grpSpPr>
        <p:sp>
          <p:nvSpPr>
            <p:cNvPr id="25638" name="Google Shape;25638;p64"/>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9" name="Google Shape;25639;p64"/>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0" name="Google Shape;25640;p64"/>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1" name="Google Shape;25641;p64"/>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2" name="Google Shape;25642;p64"/>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3" name="Google Shape;25643;p64"/>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4" name="Google Shape;25644;p64"/>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5" name="Google Shape;25645;p64"/>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6" name="Google Shape;25646;p64"/>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7" name="Google Shape;25647;p64"/>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8" name="Google Shape;25648;p64"/>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9" name="Google Shape;25649;p64"/>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0" name="Google Shape;25650;p64"/>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1" name="Google Shape;25651;p64"/>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52" name="Google Shape;25652;p64"/>
          <p:cNvGrpSpPr/>
          <p:nvPr/>
        </p:nvGrpSpPr>
        <p:grpSpPr>
          <a:xfrm>
            <a:off x="2761776" y="1512351"/>
            <a:ext cx="366722" cy="353667"/>
            <a:chOff x="2786833" y="1512351"/>
            <a:chExt cx="366722" cy="353667"/>
          </a:xfrm>
        </p:grpSpPr>
        <p:sp>
          <p:nvSpPr>
            <p:cNvPr id="25653" name="Google Shape;25653;p64"/>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4" name="Google Shape;25654;p64"/>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5" name="Google Shape;25655;p64"/>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6" name="Google Shape;25656;p64"/>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7" name="Google Shape;25657;p64"/>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8" name="Google Shape;25658;p64"/>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9" name="Google Shape;25659;p64"/>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0" name="Google Shape;25660;p64"/>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1" name="Google Shape;25661;p64"/>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2" name="Google Shape;25662;p64"/>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3" name="Google Shape;25663;p64"/>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4" name="Google Shape;25664;p64"/>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5" name="Google Shape;25665;p64"/>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6" name="Google Shape;25666;p64"/>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7" name="Google Shape;25667;p64"/>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8" name="Google Shape;25668;p64"/>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9" name="Google Shape;25669;p64"/>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0" name="Google Shape;25670;p64"/>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1" name="Google Shape;25671;p64"/>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2" name="Google Shape;25672;p64"/>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73" name="Google Shape;25673;p64"/>
          <p:cNvGrpSpPr/>
          <p:nvPr/>
        </p:nvGrpSpPr>
        <p:grpSpPr>
          <a:xfrm>
            <a:off x="1820264" y="1512744"/>
            <a:ext cx="352723" cy="353090"/>
            <a:chOff x="1845321" y="1512744"/>
            <a:chExt cx="352723" cy="353090"/>
          </a:xfrm>
        </p:grpSpPr>
        <p:sp>
          <p:nvSpPr>
            <p:cNvPr id="25674" name="Google Shape;25674;p64"/>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5" name="Google Shape;25675;p64"/>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6" name="Google Shape;25676;p64"/>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7" name="Google Shape;25677;p64"/>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8" name="Google Shape;25678;p64"/>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9" name="Google Shape;25679;p64"/>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0" name="Google Shape;25680;p64"/>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1" name="Google Shape;25681;p64"/>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2" name="Google Shape;25682;p64"/>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3" name="Google Shape;25683;p64"/>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4" name="Google Shape;25684;p64"/>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85" name="Google Shape;25685;p64"/>
          <p:cNvGrpSpPr/>
          <p:nvPr/>
        </p:nvGrpSpPr>
        <p:grpSpPr>
          <a:xfrm>
            <a:off x="3189395" y="3340533"/>
            <a:ext cx="392465" cy="389896"/>
            <a:chOff x="3214452" y="3340533"/>
            <a:chExt cx="392465" cy="389896"/>
          </a:xfrm>
        </p:grpSpPr>
        <p:sp>
          <p:nvSpPr>
            <p:cNvPr id="25686" name="Google Shape;25686;p64"/>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7" name="Google Shape;25687;p64"/>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8" name="Google Shape;25688;p64"/>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9" name="Google Shape;25689;p64"/>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0" name="Google Shape;25690;p64"/>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1" name="Google Shape;25691;p64"/>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2" name="Google Shape;25692;p64"/>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3" name="Google Shape;25693;p64"/>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4" name="Google Shape;25694;p64"/>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5" name="Google Shape;25695;p64"/>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6" name="Google Shape;25696;p64"/>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7" name="Google Shape;25697;p64"/>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8" name="Google Shape;25698;p64"/>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9" name="Google Shape;25699;p64"/>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0" name="Google Shape;25700;p64"/>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1" name="Google Shape;25701;p64"/>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2" name="Google Shape;25702;p64"/>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3" name="Google Shape;25703;p64"/>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4" name="Google Shape;25704;p64"/>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5" name="Google Shape;25705;p64"/>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6" name="Google Shape;25706;p64"/>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7" name="Google Shape;25707;p64"/>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8" name="Google Shape;25708;p64"/>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9" name="Google Shape;25709;p64"/>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0" name="Google Shape;25710;p64"/>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11" name="Google Shape;25711;p64"/>
          <p:cNvGrpSpPr/>
          <p:nvPr/>
        </p:nvGrpSpPr>
        <p:grpSpPr>
          <a:xfrm>
            <a:off x="3302172" y="1499899"/>
            <a:ext cx="234650" cy="378440"/>
            <a:chOff x="3327229" y="1499899"/>
            <a:chExt cx="234650" cy="378440"/>
          </a:xfrm>
        </p:grpSpPr>
        <p:sp>
          <p:nvSpPr>
            <p:cNvPr id="25712" name="Google Shape;25712;p64"/>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3" name="Google Shape;25713;p64"/>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4" name="Google Shape;25714;p64"/>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5" name="Google Shape;25715;p64"/>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6" name="Google Shape;25716;p64"/>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7" name="Google Shape;25717;p64"/>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8" name="Google Shape;25718;p64"/>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9" name="Google Shape;25719;p64"/>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0" name="Google Shape;25720;p64"/>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1" name="Google Shape;25721;p64"/>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2" name="Google Shape;25722;p64"/>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3" name="Google Shape;25723;p64"/>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4" name="Google Shape;25724;p64"/>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5" name="Google Shape;25725;p64"/>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6" name="Google Shape;25726;p64"/>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7" name="Google Shape;25727;p64"/>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8" name="Google Shape;25728;p64"/>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9" name="Google Shape;25729;p64"/>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0" name="Google Shape;25730;p64"/>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1" name="Google Shape;25731;p64"/>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2" name="Google Shape;25732;p64"/>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33" name="Google Shape;25733;p64"/>
          <p:cNvGrpSpPr/>
          <p:nvPr/>
        </p:nvGrpSpPr>
        <p:grpSpPr>
          <a:xfrm>
            <a:off x="3710496" y="1530151"/>
            <a:ext cx="366722" cy="317962"/>
            <a:chOff x="3735553" y="1530151"/>
            <a:chExt cx="366722" cy="317962"/>
          </a:xfrm>
        </p:grpSpPr>
        <p:sp>
          <p:nvSpPr>
            <p:cNvPr id="25734" name="Google Shape;25734;p64"/>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5" name="Google Shape;25735;p64"/>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6" name="Google Shape;25736;p64"/>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7" name="Google Shape;25737;p64"/>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8" name="Google Shape;25738;p64"/>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9" name="Google Shape;25739;p64"/>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0" name="Google Shape;25740;p64"/>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1" name="Google Shape;25741;p64"/>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2" name="Google Shape;25742;p64"/>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3" name="Google Shape;25743;p64"/>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4" name="Google Shape;25744;p64"/>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5" name="Google Shape;25745;p64"/>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46" name="Google Shape;25746;p64"/>
          <p:cNvGrpSpPr/>
          <p:nvPr/>
        </p:nvGrpSpPr>
        <p:grpSpPr>
          <a:xfrm>
            <a:off x="841265" y="2469775"/>
            <a:ext cx="379226" cy="322733"/>
            <a:chOff x="866322" y="2469775"/>
            <a:chExt cx="379226" cy="322733"/>
          </a:xfrm>
        </p:grpSpPr>
        <p:sp>
          <p:nvSpPr>
            <p:cNvPr id="25747" name="Google Shape;25747;p64"/>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8" name="Google Shape;25748;p64"/>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9" name="Google Shape;25749;p64"/>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0" name="Google Shape;25750;p64"/>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1" name="Google Shape;25751;p64"/>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2" name="Google Shape;25752;p64"/>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3" name="Google Shape;25753;p64"/>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4" name="Google Shape;25754;p64"/>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5" name="Google Shape;25755;p64"/>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6" name="Google Shape;25756;p64"/>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7" name="Google Shape;25757;p64"/>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8" name="Google Shape;25758;p64"/>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9" name="Google Shape;25759;p64"/>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0" name="Google Shape;25760;p64"/>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1" name="Google Shape;25761;p64"/>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2" name="Google Shape;25762;p64"/>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3" name="Google Shape;25763;p64"/>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4" name="Google Shape;25764;p64"/>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5" name="Google Shape;25765;p64"/>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6" name="Google Shape;25766;p64"/>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7" name="Google Shape;25767;p64"/>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8" name="Google Shape;25768;p64"/>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9" name="Google Shape;25769;p64"/>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0" name="Google Shape;25770;p64"/>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1" name="Google Shape;25771;p64"/>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2" name="Google Shape;25772;p64"/>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73" name="Google Shape;25773;p64"/>
          <p:cNvGrpSpPr/>
          <p:nvPr/>
        </p:nvGrpSpPr>
        <p:grpSpPr>
          <a:xfrm>
            <a:off x="1303330" y="2500814"/>
            <a:ext cx="404183" cy="289151"/>
            <a:chOff x="1328387" y="2500814"/>
            <a:chExt cx="404183" cy="289151"/>
          </a:xfrm>
        </p:grpSpPr>
        <p:sp>
          <p:nvSpPr>
            <p:cNvPr id="25774" name="Google Shape;25774;p64"/>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5" name="Google Shape;25775;p64"/>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6" name="Google Shape;25776;p64"/>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7" name="Google Shape;25777;p64"/>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8" name="Google Shape;25778;p64"/>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9" name="Google Shape;25779;p64"/>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0" name="Google Shape;25780;p64"/>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1" name="Google Shape;25781;p64"/>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2" name="Google Shape;25782;p64"/>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3" name="Google Shape;25783;p64"/>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4" name="Google Shape;25784;p64"/>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5" name="Google Shape;25785;p64"/>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6" name="Google Shape;25786;p64"/>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7" name="Google Shape;25787;p64"/>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8" name="Google Shape;25788;p64"/>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9" name="Google Shape;25789;p64"/>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0" name="Google Shape;25790;p64"/>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1" name="Google Shape;25791;p64"/>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2" name="Google Shape;25792;p64"/>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3" name="Google Shape;25793;p64"/>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4" name="Google Shape;25794;p64"/>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5" name="Google Shape;25795;p64"/>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6" name="Google Shape;25796;p64"/>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7" name="Google Shape;25797;p64"/>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8" name="Google Shape;25798;p64"/>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9" name="Google Shape;25799;p64"/>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0" name="Google Shape;25800;p64"/>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1" name="Google Shape;25801;p64"/>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2" name="Google Shape;25802;p64"/>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03" name="Google Shape;25803;p64"/>
          <p:cNvGrpSpPr/>
          <p:nvPr/>
        </p:nvGrpSpPr>
        <p:grpSpPr>
          <a:xfrm>
            <a:off x="1796408" y="2495702"/>
            <a:ext cx="365988" cy="270801"/>
            <a:chOff x="1821465" y="2495702"/>
            <a:chExt cx="365988" cy="270801"/>
          </a:xfrm>
        </p:grpSpPr>
        <p:sp>
          <p:nvSpPr>
            <p:cNvPr id="25804" name="Google Shape;25804;p64"/>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5" name="Google Shape;25805;p64"/>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6" name="Google Shape;25806;p64"/>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7" name="Google Shape;25807;p64"/>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8" name="Google Shape;25808;p64"/>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9" name="Google Shape;25809;p64"/>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0" name="Google Shape;25810;p64"/>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11" name="Google Shape;25811;p64"/>
          <p:cNvGrpSpPr/>
          <p:nvPr/>
        </p:nvGrpSpPr>
        <p:grpSpPr>
          <a:xfrm>
            <a:off x="3700666" y="2455776"/>
            <a:ext cx="354977" cy="351202"/>
            <a:chOff x="3725723" y="2455776"/>
            <a:chExt cx="354977" cy="351202"/>
          </a:xfrm>
        </p:grpSpPr>
        <p:sp>
          <p:nvSpPr>
            <p:cNvPr id="25812" name="Google Shape;25812;p64"/>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3" name="Google Shape;25813;p64"/>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4" name="Google Shape;25814;p64"/>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5" name="Google Shape;25815;p64"/>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6" name="Google Shape;25816;p64"/>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7" name="Google Shape;25817;p64"/>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8" name="Google Shape;25818;p64"/>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9" name="Google Shape;25819;p64"/>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0" name="Google Shape;25820;p64"/>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1" name="Google Shape;25821;p64"/>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2" name="Google Shape;25822;p64"/>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3" name="Google Shape;25823;p64"/>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4" name="Google Shape;25824;p64"/>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25" name="Google Shape;25825;p64"/>
          <p:cNvGrpSpPr/>
          <p:nvPr/>
        </p:nvGrpSpPr>
        <p:grpSpPr>
          <a:xfrm>
            <a:off x="5201108" y="1977641"/>
            <a:ext cx="230482" cy="388847"/>
            <a:chOff x="5226165" y="1977641"/>
            <a:chExt cx="230482" cy="388847"/>
          </a:xfrm>
        </p:grpSpPr>
        <p:sp>
          <p:nvSpPr>
            <p:cNvPr id="25826" name="Google Shape;25826;p64"/>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7" name="Google Shape;25827;p64"/>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8" name="Google Shape;25828;p64"/>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9" name="Google Shape;25829;p64"/>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0" name="Google Shape;25830;p64"/>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1" name="Google Shape;25831;p64"/>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2" name="Google Shape;25832;p64"/>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3" name="Google Shape;25833;p64"/>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4" name="Google Shape;25834;p64"/>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5" name="Google Shape;25835;p64"/>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6" name="Google Shape;25836;p64"/>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7" name="Google Shape;25837;p64"/>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38" name="Google Shape;25838;p64"/>
          <p:cNvGrpSpPr/>
          <p:nvPr/>
        </p:nvGrpSpPr>
        <p:grpSpPr>
          <a:xfrm>
            <a:off x="5607545" y="2025510"/>
            <a:ext cx="370130" cy="287264"/>
            <a:chOff x="5632602" y="2025510"/>
            <a:chExt cx="370130" cy="287264"/>
          </a:xfrm>
        </p:grpSpPr>
        <p:sp>
          <p:nvSpPr>
            <p:cNvPr id="25839" name="Google Shape;25839;p64"/>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0" name="Google Shape;25840;p64"/>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1" name="Google Shape;25841;p64"/>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2" name="Google Shape;25842;p64"/>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3" name="Google Shape;25843;p64"/>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4" name="Google Shape;25844;p64"/>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5" name="Google Shape;25845;p64"/>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6" name="Google Shape;25846;p64"/>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7" name="Google Shape;25847;p64"/>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8" name="Google Shape;25848;p64"/>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9" name="Google Shape;25849;p64"/>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0" name="Google Shape;25850;p64"/>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1" name="Google Shape;25851;p64"/>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2" name="Google Shape;25852;p64"/>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3" name="Google Shape;25853;p64"/>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4" name="Google Shape;25854;p64"/>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5" name="Google Shape;25855;p64"/>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6" name="Google Shape;25856;p64"/>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57" name="Google Shape;25857;p64"/>
          <p:cNvGrpSpPr/>
          <p:nvPr/>
        </p:nvGrpSpPr>
        <p:grpSpPr>
          <a:xfrm>
            <a:off x="4187321" y="2456537"/>
            <a:ext cx="331515" cy="330021"/>
            <a:chOff x="4212378" y="2456537"/>
            <a:chExt cx="331515" cy="330021"/>
          </a:xfrm>
        </p:grpSpPr>
        <p:sp>
          <p:nvSpPr>
            <p:cNvPr id="25858" name="Google Shape;25858;p64"/>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9" name="Google Shape;25859;p64"/>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0" name="Google Shape;25860;p64"/>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1" name="Google Shape;25861;p64"/>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2" name="Google Shape;25862;p64"/>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3" name="Google Shape;25863;p64"/>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4" name="Google Shape;25864;p64"/>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5" name="Google Shape;25865;p64"/>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6" name="Google Shape;25866;p64"/>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67" name="Google Shape;25867;p64"/>
          <p:cNvGrpSpPr/>
          <p:nvPr/>
        </p:nvGrpSpPr>
        <p:grpSpPr>
          <a:xfrm>
            <a:off x="6150956" y="1977825"/>
            <a:ext cx="235411" cy="347427"/>
            <a:chOff x="6176013" y="1977825"/>
            <a:chExt cx="235411" cy="347427"/>
          </a:xfrm>
        </p:grpSpPr>
        <p:sp>
          <p:nvSpPr>
            <p:cNvPr id="25868" name="Google Shape;25868;p64"/>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9" name="Google Shape;25869;p64"/>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0" name="Google Shape;25870;p64"/>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1" name="Google Shape;25871;p64"/>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2" name="Google Shape;25872;p64"/>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3" name="Google Shape;25873;p64"/>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4" name="Google Shape;25874;p64"/>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5" name="Google Shape;25875;p64"/>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6" name="Google Shape;25876;p64"/>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7" name="Google Shape;25877;p64"/>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8" name="Google Shape;25878;p64"/>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9" name="Google Shape;25879;p64"/>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0" name="Google Shape;25880;p64"/>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1" name="Google Shape;25881;p64"/>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2" name="Google Shape;25882;p64"/>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3" name="Google Shape;25883;p64"/>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4" name="Google Shape;25884;p64"/>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85" name="Google Shape;25885;p64"/>
          <p:cNvGrpSpPr/>
          <p:nvPr/>
        </p:nvGrpSpPr>
        <p:grpSpPr>
          <a:xfrm>
            <a:off x="6627020" y="1977458"/>
            <a:ext cx="235778" cy="347794"/>
            <a:chOff x="6652077" y="1977458"/>
            <a:chExt cx="235778" cy="347794"/>
          </a:xfrm>
        </p:grpSpPr>
        <p:sp>
          <p:nvSpPr>
            <p:cNvPr id="25886" name="Google Shape;25886;p64"/>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7" name="Google Shape;25887;p64"/>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8" name="Google Shape;25888;p64"/>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9" name="Google Shape;25889;p64"/>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0" name="Google Shape;25890;p64"/>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1" name="Google Shape;25891;p64"/>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2" name="Google Shape;25892;p64"/>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3" name="Google Shape;25893;p64"/>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4" name="Google Shape;25894;p64"/>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5" name="Google Shape;25895;p64"/>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6" name="Google Shape;25896;p64"/>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7" name="Google Shape;25897;p64"/>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8" name="Google Shape;25898;p64"/>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9" name="Google Shape;25899;p64"/>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0" name="Google Shape;25900;p64"/>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1" name="Google Shape;25901;p64"/>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02" name="Google Shape;25902;p64"/>
          <p:cNvGrpSpPr/>
          <p:nvPr/>
        </p:nvGrpSpPr>
        <p:grpSpPr>
          <a:xfrm>
            <a:off x="7047456" y="1997512"/>
            <a:ext cx="394352" cy="308052"/>
            <a:chOff x="7072513" y="1997512"/>
            <a:chExt cx="394352" cy="308052"/>
          </a:xfrm>
        </p:grpSpPr>
        <p:sp>
          <p:nvSpPr>
            <p:cNvPr id="25903" name="Google Shape;25903;p64"/>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4" name="Google Shape;25904;p64"/>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5" name="Google Shape;25905;p64"/>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6" name="Google Shape;25906;p64"/>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7" name="Google Shape;25907;p64"/>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8" name="Google Shape;25908;p64"/>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9" name="Google Shape;25909;p64"/>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0" name="Google Shape;25910;p64"/>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1" name="Google Shape;25911;p64"/>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2" name="Google Shape;25912;p64"/>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3" name="Google Shape;25913;p64"/>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14" name="Google Shape;25914;p64"/>
          <p:cNvGrpSpPr/>
          <p:nvPr/>
        </p:nvGrpSpPr>
        <p:grpSpPr>
          <a:xfrm>
            <a:off x="7551151" y="1977825"/>
            <a:ext cx="292533" cy="347454"/>
            <a:chOff x="7576208" y="1977825"/>
            <a:chExt cx="292533" cy="347454"/>
          </a:xfrm>
        </p:grpSpPr>
        <p:sp>
          <p:nvSpPr>
            <p:cNvPr id="25915" name="Google Shape;25915;p64"/>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6" name="Google Shape;25916;p64"/>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7" name="Google Shape;25917;p64"/>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8" name="Google Shape;25918;p64"/>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9" name="Google Shape;25919;p64"/>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0" name="Google Shape;25920;p64"/>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1" name="Google Shape;25921;p64"/>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2" name="Google Shape;25922;p64"/>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3" name="Google Shape;25923;p64"/>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4" name="Google Shape;25924;p64"/>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5" name="Google Shape;25925;p64"/>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6" name="Google Shape;25926;p64"/>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7" name="Google Shape;25927;p64"/>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28" name="Google Shape;25928;p64"/>
          <p:cNvGrpSpPr/>
          <p:nvPr/>
        </p:nvGrpSpPr>
        <p:grpSpPr>
          <a:xfrm>
            <a:off x="7998825" y="1977458"/>
            <a:ext cx="320557" cy="347794"/>
            <a:chOff x="8023882" y="1977458"/>
            <a:chExt cx="320557" cy="347794"/>
          </a:xfrm>
        </p:grpSpPr>
        <p:sp>
          <p:nvSpPr>
            <p:cNvPr id="25929" name="Google Shape;25929;p64"/>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0" name="Google Shape;25930;p64"/>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1" name="Google Shape;25931;p64"/>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2" name="Google Shape;25932;p64"/>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3" name="Google Shape;25933;p64"/>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4" name="Google Shape;25934;p64"/>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5" name="Google Shape;25935;p64"/>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6" name="Google Shape;25936;p64"/>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7" name="Google Shape;25937;p64"/>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8" name="Google Shape;25938;p64"/>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9" name="Google Shape;25939;p64"/>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0" name="Google Shape;25940;p64"/>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1" name="Google Shape;25941;p64"/>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2" name="Google Shape;25942;p64"/>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3" name="Google Shape;25943;p64"/>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4" name="Google Shape;25944;p64"/>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5" name="Google Shape;25945;p64"/>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6" name="Google Shape;25946;p64"/>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7" name="Google Shape;25947;p64"/>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8" name="Google Shape;25948;p64"/>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9" name="Google Shape;25949;p64"/>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0" name="Google Shape;25950;p64"/>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1" name="Google Shape;25951;p64"/>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2" name="Google Shape;25952;p64"/>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3" name="Google Shape;25953;p64"/>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4" name="Google Shape;25954;p64"/>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5" name="Google Shape;25955;p64"/>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6" name="Google Shape;25956;p64"/>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7" name="Google Shape;25957;p64"/>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8" name="Google Shape;25958;p64"/>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9" name="Google Shape;25959;p64"/>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0" name="Google Shape;25960;p64"/>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1" name="Google Shape;25961;p64"/>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2" name="Google Shape;25962;p64"/>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3" name="Google Shape;25963;p64"/>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4" name="Google Shape;25964;p64"/>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5" name="Google Shape;25965;p64"/>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6" name="Google Shape;25966;p64"/>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7" name="Google Shape;25967;p64"/>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8" name="Google Shape;25968;p64"/>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69" name="Google Shape;25969;p64"/>
          <p:cNvGrpSpPr/>
          <p:nvPr/>
        </p:nvGrpSpPr>
        <p:grpSpPr>
          <a:xfrm>
            <a:off x="5602617" y="2444819"/>
            <a:ext cx="345147" cy="342630"/>
            <a:chOff x="5627674" y="2444819"/>
            <a:chExt cx="345147" cy="342630"/>
          </a:xfrm>
        </p:grpSpPr>
        <p:sp>
          <p:nvSpPr>
            <p:cNvPr id="25970" name="Google Shape;25970;p64"/>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1" name="Google Shape;25971;p64"/>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2" name="Google Shape;25972;p64"/>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3" name="Google Shape;25973;p64"/>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4" name="Google Shape;25974;p64"/>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75" name="Google Shape;25975;p64"/>
          <p:cNvGrpSpPr/>
          <p:nvPr/>
        </p:nvGrpSpPr>
        <p:grpSpPr>
          <a:xfrm>
            <a:off x="4628939" y="2440257"/>
            <a:ext cx="396607" cy="348555"/>
            <a:chOff x="4653996" y="2440257"/>
            <a:chExt cx="396607" cy="348555"/>
          </a:xfrm>
        </p:grpSpPr>
        <p:sp>
          <p:nvSpPr>
            <p:cNvPr id="25976" name="Google Shape;25976;p64"/>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7" name="Google Shape;25977;p64"/>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8" name="Google Shape;25978;p64"/>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9" name="Google Shape;25979;p64"/>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0" name="Google Shape;25980;p64"/>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1" name="Google Shape;25981;p64"/>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2" name="Google Shape;25982;p64"/>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3" name="Google Shape;25983;p64"/>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4" name="Google Shape;25984;p64"/>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5" name="Google Shape;25985;p64"/>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6" name="Google Shape;25986;p64"/>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7" name="Google Shape;25987;p64"/>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8" name="Google Shape;25988;p64"/>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9" name="Google Shape;25989;p64"/>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0" name="Google Shape;25990;p64"/>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1" name="Google Shape;25991;p64"/>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2" name="Google Shape;25992;p64"/>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3" name="Google Shape;25993;p64"/>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94" name="Google Shape;25994;p64"/>
          <p:cNvGrpSpPr/>
          <p:nvPr/>
        </p:nvGrpSpPr>
        <p:grpSpPr>
          <a:xfrm>
            <a:off x="1829334" y="2895140"/>
            <a:ext cx="301630" cy="374272"/>
            <a:chOff x="1854391" y="2895140"/>
            <a:chExt cx="301630" cy="374272"/>
          </a:xfrm>
        </p:grpSpPr>
        <p:sp>
          <p:nvSpPr>
            <p:cNvPr id="25995" name="Google Shape;25995;p64"/>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6" name="Google Shape;25996;p64"/>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7" name="Google Shape;25997;p64"/>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8" name="Google Shape;25998;p64"/>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9" name="Google Shape;25999;p64"/>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0" name="Google Shape;26000;p64"/>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1" name="Google Shape;26001;p64"/>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2" name="Google Shape;26002;p64"/>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3" name="Google Shape;26003;p64"/>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4" name="Google Shape;26004;p64"/>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5" name="Google Shape;26005;p64"/>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6" name="Google Shape;26006;p64"/>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7" name="Google Shape;26007;p64"/>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8" name="Google Shape;26008;p64"/>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9" name="Google Shape;26009;p64"/>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0" name="Google Shape;26010;p64"/>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1" name="Google Shape;26011;p64"/>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2" name="Google Shape;26012;p64"/>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3" name="Google Shape;26013;p64"/>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4" name="Google Shape;26014;p64"/>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5" name="Google Shape;26015;p64"/>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6" name="Google Shape;26016;p64"/>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7" name="Google Shape;26017;p64"/>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8" name="Google Shape;26018;p64"/>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9" name="Google Shape;26019;p64"/>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0" name="Google Shape;26020;p64"/>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1" name="Google Shape;26021;p64"/>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2" name="Google Shape;26022;p64"/>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3" name="Google Shape;26023;p64"/>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4" name="Google Shape;26024;p64"/>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5" name="Google Shape;26025;p64"/>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6" name="Google Shape;26026;p64"/>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7" name="Google Shape;26027;p64"/>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8" name="Google Shape;26028;p64"/>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9" name="Google Shape;26029;p64"/>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0" name="Google Shape;26030;p64"/>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1" name="Google Shape;26031;p64"/>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2" name="Google Shape;26032;p64"/>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3" name="Google Shape;26033;p64"/>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4" name="Google Shape;26034;p64"/>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5" name="Google Shape;26035;p64"/>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6" name="Google Shape;26036;p64"/>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7" name="Google Shape;26037;p64"/>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8" name="Google Shape;26038;p64"/>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9" name="Google Shape;26039;p64"/>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0" name="Google Shape;26040;p64"/>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1" name="Google Shape;26041;p64"/>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2" name="Google Shape;26042;p64"/>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3" name="Google Shape;26043;p64"/>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44" name="Google Shape;26044;p64"/>
          <p:cNvGrpSpPr/>
          <p:nvPr/>
        </p:nvGrpSpPr>
        <p:grpSpPr>
          <a:xfrm>
            <a:off x="5147760" y="2438370"/>
            <a:ext cx="289518" cy="357651"/>
            <a:chOff x="5172817" y="2438370"/>
            <a:chExt cx="289518" cy="357651"/>
          </a:xfrm>
        </p:grpSpPr>
        <p:sp>
          <p:nvSpPr>
            <p:cNvPr id="26045" name="Google Shape;26045;p64"/>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6" name="Google Shape;26046;p64"/>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7" name="Google Shape;26047;p64"/>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8" name="Google Shape;26048;p64"/>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9" name="Google Shape;26049;p64"/>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0" name="Google Shape;26050;p64"/>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1" name="Google Shape;26051;p64"/>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2" name="Google Shape;26052;p64"/>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3" name="Google Shape;26053;p64"/>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4" name="Google Shape;26054;p64"/>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5" name="Google Shape;26055;p64"/>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56" name="Google Shape;26056;p64"/>
          <p:cNvGrpSpPr/>
          <p:nvPr/>
        </p:nvGrpSpPr>
        <p:grpSpPr>
          <a:xfrm>
            <a:off x="3209449" y="2484534"/>
            <a:ext cx="388297" cy="293320"/>
            <a:chOff x="3234506" y="2484534"/>
            <a:chExt cx="388297" cy="293320"/>
          </a:xfrm>
        </p:grpSpPr>
        <p:sp>
          <p:nvSpPr>
            <p:cNvPr id="26057" name="Google Shape;26057;p64"/>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8" name="Google Shape;26058;p64"/>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9" name="Google Shape;26059;p64"/>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0" name="Google Shape;26060;p64"/>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1" name="Google Shape;26061;p64"/>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2" name="Google Shape;26062;p64"/>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3" name="Google Shape;26063;p64"/>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4" name="Google Shape;26064;p64"/>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5" name="Google Shape;26065;p64"/>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6" name="Google Shape;26066;p64"/>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7" name="Google Shape;26067;p64"/>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8" name="Google Shape;26068;p64"/>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9" name="Google Shape;26069;p64"/>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0" name="Google Shape;26070;p64"/>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1" name="Google Shape;26071;p64"/>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2" name="Google Shape;26072;p64"/>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73" name="Google Shape;26073;p64"/>
          <p:cNvGrpSpPr/>
          <p:nvPr/>
        </p:nvGrpSpPr>
        <p:grpSpPr>
          <a:xfrm>
            <a:off x="6040092" y="3367036"/>
            <a:ext cx="362553" cy="356498"/>
            <a:chOff x="6065149" y="3367036"/>
            <a:chExt cx="362553" cy="356498"/>
          </a:xfrm>
        </p:grpSpPr>
        <p:sp>
          <p:nvSpPr>
            <p:cNvPr id="26074" name="Google Shape;26074;p64"/>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5" name="Google Shape;26075;p64"/>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6" name="Google Shape;26076;p64"/>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7" name="Google Shape;26077;p64"/>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8" name="Google Shape;26078;p64"/>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79" name="Google Shape;26079;p64"/>
          <p:cNvGrpSpPr/>
          <p:nvPr/>
        </p:nvGrpSpPr>
        <p:grpSpPr>
          <a:xfrm>
            <a:off x="6515764" y="3367036"/>
            <a:ext cx="362553" cy="356498"/>
            <a:chOff x="6540821" y="3367036"/>
            <a:chExt cx="362553" cy="356498"/>
          </a:xfrm>
        </p:grpSpPr>
        <p:sp>
          <p:nvSpPr>
            <p:cNvPr id="26080" name="Google Shape;26080;p64"/>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1" name="Google Shape;26081;p64"/>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2" name="Google Shape;26082;p64"/>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3" name="Google Shape;26083;p64"/>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4" name="Google Shape;26084;p64"/>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5" name="Google Shape;26085;p64"/>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6" name="Google Shape;26086;p64"/>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87" name="Google Shape;26087;p64"/>
          <p:cNvGrpSpPr/>
          <p:nvPr/>
        </p:nvGrpSpPr>
        <p:grpSpPr>
          <a:xfrm>
            <a:off x="2277401" y="2474704"/>
            <a:ext cx="354479" cy="312561"/>
            <a:chOff x="2302458" y="2474704"/>
            <a:chExt cx="354479" cy="312561"/>
          </a:xfrm>
        </p:grpSpPr>
        <p:sp>
          <p:nvSpPr>
            <p:cNvPr id="26088" name="Google Shape;26088;p64"/>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9" name="Google Shape;26089;p64"/>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0" name="Google Shape;26090;p64"/>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1" name="Google Shape;26091;p64"/>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2" name="Google Shape;26092;p64"/>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3" name="Google Shape;26093;p64"/>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4" name="Google Shape;26094;p64"/>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5" name="Google Shape;26095;p64"/>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6" name="Google Shape;26096;p64"/>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7" name="Google Shape;26097;p64"/>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8" name="Google Shape;26098;p64"/>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9" name="Google Shape;26099;p64"/>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00" name="Google Shape;26100;p64"/>
          <p:cNvGrpSpPr/>
          <p:nvPr/>
        </p:nvGrpSpPr>
        <p:grpSpPr>
          <a:xfrm>
            <a:off x="2806053" y="2442538"/>
            <a:ext cx="246002" cy="348922"/>
            <a:chOff x="2831110" y="2442538"/>
            <a:chExt cx="246002" cy="348922"/>
          </a:xfrm>
        </p:grpSpPr>
        <p:sp>
          <p:nvSpPr>
            <p:cNvPr id="26101" name="Google Shape;26101;p64"/>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2" name="Google Shape;26102;p64"/>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3" name="Google Shape;26103;p64"/>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4" name="Google Shape;26104;p64"/>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5" name="Google Shape;26105;p64"/>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6" name="Google Shape;26106;p64"/>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7" name="Google Shape;26107;p64"/>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8" name="Google Shape;26108;p64"/>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9" name="Google Shape;26109;p64"/>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0" name="Google Shape;26110;p64"/>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1" name="Google Shape;26111;p64"/>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2" name="Google Shape;26112;p64"/>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3" name="Google Shape;26113;p64"/>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4" name="Google Shape;26114;p64"/>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15" name="Google Shape;26115;p64"/>
          <p:cNvGrpSpPr/>
          <p:nvPr/>
        </p:nvGrpSpPr>
        <p:grpSpPr>
          <a:xfrm>
            <a:off x="6991435" y="3367036"/>
            <a:ext cx="362947" cy="356498"/>
            <a:chOff x="7016492" y="3367036"/>
            <a:chExt cx="362947" cy="356498"/>
          </a:xfrm>
        </p:grpSpPr>
        <p:sp>
          <p:nvSpPr>
            <p:cNvPr id="26116" name="Google Shape;26116;p64"/>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7" name="Google Shape;26117;p64"/>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8" name="Google Shape;26118;p64"/>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9" name="Google Shape;26119;p64"/>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0" name="Google Shape;26120;p64"/>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1" name="Google Shape;26121;p64"/>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22" name="Google Shape;26122;p64"/>
          <p:cNvGrpSpPr/>
          <p:nvPr/>
        </p:nvGrpSpPr>
        <p:grpSpPr>
          <a:xfrm>
            <a:off x="4806717" y="3817357"/>
            <a:ext cx="362947" cy="356576"/>
            <a:chOff x="5108852" y="3817357"/>
            <a:chExt cx="362947" cy="356576"/>
          </a:xfrm>
        </p:grpSpPr>
        <p:sp>
          <p:nvSpPr>
            <p:cNvPr id="26123" name="Google Shape;26123;p64"/>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4" name="Google Shape;26124;p64"/>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5" name="Google Shape;26125;p64"/>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6" name="Google Shape;26126;p64"/>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27" name="Google Shape;26127;p64"/>
          <p:cNvGrpSpPr/>
          <p:nvPr/>
        </p:nvGrpSpPr>
        <p:grpSpPr>
          <a:xfrm>
            <a:off x="5703585" y="3817357"/>
            <a:ext cx="362947" cy="356576"/>
            <a:chOff x="6005720" y="3817357"/>
            <a:chExt cx="362947" cy="356576"/>
          </a:xfrm>
        </p:grpSpPr>
        <p:sp>
          <p:nvSpPr>
            <p:cNvPr id="26128" name="Google Shape;26128;p64"/>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9" name="Google Shape;26129;p64"/>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0" name="Google Shape;26130;p64"/>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1" name="Google Shape;26131;p64"/>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32" name="Google Shape;26132;p64"/>
          <p:cNvGrpSpPr/>
          <p:nvPr/>
        </p:nvGrpSpPr>
        <p:grpSpPr>
          <a:xfrm>
            <a:off x="5564395" y="3367036"/>
            <a:ext cx="362580" cy="356498"/>
            <a:chOff x="5589452" y="3367036"/>
            <a:chExt cx="362580" cy="356498"/>
          </a:xfrm>
        </p:grpSpPr>
        <p:sp>
          <p:nvSpPr>
            <p:cNvPr id="26133" name="Google Shape;26133;p64"/>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4" name="Google Shape;26134;p64"/>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5" name="Google Shape;26135;p64"/>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36" name="Google Shape;26136;p64"/>
          <p:cNvGrpSpPr/>
          <p:nvPr/>
        </p:nvGrpSpPr>
        <p:grpSpPr>
          <a:xfrm>
            <a:off x="7462964" y="3362475"/>
            <a:ext cx="372017" cy="365621"/>
            <a:chOff x="7488021" y="3362475"/>
            <a:chExt cx="372017" cy="365621"/>
          </a:xfrm>
        </p:grpSpPr>
        <p:sp>
          <p:nvSpPr>
            <p:cNvPr id="26137" name="Google Shape;26137;p64"/>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8" name="Google Shape;26138;p64"/>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9" name="Google Shape;26139;p64"/>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0" name="Google Shape;26140;p64"/>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1" name="Google Shape;26141;p64"/>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2" name="Google Shape;26142;p64"/>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3" name="Google Shape;26143;p64"/>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4" name="Google Shape;26144;p64"/>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5" name="Google Shape;26145;p64"/>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6" name="Google Shape;26146;p64"/>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47" name="Google Shape;26147;p64"/>
          <p:cNvGrpSpPr/>
          <p:nvPr/>
        </p:nvGrpSpPr>
        <p:grpSpPr>
          <a:xfrm>
            <a:off x="5088724" y="3367036"/>
            <a:ext cx="362553" cy="356498"/>
            <a:chOff x="5113781" y="3367036"/>
            <a:chExt cx="362553" cy="356498"/>
          </a:xfrm>
        </p:grpSpPr>
        <p:sp>
          <p:nvSpPr>
            <p:cNvPr id="26148" name="Google Shape;26148;p64"/>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9" name="Google Shape;26149;p64"/>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50" name="Google Shape;26150;p64"/>
          <p:cNvSpPr/>
          <p:nvPr/>
        </p:nvSpPr>
        <p:spPr>
          <a:xfrm>
            <a:off x="5147760"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151" name="Google Shape;26151;p64"/>
          <p:cNvGrpSpPr/>
          <p:nvPr/>
        </p:nvGrpSpPr>
        <p:grpSpPr>
          <a:xfrm>
            <a:off x="7943564" y="3365489"/>
            <a:ext cx="375818" cy="357651"/>
            <a:chOff x="7968621" y="3365489"/>
            <a:chExt cx="375818" cy="357651"/>
          </a:xfrm>
        </p:grpSpPr>
        <p:sp>
          <p:nvSpPr>
            <p:cNvPr id="26152" name="Google Shape;26152;p64"/>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3" name="Google Shape;26153;p64"/>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4" name="Google Shape;26154;p64"/>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5" name="Google Shape;26155;p64"/>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6" name="Google Shape;26156;p64"/>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7" name="Google Shape;26157;p64"/>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8" name="Google Shape;26158;p64"/>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9" name="Google Shape;26159;p64"/>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0" name="Google Shape;26160;p64"/>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1" name="Google Shape;26161;p64"/>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2" name="Google Shape;26162;p64"/>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3" name="Google Shape;26163;p64"/>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64" name="Google Shape;26164;p64"/>
          <p:cNvGrpSpPr/>
          <p:nvPr/>
        </p:nvGrpSpPr>
        <p:grpSpPr>
          <a:xfrm>
            <a:off x="5255151" y="3817357"/>
            <a:ext cx="362947" cy="356576"/>
            <a:chOff x="5557286" y="3817357"/>
            <a:chExt cx="362947" cy="356576"/>
          </a:xfrm>
        </p:grpSpPr>
        <p:grpSp>
          <p:nvGrpSpPr>
            <p:cNvPr id="26165" name="Google Shape;26165;p64"/>
            <p:cNvGrpSpPr/>
            <p:nvPr/>
          </p:nvGrpSpPr>
          <p:grpSpPr>
            <a:xfrm>
              <a:off x="5557286" y="3817357"/>
              <a:ext cx="362947" cy="356576"/>
              <a:chOff x="5557286" y="3817357"/>
              <a:chExt cx="362947" cy="356576"/>
            </a:xfrm>
          </p:grpSpPr>
          <p:sp>
            <p:nvSpPr>
              <p:cNvPr id="26166" name="Google Shape;26166;p64"/>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7" name="Google Shape;26167;p64"/>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8" name="Google Shape;26168;p64"/>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69" name="Google Shape;26169;p64"/>
            <p:cNvSpPr/>
            <p:nvPr/>
          </p:nvSpPr>
          <p:spPr>
            <a:xfrm>
              <a:off x="5621675" y="3914200"/>
              <a:ext cx="234165" cy="163176"/>
            </a:xfrm>
            <a:custGeom>
              <a:rect b="b" l="l" r="r" t="t"/>
              <a:pathLst>
                <a:path extrusionOk="0" h="8740" w="12544">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70" name="Google Shape;26170;p64"/>
          <p:cNvGrpSpPr/>
          <p:nvPr/>
        </p:nvGrpSpPr>
        <p:grpSpPr>
          <a:xfrm>
            <a:off x="4358284" y="3817357"/>
            <a:ext cx="362947" cy="356576"/>
            <a:chOff x="4660419" y="3817357"/>
            <a:chExt cx="362947" cy="356576"/>
          </a:xfrm>
        </p:grpSpPr>
        <p:grpSp>
          <p:nvGrpSpPr>
            <p:cNvPr id="26171" name="Google Shape;26171;p64"/>
            <p:cNvGrpSpPr/>
            <p:nvPr/>
          </p:nvGrpSpPr>
          <p:grpSpPr>
            <a:xfrm>
              <a:off x="4660419" y="3817357"/>
              <a:ext cx="362947" cy="356576"/>
              <a:chOff x="4660419" y="3817357"/>
              <a:chExt cx="362947" cy="356576"/>
            </a:xfrm>
          </p:grpSpPr>
          <p:sp>
            <p:nvSpPr>
              <p:cNvPr id="26172" name="Google Shape;26172;p64"/>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3" name="Google Shape;26173;p64"/>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74" name="Google Shape;26174;p64"/>
            <p:cNvGrpSpPr/>
            <p:nvPr/>
          </p:nvGrpSpPr>
          <p:grpSpPr>
            <a:xfrm>
              <a:off x="4694459" y="3856408"/>
              <a:ext cx="282308" cy="265356"/>
              <a:chOff x="4690600" y="3853050"/>
              <a:chExt cx="289488" cy="272132"/>
            </a:xfrm>
          </p:grpSpPr>
          <p:sp>
            <p:nvSpPr>
              <p:cNvPr id="26175" name="Google Shape;26175;p64"/>
              <p:cNvSpPr/>
              <p:nvPr/>
            </p:nvSpPr>
            <p:spPr>
              <a:xfrm>
                <a:off x="4690600" y="3853050"/>
                <a:ext cx="289488" cy="272132"/>
              </a:xfrm>
              <a:custGeom>
                <a:rect b="b" l="l" r="r" t="t"/>
                <a:pathLst>
                  <a:path extrusionOk="0" h="13610" w="14478">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6" name="Google Shape;26176;p64"/>
              <p:cNvSpPr/>
              <p:nvPr/>
            </p:nvSpPr>
            <p:spPr>
              <a:xfrm>
                <a:off x="4773984" y="3934408"/>
                <a:ext cx="133407" cy="122069"/>
              </a:xfrm>
              <a:custGeom>
                <a:rect b="b" l="l" r="r" t="t"/>
                <a:pathLst>
                  <a:path extrusionOk="0" h="6105" w="6672">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177" name="Google Shape;26177;p64"/>
          <p:cNvGrpSpPr/>
          <p:nvPr/>
        </p:nvGrpSpPr>
        <p:grpSpPr>
          <a:xfrm>
            <a:off x="6159823" y="3813323"/>
            <a:ext cx="369882" cy="364325"/>
            <a:chOff x="1190200" y="238125"/>
            <a:chExt cx="5306767" cy="5212083"/>
          </a:xfrm>
        </p:grpSpPr>
        <p:grpSp>
          <p:nvGrpSpPr>
            <p:cNvPr id="26178" name="Google Shape;26178;p64"/>
            <p:cNvGrpSpPr/>
            <p:nvPr/>
          </p:nvGrpSpPr>
          <p:grpSpPr>
            <a:xfrm>
              <a:off x="1190200" y="238125"/>
              <a:ext cx="5212075" cy="5212075"/>
              <a:chOff x="1190200" y="238125"/>
              <a:chExt cx="5212075" cy="5212075"/>
            </a:xfrm>
          </p:grpSpPr>
          <p:sp>
            <p:nvSpPr>
              <p:cNvPr id="26179" name="Google Shape;26179;p64"/>
              <p:cNvSpPr/>
              <p:nvPr/>
            </p:nvSpPr>
            <p:spPr>
              <a:xfrm>
                <a:off x="1190200" y="238125"/>
                <a:ext cx="5212075" cy="5212075"/>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0" name="Google Shape;26180;p64"/>
              <p:cNvSpPr/>
              <p:nvPr/>
            </p:nvSpPr>
            <p:spPr>
              <a:xfrm>
                <a:off x="2368338" y="1220419"/>
                <a:ext cx="2856522" cy="3247339"/>
              </a:xfrm>
              <a:custGeom>
                <a:rect b="b" l="l" r="r" t="t"/>
                <a:pathLst>
                  <a:path extrusionOk="0" h="148841" w="130928">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81" name="Google Shape;26181;p64"/>
            <p:cNvSpPr/>
            <p:nvPr/>
          </p:nvSpPr>
          <p:spPr>
            <a:xfrm>
              <a:off x="3459822" y="238126"/>
              <a:ext cx="3037144" cy="5212082"/>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82" name="Google Shape;26182;p64"/>
          <p:cNvGrpSpPr/>
          <p:nvPr/>
        </p:nvGrpSpPr>
        <p:grpSpPr>
          <a:xfrm>
            <a:off x="3461049" y="3817357"/>
            <a:ext cx="363314" cy="356576"/>
            <a:chOff x="3763184" y="3817357"/>
            <a:chExt cx="363314" cy="356576"/>
          </a:xfrm>
        </p:grpSpPr>
        <p:sp>
          <p:nvSpPr>
            <p:cNvPr id="26183" name="Google Shape;26183;p64"/>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4" name="Google Shape;26184;p64"/>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5" name="Google Shape;26185;p64"/>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6" name="Google Shape;26186;p64"/>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7" name="Google Shape;26187;p64"/>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88" name="Google Shape;26188;p64"/>
          <p:cNvGrpSpPr/>
          <p:nvPr/>
        </p:nvGrpSpPr>
        <p:grpSpPr>
          <a:xfrm>
            <a:off x="3909850" y="3817357"/>
            <a:ext cx="362947" cy="356576"/>
            <a:chOff x="4211985" y="3817357"/>
            <a:chExt cx="362947" cy="356576"/>
          </a:xfrm>
        </p:grpSpPr>
        <p:sp>
          <p:nvSpPr>
            <p:cNvPr id="26189" name="Google Shape;26189;p64"/>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0" name="Google Shape;26190;p64"/>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1" name="Google Shape;26191;p64"/>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92" name="Google Shape;26192;p64"/>
          <p:cNvGrpSpPr/>
          <p:nvPr/>
        </p:nvGrpSpPr>
        <p:grpSpPr>
          <a:xfrm>
            <a:off x="3012615" y="3817357"/>
            <a:ext cx="362920" cy="356865"/>
            <a:chOff x="3314750" y="3817357"/>
            <a:chExt cx="362920" cy="356865"/>
          </a:xfrm>
        </p:grpSpPr>
        <p:grpSp>
          <p:nvGrpSpPr>
            <p:cNvPr id="26193" name="Google Shape;26193;p64"/>
            <p:cNvGrpSpPr/>
            <p:nvPr/>
          </p:nvGrpSpPr>
          <p:grpSpPr>
            <a:xfrm>
              <a:off x="3314750" y="3817357"/>
              <a:ext cx="362920" cy="356865"/>
              <a:chOff x="3314750" y="3817357"/>
              <a:chExt cx="362920" cy="356865"/>
            </a:xfrm>
          </p:grpSpPr>
          <p:sp>
            <p:nvSpPr>
              <p:cNvPr id="26194" name="Google Shape;26194;p64"/>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5" name="Google Shape;26195;p64"/>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96" name="Google Shape;26196;p64"/>
            <p:cNvGrpSpPr/>
            <p:nvPr/>
          </p:nvGrpSpPr>
          <p:grpSpPr>
            <a:xfrm>
              <a:off x="3394986" y="3894612"/>
              <a:ext cx="202339" cy="202323"/>
              <a:chOff x="935197" y="1793977"/>
              <a:chExt cx="256451" cy="256430"/>
            </a:xfrm>
          </p:grpSpPr>
          <p:sp>
            <p:nvSpPr>
              <p:cNvPr id="26197" name="Google Shape;26197;p64"/>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8" name="Google Shape;26198;p64"/>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199" name="Google Shape;26199;p64"/>
          <p:cNvGrpSpPr/>
          <p:nvPr/>
        </p:nvGrpSpPr>
        <p:grpSpPr>
          <a:xfrm>
            <a:off x="2564181" y="3817357"/>
            <a:ext cx="362920" cy="356865"/>
            <a:chOff x="2866317" y="3817357"/>
            <a:chExt cx="362920" cy="356865"/>
          </a:xfrm>
        </p:grpSpPr>
        <p:sp>
          <p:nvSpPr>
            <p:cNvPr id="26200" name="Google Shape;26200;p64"/>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1" name="Google Shape;26201;p64"/>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2" name="Google Shape;26202;p64"/>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203" name="Google Shape;26203;p64"/>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6207" name="Shape 26207"/>
        <p:cNvGrpSpPr/>
        <p:nvPr/>
      </p:nvGrpSpPr>
      <p:grpSpPr>
        <a:xfrm>
          <a:off x="0" y="0"/>
          <a:ext cx="0" cy="0"/>
          <a:chOff x="0" y="0"/>
          <a:chExt cx="0" cy="0"/>
        </a:xfrm>
      </p:grpSpPr>
      <p:pic>
        <p:nvPicPr>
          <p:cNvPr id="26208" name="Google Shape;26208;p65">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Hawaii Triathlon: Iron Athlete Minitheme">
  <a:themeElements>
    <a:clrScheme name="Simple Light">
      <a:dk1>
        <a:srgbClr val="191919"/>
      </a:dk1>
      <a:lt1>
        <a:srgbClr val="FFFFFF"/>
      </a:lt1>
      <a:dk2>
        <a:srgbClr val="FA5B60"/>
      </a:dk2>
      <a:lt2>
        <a:srgbClr val="F7794D"/>
      </a:lt2>
      <a:accent1>
        <a:srgbClr val="969960"/>
      </a:accent1>
      <a:accent2>
        <a:srgbClr val="FBE4B2"/>
      </a:accent2>
      <a:accent3>
        <a:srgbClr val="BAC7BE"/>
      </a:accent3>
      <a:accent4>
        <a:srgbClr val="35594D"/>
      </a:accent4>
      <a:accent5>
        <a:srgbClr val="5FB6BE"/>
      </a:accent5>
      <a:accent6>
        <a:srgbClr val="C5E3E6"/>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