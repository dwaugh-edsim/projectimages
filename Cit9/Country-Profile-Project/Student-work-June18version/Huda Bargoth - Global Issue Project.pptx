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e4bd8558c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e4bd8558c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e4bd8558c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e4bd8558c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e4bd8558c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e4bd8558c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e4bd8558c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e4bd8558c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e4bd8558c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e4bd8558c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4A86E8"/>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166133" y="691463"/>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cuba</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solidFill>
                  <a:srgbClr val="000000"/>
                </a:solidFill>
              </a:rPr>
              <a:t>               </a:t>
            </a:r>
            <a:r>
              <a:rPr lang="en">
                <a:solidFill>
                  <a:srgbClr val="000000"/>
                </a:solidFill>
              </a:rPr>
              <a:t>Political Freedom and Economic sanctions</a:t>
            </a:r>
            <a:endParaRPr>
              <a:solidFill>
                <a:srgbClr val="000000"/>
              </a:solidFill>
            </a:endParaRPr>
          </a:p>
          <a:p>
            <a:pPr indent="0" lvl="0" marL="0" rtl="0" algn="l">
              <a:spcBef>
                <a:spcPts val="0"/>
              </a:spcBef>
              <a:spcAft>
                <a:spcPts val="0"/>
              </a:spcAft>
              <a:buNone/>
            </a:pPr>
            <a:r>
              <a:rPr lang="en">
                <a:solidFill>
                  <a:srgbClr val="000000"/>
                </a:solidFill>
              </a:rPr>
              <a:t>                                By: Huda bargoth</a:t>
            </a:r>
            <a:endParaRPr>
              <a:solidFill>
                <a:srgbClr val="000000"/>
              </a:solidFill>
            </a:endParaRPr>
          </a:p>
        </p:txBody>
      </p:sp>
      <p:pic>
        <p:nvPicPr>
          <p:cNvPr id="56" name="Google Shape;56;p13" title="download.png"/>
          <p:cNvPicPr preferRelativeResize="0"/>
          <p:nvPr/>
        </p:nvPicPr>
        <p:blipFill>
          <a:blip r:embed="rId3">
            <a:alphaModFix/>
          </a:blip>
          <a:stretch>
            <a:fillRect/>
          </a:stretch>
        </p:blipFill>
        <p:spPr>
          <a:xfrm>
            <a:off x="396625" y="781525"/>
            <a:ext cx="2201150" cy="1100575"/>
          </a:xfrm>
          <a:prstGeom prst="rect">
            <a:avLst/>
          </a:prstGeom>
          <a:noFill/>
          <a:ln>
            <a:noFill/>
          </a:ln>
        </p:spPr>
      </p:pic>
      <p:pic>
        <p:nvPicPr>
          <p:cNvPr id="57" name="Google Shape;57;p13" title="download.png"/>
          <p:cNvPicPr preferRelativeResize="0"/>
          <p:nvPr/>
        </p:nvPicPr>
        <p:blipFill>
          <a:blip r:embed="rId3">
            <a:alphaModFix/>
          </a:blip>
          <a:stretch>
            <a:fillRect/>
          </a:stretch>
        </p:blipFill>
        <p:spPr>
          <a:xfrm>
            <a:off x="6163750" y="3716775"/>
            <a:ext cx="2201150" cy="11005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Cuba's</a:t>
            </a:r>
            <a:r>
              <a:rPr lang="en"/>
              <a:t> </a:t>
            </a:r>
            <a:r>
              <a:rPr lang="en"/>
              <a:t>traditions</a:t>
            </a:r>
            <a:endParaRPr/>
          </a:p>
        </p:txBody>
      </p:sp>
      <p:sp>
        <p:nvSpPr>
          <p:cNvPr id="63" name="Google Shape;63;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In cuban culture they dance son cubano and rumba and they dance </a:t>
            </a:r>
            <a:r>
              <a:rPr lang="en">
                <a:solidFill>
                  <a:schemeClr val="dk1"/>
                </a:solidFill>
              </a:rPr>
              <a:t>a lot</a:t>
            </a:r>
            <a:r>
              <a:rPr lang="en">
                <a:solidFill>
                  <a:schemeClr val="dk1"/>
                </a:solidFill>
              </a:rPr>
              <a:t> and have street parties and even have a </a:t>
            </a:r>
            <a:r>
              <a:rPr lang="en">
                <a:solidFill>
                  <a:schemeClr val="dk1"/>
                </a:solidFill>
              </a:rPr>
              <a:t>tradition called Havana carnival. Not only that but there's many other traditions which are santeria it's a  religious tradition also includes african and catholic. In cuba the people there speak spanish. people in Cuba speak Spanish, but it's also kinda different because in cuba they have an accent and their spanish is called cuban spanish because Cuban Spanish sounds a little different from the Spanish thats spoken in Spain because again it has its own accent. </a:t>
            </a:r>
            <a:endParaRPr sz="1600">
              <a:solidFill>
                <a:schemeClr val="dk1"/>
              </a:solidFill>
              <a:highlight>
                <a:schemeClr val="accent1"/>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Cuba and the U.S.</a:t>
            </a:r>
            <a:endParaRPr/>
          </a:p>
        </p:txBody>
      </p:sp>
      <p:sp>
        <p:nvSpPr>
          <p:cNvPr id="69" name="Google Shape;69;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solidFill>
                  <a:schemeClr val="dk1"/>
                </a:solidFill>
              </a:rPr>
              <a:t> american government made a rule that americans were not allowed to travel to cuba and canadians were allowed to. but the reason why americans weren't allowed was because the government of the US disagreed with the policies that cuba's government had so the government of US stopped trading with them and also stopped americans from traveling there. The reason why canadian government don't have those rules was because canadian government did not think it was a good way to solve things and band tourism.</a:t>
            </a:r>
            <a:endParaRPr sz="1600">
              <a:solidFill>
                <a:schemeClr val="dk1"/>
              </a:solidFill>
              <a:highlight>
                <a:schemeClr val="accent1"/>
              </a:highlight>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Cuba in 2026 (what’s happening now?)</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Cuba and Trump: war?</a:t>
            </a:r>
            <a:endParaRPr/>
          </a:p>
        </p:txBody>
      </p:sp>
      <p:sp>
        <p:nvSpPr>
          <p:cNvPr id="81" name="Google Shape;81;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Cuba and </a:t>
            </a:r>
            <a:r>
              <a:rPr lang="en"/>
              <a:t>the</a:t>
            </a:r>
            <a:r>
              <a:rPr lang="en"/>
              <a:t> world: who are its friends</a:t>
            </a:r>
            <a:endParaRPr/>
          </a:p>
        </p:txBody>
      </p:sp>
      <p:sp>
        <p:nvSpPr>
          <p:cNvPr id="87" name="Google Shape;87;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