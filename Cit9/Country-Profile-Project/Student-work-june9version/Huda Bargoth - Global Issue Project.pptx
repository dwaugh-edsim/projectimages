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8558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8558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4bd8558c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4bd8558c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4bd8558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4bd8558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8558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8558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4bd8558c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4bd8558c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A86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66133" y="691463"/>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cuba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rgbClr val="000000"/>
                </a:solidFill>
              </a:rPr>
              <a:t>               </a:t>
            </a:r>
            <a:r>
              <a:rPr lang="en">
                <a:solidFill>
                  <a:srgbClr val="000000"/>
                </a:solidFill>
              </a:rPr>
              <a:t>Political Freedom and Economic sanctions</a:t>
            </a:r>
            <a:endParaRPr>
              <a:solidFill>
                <a:srgbClr val="000000"/>
              </a:solidFill>
            </a:endParaRPr>
          </a:p>
          <a:p>
            <a:pPr indent="0" lvl="0" marL="0" rtl="0" algn="l">
              <a:spcBef>
                <a:spcPts val="0"/>
              </a:spcBef>
              <a:spcAft>
                <a:spcPts val="0"/>
              </a:spcAft>
              <a:buNone/>
            </a:pPr>
            <a:r>
              <a:rPr lang="en">
                <a:solidFill>
                  <a:srgbClr val="000000"/>
                </a:solidFill>
              </a:rPr>
              <a:t>                                By: Huda bargoth</a:t>
            </a:r>
            <a:endParaRPr>
              <a:solidFill>
                <a:srgbClr val="000000"/>
              </a:solidFill>
            </a:endParaRPr>
          </a:p>
        </p:txBody>
      </p:sp>
      <p:pic>
        <p:nvPicPr>
          <p:cNvPr id="56" name="Google Shape;56;p13" title="download.png"/>
          <p:cNvPicPr preferRelativeResize="0"/>
          <p:nvPr/>
        </p:nvPicPr>
        <p:blipFill>
          <a:blip r:embed="rId3">
            <a:alphaModFix/>
          </a:blip>
          <a:stretch>
            <a:fillRect/>
          </a:stretch>
        </p:blipFill>
        <p:spPr>
          <a:xfrm>
            <a:off x="396625" y="781525"/>
            <a:ext cx="2201150" cy="1100575"/>
          </a:xfrm>
          <a:prstGeom prst="rect">
            <a:avLst/>
          </a:prstGeom>
          <a:noFill/>
          <a:ln>
            <a:noFill/>
          </a:ln>
        </p:spPr>
      </p:pic>
      <p:pic>
        <p:nvPicPr>
          <p:cNvPr id="57" name="Google Shape;57;p13" title="download.png"/>
          <p:cNvPicPr preferRelativeResize="0"/>
          <p:nvPr/>
        </p:nvPicPr>
        <p:blipFill>
          <a:blip r:embed="rId3">
            <a:alphaModFix/>
          </a:blip>
          <a:stretch>
            <a:fillRect/>
          </a:stretch>
        </p:blipFill>
        <p:spPr>
          <a:xfrm>
            <a:off x="6163750" y="3716775"/>
            <a:ext cx="2201150" cy="110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Cuba's</a:t>
            </a:r>
            <a:r>
              <a:rPr lang="en"/>
              <a:t> </a:t>
            </a:r>
            <a:r>
              <a:rPr lang="en"/>
              <a:t>background</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In cuban culture they dance son cubano and rumba and they dance </a:t>
            </a:r>
            <a:r>
              <a:rPr lang="en">
                <a:solidFill>
                  <a:schemeClr val="dk1"/>
                </a:solidFill>
              </a:rPr>
              <a:t>a lot</a:t>
            </a:r>
            <a:r>
              <a:rPr lang="en">
                <a:solidFill>
                  <a:schemeClr val="dk1"/>
                </a:solidFill>
              </a:rPr>
              <a:t> and have street parties and even have a </a:t>
            </a:r>
            <a:r>
              <a:rPr lang="en">
                <a:solidFill>
                  <a:schemeClr val="dk1"/>
                </a:solidFill>
              </a:rPr>
              <a:t>tradition called Havana carnival. Not only that but there's many other traditions which are santeria it's a  religious tradition also includes african and catholic. In cuba the people there speak spanish. people in Cuba speak Spanish, but it's also kinda different because in cuba they have an accent and their spanish is called cuban spanish because Cuban Spanish sounds a little different from the Spanish spoken in Spain because again it has its own accent</a:t>
            </a:r>
            <a:endParaRPr sz="1600">
              <a:solidFill>
                <a:schemeClr val="dk1"/>
              </a:solidFill>
              <a:highlight>
                <a:schemeClr val="accen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