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20.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52.xml"/>
  <Override ContentType="application/vnd.openxmlformats-officedocument.presentationml.slideLayout+xml" PartName="/ppt/slideLayouts/slideLayout21.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48.xml"/>
  <Override ContentType="application/vnd.openxmlformats-officedocument.presentationml.slideLayout+xml" PartName="/ppt/slideLayouts/slideLayout49.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53.xml"/>
  <Override ContentType="application/vnd.openxmlformats-officedocument.presentationml.slideLayout+xml" PartName="/ppt/slideLayouts/slideLayout10.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24.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4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30.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5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4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5.xml"/>
  <Override ContentType="application/vnd.openxmlformats-officedocument.presentationml.slideLayout+xml" PartName="/ppt/slideLayouts/slideLayout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701" r:id="rId3"/>
  </p:sldMasterIdLst>
  <p:notesMasterIdLst>
    <p:notesMasterId r:id="rId4"/>
  </p:notesMasterIdLst>
  <p:sldIdLst>
    <p:sldId id="256" r:id="rId5"/>
    <p:sldId id="257" r:id="rId6"/>
    <p:sldId id="258" r:id="rId7"/>
    <p:sldId id="259" r:id="rId8"/>
    <p:sldId id="260" r:id="rId9"/>
    <p:sldId id="261" r:id="rId10"/>
  </p:sldIdLst>
  <p:sldSz cy="5143500" cx="9144000"/>
  <p:notesSz cx="6858000" cy="9144000"/>
  <p:embeddedFontLst>
    <p:embeddedFont>
      <p:font typeface="Merriweather Light"/>
      <p:regular r:id="rId11"/>
      <p:bold r:id="rId12"/>
      <p:italic r:id="rId13"/>
      <p:boldItalic r:id="rId14"/>
    </p:embeddedFont>
    <p:embeddedFont>
      <p:font typeface="Montserrat"/>
      <p:regular r:id="rId15"/>
      <p:bold r:id="rId16"/>
      <p:italic r:id="rId17"/>
      <p:boldItalic r:id="rId18"/>
    </p:embeddedFont>
    <p:embeddedFont>
      <p:font typeface="Open Sans SemiBold"/>
      <p:regular r:id="rId19"/>
      <p:bold r:id="rId20"/>
      <p:italic r:id="rId21"/>
      <p:boldItalic r:id="rId22"/>
    </p:embeddedFont>
    <p:embeddedFont>
      <p:font typeface="Vidaloka"/>
      <p:regular r:id="rId23"/>
    </p:embeddedFont>
    <p:embeddedFont>
      <p:font typeface="Russo One"/>
      <p:regular r:id="rId24"/>
    </p:embeddedFont>
    <p:embeddedFont>
      <p:font typeface="Mako"/>
      <p:regular r:id="rId25"/>
    </p:embeddedFont>
    <p:embeddedFont>
      <p:font typeface="Crimson Text"/>
      <p:regular r:id="rId26"/>
      <p:bold r:id="rId27"/>
      <p:italic r:id="rId28"/>
      <p:boldItalic r:id="rId29"/>
    </p:embeddedFont>
    <p:embeddedFont>
      <p:font typeface="Open Sans"/>
      <p:regular r:id="rId30"/>
      <p:bold r:id="rId31"/>
      <p:italic r:id="rId32"/>
      <p:boldItalic r:id="rId3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font" Target="fonts/OpenSans-bold.fntdata"/><Relationship Id="rId30" Type="http://schemas.openxmlformats.org/officeDocument/2006/relationships/font" Target="fonts/OpenSans-regular.fntdata"/><Relationship Id="rId33" Type="http://schemas.openxmlformats.org/officeDocument/2006/relationships/font" Target="fonts/OpenSans-boldItalic.fntdata"/><Relationship Id="rId32" Type="http://schemas.openxmlformats.org/officeDocument/2006/relationships/font" Target="fonts/OpenSans-italic.fntdata"/><Relationship Id="rId20" Type="http://schemas.openxmlformats.org/officeDocument/2006/relationships/font" Target="fonts/OpenSansSemiBold-bold.fntdata"/><Relationship Id="rId22" Type="http://schemas.openxmlformats.org/officeDocument/2006/relationships/font" Target="fonts/OpenSansSemiBold-boldItalic.fntdata"/><Relationship Id="rId21" Type="http://schemas.openxmlformats.org/officeDocument/2006/relationships/font" Target="fonts/OpenSansSemiBold-italic.fntdata"/><Relationship Id="rId24" Type="http://schemas.openxmlformats.org/officeDocument/2006/relationships/font" Target="fonts/RussoOne-regular.fntdata"/><Relationship Id="rId23" Type="http://schemas.openxmlformats.org/officeDocument/2006/relationships/font" Target="fonts/Vidaloka-regular.fntdata"/><Relationship Id="rId26" Type="http://schemas.openxmlformats.org/officeDocument/2006/relationships/font" Target="fonts/CrimsonText-regular.fntdata"/><Relationship Id="rId25" Type="http://schemas.openxmlformats.org/officeDocument/2006/relationships/font" Target="fonts/Mako-regular.fntdata"/><Relationship Id="rId28" Type="http://schemas.openxmlformats.org/officeDocument/2006/relationships/font" Target="fonts/CrimsonText-italic.fntdata"/><Relationship Id="rId27" Type="http://schemas.openxmlformats.org/officeDocument/2006/relationships/font" Target="fonts/CrimsonText-bold.fntdata"/><Relationship Id="rId29" Type="http://schemas.openxmlformats.org/officeDocument/2006/relationships/font" Target="fonts/CrimsonText-boldItalic.fntdata"/><Relationship Id="rId11" Type="http://schemas.openxmlformats.org/officeDocument/2006/relationships/font" Target="fonts/MerriweatherLight-regular.fntdata"/><Relationship Id="rId10" Type="http://schemas.openxmlformats.org/officeDocument/2006/relationships/slide" Target="slides/slide6.xml"/><Relationship Id="rId13" Type="http://schemas.openxmlformats.org/officeDocument/2006/relationships/font" Target="fonts/MerriweatherLight-italic.fntdata"/><Relationship Id="rId12" Type="http://schemas.openxmlformats.org/officeDocument/2006/relationships/font" Target="fonts/MerriweatherLight-bold.fntdata"/><Relationship Id="rId15" Type="http://schemas.openxmlformats.org/officeDocument/2006/relationships/font" Target="fonts/Montserrat-regular.fntdata"/><Relationship Id="rId14" Type="http://schemas.openxmlformats.org/officeDocument/2006/relationships/font" Target="fonts/MerriweatherLight-boldItalic.fntdata"/><Relationship Id="rId17" Type="http://schemas.openxmlformats.org/officeDocument/2006/relationships/font" Target="fonts/Montserrat-italic.fntdata"/><Relationship Id="rId16" Type="http://schemas.openxmlformats.org/officeDocument/2006/relationships/font" Target="fonts/Montserrat-bold.fntdata"/><Relationship Id="rId19" Type="http://schemas.openxmlformats.org/officeDocument/2006/relationships/font" Target="fonts/OpenSansSemiBold-regular.fntdata"/><Relationship Id="rId18" Type="http://schemas.openxmlformats.org/officeDocument/2006/relationships/font" Target="fonts/Montserrat-boldItalic.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4" name="Shape 474"/>
        <p:cNvGrpSpPr/>
        <p:nvPr/>
      </p:nvGrpSpPr>
      <p:grpSpPr>
        <a:xfrm>
          <a:off x="0" y="0"/>
          <a:ext cx="0" cy="0"/>
          <a:chOff x="0" y="0"/>
          <a:chExt cx="0" cy="0"/>
        </a:xfrm>
      </p:grpSpPr>
      <p:sp>
        <p:nvSpPr>
          <p:cNvPr id="475" name="Google Shape;475;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476" name="Google Shape;476;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0" name="Shape 480"/>
        <p:cNvGrpSpPr/>
        <p:nvPr/>
      </p:nvGrpSpPr>
      <p:grpSpPr>
        <a:xfrm>
          <a:off x="0" y="0"/>
          <a:ext cx="0" cy="0"/>
          <a:chOff x="0" y="0"/>
          <a:chExt cx="0" cy="0"/>
        </a:xfrm>
      </p:grpSpPr>
      <p:sp>
        <p:nvSpPr>
          <p:cNvPr id="481" name="Google Shape;481;gcc7554a049_0_3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2" name="Google Shape;482;gcc7554a049_0_3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7" name="Shape 487"/>
        <p:cNvGrpSpPr/>
        <p:nvPr/>
      </p:nvGrpSpPr>
      <p:grpSpPr>
        <a:xfrm>
          <a:off x="0" y="0"/>
          <a:ext cx="0" cy="0"/>
          <a:chOff x="0" y="0"/>
          <a:chExt cx="0" cy="0"/>
        </a:xfrm>
      </p:grpSpPr>
      <p:sp>
        <p:nvSpPr>
          <p:cNvPr id="488" name="Google Shape;488;g105aad17dc0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9" name="Google Shape;489;g105aad17dc0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3" name="Shape 493"/>
        <p:cNvGrpSpPr/>
        <p:nvPr/>
      </p:nvGrpSpPr>
      <p:grpSpPr>
        <a:xfrm>
          <a:off x="0" y="0"/>
          <a:ext cx="0" cy="0"/>
          <a:chOff x="0" y="0"/>
          <a:chExt cx="0" cy="0"/>
        </a:xfrm>
      </p:grpSpPr>
      <p:sp>
        <p:nvSpPr>
          <p:cNvPr id="494" name="Google Shape;494;g105aad17dc0_0_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5" name="Google Shape;495;g105aad17dc0_0_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9" name="Shape 499"/>
        <p:cNvGrpSpPr/>
        <p:nvPr/>
      </p:nvGrpSpPr>
      <p:grpSpPr>
        <a:xfrm>
          <a:off x="0" y="0"/>
          <a:ext cx="0" cy="0"/>
          <a:chOff x="0" y="0"/>
          <a:chExt cx="0" cy="0"/>
        </a:xfrm>
      </p:grpSpPr>
      <p:sp>
        <p:nvSpPr>
          <p:cNvPr id="500" name="Google Shape;500;g105aad17dc0_0_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1" name="Google Shape;501;g105aad17dc0_0_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9" name="Shape 509"/>
        <p:cNvGrpSpPr/>
        <p:nvPr/>
      </p:nvGrpSpPr>
      <p:grpSpPr>
        <a:xfrm>
          <a:off x="0" y="0"/>
          <a:ext cx="0" cy="0"/>
          <a:chOff x="0" y="0"/>
          <a:chExt cx="0" cy="0"/>
        </a:xfrm>
      </p:grpSpPr>
      <p:sp>
        <p:nvSpPr>
          <p:cNvPr id="510" name="Google Shape;510;gcc7554a049_0_3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1" name="Google Shape;511;gcc7554a049_0_3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slidesgo.com/" TargetMode="External"/><Relationship Id="rId3" Type="http://schemas.openxmlformats.org/officeDocument/2006/relationships/hyperlink" Target="https://www.flaticon.com/" TargetMode="External"/><Relationship Id="rId4" Type="http://schemas.openxmlformats.org/officeDocument/2006/relationships/hyperlink" Target="https://www.freepik.com/" TargetMode="Externa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8" name="Shape 8"/>
        <p:cNvGrpSpPr/>
        <p:nvPr/>
      </p:nvGrpSpPr>
      <p:grpSpPr>
        <a:xfrm>
          <a:off x="0" y="0"/>
          <a:ext cx="0" cy="0"/>
          <a:chOff x="0" y="0"/>
          <a:chExt cx="0" cy="0"/>
        </a:xfrm>
      </p:grpSpPr>
      <p:sp>
        <p:nvSpPr>
          <p:cNvPr id="9" name="Google Shape;9;p2"/>
          <p:cNvSpPr txBox="1"/>
          <p:nvPr>
            <p:ph type="ctrTitle"/>
          </p:nvPr>
        </p:nvSpPr>
        <p:spPr>
          <a:xfrm>
            <a:off x="1039975" y="1324500"/>
            <a:ext cx="7064100" cy="2052600"/>
          </a:xfrm>
          <a:prstGeom prst="rect">
            <a:avLst/>
          </a:prstGeom>
        </p:spPr>
        <p:txBody>
          <a:bodyPr anchorCtr="0" anchor="b" bIns="91425" lIns="91425" spcFirstLastPara="1" rIns="91425" wrap="square" tIns="91425">
            <a:noAutofit/>
          </a:bodyPr>
          <a:lstStyle>
            <a:lvl1pPr lvl="0" algn="ctr">
              <a:spcBef>
                <a:spcPts val="0"/>
              </a:spcBef>
              <a:spcAft>
                <a:spcPts val="0"/>
              </a:spcAft>
              <a:buSzPts val="5200"/>
              <a:buNone/>
              <a:defRPr sz="65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0" name="Google Shape;10;p2"/>
          <p:cNvSpPr txBox="1"/>
          <p:nvPr>
            <p:ph idx="1" type="subTitle"/>
          </p:nvPr>
        </p:nvSpPr>
        <p:spPr>
          <a:xfrm>
            <a:off x="1040000" y="3377100"/>
            <a:ext cx="7064100" cy="441900"/>
          </a:xfrm>
          <a:prstGeom prst="rect">
            <a:avLst/>
          </a:prstGeom>
        </p:spPr>
        <p:txBody>
          <a:bodyPr anchorCtr="0" anchor="b" bIns="91425" lIns="91425" spcFirstLastPara="1" rIns="91425" wrap="square" tIns="91425">
            <a:noAutofit/>
          </a:bodyPr>
          <a:lstStyle>
            <a:lvl1pPr lvl="0" algn="ctr">
              <a:lnSpc>
                <a:spcPct val="100000"/>
              </a:lnSpc>
              <a:spcBef>
                <a:spcPts val="0"/>
              </a:spcBef>
              <a:spcAft>
                <a:spcPts val="0"/>
              </a:spcAft>
              <a:buSzPts val="2800"/>
              <a:buNone/>
              <a:defRPr sz="16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cxnSp>
        <p:nvCxnSpPr>
          <p:cNvPr id="11" name="Google Shape;11;p2"/>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12" name="Google Shape;12;p2"/>
          <p:cNvCxnSpPr/>
          <p:nvPr/>
        </p:nvCxnSpPr>
        <p:spPr>
          <a:xfrm flipH="1">
            <a:off x="-257975" y="-72550"/>
            <a:ext cx="3047400" cy="13464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13" name="Google Shape;13;p2"/>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14" name="Google Shape;14;p2"/>
          <p:cNvCxnSpPr/>
          <p:nvPr/>
        </p:nvCxnSpPr>
        <p:spPr>
          <a:xfrm flipH="1">
            <a:off x="6467450" y="3935375"/>
            <a:ext cx="3047400" cy="1346400"/>
          </a:xfrm>
          <a:prstGeom prst="curvedConnector3">
            <a:avLst>
              <a:gd fmla="val 50000" name="adj1"/>
            </a:avLst>
          </a:prstGeom>
          <a:noFill/>
          <a:ln cap="flat" cmpd="sng" w="28575">
            <a:solidFill>
              <a:schemeClr val="accent2"/>
            </a:solidFill>
            <a:prstDash val="solid"/>
            <a:round/>
            <a:headEnd len="med" w="med" type="none"/>
            <a:tailEnd len="med" w="med" type="none"/>
          </a:ln>
        </p:spPr>
      </p:cxn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5" name="Shape 15"/>
        <p:cNvGrpSpPr/>
        <p:nvPr/>
      </p:nvGrpSpPr>
      <p:grpSpPr>
        <a:xfrm>
          <a:off x="0" y="0"/>
          <a:ext cx="0" cy="0"/>
          <a:chOff x="0" y="0"/>
          <a:chExt cx="0" cy="0"/>
        </a:xfrm>
      </p:grpSpPr>
      <p:sp>
        <p:nvSpPr>
          <p:cNvPr id="16" name="Google Shape;16;p3"/>
          <p:cNvSpPr txBox="1"/>
          <p:nvPr>
            <p:ph type="title"/>
          </p:nvPr>
        </p:nvSpPr>
        <p:spPr>
          <a:xfrm>
            <a:off x="867300" y="2366275"/>
            <a:ext cx="7409400" cy="818400"/>
          </a:xfrm>
          <a:prstGeom prst="rect">
            <a:avLst/>
          </a:prstGeom>
          <a:noFill/>
        </p:spPr>
        <p:txBody>
          <a:bodyPr anchorCtr="0" anchor="t" bIns="91425" lIns="91425" spcFirstLastPara="1" rIns="91425" wrap="square" tIns="91425">
            <a:noAutofit/>
          </a:bodyPr>
          <a:lstStyle>
            <a:lvl1pPr lvl="0" rtl="0" algn="ctr">
              <a:spcBef>
                <a:spcPts val="0"/>
              </a:spcBef>
              <a:spcAft>
                <a:spcPts val="0"/>
              </a:spcAft>
              <a:buClr>
                <a:schemeClr val="accent4"/>
              </a:buClr>
              <a:buSzPts val="3600"/>
              <a:buNone/>
              <a:defRPr sz="5000"/>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17" name="Google Shape;17;p3"/>
          <p:cNvSpPr txBox="1"/>
          <p:nvPr>
            <p:ph hasCustomPrompt="1" idx="2" type="title"/>
          </p:nvPr>
        </p:nvSpPr>
        <p:spPr>
          <a:xfrm>
            <a:off x="3746550" y="1339163"/>
            <a:ext cx="1650900" cy="9783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6000"/>
              <a:buNone/>
              <a:defRPr sz="7000">
                <a:solidFill>
                  <a:schemeClr val="accent1"/>
                </a:solidFill>
              </a:defRPr>
            </a:lvl1pPr>
            <a:lvl2pPr lvl="1" rtl="0" algn="ctr">
              <a:spcBef>
                <a:spcPts val="0"/>
              </a:spcBef>
              <a:spcAft>
                <a:spcPts val="0"/>
              </a:spcAft>
              <a:buSzPts val="6000"/>
              <a:buNone/>
              <a:defRPr b="1" sz="6000"/>
            </a:lvl2pPr>
            <a:lvl3pPr lvl="2" rtl="0" algn="ctr">
              <a:spcBef>
                <a:spcPts val="0"/>
              </a:spcBef>
              <a:spcAft>
                <a:spcPts val="0"/>
              </a:spcAft>
              <a:buSzPts val="6000"/>
              <a:buNone/>
              <a:defRPr b="1" sz="6000"/>
            </a:lvl3pPr>
            <a:lvl4pPr lvl="3" rtl="0" algn="ctr">
              <a:spcBef>
                <a:spcPts val="0"/>
              </a:spcBef>
              <a:spcAft>
                <a:spcPts val="0"/>
              </a:spcAft>
              <a:buSzPts val="6000"/>
              <a:buNone/>
              <a:defRPr b="1" sz="6000"/>
            </a:lvl4pPr>
            <a:lvl5pPr lvl="4" rtl="0" algn="ctr">
              <a:spcBef>
                <a:spcPts val="0"/>
              </a:spcBef>
              <a:spcAft>
                <a:spcPts val="0"/>
              </a:spcAft>
              <a:buSzPts val="6000"/>
              <a:buNone/>
              <a:defRPr b="1" sz="6000"/>
            </a:lvl5pPr>
            <a:lvl6pPr lvl="5" rtl="0" algn="ctr">
              <a:spcBef>
                <a:spcPts val="0"/>
              </a:spcBef>
              <a:spcAft>
                <a:spcPts val="0"/>
              </a:spcAft>
              <a:buSzPts val="6000"/>
              <a:buNone/>
              <a:defRPr b="1" sz="6000"/>
            </a:lvl6pPr>
            <a:lvl7pPr lvl="6" rtl="0" algn="ctr">
              <a:spcBef>
                <a:spcPts val="0"/>
              </a:spcBef>
              <a:spcAft>
                <a:spcPts val="0"/>
              </a:spcAft>
              <a:buSzPts val="6000"/>
              <a:buNone/>
              <a:defRPr b="1" sz="6000"/>
            </a:lvl7pPr>
            <a:lvl8pPr lvl="7" rtl="0" algn="ctr">
              <a:spcBef>
                <a:spcPts val="0"/>
              </a:spcBef>
              <a:spcAft>
                <a:spcPts val="0"/>
              </a:spcAft>
              <a:buSzPts val="6000"/>
              <a:buNone/>
              <a:defRPr b="1" sz="6000"/>
            </a:lvl8pPr>
            <a:lvl9pPr lvl="8" rtl="0" algn="ctr">
              <a:spcBef>
                <a:spcPts val="0"/>
              </a:spcBef>
              <a:spcAft>
                <a:spcPts val="0"/>
              </a:spcAft>
              <a:buSzPts val="6000"/>
              <a:buNone/>
              <a:defRPr b="1" sz="6000"/>
            </a:lvl9pPr>
          </a:lstStyle>
          <a:p>
            <a:r>
              <a:t>xx%</a:t>
            </a:r>
          </a:p>
        </p:txBody>
      </p:sp>
      <p:sp>
        <p:nvSpPr>
          <p:cNvPr id="18" name="Google Shape;18;p3"/>
          <p:cNvSpPr txBox="1"/>
          <p:nvPr>
            <p:ph idx="1" type="subTitle"/>
          </p:nvPr>
        </p:nvSpPr>
        <p:spPr>
          <a:xfrm>
            <a:off x="2291400" y="3305275"/>
            <a:ext cx="4561200" cy="3930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800"/>
              <a:buNone/>
              <a:defRPr sz="1400">
                <a:solidFill>
                  <a:schemeClr val="dk1"/>
                </a:solidFill>
              </a:defRPr>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cxnSp>
        <p:nvCxnSpPr>
          <p:cNvPr id="19" name="Google Shape;19;p3"/>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20" name="Google Shape;20;p3"/>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21" name="Google Shape;21;p3"/>
          <p:cNvCxnSpPr/>
          <p:nvPr/>
        </p:nvCxnSpPr>
        <p:spPr>
          <a:xfrm flipH="1">
            <a:off x="7948925" y="3979775"/>
            <a:ext cx="1378500" cy="12363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22" name="Google Shape;22;p3"/>
          <p:cNvCxnSpPr/>
          <p:nvPr/>
        </p:nvCxnSpPr>
        <p:spPr>
          <a:xfrm flipH="1">
            <a:off x="-112875" y="-88700"/>
            <a:ext cx="1418700" cy="1064400"/>
          </a:xfrm>
          <a:prstGeom prst="curvedConnector3">
            <a:avLst>
              <a:gd fmla="val 50000" name="adj1"/>
            </a:avLst>
          </a:prstGeom>
          <a:noFill/>
          <a:ln cap="flat" cmpd="sng" w="28575">
            <a:solidFill>
              <a:schemeClr val="accent2"/>
            </a:solidFill>
            <a:prstDash val="solid"/>
            <a:round/>
            <a:headEnd len="med" w="med" type="none"/>
            <a:tailEnd len="med" w="med" type="none"/>
          </a:ln>
        </p:spPr>
      </p:cxn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3" name="Shape 23"/>
        <p:cNvGrpSpPr/>
        <p:nvPr/>
      </p:nvGrpSpPr>
      <p:grpSpPr>
        <a:xfrm>
          <a:off x="0" y="0"/>
          <a:ext cx="0" cy="0"/>
          <a:chOff x="0" y="0"/>
          <a:chExt cx="0" cy="0"/>
        </a:xfrm>
      </p:grpSpPr>
      <p:sp>
        <p:nvSpPr>
          <p:cNvPr id="24" name="Google Shape;24;p4"/>
          <p:cNvSpPr txBox="1"/>
          <p:nvPr>
            <p:ph type="title"/>
          </p:nvPr>
        </p:nvSpPr>
        <p:spPr>
          <a:xfrm>
            <a:off x="713225" y="445025"/>
            <a:ext cx="47115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5" name="Google Shape;25;p4"/>
          <p:cNvSpPr txBox="1"/>
          <p:nvPr>
            <p:ph idx="1" type="body"/>
          </p:nvPr>
        </p:nvSpPr>
        <p:spPr>
          <a:xfrm>
            <a:off x="713250" y="1272925"/>
            <a:ext cx="7717500" cy="3295800"/>
          </a:xfrm>
          <a:prstGeom prst="rect">
            <a:avLst/>
          </a:prstGeom>
        </p:spPr>
        <p:txBody>
          <a:bodyPr anchorCtr="0" anchor="t" bIns="91425" lIns="91425" spcFirstLastPara="1" rIns="91425" wrap="square" tIns="91425">
            <a:noAutofit/>
          </a:bodyPr>
          <a:lstStyle>
            <a:lvl1pPr indent="-342900" lvl="0" marL="457200">
              <a:lnSpc>
                <a:spcPct val="100000"/>
              </a:lnSpc>
              <a:spcBef>
                <a:spcPts val="0"/>
              </a:spcBef>
              <a:spcAft>
                <a:spcPts val="0"/>
              </a:spcAft>
              <a:buClr>
                <a:schemeClr val="dk1"/>
              </a:buClr>
              <a:buSzPts val="1800"/>
              <a:buFont typeface="Lato"/>
              <a:buChar char="●"/>
              <a:defRPr sz="1100"/>
            </a:lvl1pPr>
            <a:lvl2pPr indent="-317500" lvl="1" marL="914400">
              <a:spcBef>
                <a:spcPts val="0"/>
              </a:spcBef>
              <a:spcAft>
                <a:spcPts val="0"/>
              </a:spcAft>
              <a:buClr>
                <a:schemeClr val="dk1"/>
              </a:buClr>
              <a:buSzPts val="1400"/>
              <a:buFont typeface="Lato"/>
              <a:buChar char="○"/>
              <a:defRPr/>
            </a:lvl2pPr>
            <a:lvl3pPr indent="-317500" lvl="2" marL="1371600">
              <a:spcBef>
                <a:spcPts val="0"/>
              </a:spcBef>
              <a:spcAft>
                <a:spcPts val="0"/>
              </a:spcAft>
              <a:buClr>
                <a:schemeClr val="dk1"/>
              </a:buClr>
              <a:buSzPts val="1400"/>
              <a:buFont typeface="Lato"/>
              <a:buChar char="■"/>
              <a:defRPr/>
            </a:lvl3pPr>
            <a:lvl4pPr indent="-317500" lvl="3" marL="1828800">
              <a:spcBef>
                <a:spcPts val="0"/>
              </a:spcBef>
              <a:spcAft>
                <a:spcPts val="0"/>
              </a:spcAft>
              <a:buClr>
                <a:schemeClr val="dk1"/>
              </a:buClr>
              <a:buSzPts val="1400"/>
              <a:buFont typeface="Lato"/>
              <a:buChar char="●"/>
              <a:defRPr/>
            </a:lvl4pPr>
            <a:lvl5pPr indent="-317500" lvl="4" marL="2286000">
              <a:spcBef>
                <a:spcPts val="0"/>
              </a:spcBef>
              <a:spcAft>
                <a:spcPts val="0"/>
              </a:spcAft>
              <a:buClr>
                <a:schemeClr val="dk1"/>
              </a:buClr>
              <a:buSzPts val="1400"/>
              <a:buFont typeface="Lato"/>
              <a:buChar char="○"/>
              <a:defRPr/>
            </a:lvl5pPr>
            <a:lvl6pPr indent="-317500" lvl="5" marL="2743200">
              <a:spcBef>
                <a:spcPts val="0"/>
              </a:spcBef>
              <a:spcAft>
                <a:spcPts val="0"/>
              </a:spcAft>
              <a:buClr>
                <a:schemeClr val="dk1"/>
              </a:buClr>
              <a:buSzPts val="1400"/>
              <a:buFont typeface="Lato"/>
              <a:buChar char="■"/>
              <a:defRPr/>
            </a:lvl6pPr>
            <a:lvl7pPr indent="-317500" lvl="6" marL="3200400">
              <a:spcBef>
                <a:spcPts val="0"/>
              </a:spcBef>
              <a:spcAft>
                <a:spcPts val="0"/>
              </a:spcAft>
              <a:buClr>
                <a:schemeClr val="dk1"/>
              </a:buClr>
              <a:buSzPts val="1400"/>
              <a:buFont typeface="Lato"/>
              <a:buChar char="●"/>
              <a:defRPr/>
            </a:lvl7pPr>
            <a:lvl8pPr indent="-317500" lvl="7" marL="3657600">
              <a:spcBef>
                <a:spcPts val="0"/>
              </a:spcBef>
              <a:spcAft>
                <a:spcPts val="0"/>
              </a:spcAft>
              <a:buClr>
                <a:schemeClr val="dk1"/>
              </a:buClr>
              <a:buSzPts val="1400"/>
              <a:buFont typeface="Lato"/>
              <a:buChar char="○"/>
              <a:defRPr/>
            </a:lvl8pPr>
            <a:lvl9pPr indent="-317500" lvl="8" marL="4114800">
              <a:spcBef>
                <a:spcPts val="0"/>
              </a:spcBef>
              <a:spcAft>
                <a:spcPts val="0"/>
              </a:spcAft>
              <a:buClr>
                <a:schemeClr val="dk1"/>
              </a:buClr>
              <a:buSzPts val="1400"/>
              <a:buFont typeface="Lato"/>
              <a:buChar char="■"/>
              <a:defRPr/>
            </a:lvl9pPr>
          </a:lstStyle>
          <a:p/>
        </p:txBody>
      </p:sp>
      <p:cxnSp>
        <p:nvCxnSpPr>
          <p:cNvPr id="26" name="Google Shape;26;p4"/>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27" name="Google Shape;27;p4"/>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28" name="Google Shape;28;p4"/>
          <p:cNvCxnSpPr/>
          <p:nvPr/>
        </p:nvCxnSpPr>
        <p:spPr>
          <a:xfrm>
            <a:off x="6884900" y="-113600"/>
            <a:ext cx="2565600" cy="1306200"/>
          </a:xfrm>
          <a:prstGeom prst="curvedConnector3">
            <a:avLst>
              <a:gd fmla="val 50000" name="adj1"/>
            </a:avLst>
          </a:prstGeom>
          <a:noFill/>
          <a:ln cap="flat" cmpd="sng" w="28575">
            <a:solidFill>
              <a:schemeClr val="accent2"/>
            </a:solidFill>
            <a:prstDash val="solid"/>
            <a:round/>
            <a:headEnd len="med" w="med" type="none"/>
            <a:tailEnd len="med" w="med" type="none"/>
          </a:ln>
        </p:spPr>
      </p:cxn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9" name="Shape 29"/>
        <p:cNvGrpSpPr/>
        <p:nvPr/>
      </p:nvGrpSpPr>
      <p:grpSpPr>
        <a:xfrm>
          <a:off x="0" y="0"/>
          <a:ext cx="0" cy="0"/>
          <a:chOff x="0" y="0"/>
          <a:chExt cx="0" cy="0"/>
        </a:xfrm>
      </p:grpSpPr>
      <p:sp>
        <p:nvSpPr>
          <p:cNvPr id="30" name="Google Shape;30;p5"/>
          <p:cNvSpPr txBox="1"/>
          <p:nvPr>
            <p:ph type="title"/>
          </p:nvPr>
        </p:nvSpPr>
        <p:spPr>
          <a:xfrm>
            <a:off x="713225" y="445025"/>
            <a:ext cx="56811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31" name="Google Shape;31;p5"/>
          <p:cNvSpPr txBox="1"/>
          <p:nvPr>
            <p:ph idx="1" type="subTitle"/>
          </p:nvPr>
        </p:nvSpPr>
        <p:spPr>
          <a:xfrm>
            <a:off x="5038975" y="2551449"/>
            <a:ext cx="2486100" cy="5013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400"/>
              <a:buFont typeface="Vidaloka"/>
              <a:buNone/>
              <a:defRPr sz="2400">
                <a:solidFill>
                  <a:schemeClr val="accent1"/>
                </a:solidFill>
                <a:latin typeface="Vidaloka"/>
                <a:ea typeface="Vidaloka"/>
                <a:cs typeface="Vidaloka"/>
                <a:sym typeface="Vidaloka"/>
              </a:defRPr>
            </a:lvl1pPr>
            <a:lvl2pPr lvl="1" rtl="0" algn="ctr">
              <a:spcBef>
                <a:spcPts val="0"/>
              </a:spcBef>
              <a:spcAft>
                <a:spcPts val="0"/>
              </a:spcAft>
              <a:buSzPts val="2400"/>
              <a:buFont typeface="Vidaloka"/>
              <a:buNone/>
              <a:defRPr b="1" sz="2400">
                <a:latin typeface="Vidaloka"/>
                <a:ea typeface="Vidaloka"/>
                <a:cs typeface="Vidaloka"/>
                <a:sym typeface="Vidaloka"/>
              </a:defRPr>
            </a:lvl2pPr>
            <a:lvl3pPr lvl="2" rtl="0" algn="ctr">
              <a:spcBef>
                <a:spcPts val="0"/>
              </a:spcBef>
              <a:spcAft>
                <a:spcPts val="0"/>
              </a:spcAft>
              <a:buSzPts val="2400"/>
              <a:buFont typeface="Vidaloka"/>
              <a:buNone/>
              <a:defRPr b="1" sz="2400">
                <a:latin typeface="Vidaloka"/>
                <a:ea typeface="Vidaloka"/>
                <a:cs typeface="Vidaloka"/>
                <a:sym typeface="Vidaloka"/>
              </a:defRPr>
            </a:lvl3pPr>
            <a:lvl4pPr lvl="3" rtl="0" algn="ctr">
              <a:spcBef>
                <a:spcPts val="0"/>
              </a:spcBef>
              <a:spcAft>
                <a:spcPts val="0"/>
              </a:spcAft>
              <a:buSzPts val="2400"/>
              <a:buFont typeface="Vidaloka"/>
              <a:buNone/>
              <a:defRPr b="1" sz="2400">
                <a:latin typeface="Vidaloka"/>
                <a:ea typeface="Vidaloka"/>
                <a:cs typeface="Vidaloka"/>
                <a:sym typeface="Vidaloka"/>
              </a:defRPr>
            </a:lvl4pPr>
            <a:lvl5pPr lvl="4" rtl="0" algn="ctr">
              <a:spcBef>
                <a:spcPts val="0"/>
              </a:spcBef>
              <a:spcAft>
                <a:spcPts val="0"/>
              </a:spcAft>
              <a:buSzPts val="2400"/>
              <a:buFont typeface="Vidaloka"/>
              <a:buNone/>
              <a:defRPr b="1" sz="2400">
                <a:latin typeface="Vidaloka"/>
                <a:ea typeface="Vidaloka"/>
                <a:cs typeface="Vidaloka"/>
                <a:sym typeface="Vidaloka"/>
              </a:defRPr>
            </a:lvl5pPr>
            <a:lvl6pPr lvl="5" rtl="0" algn="ctr">
              <a:spcBef>
                <a:spcPts val="0"/>
              </a:spcBef>
              <a:spcAft>
                <a:spcPts val="0"/>
              </a:spcAft>
              <a:buSzPts val="2400"/>
              <a:buFont typeface="Vidaloka"/>
              <a:buNone/>
              <a:defRPr b="1" sz="2400">
                <a:latin typeface="Vidaloka"/>
                <a:ea typeface="Vidaloka"/>
                <a:cs typeface="Vidaloka"/>
                <a:sym typeface="Vidaloka"/>
              </a:defRPr>
            </a:lvl6pPr>
            <a:lvl7pPr lvl="6" rtl="0" algn="ctr">
              <a:spcBef>
                <a:spcPts val="0"/>
              </a:spcBef>
              <a:spcAft>
                <a:spcPts val="0"/>
              </a:spcAft>
              <a:buSzPts val="2400"/>
              <a:buFont typeface="Vidaloka"/>
              <a:buNone/>
              <a:defRPr b="1" sz="2400">
                <a:latin typeface="Vidaloka"/>
                <a:ea typeface="Vidaloka"/>
                <a:cs typeface="Vidaloka"/>
                <a:sym typeface="Vidaloka"/>
              </a:defRPr>
            </a:lvl7pPr>
            <a:lvl8pPr lvl="7" rtl="0" algn="ctr">
              <a:spcBef>
                <a:spcPts val="0"/>
              </a:spcBef>
              <a:spcAft>
                <a:spcPts val="0"/>
              </a:spcAft>
              <a:buSzPts val="2400"/>
              <a:buFont typeface="Vidaloka"/>
              <a:buNone/>
              <a:defRPr b="1" sz="2400">
                <a:latin typeface="Vidaloka"/>
                <a:ea typeface="Vidaloka"/>
                <a:cs typeface="Vidaloka"/>
                <a:sym typeface="Vidaloka"/>
              </a:defRPr>
            </a:lvl8pPr>
            <a:lvl9pPr lvl="8" rtl="0" algn="ctr">
              <a:spcBef>
                <a:spcPts val="0"/>
              </a:spcBef>
              <a:spcAft>
                <a:spcPts val="0"/>
              </a:spcAft>
              <a:buSzPts val="2400"/>
              <a:buFont typeface="Vidaloka"/>
              <a:buNone/>
              <a:defRPr b="1" sz="2400">
                <a:latin typeface="Vidaloka"/>
                <a:ea typeface="Vidaloka"/>
                <a:cs typeface="Vidaloka"/>
                <a:sym typeface="Vidaloka"/>
              </a:defRPr>
            </a:lvl9pPr>
          </a:lstStyle>
          <a:p/>
        </p:txBody>
      </p:sp>
      <p:sp>
        <p:nvSpPr>
          <p:cNvPr id="32" name="Google Shape;32;p5"/>
          <p:cNvSpPr txBox="1"/>
          <p:nvPr>
            <p:ph idx="2" type="subTitle"/>
          </p:nvPr>
        </p:nvSpPr>
        <p:spPr>
          <a:xfrm>
            <a:off x="5038975" y="2961200"/>
            <a:ext cx="2486100" cy="9021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33" name="Google Shape;33;p5"/>
          <p:cNvSpPr txBox="1"/>
          <p:nvPr>
            <p:ph idx="3" type="subTitle"/>
          </p:nvPr>
        </p:nvSpPr>
        <p:spPr>
          <a:xfrm>
            <a:off x="1693175" y="2551449"/>
            <a:ext cx="2486100" cy="5013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400"/>
              <a:buFont typeface="Vidaloka"/>
              <a:buNone/>
              <a:defRPr sz="2400">
                <a:solidFill>
                  <a:schemeClr val="accent1"/>
                </a:solidFill>
                <a:latin typeface="Vidaloka"/>
                <a:ea typeface="Vidaloka"/>
                <a:cs typeface="Vidaloka"/>
                <a:sym typeface="Vidaloka"/>
              </a:defRPr>
            </a:lvl1pPr>
            <a:lvl2pPr lvl="1" rtl="0" algn="ctr">
              <a:spcBef>
                <a:spcPts val="0"/>
              </a:spcBef>
              <a:spcAft>
                <a:spcPts val="0"/>
              </a:spcAft>
              <a:buSzPts val="2400"/>
              <a:buFont typeface="Vidaloka"/>
              <a:buNone/>
              <a:defRPr b="1" sz="2400">
                <a:latin typeface="Vidaloka"/>
                <a:ea typeface="Vidaloka"/>
                <a:cs typeface="Vidaloka"/>
                <a:sym typeface="Vidaloka"/>
              </a:defRPr>
            </a:lvl2pPr>
            <a:lvl3pPr lvl="2" rtl="0" algn="ctr">
              <a:spcBef>
                <a:spcPts val="0"/>
              </a:spcBef>
              <a:spcAft>
                <a:spcPts val="0"/>
              </a:spcAft>
              <a:buSzPts val="2400"/>
              <a:buFont typeface="Vidaloka"/>
              <a:buNone/>
              <a:defRPr b="1" sz="2400">
                <a:latin typeface="Vidaloka"/>
                <a:ea typeface="Vidaloka"/>
                <a:cs typeface="Vidaloka"/>
                <a:sym typeface="Vidaloka"/>
              </a:defRPr>
            </a:lvl3pPr>
            <a:lvl4pPr lvl="3" rtl="0" algn="ctr">
              <a:spcBef>
                <a:spcPts val="0"/>
              </a:spcBef>
              <a:spcAft>
                <a:spcPts val="0"/>
              </a:spcAft>
              <a:buSzPts val="2400"/>
              <a:buFont typeface="Vidaloka"/>
              <a:buNone/>
              <a:defRPr b="1" sz="2400">
                <a:latin typeface="Vidaloka"/>
                <a:ea typeface="Vidaloka"/>
                <a:cs typeface="Vidaloka"/>
                <a:sym typeface="Vidaloka"/>
              </a:defRPr>
            </a:lvl4pPr>
            <a:lvl5pPr lvl="4" rtl="0" algn="ctr">
              <a:spcBef>
                <a:spcPts val="0"/>
              </a:spcBef>
              <a:spcAft>
                <a:spcPts val="0"/>
              </a:spcAft>
              <a:buSzPts val="2400"/>
              <a:buFont typeface="Vidaloka"/>
              <a:buNone/>
              <a:defRPr b="1" sz="2400">
                <a:latin typeface="Vidaloka"/>
                <a:ea typeface="Vidaloka"/>
                <a:cs typeface="Vidaloka"/>
                <a:sym typeface="Vidaloka"/>
              </a:defRPr>
            </a:lvl5pPr>
            <a:lvl6pPr lvl="5" rtl="0" algn="ctr">
              <a:spcBef>
                <a:spcPts val="0"/>
              </a:spcBef>
              <a:spcAft>
                <a:spcPts val="0"/>
              </a:spcAft>
              <a:buSzPts val="2400"/>
              <a:buFont typeface="Vidaloka"/>
              <a:buNone/>
              <a:defRPr b="1" sz="2400">
                <a:latin typeface="Vidaloka"/>
                <a:ea typeface="Vidaloka"/>
                <a:cs typeface="Vidaloka"/>
                <a:sym typeface="Vidaloka"/>
              </a:defRPr>
            </a:lvl6pPr>
            <a:lvl7pPr lvl="6" rtl="0" algn="ctr">
              <a:spcBef>
                <a:spcPts val="0"/>
              </a:spcBef>
              <a:spcAft>
                <a:spcPts val="0"/>
              </a:spcAft>
              <a:buSzPts val="2400"/>
              <a:buFont typeface="Vidaloka"/>
              <a:buNone/>
              <a:defRPr b="1" sz="2400">
                <a:latin typeface="Vidaloka"/>
                <a:ea typeface="Vidaloka"/>
                <a:cs typeface="Vidaloka"/>
                <a:sym typeface="Vidaloka"/>
              </a:defRPr>
            </a:lvl7pPr>
            <a:lvl8pPr lvl="7" rtl="0" algn="ctr">
              <a:spcBef>
                <a:spcPts val="0"/>
              </a:spcBef>
              <a:spcAft>
                <a:spcPts val="0"/>
              </a:spcAft>
              <a:buSzPts val="2400"/>
              <a:buFont typeface="Vidaloka"/>
              <a:buNone/>
              <a:defRPr b="1" sz="2400">
                <a:latin typeface="Vidaloka"/>
                <a:ea typeface="Vidaloka"/>
                <a:cs typeface="Vidaloka"/>
                <a:sym typeface="Vidaloka"/>
              </a:defRPr>
            </a:lvl8pPr>
            <a:lvl9pPr lvl="8" rtl="0" algn="ctr">
              <a:spcBef>
                <a:spcPts val="0"/>
              </a:spcBef>
              <a:spcAft>
                <a:spcPts val="0"/>
              </a:spcAft>
              <a:buSzPts val="2400"/>
              <a:buFont typeface="Vidaloka"/>
              <a:buNone/>
              <a:defRPr b="1" sz="2400">
                <a:latin typeface="Vidaloka"/>
                <a:ea typeface="Vidaloka"/>
                <a:cs typeface="Vidaloka"/>
                <a:sym typeface="Vidaloka"/>
              </a:defRPr>
            </a:lvl9pPr>
          </a:lstStyle>
          <a:p/>
        </p:txBody>
      </p:sp>
      <p:sp>
        <p:nvSpPr>
          <p:cNvPr id="34" name="Google Shape;34;p5"/>
          <p:cNvSpPr txBox="1"/>
          <p:nvPr>
            <p:ph idx="4" type="subTitle"/>
          </p:nvPr>
        </p:nvSpPr>
        <p:spPr>
          <a:xfrm>
            <a:off x="1693175" y="2961200"/>
            <a:ext cx="2486100" cy="9021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cxnSp>
        <p:nvCxnSpPr>
          <p:cNvPr id="35" name="Google Shape;35;p5"/>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36" name="Google Shape;36;p5"/>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37" name="Google Shape;37;p5"/>
          <p:cNvCxnSpPr/>
          <p:nvPr/>
        </p:nvCxnSpPr>
        <p:spPr>
          <a:xfrm flipH="1">
            <a:off x="6935750" y="3931325"/>
            <a:ext cx="2549400" cy="1354500"/>
          </a:xfrm>
          <a:prstGeom prst="curvedConnector3">
            <a:avLst>
              <a:gd fmla="val 50000" name="adj1"/>
            </a:avLst>
          </a:prstGeom>
          <a:noFill/>
          <a:ln cap="flat" cmpd="sng" w="28575">
            <a:solidFill>
              <a:schemeClr val="accent2"/>
            </a:solidFill>
            <a:prstDash val="solid"/>
            <a:round/>
            <a:headEnd len="med" w="med" type="none"/>
            <a:tailEnd len="med" w="med" type="none"/>
          </a:ln>
        </p:spPr>
      </p:cxn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8" name="Shape 38"/>
        <p:cNvGrpSpPr/>
        <p:nvPr/>
      </p:nvGrpSpPr>
      <p:grpSpPr>
        <a:xfrm>
          <a:off x="0" y="0"/>
          <a:ext cx="0" cy="0"/>
          <a:chOff x="0" y="0"/>
          <a:chExt cx="0" cy="0"/>
        </a:xfrm>
      </p:grpSpPr>
      <p:sp>
        <p:nvSpPr>
          <p:cNvPr id="39" name="Google Shape;39;p6"/>
          <p:cNvSpPr txBox="1"/>
          <p:nvPr>
            <p:ph type="title"/>
          </p:nvPr>
        </p:nvSpPr>
        <p:spPr>
          <a:xfrm>
            <a:off x="713225" y="445025"/>
            <a:ext cx="77175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cxnSp>
        <p:nvCxnSpPr>
          <p:cNvPr id="40" name="Google Shape;40;p6"/>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41" name="Google Shape;41;p6"/>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42" name="Shape 42"/>
        <p:cNvGrpSpPr/>
        <p:nvPr/>
      </p:nvGrpSpPr>
      <p:grpSpPr>
        <a:xfrm>
          <a:off x="0" y="0"/>
          <a:ext cx="0" cy="0"/>
          <a:chOff x="0" y="0"/>
          <a:chExt cx="0" cy="0"/>
        </a:xfrm>
      </p:grpSpPr>
      <p:sp>
        <p:nvSpPr>
          <p:cNvPr id="43" name="Google Shape;43;p7"/>
          <p:cNvSpPr txBox="1"/>
          <p:nvPr>
            <p:ph idx="1" type="subTitle"/>
          </p:nvPr>
        </p:nvSpPr>
        <p:spPr>
          <a:xfrm>
            <a:off x="2247500" y="1433050"/>
            <a:ext cx="1838100" cy="3570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1pPr>
            <a:lvl2pPr lvl="1" rtl="0" algn="ctr">
              <a:spcBef>
                <a:spcPts val="0"/>
              </a:spcBef>
              <a:spcAft>
                <a:spcPts val="0"/>
              </a:spcAft>
              <a:buClr>
                <a:schemeClr val="accent1"/>
              </a:buClr>
              <a:buSzPts val="2400"/>
              <a:buFont typeface="Vidaloka"/>
              <a:buNone/>
              <a:defRPr b="1" sz="2400">
                <a:solidFill>
                  <a:schemeClr val="accent1"/>
                </a:solidFill>
                <a:latin typeface="Vidaloka"/>
                <a:ea typeface="Vidaloka"/>
                <a:cs typeface="Vidaloka"/>
                <a:sym typeface="Vidaloka"/>
              </a:defRPr>
            </a:lvl2pPr>
            <a:lvl3pPr lvl="2" rtl="0" algn="ctr">
              <a:spcBef>
                <a:spcPts val="0"/>
              </a:spcBef>
              <a:spcAft>
                <a:spcPts val="0"/>
              </a:spcAft>
              <a:buClr>
                <a:schemeClr val="accent1"/>
              </a:buClr>
              <a:buSzPts val="2400"/>
              <a:buFont typeface="Vidaloka"/>
              <a:buNone/>
              <a:defRPr b="1" sz="2400">
                <a:solidFill>
                  <a:schemeClr val="accent1"/>
                </a:solidFill>
                <a:latin typeface="Vidaloka"/>
                <a:ea typeface="Vidaloka"/>
                <a:cs typeface="Vidaloka"/>
                <a:sym typeface="Vidaloka"/>
              </a:defRPr>
            </a:lvl3pPr>
            <a:lvl4pPr lvl="3" rtl="0" algn="ctr">
              <a:spcBef>
                <a:spcPts val="0"/>
              </a:spcBef>
              <a:spcAft>
                <a:spcPts val="0"/>
              </a:spcAft>
              <a:buClr>
                <a:schemeClr val="accent1"/>
              </a:buClr>
              <a:buSzPts val="2400"/>
              <a:buFont typeface="Vidaloka"/>
              <a:buNone/>
              <a:defRPr b="1" sz="2400">
                <a:solidFill>
                  <a:schemeClr val="accent1"/>
                </a:solidFill>
                <a:latin typeface="Vidaloka"/>
                <a:ea typeface="Vidaloka"/>
                <a:cs typeface="Vidaloka"/>
                <a:sym typeface="Vidaloka"/>
              </a:defRPr>
            </a:lvl4pPr>
            <a:lvl5pPr lvl="4" rtl="0" algn="ctr">
              <a:spcBef>
                <a:spcPts val="0"/>
              </a:spcBef>
              <a:spcAft>
                <a:spcPts val="0"/>
              </a:spcAft>
              <a:buClr>
                <a:schemeClr val="accent1"/>
              </a:buClr>
              <a:buSzPts val="2400"/>
              <a:buFont typeface="Vidaloka"/>
              <a:buNone/>
              <a:defRPr b="1" sz="2400">
                <a:solidFill>
                  <a:schemeClr val="accent1"/>
                </a:solidFill>
                <a:latin typeface="Vidaloka"/>
                <a:ea typeface="Vidaloka"/>
                <a:cs typeface="Vidaloka"/>
                <a:sym typeface="Vidaloka"/>
              </a:defRPr>
            </a:lvl5pPr>
            <a:lvl6pPr lvl="5" rtl="0" algn="ctr">
              <a:spcBef>
                <a:spcPts val="0"/>
              </a:spcBef>
              <a:spcAft>
                <a:spcPts val="0"/>
              </a:spcAft>
              <a:buClr>
                <a:schemeClr val="accent1"/>
              </a:buClr>
              <a:buSzPts val="2400"/>
              <a:buFont typeface="Vidaloka"/>
              <a:buNone/>
              <a:defRPr b="1" sz="2400">
                <a:solidFill>
                  <a:schemeClr val="accent1"/>
                </a:solidFill>
                <a:latin typeface="Vidaloka"/>
                <a:ea typeface="Vidaloka"/>
                <a:cs typeface="Vidaloka"/>
                <a:sym typeface="Vidaloka"/>
              </a:defRPr>
            </a:lvl6pPr>
            <a:lvl7pPr lvl="6" rtl="0" algn="ctr">
              <a:spcBef>
                <a:spcPts val="0"/>
              </a:spcBef>
              <a:spcAft>
                <a:spcPts val="0"/>
              </a:spcAft>
              <a:buClr>
                <a:schemeClr val="accent1"/>
              </a:buClr>
              <a:buSzPts val="2400"/>
              <a:buFont typeface="Vidaloka"/>
              <a:buNone/>
              <a:defRPr b="1" sz="2400">
                <a:solidFill>
                  <a:schemeClr val="accent1"/>
                </a:solidFill>
                <a:latin typeface="Vidaloka"/>
                <a:ea typeface="Vidaloka"/>
                <a:cs typeface="Vidaloka"/>
                <a:sym typeface="Vidaloka"/>
              </a:defRPr>
            </a:lvl7pPr>
            <a:lvl8pPr lvl="7" rtl="0" algn="ctr">
              <a:spcBef>
                <a:spcPts val="0"/>
              </a:spcBef>
              <a:spcAft>
                <a:spcPts val="0"/>
              </a:spcAft>
              <a:buClr>
                <a:schemeClr val="accent1"/>
              </a:buClr>
              <a:buSzPts val="2400"/>
              <a:buFont typeface="Vidaloka"/>
              <a:buNone/>
              <a:defRPr b="1" sz="2400">
                <a:solidFill>
                  <a:schemeClr val="accent1"/>
                </a:solidFill>
                <a:latin typeface="Vidaloka"/>
                <a:ea typeface="Vidaloka"/>
                <a:cs typeface="Vidaloka"/>
                <a:sym typeface="Vidaloka"/>
              </a:defRPr>
            </a:lvl8pPr>
            <a:lvl9pPr lvl="8" rtl="0" algn="ctr">
              <a:spcBef>
                <a:spcPts val="0"/>
              </a:spcBef>
              <a:spcAft>
                <a:spcPts val="0"/>
              </a:spcAft>
              <a:buClr>
                <a:schemeClr val="accent1"/>
              </a:buClr>
              <a:buSzPts val="2400"/>
              <a:buFont typeface="Vidaloka"/>
              <a:buNone/>
              <a:defRPr b="1" sz="2400">
                <a:solidFill>
                  <a:schemeClr val="accent1"/>
                </a:solidFill>
                <a:latin typeface="Vidaloka"/>
                <a:ea typeface="Vidaloka"/>
                <a:cs typeface="Vidaloka"/>
                <a:sym typeface="Vidaloka"/>
              </a:defRPr>
            </a:lvl9pPr>
          </a:lstStyle>
          <a:p/>
        </p:txBody>
      </p:sp>
      <p:sp>
        <p:nvSpPr>
          <p:cNvPr id="44" name="Google Shape;44;p7"/>
          <p:cNvSpPr txBox="1"/>
          <p:nvPr>
            <p:ph idx="2" type="subTitle"/>
          </p:nvPr>
        </p:nvSpPr>
        <p:spPr>
          <a:xfrm>
            <a:off x="2247500" y="1790050"/>
            <a:ext cx="5160300" cy="2754000"/>
          </a:xfrm>
          <a:prstGeom prst="rect">
            <a:avLst/>
          </a:prstGeom>
        </p:spPr>
        <p:txBody>
          <a:bodyPr anchorCtr="0" anchor="t" bIns="91425" lIns="91425" spcFirstLastPara="1" rIns="91425" wrap="square" tIns="91425">
            <a:noAutofit/>
          </a:bodyPr>
          <a:lstStyle>
            <a:lvl1pPr lvl="0" marR="50800" rtl="0">
              <a:lnSpc>
                <a:spcPct val="166000"/>
              </a:lnSpc>
              <a:spcBef>
                <a:spcPts val="0"/>
              </a:spcBef>
              <a:spcAft>
                <a:spcPts val="0"/>
              </a:spcAft>
              <a:buClr>
                <a:schemeClr val="accent1"/>
              </a:buClr>
              <a:buSzPts val="1400"/>
              <a:buChar char="●"/>
              <a:defRPr sz="1400">
                <a:solidFill>
                  <a:srgbClr val="374957"/>
                </a:solidFill>
              </a:defRPr>
            </a:lvl1pPr>
            <a:lvl2pPr lvl="1" rtl="0" algn="ctr">
              <a:spcBef>
                <a:spcPts val="0"/>
              </a:spcBef>
              <a:spcAft>
                <a:spcPts val="0"/>
              </a:spcAft>
              <a:buClr>
                <a:schemeClr val="dk1"/>
              </a:buClr>
              <a:buSzPts val="1400"/>
              <a:buChar char="○"/>
              <a:defRPr/>
            </a:lvl2pPr>
            <a:lvl3pPr lvl="2" rtl="0" algn="ctr">
              <a:spcBef>
                <a:spcPts val="0"/>
              </a:spcBef>
              <a:spcAft>
                <a:spcPts val="0"/>
              </a:spcAft>
              <a:buClr>
                <a:schemeClr val="dk1"/>
              </a:buClr>
              <a:buSzPts val="1400"/>
              <a:buChar char="■"/>
              <a:defRPr/>
            </a:lvl3pPr>
            <a:lvl4pPr lvl="3" rtl="0" algn="ctr">
              <a:spcBef>
                <a:spcPts val="0"/>
              </a:spcBef>
              <a:spcAft>
                <a:spcPts val="0"/>
              </a:spcAft>
              <a:buClr>
                <a:schemeClr val="dk1"/>
              </a:buClr>
              <a:buSzPts val="1400"/>
              <a:buChar char="●"/>
              <a:defRPr/>
            </a:lvl4pPr>
            <a:lvl5pPr lvl="4" rtl="0" algn="ctr">
              <a:spcBef>
                <a:spcPts val="0"/>
              </a:spcBef>
              <a:spcAft>
                <a:spcPts val="0"/>
              </a:spcAft>
              <a:buClr>
                <a:schemeClr val="dk1"/>
              </a:buClr>
              <a:buSzPts val="1400"/>
              <a:buChar char="○"/>
              <a:defRPr/>
            </a:lvl5pPr>
            <a:lvl6pPr lvl="5" rtl="0" algn="ctr">
              <a:spcBef>
                <a:spcPts val="0"/>
              </a:spcBef>
              <a:spcAft>
                <a:spcPts val="0"/>
              </a:spcAft>
              <a:buClr>
                <a:schemeClr val="dk1"/>
              </a:buClr>
              <a:buSzPts val="1400"/>
              <a:buChar char="■"/>
              <a:defRPr/>
            </a:lvl6pPr>
            <a:lvl7pPr lvl="6" rtl="0" algn="ctr">
              <a:spcBef>
                <a:spcPts val="0"/>
              </a:spcBef>
              <a:spcAft>
                <a:spcPts val="0"/>
              </a:spcAft>
              <a:buClr>
                <a:schemeClr val="dk1"/>
              </a:buClr>
              <a:buSzPts val="1400"/>
              <a:buChar char="●"/>
              <a:defRPr/>
            </a:lvl7pPr>
            <a:lvl8pPr lvl="7" rtl="0" algn="ctr">
              <a:spcBef>
                <a:spcPts val="0"/>
              </a:spcBef>
              <a:spcAft>
                <a:spcPts val="0"/>
              </a:spcAft>
              <a:buClr>
                <a:schemeClr val="dk1"/>
              </a:buClr>
              <a:buSzPts val="1400"/>
              <a:buChar char="○"/>
              <a:defRPr/>
            </a:lvl8pPr>
            <a:lvl9pPr lvl="8" rtl="0" algn="ctr">
              <a:spcBef>
                <a:spcPts val="0"/>
              </a:spcBef>
              <a:spcAft>
                <a:spcPts val="0"/>
              </a:spcAft>
              <a:buClr>
                <a:schemeClr val="dk1"/>
              </a:buClr>
              <a:buSzPts val="1400"/>
              <a:buChar char="■"/>
              <a:defRPr/>
            </a:lvl9pPr>
          </a:lstStyle>
          <a:p/>
        </p:txBody>
      </p:sp>
      <p:sp>
        <p:nvSpPr>
          <p:cNvPr id="45" name="Google Shape;45;p7"/>
          <p:cNvSpPr txBox="1"/>
          <p:nvPr>
            <p:ph type="title"/>
          </p:nvPr>
        </p:nvSpPr>
        <p:spPr>
          <a:xfrm>
            <a:off x="713225" y="445025"/>
            <a:ext cx="42972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cxnSp>
        <p:nvCxnSpPr>
          <p:cNvPr id="46" name="Google Shape;46;p7"/>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47" name="Google Shape;47;p7"/>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48" name="Shape 48"/>
        <p:cNvGrpSpPr/>
        <p:nvPr/>
      </p:nvGrpSpPr>
      <p:grpSpPr>
        <a:xfrm>
          <a:off x="0" y="0"/>
          <a:ext cx="0" cy="0"/>
          <a:chOff x="0" y="0"/>
          <a:chExt cx="0" cy="0"/>
        </a:xfrm>
      </p:grpSpPr>
      <p:sp>
        <p:nvSpPr>
          <p:cNvPr id="49" name="Google Shape;49;p8"/>
          <p:cNvSpPr txBox="1"/>
          <p:nvPr>
            <p:ph type="title"/>
          </p:nvPr>
        </p:nvSpPr>
        <p:spPr>
          <a:xfrm>
            <a:off x="1122500" y="1073000"/>
            <a:ext cx="6899100" cy="28566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4800"/>
              <a:buNone/>
              <a:defRPr sz="9600"/>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p:txBody>
      </p:sp>
      <p:cxnSp>
        <p:nvCxnSpPr>
          <p:cNvPr id="50" name="Google Shape;50;p8"/>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51" name="Google Shape;51;p8"/>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52" name="Google Shape;52;p8"/>
          <p:cNvCxnSpPr/>
          <p:nvPr/>
        </p:nvCxnSpPr>
        <p:spPr>
          <a:xfrm flipH="1">
            <a:off x="7093250" y="3935075"/>
            <a:ext cx="2332800" cy="13470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53" name="Google Shape;53;p8"/>
          <p:cNvCxnSpPr/>
          <p:nvPr/>
        </p:nvCxnSpPr>
        <p:spPr>
          <a:xfrm flipH="1">
            <a:off x="-420450" y="-121600"/>
            <a:ext cx="2332800" cy="1347000"/>
          </a:xfrm>
          <a:prstGeom prst="curvedConnector3">
            <a:avLst>
              <a:gd fmla="val 50000" name="adj1"/>
            </a:avLst>
          </a:prstGeom>
          <a:noFill/>
          <a:ln cap="flat" cmpd="sng" w="28575">
            <a:solidFill>
              <a:schemeClr val="accent2"/>
            </a:solidFill>
            <a:prstDash val="solid"/>
            <a:round/>
            <a:headEnd len="med" w="med" type="none"/>
            <a:tailEnd len="med" w="med" type="none"/>
          </a:ln>
        </p:spPr>
      </p:cxn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54" name="Shape 54"/>
        <p:cNvGrpSpPr/>
        <p:nvPr/>
      </p:nvGrpSpPr>
      <p:grpSpPr>
        <a:xfrm>
          <a:off x="0" y="0"/>
          <a:ext cx="0" cy="0"/>
          <a:chOff x="0" y="0"/>
          <a:chExt cx="0" cy="0"/>
        </a:xfrm>
      </p:grpSpPr>
      <p:sp>
        <p:nvSpPr>
          <p:cNvPr id="55" name="Google Shape;55;p9"/>
          <p:cNvSpPr txBox="1"/>
          <p:nvPr>
            <p:ph idx="1" type="subTitle"/>
          </p:nvPr>
        </p:nvSpPr>
        <p:spPr>
          <a:xfrm>
            <a:off x="895950" y="1682000"/>
            <a:ext cx="3847200" cy="23799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chemeClr val="accent1"/>
              </a:buClr>
              <a:buSzPts val="1400"/>
              <a:buChar char="●"/>
              <a:defRPr sz="1400"/>
            </a:lvl1pPr>
            <a:lvl2pPr lvl="1" rtl="0" algn="ctr">
              <a:spcBef>
                <a:spcPts val="0"/>
              </a:spcBef>
              <a:spcAft>
                <a:spcPts val="0"/>
              </a:spcAft>
              <a:buSzPts val="1400"/>
              <a:buChar char="○"/>
              <a:defRPr/>
            </a:lvl2pPr>
            <a:lvl3pPr lvl="2" rtl="0" algn="ctr">
              <a:spcBef>
                <a:spcPts val="0"/>
              </a:spcBef>
              <a:spcAft>
                <a:spcPts val="0"/>
              </a:spcAft>
              <a:buSzPts val="1400"/>
              <a:buChar char="■"/>
              <a:defRPr/>
            </a:lvl3pPr>
            <a:lvl4pPr lvl="3" rtl="0" algn="ctr">
              <a:spcBef>
                <a:spcPts val="0"/>
              </a:spcBef>
              <a:spcAft>
                <a:spcPts val="0"/>
              </a:spcAft>
              <a:buSzPts val="1400"/>
              <a:buChar char="●"/>
              <a:defRPr/>
            </a:lvl4pPr>
            <a:lvl5pPr lvl="4" rtl="0" algn="ctr">
              <a:spcBef>
                <a:spcPts val="0"/>
              </a:spcBef>
              <a:spcAft>
                <a:spcPts val="0"/>
              </a:spcAft>
              <a:buSzPts val="1400"/>
              <a:buChar char="○"/>
              <a:defRPr/>
            </a:lvl5pPr>
            <a:lvl6pPr lvl="5" rtl="0" algn="ctr">
              <a:spcBef>
                <a:spcPts val="0"/>
              </a:spcBef>
              <a:spcAft>
                <a:spcPts val="0"/>
              </a:spcAft>
              <a:buSzPts val="1400"/>
              <a:buChar char="■"/>
              <a:defRPr/>
            </a:lvl6pPr>
            <a:lvl7pPr lvl="6" rtl="0" algn="ctr">
              <a:spcBef>
                <a:spcPts val="0"/>
              </a:spcBef>
              <a:spcAft>
                <a:spcPts val="0"/>
              </a:spcAft>
              <a:buSzPts val="1400"/>
              <a:buChar char="●"/>
              <a:defRPr/>
            </a:lvl7pPr>
            <a:lvl8pPr lvl="7" rtl="0" algn="ctr">
              <a:spcBef>
                <a:spcPts val="0"/>
              </a:spcBef>
              <a:spcAft>
                <a:spcPts val="0"/>
              </a:spcAft>
              <a:buSzPts val="1400"/>
              <a:buChar char="○"/>
              <a:defRPr/>
            </a:lvl8pPr>
            <a:lvl9pPr lvl="8" rtl="0" algn="ctr">
              <a:spcBef>
                <a:spcPts val="0"/>
              </a:spcBef>
              <a:spcAft>
                <a:spcPts val="0"/>
              </a:spcAft>
              <a:buSzPts val="1400"/>
              <a:buChar char="■"/>
              <a:defRPr/>
            </a:lvl9pPr>
          </a:lstStyle>
          <a:p/>
        </p:txBody>
      </p:sp>
      <p:sp>
        <p:nvSpPr>
          <p:cNvPr id="56" name="Google Shape;56;p9"/>
          <p:cNvSpPr txBox="1"/>
          <p:nvPr>
            <p:ph type="title"/>
          </p:nvPr>
        </p:nvSpPr>
        <p:spPr>
          <a:xfrm>
            <a:off x="713225" y="445025"/>
            <a:ext cx="56799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cxnSp>
        <p:nvCxnSpPr>
          <p:cNvPr id="57" name="Google Shape;57;p9"/>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58" name="Google Shape;58;p9"/>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59" name="Google Shape;59;p9"/>
          <p:cNvCxnSpPr/>
          <p:nvPr/>
        </p:nvCxnSpPr>
        <p:spPr>
          <a:xfrm flipH="1">
            <a:off x="5925450" y="2797500"/>
            <a:ext cx="3378000" cy="2466900"/>
          </a:xfrm>
          <a:prstGeom prst="curvedConnector3">
            <a:avLst>
              <a:gd fmla="val 50000" name="adj1"/>
            </a:avLst>
          </a:prstGeom>
          <a:noFill/>
          <a:ln cap="flat" cmpd="sng" w="28575">
            <a:solidFill>
              <a:schemeClr val="accent2"/>
            </a:solidFill>
            <a:prstDash val="solid"/>
            <a:round/>
            <a:headEnd len="med" w="med" type="none"/>
            <a:tailEnd len="med" w="med" type="none"/>
          </a:ln>
        </p:spPr>
      </p:cxn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60" name="Shape 60"/>
        <p:cNvGrpSpPr/>
        <p:nvPr/>
      </p:nvGrpSpPr>
      <p:grpSpPr>
        <a:xfrm>
          <a:off x="0" y="0"/>
          <a:ext cx="0" cy="0"/>
          <a:chOff x="0" y="0"/>
          <a:chExt cx="0" cy="0"/>
        </a:xfrm>
      </p:grpSpPr>
      <p:sp>
        <p:nvSpPr>
          <p:cNvPr id="61" name="Google Shape;61;p10"/>
          <p:cNvSpPr txBox="1"/>
          <p:nvPr>
            <p:ph idx="1" type="body"/>
          </p:nvPr>
        </p:nvSpPr>
        <p:spPr>
          <a:xfrm>
            <a:off x="713225" y="441927"/>
            <a:ext cx="3557100" cy="977700"/>
          </a:xfrm>
          <a:prstGeom prst="rect">
            <a:avLst/>
          </a:prstGeom>
        </p:spPr>
        <p:txBody>
          <a:bodyPr anchorCtr="0" anchor="t" bIns="91425" lIns="91425" spcFirstLastPara="1" rIns="91425" wrap="square" tIns="91425">
            <a:noAutofit/>
          </a:bodyPr>
          <a:lstStyle>
            <a:lvl1pPr indent="-228600" lvl="0" marL="457200">
              <a:lnSpc>
                <a:spcPct val="100000"/>
              </a:lnSpc>
              <a:spcBef>
                <a:spcPts val="0"/>
              </a:spcBef>
              <a:spcAft>
                <a:spcPts val="0"/>
              </a:spcAft>
              <a:buSzPts val="1800"/>
              <a:buNone/>
              <a:defRPr sz="3000">
                <a:latin typeface="Vidaloka"/>
                <a:ea typeface="Vidaloka"/>
                <a:cs typeface="Vidaloka"/>
                <a:sym typeface="Vidaloka"/>
              </a:defRPr>
            </a:lvl1pPr>
          </a:lstStyle>
          <a:p/>
        </p:txBody>
      </p:sp>
      <p:cxnSp>
        <p:nvCxnSpPr>
          <p:cNvPr id="62" name="Google Shape;62;p10"/>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63" name="Google Shape;63;p10"/>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64" name="Google Shape;64;p10"/>
          <p:cNvCxnSpPr/>
          <p:nvPr/>
        </p:nvCxnSpPr>
        <p:spPr>
          <a:xfrm flipH="1" rot="10800000">
            <a:off x="6144975" y="3103725"/>
            <a:ext cx="3118200" cy="2201100"/>
          </a:xfrm>
          <a:prstGeom prst="curvedConnector3">
            <a:avLst>
              <a:gd fmla="val 50000" name="adj1"/>
            </a:avLst>
          </a:prstGeom>
          <a:noFill/>
          <a:ln cap="flat" cmpd="sng" w="28575">
            <a:solidFill>
              <a:schemeClr val="accent2"/>
            </a:solidFill>
            <a:prstDash val="solid"/>
            <a:round/>
            <a:headEnd len="med" w="med" type="none"/>
            <a:tailEnd len="med" w="med" type="none"/>
          </a:ln>
        </p:spPr>
      </p:cxn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65" name="Shape 65"/>
        <p:cNvGrpSpPr/>
        <p:nvPr/>
      </p:nvGrpSpPr>
      <p:grpSpPr>
        <a:xfrm>
          <a:off x="0" y="0"/>
          <a:ext cx="0" cy="0"/>
          <a:chOff x="0" y="0"/>
          <a:chExt cx="0" cy="0"/>
        </a:xfrm>
      </p:grpSpPr>
      <p:sp>
        <p:nvSpPr>
          <p:cNvPr id="66" name="Google Shape;66;p11"/>
          <p:cNvSpPr txBox="1"/>
          <p:nvPr>
            <p:ph hasCustomPrompt="1" type="title"/>
          </p:nvPr>
        </p:nvSpPr>
        <p:spPr>
          <a:xfrm>
            <a:off x="713225" y="1345363"/>
            <a:ext cx="7717500" cy="1644300"/>
          </a:xfrm>
          <a:prstGeom prst="rect">
            <a:avLst/>
          </a:prstGeom>
        </p:spPr>
        <p:txBody>
          <a:bodyPr anchorCtr="0" anchor="t" bIns="91425" lIns="91425" spcFirstLastPara="1" rIns="91425" wrap="square" tIns="91425">
            <a:noAutofit/>
          </a:bodyPr>
          <a:lstStyle>
            <a:lvl1pPr lvl="0" algn="ctr">
              <a:spcBef>
                <a:spcPts val="0"/>
              </a:spcBef>
              <a:spcAft>
                <a:spcPts val="0"/>
              </a:spcAft>
              <a:buSzPts val="12000"/>
              <a:buNone/>
              <a:defRPr sz="12000">
                <a:solidFill>
                  <a:schemeClr val="accent1"/>
                </a:solidFill>
              </a:defRPr>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67" name="Google Shape;67;p11"/>
          <p:cNvSpPr txBox="1"/>
          <p:nvPr>
            <p:ph idx="1" type="subTitle"/>
          </p:nvPr>
        </p:nvSpPr>
        <p:spPr>
          <a:xfrm>
            <a:off x="1514325" y="3188648"/>
            <a:ext cx="6120300" cy="375000"/>
          </a:xfrm>
          <a:prstGeom prst="rect">
            <a:avLst/>
          </a:prstGeom>
        </p:spPr>
        <p:txBody>
          <a:bodyPr anchorCtr="0" anchor="t" bIns="91425" lIns="91425" spcFirstLastPara="1" rIns="91425" wrap="square" tIns="91425">
            <a:noAutofit/>
          </a:bodyPr>
          <a:lstStyle>
            <a:lvl1pPr lvl="0" algn="ctr">
              <a:spcBef>
                <a:spcPts val="0"/>
              </a:spcBef>
              <a:spcAft>
                <a:spcPts val="0"/>
              </a:spcAft>
              <a:buSzPts val="1600"/>
              <a:buNone/>
              <a:defRPr sz="1600"/>
            </a:lvl1pPr>
            <a:lvl2pPr lvl="1" algn="ctr">
              <a:spcBef>
                <a:spcPts val="0"/>
              </a:spcBef>
              <a:spcAft>
                <a:spcPts val="0"/>
              </a:spcAft>
              <a:buSzPts val="1600"/>
              <a:buNone/>
              <a:defRPr sz="1600"/>
            </a:lvl2pPr>
            <a:lvl3pPr lvl="2" algn="ctr">
              <a:spcBef>
                <a:spcPts val="0"/>
              </a:spcBef>
              <a:spcAft>
                <a:spcPts val="0"/>
              </a:spcAft>
              <a:buSzPts val="1600"/>
              <a:buNone/>
              <a:defRPr sz="1600"/>
            </a:lvl3pPr>
            <a:lvl4pPr lvl="3" algn="ctr">
              <a:spcBef>
                <a:spcPts val="0"/>
              </a:spcBef>
              <a:spcAft>
                <a:spcPts val="0"/>
              </a:spcAft>
              <a:buSzPts val="1600"/>
              <a:buNone/>
              <a:defRPr sz="1600"/>
            </a:lvl4pPr>
            <a:lvl5pPr lvl="4" algn="ctr">
              <a:spcBef>
                <a:spcPts val="0"/>
              </a:spcBef>
              <a:spcAft>
                <a:spcPts val="0"/>
              </a:spcAft>
              <a:buSzPts val="1600"/>
              <a:buNone/>
              <a:defRPr sz="1600"/>
            </a:lvl5pPr>
            <a:lvl6pPr lvl="5" algn="ctr">
              <a:spcBef>
                <a:spcPts val="0"/>
              </a:spcBef>
              <a:spcAft>
                <a:spcPts val="0"/>
              </a:spcAft>
              <a:buSzPts val="1600"/>
              <a:buNone/>
              <a:defRPr sz="1600"/>
            </a:lvl6pPr>
            <a:lvl7pPr lvl="6" algn="ctr">
              <a:spcBef>
                <a:spcPts val="0"/>
              </a:spcBef>
              <a:spcAft>
                <a:spcPts val="0"/>
              </a:spcAft>
              <a:buSzPts val="1600"/>
              <a:buNone/>
              <a:defRPr sz="1600"/>
            </a:lvl7pPr>
            <a:lvl8pPr lvl="7" algn="ctr">
              <a:spcBef>
                <a:spcPts val="0"/>
              </a:spcBef>
              <a:spcAft>
                <a:spcPts val="0"/>
              </a:spcAft>
              <a:buSzPts val="1600"/>
              <a:buNone/>
              <a:defRPr sz="1600"/>
            </a:lvl8pPr>
            <a:lvl9pPr lvl="8" algn="ctr">
              <a:spcBef>
                <a:spcPts val="0"/>
              </a:spcBef>
              <a:spcAft>
                <a:spcPts val="0"/>
              </a:spcAft>
              <a:buSzPts val="1600"/>
              <a:buNone/>
              <a:defRPr sz="1600"/>
            </a:lvl9pPr>
          </a:lstStyle>
          <a:p/>
        </p:txBody>
      </p:sp>
      <p:cxnSp>
        <p:nvCxnSpPr>
          <p:cNvPr id="68" name="Google Shape;68;p11"/>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69" name="Google Shape;69;p11"/>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70" name="Google Shape;70;p11"/>
          <p:cNvCxnSpPr/>
          <p:nvPr/>
        </p:nvCxnSpPr>
        <p:spPr>
          <a:xfrm>
            <a:off x="-250225" y="4076450"/>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71" name="Google Shape;71;p11"/>
          <p:cNvCxnSpPr/>
          <p:nvPr/>
        </p:nvCxnSpPr>
        <p:spPr>
          <a:xfrm>
            <a:off x="7441150" y="-48375"/>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noFill/>
      </p:bgPr>
    </p:bg>
    <p:spTree>
      <p:nvGrpSpPr>
        <p:cNvPr id="72" name="Shape 72"/>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CUSTOM">
    <p:spTree>
      <p:nvGrpSpPr>
        <p:cNvPr id="73" name="Shape 73"/>
        <p:cNvGrpSpPr/>
        <p:nvPr/>
      </p:nvGrpSpPr>
      <p:grpSpPr>
        <a:xfrm>
          <a:off x="0" y="0"/>
          <a:ext cx="0" cy="0"/>
          <a:chOff x="0" y="0"/>
          <a:chExt cx="0" cy="0"/>
        </a:xfrm>
      </p:grpSpPr>
      <p:sp>
        <p:nvSpPr>
          <p:cNvPr id="74" name="Google Shape;74;p13"/>
          <p:cNvSpPr txBox="1"/>
          <p:nvPr>
            <p:ph type="title"/>
          </p:nvPr>
        </p:nvSpPr>
        <p:spPr>
          <a:xfrm>
            <a:off x="713225" y="445025"/>
            <a:ext cx="35838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75" name="Google Shape;75;p13"/>
          <p:cNvSpPr txBox="1"/>
          <p:nvPr>
            <p:ph idx="1" type="subTitle"/>
          </p:nvPr>
        </p:nvSpPr>
        <p:spPr>
          <a:xfrm>
            <a:off x="5001000" y="1942925"/>
            <a:ext cx="2486100" cy="3570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2100"/>
              <a:buNone/>
              <a:defRPr sz="2400">
                <a:latin typeface="Vidaloka"/>
                <a:ea typeface="Vidaloka"/>
                <a:cs typeface="Vidaloka"/>
                <a:sym typeface="Vidaloka"/>
              </a:defRPr>
            </a:lvl1pPr>
            <a:lvl2pPr lvl="1" rtl="0" algn="ctr">
              <a:spcBef>
                <a:spcPts val="0"/>
              </a:spcBef>
              <a:spcAft>
                <a:spcPts val="0"/>
              </a:spcAft>
              <a:buSzPts val="2100"/>
              <a:buNone/>
              <a:defRPr b="1" sz="2100"/>
            </a:lvl2pPr>
            <a:lvl3pPr lvl="2" rtl="0" algn="ctr">
              <a:spcBef>
                <a:spcPts val="0"/>
              </a:spcBef>
              <a:spcAft>
                <a:spcPts val="0"/>
              </a:spcAft>
              <a:buSzPts val="2100"/>
              <a:buNone/>
              <a:defRPr b="1" sz="2100"/>
            </a:lvl3pPr>
            <a:lvl4pPr lvl="3" rtl="0" algn="ctr">
              <a:spcBef>
                <a:spcPts val="0"/>
              </a:spcBef>
              <a:spcAft>
                <a:spcPts val="0"/>
              </a:spcAft>
              <a:buSzPts val="2100"/>
              <a:buNone/>
              <a:defRPr b="1" sz="2100"/>
            </a:lvl4pPr>
            <a:lvl5pPr lvl="4" rtl="0" algn="ctr">
              <a:spcBef>
                <a:spcPts val="0"/>
              </a:spcBef>
              <a:spcAft>
                <a:spcPts val="0"/>
              </a:spcAft>
              <a:buSzPts val="2100"/>
              <a:buNone/>
              <a:defRPr b="1" sz="2100"/>
            </a:lvl5pPr>
            <a:lvl6pPr lvl="5" rtl="0" algn="ctr">
              <a:spcBef>
                <a:spcPts val="0"/>
              </a:spcBef>
              <a:spcAft>
                <a:spcPts val="0"/>
              </a:spcAft>
              <a:buSzPts val="2100"/>
              <a:buNone/>
              <a:defRPr b="1" sz="2100"/>
            </a:lvl6pPr>
            <a:lvl7pPr lvl="6" rtl="0" algn="ctr">
              <a:spcBef>
                <a:spcPts val="0"/>
              </a:spcBef>
              <a:spcAft>
                <a:spcPts val="0"/>
              </a:spcAft>
              <a:buSzPts val="2100"/>
              <a:buNone/>
              <a:defRPr b="1" sz="2100"/>
            </a:lvl7pPr>
            <a:lvl8pPr lvl="7" rtl="0" algn="ctr">
              <a:spcBef>
                <a:spcPts val="0"/>
              </a:spcBef>
              <a:spcAft>
                <a:spcPts val="0"/>
              </a:spcAft>
              <a:buSzPts val="2100"/>
              <a:buNone/>
              <a:defRPr b="1" sz="2100"/>
            </a:lvl8pPr>
            <a:lvl9pPr lvl="8" rtl="0" algn="ctr">
              <a:spcBef>
                <a:spcPts val="0"/>
              </a:spcBef>
              <a:spcAft>
                <a:spcPts val="0"/>
              </a:spcAft>
              <a:buSzPts val="2100"/>
              <a:buNone/>
              <a:defRPr b="1" sz="2100"/>
            </a:lvl9pPr>
          </a:lstStyle>
          <a:p/>
        </p:txBody>
      </p:sp>
      <p:sp>
        <p:nvSpPr>
          <p:cNvPr id="76" name="Google Shape;76;p13"/>
          <p:cNvSpPr txBox="1"/>
          <p:nvPr>
            <p:ph idx="2" type="subTitle"/>
          </p:nvPr>
        </p:nvSpPr>
        <p:spPr>
          <a:xfrm>
            <a:off x="5001000" y="2255100"/>
            <a:ext cx="2486100" cy="618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solidFill>
                  <a:schemeClr val="dk1"/>
                </a:solidFill>
              </a:defRPr>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77" name="Google Shape;77;p13"/>
          <p:cNvSpPr txBox="1"/>
          <p:nvPr>
            <p:ph idx="3" type="subTitle"/>
          </p:nvPr>
        </p:nvSpPr>
        <p:spPr>
          <a:xfrm>
            <a:off x="1655200" y="1942925"/>
            <a:ext cx="2486100" cy="3570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2100"/>
              <a:buNone/>
              <a:defRPr sz="2400">
                <a:latin typeface="Vidaloka"/>
                <a:ea typeface="Vidaloka"/>
                <a:cs typeface="Vidaloka"/>
                <a:sym typeface="Vidaloka"/>
              </a:defRPr>
            </a:lvl1pPr>
            <a:lvl2pPr lvl="1" rtl="0" algn="ctr">
              <a:spcBef>
                <a:spcPts val="0"/>
              </a:spcBef>
              <a:spcAft>
                <a:spcPts val="0"/>
              </a:spcAft>
              <a:buSzPts val="2100"/>
              <a:buNone/>
              <a:defRPr b="1" sz="2100"/>
            </a:lvl2pPr>
            <a:lvl3pPr lvl="2" rtl="0" algn="ctr">
              <a:spcBef>
                <a:spcPts val="0"/>
              </a:spcBef>
              <a:spcAft>
                <a:spcPts val="0"/>
              </a:spcAft>
              <a:buSzPts val="2100"/>
              <a:buNone/>
              <a:defRPr b="1" sz="2100"/>
            </a:lvl3pPr>
            <a:lvl4pPr lvl="3" rtl="0" algn="ctr">
              <a:spcBef>
                <a:spcPts val="0"/>
              </a:spcBef>
              <a:spcAft>
                <a:spcPts val="0"/>
              </a:spcAft>
              <a:buSzPts val="2100"/>
              <a:buNone/>
              <a:defRPr b="1" sz="2100"/>
            </a:lvl4pPr>
            <a:lvl5pPr lvl="4" rtl="0" algn="ctr">
              <a:spcBef>
                <a:spcPts val="0"/>
              </a:spcBef>
              <a:spcAft>
                <a:spcPts val="0"/>
              </a:spcAft>
              <a:buSzPts val="2100"/>
              <a:buNone/>
              <a:defRPr b="1" sz="2100"/>
            </a:lvl5pPr>
            <a:lvl6pPr lvl="5" rtl="0" algn="ctr">
              <a:spcBef>
                <a:spcPts val="0"/>
              </a:spcBef>
              <a:spcAft>
                <a:spcPts val="0"/>
              </a:spcAft>
              <a:buSzPts val="2100"/>
              <a:buNone/>
              <a:defRPr b="1" sz="2100"/>
            </a:lvl6pPr>
            <a:lvl7pPr lvl="6" rtl="0" algn="ctr">
              <a:spcBef>
                <a:spcPts val="0"/>
              </a:spcBef>
              <a:spcAft>
                <a:spcPts val="0"/>
              </a:spcAft>
              <a:buSzPts val="2100"/>
              <a:buNone/>
              <a:defRPr b="1" sz="2100"/>
            </a:lvl7pPr>
            <a:lvl8pPr lvl="7" rtl="0" algn="ctr">
              <a:spcBef>
                <a:spcPts val="0"/>
              </a:spcBef>
              <a:spcAft>
                <a:spcPts val="0"/>
              </a:spcAft>
              <a:buSzPts val="2100"/>
              <a:buNone/>
              <a:defRPr b="1" sz="2100"/>
            </a:lvl8pPr>
            <a:lvl9pPr lvl="8" rtl="0" algn="ctr">
              <a:spcBef>
                <a:spcPts val="0"/>
              </a:spcBef>
              <a:spcAft>
                <a:spcPts val="0"/>
              </a:spcAft>
              <a:buSzPts val="2100"/>
              <a:buNone/>
              <a:defRPr b="1" sz="2100"/>
            </a:lvl9pPr>
          </a:lstStyle>
          <a:p/>
        </p:txBody>
      </p:sp>
      <p:sp>
        <p:nvSpPr>
          <p:cNvPr id="78" name="Google Shape;78;p13"/>
          <p:cNvSpPr txBox="1"/>
          <p:nvPr>
            <p:ph idx="4" type="subTitle"/>
          </p:nvPr>
        </p:nvSpPr>
        <p:spPr>
          <a:xfrm>
            <a:off x="1655200" y="2255100"/>
            <a:ext cx="2486100" cy="618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79" name="Google Shape;79;p13"/>
          <p:cNvSpPr txBox="1"/>
          <p:nvPr>
            <p:ph idx="5" type="subTitle"/>
          </p:nvPr>
        </p:nvSpPr>
        <p:spPr>
          <a:xfrm>
            <a:off x="5001000" y="3723950"/>
            <a:ext cx="2486100" cy="3570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2100"/>
              <a:buNone/>
              <a:defRPr sz="2400">
                <a:latin typeface="Vidaloka"/>
                <a:ea typeface="Vidaloka"/>
                <a:cs typeface="Vidaloka"/>
                <a:sym typeface="Vidaloka"/>
              </a:defRPr>
            </a:lvl1pPr>
            <a:lvl2pPr lvl="1" rtl="0" algn="ctr">
              <a:spcBef>
                <a:spcPts val="0"/>
              </a:spcBef>
              <a:spcAft>
                <a:spcPts val="0"/>
              </a:spcAft>
              <a:buSzPts val="2100"/>
              <a:buNone/>
              <a:defRPr b="1" sz="2100"/>
            </a:lvl2pPr>
            <a:lvl3pPr lvl="2" rtl="0" algn="ctr">
              <a:spcBef>
                <a:spcPts val="0"/>
              </a:spcBef>
              <a:spcAft>
                <a:spcPts val="0"/>
              </a:spcAft>
              <a:buSzPts val="2100"/>
              <a:buNone/>
              <a:defRPr b="1" sz="2100"/>
            </a:lvl3pPr>
            <a:lvl4pPr lvl="3" rtl="0" algn="ctr">
              <a:spcBef>
                <a:spcPts val="0"/>
              </a:spcBef>
              <a:spcAft>
                <a:spcPts val="0"/>
              </a:spcAft>
              <a:buSzPts val="2100"/>
              <a:buNone/>
              <a:defRPr b="1" sz="2100"/>
            </a:lvl4pPr>
            <a:lvl5pPr lvl="4" rtl="0" algn="ctr">
              <a:spcBef>
                <a:spcPts val="0"/>
              </a:spcBef>
              <a:spcAft>
                <a:spcPts val="0"/>
              </a:spcAft>
              <a:buSzPts val="2100"/>
              <a:buNone/>
              <a:defRPr b="1" sz="2100"/>
            </a:lvl5pPr>
            <a:lvl6pPr lvl="5" rtl="0" algn="ctr">
              <a:spcBef>
                <a:spcPts val="0"/>
              </a:spcBef>
              <a:spcAft>
                <a:spcPts val="0"/>
              </a:spcAft>
              <a:buSzPts val="2100"/>
              <a:buNone/>
              <a:defRPr b="1" sz="2100"/>
            </a:lvl6pPr>
            <a:lvl7pPr lvl="6" rtl="0" algn="ctr">
              <a:spcBef>
                <a:spcPts val="0"/>
              </a:spcBef>
              <a:spcAft>
                <a:spcPts val="0"/>
              </a:spcAft>
              <a:buSzPts val="2100"/>
              <a:buNone/>
              <a:defRPr b="1" sz="2100"/>
            </a:lvl7pPr>
            <a:lvl8pPr lvl="7" rtl="0" algn="ctr">
              <a:spcBef>
                <a:spcPts val="0"/>
              </a:spcBef>
              <a:spcAft>
                <a:spcPts val="0"/>
              </a:spcAft>
              <a:buSzPts val="2100"/>
              <a:buNone/>
              <a:defRPr b="1" sz="2100"/>
            </a:lvl8pPr>
            <a:lvl9pPr lvl="8" rtl="0" algn="ctr">
              <a:spcBef>
                <a:spcPts val="0"/>
              </a:spcBef>
              <a:spcAft>
                <a:spcPts val="0"/>
              </a:spcAft>
              <a:buSzPts val="2100"/>
              <a:buNone/>
              <a:defRPr b="1" sz="2100"/>
            </a:lvl9pPr>
          </a:lstStyle>
          <a:p/>
        </p:txBody>
      </p:sp>
      <p:sp>
        <p:nvSpPr>
          <p:cNvPr id="80" name="Google Shape;80;p13"/>
          <p:cNvSpPr txBox="1"/>
          <p:nvPr>
            <p:ph idx="6" type="subTitle"/>
          </p:nvPr>
        </p:nvSpPr>
        <p:spPr>
          <a:xfrm>
            <a:off x="5001000" y="4036125"/>
            <a:ext cx="2486100" cy="618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solidFill>
                  <a:schemeClr val="dk1"/>
                </a:solidFill>
              </a:defRPr>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81" name="Google Shape;81;p13"/>
          <p:cNvSpPr txBox="1"/>
          <p:nvPr>
            <p:ph idx="7" type="subTitle"/>
          </p:nvPr>
        </p:nvSpPr>
        <p:spPr>
          <a:xfrm>
            <a:off x="1655200" y="3723950"/>
            <a:ext cx="2486100" cy="3570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2100"/>
              <a:buNone/>
              <a:defRPr sz="2400">
                <a:latin typeface="Vidaloka"/>
                <a:ea typeface="Vidaloka"/>
                <a:cs typeface="Vidaloka"/>
                <a:sym typeface="Vidaloka"/>
              </a:defRPr>
            </a:lvl1pPr>
            <a:lvl2pPr lvl="1" rtl="0" algn="ctr">
              <a:spcBef>
                <a:spcPts val="0"/>
              </a:spcBef>
              <a:spcAft>
                <a:spcPts val="0"/>
              </a:spcAft>
              <a:buSzPts val="2100"/>
              <a:buNone/>
              <a:defRPr b="1" sz="2100"/>
            </a:lvl2pPr>
            <a:lvl3pPr lvl="2" rtl="0" algn="ctr">
              <a:spcBef>
                <a:spcPts val="0"/>
              </a:spcBef>
              <a:spcAft>
                <a:spcPts val="0"/>
              </a:spcAft>
              <a:buSzPts val="2100"/>
              <a:buNone/>
              <a:defRPr b="1" sz="2100"/>
            </a:lvl3pPr>
            <a:lvl4pPr lvl="3" rtl="0" algn="ctr">
              <a:spcBef>
                <a:spcPts val="0"/>
              </a:spcBef>
              <a:spcAft>
                <a:spcPts val="0"/>
              </a:spcAft>
              <a:buSzPts val="2100"/>
              <a:buNone/>
              <a:defRPr b="1" sz="2100"/>
            </a:lvl4pPr>
            <a:lvl5pPr lvl="4" rtl="0" algn="ctr">
              <a:spcBef>
                <a:spcPts val="0"/>
              </a:spcBef>
              <a:spcAft>
                <a:spcPts val="0"/>
              </a:spcAft>
              <a:buSzPts val="2100"/>
              <a:buNone/>
              <a:defRPr b="1" sz="2100"/>
            </a:lvl5pPr>
            <a:lvl6pPr lvl="5" rtl="0" algn="ctr">
              <a:spcBef>
                <a:spcPts val="0"/>
              </a:spcBef>
              <a:spcAft>
                <a:spcPts val="0"/>
              </a:spcAft>
              <a:buSzPts val="2100"/>
              <a:buNone/>
              <a:defRPr b="1" sz="2100"/>
            </a:lvl6pPr>
            <a:lvl7pPr lvl="6" rtl="0" algn="ctr">
              <a:spcBef>
                <a:spcPts val="0"/>
              </a:spcBef>
              <a:spcAft>
                <a:spcPts val="0"/>
              </a:spcAft>
              <a:buSzPts val="2100"/>
              <a:buNone/>
              <a:defRPr b="1" sz="2100"/>
            </a:lvl7pPr>
            <a:lvl8pPr lvl="7" rtl="0" algn="ctr">
              <a:spcBef>
                <a:spcPts val="0"/>
              </a:spcBef>
              <a:spcAft>
                <a:spcPts val="0"/>
              </a:spcAft>
              <a:buSzPts val="2100"/>
              <a:buNone/>
              <a:defRPr b="1" sz="2100"/>
            </a:lvl8pPr>
            <a:lvl9pPr lvl="8" rtl="0" algn="ctr">
              <a:spcBef>
                <a:spcPts val="0"/>
              </a:spcBef>
              <a:spcAft>
                <a:spcPts val="0"/>
              </a:spcAft>
              <a:buSzPts val="2100"/>
              <a:buNone/>
              <a:defRPr b="1" sz="2100"/>
            </a:lvl9pPr>
          </a:lstStyle>
          <a:p/>
        </p:txBody>
      </p:sp>
      <p:sp>
        <p:nvSpPr>
          <p:cNvPr id="82" name="Google Shape;82;p13"/>
          <p:cNvSpPr txBox="1"/>
          <p:nvPr>
            <p:ph idx="8" type="subTitle"/>
          </p:nvPr>
        </p:nvSpPr>
        <p:spPr>
          <a:xfrm>
            <a:off x="1655250" y="4036125"/>
            <a:ext cx="2486100" cy="618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solidFill>
                  <a:schemeClr val="dk1"/>
                </a:solidFill>
              </a:defRPr>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83" name="Google Shape;83;p13"/>
          <p:cNvSpPr txBox="1"/>
          <p:nvPr>
            <p:ph hasCustomPrompt="1" idx="9" type="title"/>
          </p:nvPr>
        </p:nvSpPr>
        <p:spPr>
          <a:xfrm>
            <a:off x="2378650" y="1303588"/>
            <a:ext cx="1039200" cy="667500"/>
          </a:xfrm>
          <a:prstGeom prst="rect">
            <a:avLst/>
          </a:prstGeom>
        </p:spPr>
        <p:txBody>
          <a:bodyPr anchorCtr="0" anchor="ctr" bIns="91425" lIns="91425" spcFirstLastPara="1" rIns="91425" wrap="square" tIns="91425">
            <a:noAutofit/>
          </a:bodyPr>
          <a:lstStyle>
            <a:lvl1pPr lvl="0" rtl="0" algn="ctr">
              <a:spcBef>
                <a:spcPts val="0"/>
              </a:spcBef>
              <a:spcAft>
                <a:spcPts val="0"/>
              </a:spcAft>
              <a:buClr>
                <a:schemeClr val="dk2"/>
              </a:buClr>
              <a:buSzPts val="4000"/>
              <a:buNone/>
              <a:defRPr sz="3800">
                <a:solidFill>
                  <a:schemeClr val="accent1"/>
                </a:solidFill>
              </a:defRPr>
            </a:lvl1pPr>
            <a:lvl2pPr lvl="1" rtl="0" algn="ctr">
              <a:spcBef>
                <a:spcPts val="0"/>
              </a:spcBef>
              <a:spcAft>
                <a:spcPts val="0"/>
              </a:spcAft>
              <a:buClr>
                <a:schemeClr val="dk2"/>
              </a:buClr>
              <a:buSzPts val="4000"/>
              <a:buNone/>
              <a:defRPr sz="4000">
                <a:solidFill>
                  <a:schemeClr val="dk2"/>
                </a:solidFill>
              </a:defRPr>
            </a:lvl2pPr>
            <a:lvl3pPr lvl="2" rtl="0" algn="ctr">
              <a:spcBef>
                <a:spcPts val="0"/>
              </a:spcBef>
              <a:spcAft>
                <a:spcPts val="0"/>
              </a:spcAft>
              <a:buClr>
                <a:schemeClr val="dk2"/>
              </a:buClr>
              <a:buSzPts val="4000"/>
              <a:buNone/>
              <a:defRPr sz="4000">
                <a:solidFill>
                  <a:schemeClr val="dk2"/>
                </a:solidFill>
              </a:defRPr>
            </a:lvl3pPr>
            <a:lvl4pPr lvl="3" rtl="0" algn="ctr">
              <a:spcBef>
                <a:spcPts val="0"/>
              </a:spcBef>
              <a:spcAft>
                <a:spcPts val="0"/>
              </a:spcAft>
              <a:buClr>
                <a:schemeClr val="dk2"/>
              </a:buClr>
              <a:buSzPts val="4000"/>
              <a:buNone/>
              <a:defRPr sz="4000">
                <a:solidFill>
                  <a:schemeClr val="dk2"/>
                </a:solidFill>
              </a:defRPr>
            </a:lvl4pPr>
            <a:lvl5pPr lvl="4" rtl="0" algn="ctr">
              <a:spcBef>
                <a:spcPts val="0"/>
              </a:spcBef>
              <a:spcAft>
                <a:spcPts val="0"/>
              </a:spcAft>
              <a:buClr>
                <a:schemeClr val="dk2"/>
              </a:buClr>
              <a:buSzPts val="4000"/>
              <a:buNone/>
              <a:defRPr sz="4000">
                <a:solidFill>
                  <a:schemeClr val="dk2"/>
                </a:solidFill>
              </a:defRPr>
            </a:lvl5pPr>
            <a:lvl6pPr lvl="5" rtl="0" algn="ctr">
              <a:spcBef>
                <a:spcPts val="0"/>
              </a:spcBef>
              <a:spcAft>
                <a:spcPts val="0"/>
              </a:spcAft>
              <a:buClr>
                <a:schemeClr val="dk2"/>
              </a:buClr>
              <a:buSzPts val="4000"/>
              <a:buNone/>
              <a:defRPr sz="4000">
                <a:solidFill>
                  <a:schemeClr val="dk2"/>
                </a:solidFill>
              </a:defRPr>
            </a:lvl6pPr>
            <a:lvl7pPr lvl="6" rtl="0" algn="ctr">
              <a:spcBef>
                <a:spcPts val="0"/>
              </a:spcBef>
              <a:spcAft>
                <a:spcPts val="0"/>
              </a:spcAft>
              <a:buClr>
                <a:schemeClr val="dk2"/>
              </a:buClr>
              <a:buSzPts val="4000"/>
              <a:buNone/>
              <a:defRPr sz="4000">
                <a:solidFill>
                  <a:schemeClr val="dk2"/>
                </a:solidFill>
              </a:defRPr>
            </a:lvl7pPr>
            <a:lvl8pPr lvl="7" rtl="0" algn="ctr">
              <a:spcBef>
                <a:spcPts val="0"/>
              </a:spcBef>
              <a:spcAft>
                <a:spcPts val="0"/>
              </a:spcAft>
              <a:buClr>
                <a:schemeClr val="dk2"/>
              </a:buClr>
              <a:buSzPts val="4000"/>
              <a:buNone/>
              <a:defRPr sz="4000">
                <a:solidFill>
                  <a:schemeClr val="dk2"/>
                </a:solidFill>
              </a:defRPr>
            </a:lvl8pPr>
            <a:lvl9pPr lvl="8" rtl="0" algn="ctr">
              <a:spcBef>
                <a:spcPts val="0"/>
              </a:spcBef>
              <a:spcAft>
                <a:spcPts val="0"/>
              </a:spcAft>
              <a:buClr>
                <a:schemeClr val="dk2"/>
              </a:buClr>
              <a:buSzPts val="4000"/>
              <a:buNone/>
              <a:defRPr sz="4000">
                <a:solidFill>
                  <a:schemeClr val="dk2"/>
                </a:solidFill>
              </a:defRPr>
            </a:lvl9pPr>
          </a:lstStyle>
          <a:p>
            <a:r>
              <a:t>xx%</a:t>
            </a:r>
          </a:p>
        </p:txBody>
      </p:sp>
      <p:sp>
        <p:nvSpPr>
          <p:cNvPr id="84" name="Google Shape;84;p13"/>
          <p:cNvSpPr txBox="1"/>
          <p:nvPr>
            <p:ph hasCustomPrompt="1" idx="13" type="title"/>
          </p:nvPr>
        </p:nvSpPr>
        <p:spPr>
          <a:xfrm>
            <a:off x="5724450" y="1303588"/>
            <a:ext cx="1039200" cy="667500"/>
          </a:xfrm>
          <a:prstGeom prst="rect">
            <a:avLst/>
          </a:prstGeom>
        </p:spPr>
        <p:txBody>
          <a:bodyPr anchorCtr="0" anchor="ctr" bIns="91425" lIns="91425" spcFirstLastPara="1" rIns="91425" wrap="square" tIns="91425">
            <a:noAutofit/>
          </a:bodyPr>
          <a:lstStyle>
            <a:lvl1pPr lvl="0" rtl="0" algn="ctr">
              <a:spcBef>
                <a:spcPts val="0"/>
              </a:spcBef>
              <a:spcAft>
                <a:spcPts val="0"/>
              </a:spcAft>
              <a:buClr>
                <a:schemeClr val="dk2"/>
              </a:buClr>
              <a:buSzPts val="4000"/>
              <a:buNone/>
              <a:defRPr sz="3800">
                <a:solidFill>
                  <a:schemeClr val="accent1"/>
                </a:solidFill>
              </a:defRPr>
            </a:lvl1pPr>
            <a:lvl2pPr lvl="1" rtl="0" algn="ctr">
              <a:spcBef>
                <a:spcPts val="0"/>
              </a:spcBef>
              <a:spcAft>
                <a:spcPts val="0"/>
              </a:spcAft>
              <a:buClr>
                <a:schemeClr val="dk2"/>
              </a:buClr>
              <a:buSzPts val="4000"/>
              <a:buNone/>
              <a:defRPr sz="4000">
                <a:solidFill>
                  <a:schemeClr val="dk2"/>
                </a:solidFill>
              </a:defRPr>
            </a:lvl2pPr>
            <a:lvl3pPr lvl="2" rtl="0" algn="ctr">
              <a:spcBef>
                <a:spcPts val="0"/>
              </a:spcBef>
              <a:spcAft>
                <a:spcPts val="0"/>
              </a:spcAft>
              <a:buClr>
                <a:schemeClr val="dk2"/>
              </a:buClr>
              <a:buSzPts val="4000"/>
              <a:buNone/>
              <a:defRPr sz="4000">
                <a:solidFill>
                  <a:schemeClr val="dk2"/>
                </a:solidFill>
              </a:defRPr>
            </a:lvl3pPr>
            <a:lvl4pPr lvl="3" rtl="0" algn="ctr">
              <a:spcBef>
                <a:spcPts val="0"/>
              </a:spcBef>
              <a:spcAft>
                <a:spcPts val="0"/>
              </a:spcAft>
              <a:buClr>
                <a:schemeClr val="dk2"/>
              </a:buClr>
              <a:buSzPts val="4000"/>
              <a:buNone/>
              <a:defRPr sz="4000">
                <a:solidFill>
                  <a:schemeClr val="dk2"/>
                </a:solidFill>
              </a:defRPr>
            </a:lvl4pPr>
            <a:lvl5pPr lvl="4" rtl="0" algn="ctr">
              <a:spcBef>
                <a:spcPts val="0"/>
              </a:spcBef>
              <a:spcAft>
                <a:spcPts val="0"/>
              </a:spcAft>
              <a:buClr>
                <a:schemeClr val="dk2"/>
              </a:buClr>
              <a:buSzPts val="4000"/>
              <a:buNone/>
              <a:defRPr sz="4000">
                <a:solidFill>
                  <a:schemeClr val="dk2"/>
                </a:solidFill>
              </a:defRPr>
            </a:lvl5pPr>
            <a:lvl6pPr lvl="5" rtl="0" algn="ctr">
              <a:spcBef>
                <a:spcPts val="0"/>
              </a:spcBef>
              <a:spcAft>
                <a:spcPts val="0"/>
              </a:spcAft>
              <a:buClr>
                <a:schemeClr val="dk2"/>
              </a:buClr>
              <a:buSzPts val="4000"/>
              <a:buNone/>
              <a:defRPr sz="4000">
                <a:solidFill>
                  <a:schemeClr val="dk2"/>
                </a:solidFill>
              </a:defRPr>
            </a:lvl6pPr>
            <a:lvl7pPr lvl="6" rtl="0" algn="ctr">
              <a:spcBef>
                <a:spcPts val="0"/>
              </a:spcBef>
              <a:spcAft>
                <a:spcPts val="0"/>
              </a:spcAft>
              <a:buClr>
                <a:schemeClr val="dk2"/>
              </a:buClr>
              <a:buSzPts val="4000"/>
              <a:buNone/>
              <a:defRPr sz="4000">
                <a:solidFill>
                  <a:schemeClr val="dk2"/>
                </a:solidFill>
              </a:defRPr>
            </a:lvl7pPr>
            <a:lvl8pPr lvl="7" rtl="0" algn="ctr">
              <a:spcBef>
                <a:spcPts val="0"/>
              </a:spcBef>
              <a:spcAft>
                <a:spcPts val="0"/>
              </a:spcAft>
              <a:buClr>
                <a:schemeClr val="dk2"/>
              </a:buClr>
              <a:buSzPts val="4000"/>
              <a:buNone/>
              <a:defRPr sz="4000">
                <a:solidFill>
                  <a:schemeClr val="dk2"/>
                </a:solidFill>
              </a:defRPr>
            </a:lvl8pPr>
            <a:lvl9pPr lvl="8" rtl="0" algn="ctr">
              <a:spcBef>
                <a:spcPts val="0"/>
              </a:spcBef>
              <a:spcAft>
                <a:spcPts val="0"/>
              </a:spcAft>
              <a:buClr>
                <a:schemeClr val="dk2"/>
              </a:buClr>
              <a:buSzPts val="4000"/>
              <a:buNone/>
              <a:defRPr sz="4000">
                <a:solidFill>
                  <a:schemeClr val="dk2"/>
                </a:solidFill>
              </a:defRPr>
            </a:lvl9pPr>
          </a:lstStyle>
          <a:p>
            <a:r>
              <a:t>xx%</a:t>
            </a:r>
          </a:p>
        </p:txBody>
      </p:sp>
      <p:sp>
        <p:nvSpPr>
          <p:cNvPr id="85" name="Google Shape;85;p13"/>
          <p:cNvSpPr txBox="1"/>
          <p:nvPr>
            <p:ph hasCustomPrompt="1" idx="14" type="title"/>
          </p:nvPr>
        </p:nvSpPr>
        <p:spPr>
          <a:xfrm>
            <a:off x="2378700" y="3082738"/>
            <a:ext cx="1039200" cy="667500"/>
          </a:xfrm>
          <a:prstGeom prst="rect">
            <a:avLst/>
          </a:prstGeom>
        </p:spPr>
        <p:txBody>
          <a:bodyPr anchorCtr="0" anchor="ctr" bIns="91425" lIns="91425" spcFirstLastPara="1" rIns="91425" wrap="square" tIns="91425">
            <a:noAutofit/>
          </a:bodyPr>
          <a:lstStyle>
            <a:lvl1pPr lvl="0" rtl="0" algn="ctr">
              <a:spcBef>
                <a:spcPts val="0"/>
              </a:spcBef>
              <a:spcAft>
                <a:spcPts val="0"/>
              </a:spcAft>
              <a:buClr>
                <a:schemeClr val="dk2"/>
              </a:buClr>
              <a:buSzPts val="4000"/>
              <a:buNone/>
              <a:defRPr sz="3800">
                <a:solidFill>
                  <a:schemeClr val="accent1"/>
                </a:solidFill>
              </a:defRPr>
            </a:lvl1pPr>
            <a:lvl2pPr lvl="1" rtl="0" algn="ctr">
              <a:spcBef>
                <a:spcPts val="0"/>
              </a:spcBef>
              <a:spcAft>
                <a:spcPts val="0"/>
              </a:spcAft>
              <a:buClr>
                <a:schemeClr val="dk2"/>
              </a:buClr>
              <a:buSzPts val="4000"/>
              <a:buNone/>
              <a:defRPr sz="4000">
                <a:solidFill>
                  <a:schemeClr val="dk2"/>
                </a:solidFill>
              </a:defRPr>
            </a:lvl2pPr>
            <a:lvl3pPr lvl="2" rtl="0" algn="ctr">
              <a:spcBef>
                <a:spcPts val="0"/>
              </a:spcBef>
              <a:spcAft>
                <a:spcPts val="0"/>
              </a:spcAft>
              <a:buClr>
                <a:schemeClr val="dk2"/>
              </a:buClr>
              <a:buSzPts val="4000"/>
              <a:buNone/>
              <a:defRPr sz="4000">
                <a:solidFill>
                  <a:schemeClr val="dk2"/>
                </a:solidFill>
              </a:defRPr>
            </a:lvl3pPr>
            <a:lvl4pPr lvl="3" rtl="0" algn="ctr">
              <a:spcBef>
                <a:spcPts val="0"/>
              </a:spcBef>
              <a:spcAft>
                <a:spcPts val="0"/>
              </a:spcAft>
              <a:buClr>
                <a:schemeClr val="dk2"/>
              </a:buClr>
              <a:buSzPts val="4000"/>
              <a:buNone/>
              <a:defRPr sz="4000">
                <a:solidFill>
                  <a:schemeClr val="dk2"/>
                </a:solidFill>
              </a:defRPr>
            </a:lvl4pPr>
            <a:lvl5pPr lvl="4" rtl="0" algn="ctr">
              <a:spcBef>
                <a:spcPts val="0"/>
              </a:spcBef>
              <a:spcAft>
                <a:spcPts val="0"/>
              </a:spcAft>
              <a:buClr>
                <a:schemeClr val="dk2"/>
              </a:buClr>
              <a:buSzPts val="4000"/>
              <a:buNone/>
              <a:defRPr sz="4000">
                <a:solidFill>
                  <a:schemeClr val="dk2"/>
                </a:solidFill>
              </a:defRPr>
            </a:lvl5pPr>
            <a:lvl6pPr lvl="5" rtl="0" algn="ctr">
              <a:spcBef>
                <a:spcPts val="0"/>
              </a:spcBef>
              <a:spcAft>
                <a:spcPts val="0"/>
              </a:spcAft>
              <a:buClr>
                <a:schemeClr val="dk2"/>
              </a:buClr>
              <a:buSzPts val="4000"/>
              <a:buNone/>
              <a:defRPr sz="4000">
                <a:solidFill>
                  <a:schemeClr val="dk2"/>
                </a:solidFill>
              </a:defRPr>
            </a:lvl6pPr>
            <a:lvl7pPr lvl="6" rtl="0" algn="ctr">
              <a:spcBef>
                <a:spcPts val="0"/>
              </a:spcBef>
              <a:spcAft>
                <a:spcPts val="0"/>
              </a:spcAft>
              <a:buClr>
                <a:schemeClr val="dk2"/>
              </a:buClr>
              <a:buSzPts val="4000"/>
              <a:buNone/>
              <a:defRPr sz="4000">
                <a:solidFill>
                  <a:schemeClr val="dk2"/>
                </a:solidFill>
              </a:defRPr>
            </a:lvl7pPr>
            <a:lvl8pPr lvl="7" rtl="0" algn="ctr">
              <a:spcBef>
                <a:spcPts val="0"/>
              </a:spcBef>
              <a:spcAft>
                <a:spcPts val="0"/>
              </a:spcAft>
              <a:buClr>
                <a:schemeClr val="dk2"/>
              </a:buClr>
              <a:buSzPts val="4000"/>
              <a:buNone/>
              <a:defRPr sz="4000">
                <a:solidFill>
                  <a:schemeClr val="dk2"/>
                </a:solidFill>
              </a:defRPr>
            </a:lvl8pPr>
            <a:lvl9pPr lvl="8" rtl="0" algn="ctr">
              <a:spcBef>
                <a:spcPts val="0"/>
              </a:spcBef>
              <a:spcAft>
                <a:spcPts val="0"/>
              </a:spcAft>
              <a:buClr>
                <a:schemeClr val="dk2"/>
              </a:buClr>
              <a:buSzPts val="4000"/>
              <a:buNone/>
              <a:defRPr sz="4000">
                <a:solidFill>
                  <a:schemeClr val="dk2"/>
                </a:solidFill>
              </a:defRPr>
            </a:lvl9pPr>
          </a:lstStyle>
          <a:p>
            <a:r>
              <a:t>xx%</a:t>
            </a:r>
          </a:p>
        </p:txBody>
      </p:sp>
      <p:sp>
        <p:nvSpPr>
          <p:cNvPr id="86" name="Google Shape;86;p13"/>
          <p:cNvSpPr txBox="1"/>
          <p:nvPr>
            <p:ph hasCustomPrompt="1" idx="15" type="title"/>
          </p:nvPr>
        </p:nvSpPr>
        <p:spPr>
          <a:xfrm>
            <a:off x="5724450" y="3082738"/>
            <a:ext cx="1039200" cy="667500"/>
          </a:xfrm>
          <a:prstGeom prst="rect">
            <a:avLst/>
          </a:prstGeom>
        </p:spPr>
        <p:txBody>
          <a:bodyPr anchorCtr="0" anchor="ctr" bIns="91425" lIns="91425" spcFirstLastPara="1" rIns="91425" wrap="square" tIns="91425">
            <a:noAutofit/>
          </a:bodyPr>
          <a:lstStyle>
            <a:lvl1pPr lvl="0" rtl="0" algn="ctr">
              <a:spcBef>
                <a:spcPts val="0"/>
              </a:spcBef>
              <a:spcAft>
                <a:spcPts val="0"/>
              </a:spcAft>
              <a:buClr>
                <a:schemeClr val="dk2"/>
              </a:buClr>
              <a:buSzPts val="4000"/>
              <a:buNone/>
              <a:defRPr sz="3800">
                <a:solidFill>
                  <a:schemeClr val="accent1"/>
                </a:solidFill>
              </a:defRPr>
            </a:lvl1pPr>
            <a:lvl2pPr lvl="1" rtl="0" algn="ctr">
              <a:spcBef>
                <a:spcPts val="0"/>
              </a:spcBef>
              <a:spcAft>
                <a:spcPts val="0"/>
              </a:spcAft>
              <a:buClr>
                <a:schemeClr val="dk2"/>
              </a:buClr>
              <a:buSzPts val="4000"/>
              <a:buNone/>
              <a:defRPr sz="4000">
                <a:solidFill>
                  <a:schemeClr val="dk2"/>
                </a:solidFill>
              </a:defRPr>
            </a:lvl2pPr>
            <a:lvl3pPr lvl="2" rtl="0" algn="ctr">
              <a:spcBef>
                <a:spcPts val="0"/>
              </a:spcBef>
              <a:spcAft>
                <a:spcPts val="0"/>
              </a:spcAft>
              <a:buClr>
                <a:schemeClr val="dk2"/>
              </a:buClr>
              <a:buSzPts val="4000"/>
              <a:buNone/>
              <a:defRPr sz="4000">
                <a:solidFill>
                  <a:schemeClr val="dk2"/>
                </a:solidFill>
              </a:defRPr>
            </a:lvl3pPr>
            <a:lvl4pPr lvl="3" rtl="0" algn="ctr">
              <a:spcBef>
                <a:spcPts val="0"/>
              </a:spcBef>
              <a:spcAft>
                <a:spcPts val="0"/>
              </a:spcAft>
              <a:buClr>
                <a:schemeClr val="dk2"/>
              </a:buClr>
              <a:buSzPts val="4000"/>
              <a:buNone/>
              <a:defRPr sz="4000">
                <a:solidFill>
                  <a:schemeClr val="dk2"/>
                </a:solidFill>
              </a:defRPr>
            </a:lvl4pPr>
            <a:lvl5pPr lvl="4" rtl="0" algn="ctr">
              <a:spcBef>
                <a:spcPts val="0"/>
              </a:spcBef>
              <a:spcAft>
                <a:spcPts val="0"/>
              </a:spcAft>
              <a:buClr>
                <a:schemeClr val="dk2"/>
              </a:buClr>
              <a:buSzPts val="4000"/>
              <a:buNone/>
              <a:defRPr sz="4000">
                <a:solidFill>
                  <a:schemeClr val="dk2"/>
                </a:solidFill>
              </a:defRPr>
            </a:lvl5pPr>
            <a:lvl6pPr lvl="5" rtl="0" algn="ctr">
              <a:spcBef>
                <a:spcPts val="0"/>
              </a:spcBef>
              <a:spcAft>
                <a:spcPts val="0"/>
              </a:spcAft>
              <a:buClr>
                <a:schemeClr val="dk2"/>
              </a:buClr>
              <a:buSzPts val="4000"/>
              <a:buNone/>
              <a:defRPr sz="4000">
                <a:solidFill>
                  <a:schemeClr val="dk2"/>
                </a:solidFill>
              </a:defRPr>
            </a:lvl6pPr>
            <a:lvl7pPr lvl="6" rtl="0" algn="ctr">
              <a:spcBef>
                <a:spcPts val="0"/>
              </a:spcBef>
              <a:spcAft>
                <a:spcPts val="0"/>
              </a:spcAft>
              <a:buClr>
                <a:schemeClr val="dk2"/>
              </a:buClr>
              <a:buSzPts val="4000"/>
              <a:buNone/>
              <a:defRPr sz="4000">
                <a:solidFill>
                  <a:schemeClr val="dk2"/>
                </a:solidFill>
              </a:defRPr>
            </a:lvl7pPr>
            <a:lvl8pPr lvl="7" rtl="0" algn="ctr">
              <a:spcBef>
                <a:spcPts val="0"/>
              </a:spcBef>
              <a:spcAft>
                <a:spcPts val="0"/>
              </a:spcAft>
              <a:buClr>
                <a:schemeClr val="dk2"/>
              </a:buClr>
              <a:buSzPts val="4000"/>
              <a:buNone/>
              <a:defRPr sz="4000">
                <a:solidFill>
                  <a:schemeClr val="dk2"/>
                </a:solidFill>
              </a:defRPr>
            </a:lvl8pPr>
            <a:lvl9pPr lvl="8" rtl="0" algn="ctr">
              <a:spcBef>
                <a:spcPts val="0"/>
              </a:spcBef>
              <a:spcAft>
                <a:spcPts val="0"/>
              </a:spcAft>
              <a:buClr>
                <a:schemeClr val="dk2"/>
              </a:buClr>
              <a:buSzPts val="4000"/>
              <a:buNone/>
              <a:defRPr sz="4000">
                <a:solidFill>
                  <a:schemeClr val="dk2"/>
                </a:solidFill>
              </a:defRPr>
            </a:lvl9pPr>
          </a:lstStyle>
          <a:p>
            <a:r>
              <a:t>xx%</a:t>
            </a:r>
          </a:p>
        </p:txBody>
      </p:sp>
      <p:cxnSp>
        <p:nvCxnSpPr>
          <p:cNvPr id="87" name="Google Shape;87;p13"/>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88" name="Google Shape;88;p13"/>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1">
  <p:cSld name="CUSTOM_11">
    <p:spTree>
      <p:nvGrpSpPr>
        <p:cNvPr id="89" name="Shape 89"/>
        <p:cNvGrpSpPr/>
        <p:nvPr/>
      </p:nvGrpSpPr>
      <p:grpSpPr>
        <a:xfrm>
          <a:off x="0" y="0"/>
          <a:ext cx="0" cy="0"/>
          <a:chOff x="0" y="0"/>
          <a:chExt cx="0" cy="0"/>
        </a:xfrm>
      </p:grpSpPr>
      <p:sp>
        <p:nvSpPr>
          <p:cNvPr id="90" name="Google Shape;90;p14"/>
          <p:cNvSpPr txBox="1"/>
          <p:nvPr>
            <p:ph type="title"/>
          </p:nvPr>
        </p:nvSpPr>
        <p:spPr>
          <a:xfrm>
            <a:off x="720000" y="1677218"/>
            <a:ext cx="2336400" cy="4050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91" name="Google Shape;91;p14"/>
          <p:cNvSpPr txBox="1"/>
          <p:nvPr>
            <p:ph hasCustomPrompt="1" idx="2" type="title"/>
          </p:nvPr>
        </p:nvSpPr>
        <p:spPr>
          <a:xfrm>
            <a:off x="1482600" y="1095325"/>
            <a:ext cx="8112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900"/>
              <a:buNone/>
              <a:defRPr sz="3800"/>
            </a:lvl1pPr>
            <a:lvl2pPr lvl="1" rtl="0">
              <a:spcBef>
                <a:spcPts val="0"/>
              </a:spcBef>
              <a:spcAft>
                <a:spcPts val="0"/>
              </a:spcAft>
              <a:buSzPts val="3900"/>
              <a:buNone/>
              <a:defRPr sz="3900"/>
            </a:lvl2pPr>
            <a:lvl3pPr lvl="2" rtl="0">
              <a:spcBef>
                <a:spcPts val="0"/>
              </a:spcBef>
              <a:spcAft>
                <a:spcPts val="0"/>
              </a:spcAft>
              <a:buSzPts val="3900"/>
              <a:buNone/>
              <a:defRPr sz="3900"/>
            </a:lvl3pPr>
            <a:lvl4pPr lvl="3" rtl="0">
              <a:spcBef>
                <a:spcPts val="0"/>
              </a:spcBef>
              <a:spcAft>
                <a:spcPts val="0"/>
              </a:spcAft>
              <a:buSzPts val="3900"/>
              <a:buNone/>
              <a:defRPr sz="3900"/>
            </a:lvl4pPr>
            <a:lvl5pPr lvl="4" rtl="0">
              <a:spcBef>
                <a:spcPts val="0"/>
              </a:spcBef>
              <a:spcAft>
                <a:spcPts val="0"/>
              </a:spcAft>
              <a:buSzPts val="3900"/>
              <a:buNone/>
              <a:defRPr sz="3900"/>
            </a:lvl5pPr>
            <a:lvl6pPr lvl="5" rtl="0">
              <a:spcBef>
                <a:spcPts val="0"/>
              </a:spcBef>
              <a:spcAft>
                <a:spcPts val="0"/>
              </a:spcAft>
              <a:buSzPts val="3900"/>
              <a:buNone/>
              <a:defRPr sz="3900"/>
            </a:lvl6pPr>
            <a:lvl7pPr lvl="6" rtl="0">
              <a:spcBef>
                <a:spcPts val="0"/>
              </a:spcBef>
              <a:spcAft>
                <a:spcPts val="0"/>
              </a:spcAft>
              <a:buSzPts val="3900"/>
              <a:buNone/>
              <a:defRPr sz="3900"/>
            </a:lvl7pPr>
            <a:lvl8pPr lvl="7" rtl="0">
              <a:spcBef>
                <a:spcPts val="0"/>
              </a:spcBef>
              <a:spcAft>
                <a:spcPts val="0"/>
              </a:spcAft>
              <a:buSzPts val="3900"/>
              <a:buNone/>
              <a:defRPr sz="3900"/>
            </a:lvl8pPr>
            <a:lvl9pPr lvl="8" rtl="0">
              <a:spcBef>
                <a:spcPts val="0"/>
              </a:spcBef>
              <a:spcAft>
                <a:spcPts val="0"/>
              </a:spcAft>
              <a:buSzPts val="3900"/>
              <a:buNone/>
              <a:defRPr sz="3900"/>
            </a:lvl9pPr>
          </a:lstStyle>
          <a:p>
            <a:r>
              <a:t>xx%</a:t>
            </a:r>
          </a:p>
        </p:txBody>
      </p:sp>
      <p:sp>
        <p:nvSpPr>
          <p:cNvPr id="92" name="Google Shape;92;p14"/>
          <p:cNvSpPr txBox="1"/>
          <p:nvPr>
            <p:ph idx="1" type="subTitle"/>
          </p:nvPr>
        </p:nvSpPr>
        <p:spPr>
          <a:xfrm>
            <a:off x="720000" y="2081199"/>
            <a:ext cx="23364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800"/>
              <a:buNone/>
              <a:defRPr sz="1400"/>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sp>
        <p:nvSpPr>
          <p:cNvPr id="93" name="Google Shape;93;p14"/>
          <p:cNvSpPr txBox="1"/>
          <p:nvPr>
            <p:ph idx="3" type="title"/>
          </p:nvPr>
        </p:nvSpPr>
        <p:spPr>
          <a:xfrm>
            <a:off x="3403800" y="1677218"/>
            <a:ext cx="2336400" cy="4050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94" name="Google Shape;94;p14"/>
          <p:cNvSpPr txBox="1"/>
          <p:nvPr>
            <p:ph hasCustomPrompt="1" idx="4" type="title"/>
          </p:nvPr>
        </p:nvSpPr>
        <p:spPr>
          <a:xfrm>
            <a:off x="4166400" y="1095325"/>
            <a:ext cx="8112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900"/>
              <a:buNone/>
              <a:defRPr sz="3800"/>
            </a:lvl1pPr>
            <a:lvl2pPr lvl="1" rtl="0">
              <a:spcBef>
                <a:spcPts val="0"/>
              </a:spcBef>
              <a:spcAft>
                <a:spcPts val="0"/>
              </a:spcAft>
              <a:buSzPts val="3900"/>
              <a:buNone/>
              <a:defRPr sz="3900"/>
            </a:lvl2pPr>
            <a:lvl3pPr lvl="2" rtl="0">
              <a:spcBef>
                <a:spcPts val="0"/>
              </a:spcBef>
              <a:spcAft>
                <a:spcPts val="0"/>
              </a:spcAft>
              <a:buSzPts val="3900"/>
              <a:buNone/>
              <a:defRPr sz="3900"/>
            </a:lvl3pPr>
            <a:lvl4pPr lvl="3" rtl="0">
              <a:spcBef>
                <a:spcPts val="0"/>
              </a:spcBef>
              <a:spcAft>
                <a:spcPts val="0"/>
              </a:spcAft>
              <a:buSzPts val="3900"/>
              <a:buNone/>
              <a:defRPr sz="3900"/>
            </a:lvl4pPr>
            <a:lvl5pPr lvl="4" rtl="0">
              <a:spcBef>
                <a:spcPts val="0"/>
              </a:spcBef>
              <a:spcAft>
                <a:spcPts val="0"/>
              </a:spcAft>
              <a:buSzPts val="3900"/>
              <a:buNone/>
              <a:defRPr sz="3900"/>
            </a:lvl5pPr>
            <a:lvl6pPr lvl="5" rtl="0">
              <a:spcBef>
                <a:spcPts val="0"/>
              </a:spcBef>
              <a:spcAft>
                <a:spcPts val="0"/>
              </a:spcAft>
              <a:buSzPts val="3900"/>
              <a:buNone/>
              <a:defRPr sz="3900"/>
            </a:lvl6pPr>
            <a:lvl7pPr lvl="6" rtl="0">
              <a:spcBef>
                <a:spcPts val="0"/>
              </a:spcBef>
              <a:spcAft>
                <a:spcPts val="0"/>
              </a:spcAft>
              <a:buSzPts val="3900"/>
              <a:buNone/>
              <a:defRPr sz="3900"/>
            </a:lvl7pPr>
            <a:lvl8pPr lvl="7" rtl="0">
              <a:spcBef>
                <a:spcPts val="0"/>
              </a:spcBef>
              <a:spcAft>
                <a:spcPts val="0"/>
              </a:spcAft>
              <a:buSzPts val="3900"/>
              <a:buNone/>
              <a:defRPr sz="3900"/>
            </a:lvl8pPr>
            <a:lvl9pPr lvl="8" rtl="0">
              <a:spcBef>
                <a:spcPts val="0"/>
              </a:spcBef>
              <a:spcAft>
                <a:spcPts val="0"/>
              </a:spcAft>
              <a:buSzPts val="3900"/>
              <a:buNone/>
              <a:defRPr sz="3900"/>
            </a:lvl9pPr>
          </a:lstStyle>
          <a:p>
            <a:r>
              <a:t>xx%</a:t>
            </a:r>
          </a:p>
        </p:txBody>
      </p:sp>
      <p:sp>
        <p:nvSpPr>
          <p:cNvPr id="95" name="Google Shape;95;p14"/>
          <p:cNvSpPr txBox="1"/>
          <p:nvPr>
            <p:ph idx="5" type="subTitle"/>
          </p:nvPr>
        </p:nvSpPr>
        <p:spPr>
          <a:xfrm>
            <a:off x="3403800" y="2081208"/>
            <a:ext cx="23364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800"/>
              <a:buNone/>
              <a:defRPr sz="1400">
                <a:solidFill>
                  <a:schemeClr val="dk1"/>
                </a:solidFill>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sp>
        <p:nvSpPr>
          <p:cNvPr id="96" name="Google Shape;96;p14"/>
          <p:cNvSpPr txBox="1"/>
          <p:nvPr>
            <p:ph idx="6" type="title"/>
          </p:nvPr>
        </p:nvSpPr>
        <p:spPr>
          <a:xfrm>
            <a:off x="6087600" y="1677218"/>
            <a:ext cx="2336400" cy="4050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97" name="Google Shape;97;p14"/>
          <p:cNvSpPr txBox="1"/>
          <p:nvPr>
            <p:ph hasCustomPrompt="1" idx="7" type="title"/>
          </p:nvPr>
        </p:nvSpPr>
        <p:spPr>
          <a:xfrm>
            <a:off x="6850200" y="1095325"/>
            <a:ext cx="8112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900"/>
              <a:buNone/>
              <a:defRPr sz="3800"/>
            </a:lvl1pPr>
            <a:lvl2pPr lvl="1" rtl="0">
              <a:spcBef>
                <a:spcPts val="0"/>
              </a:spcBef>
              <a:spcAft>
                <a:spcPts val="0"/>
              </a:spcAft>
              <a:buSzPts val="3900"/>
              <a:buNone/>
              <a:defRPr sz="3900"/>
            </a:lvl2pPr>
            <a:lvl3pPr lvl="2" rtl="0">
              <a:spcBef>
                <a:spcPts val="0"/>
              </a:spcBef>
              <a:spcAft>
                <a:spcPts val="0"/>
              </a:spcAft>
              <a:buSzPts val="3900"/>
              <a:buNone/>
              <a:defRPr sz="3900"/>
            </a:lvl3pPr>
            <a:lvl4pPr lvl="3" rtl="0">
              <a:spcBef>
                <a:spcPts val="0"/>
              </a:spcBef>
              <a:spcAft>
                <a:spcPts val="0"/>
              </a:spcAft>
              <a:buSzPts val="3900"/>
              <a:buNone/>
              <a:defRPr sz="3900"/>
            </a:lvl4pPr>
            <a:lvl5pPr lvl="4" rtl="0">
              <a:spcBef>
                <a:spcPts val="0"/>
              </a:spcBef>
              <a:spcAft>
                <a:spcPts val="0"/>
              </a:spcAft>
              <a:buSzPts val="3900"/>
              <a:buNone/>
              <a:defRPr sz="3900"/>
            </a:lvl5pPr>
            <a:lvl6pPr lvl="5" rtl="0">
              <a:spcBef>
                <a:spcPts val="0"/>
              </a:spcBef>
              <a:spcAft>
                <a:spcPts val="0"/>
              </a:spcAft>
              <a:buSzPts val="3900"/>
              <a:buNone/>
              <a:defRPr sz="3900"/>
            </a:lvl6pPr>
            <a:lvl7pPr lvl="6" rtl="0">
              <a:spcBef>
                <a:spcPts val="0"/>
              </a:spcBef>
              <a:spcAft>
                <a:spcPts val="0"/>
              </a:spcAft>
              <a:buSzPts val="3900"/>
              <a:buNone/>
              <a:defRPr sz="3900"/>
            </a:lvl7pPr>
            <a:lvl8pPr lvl="7" rtl="0">
              <a:spcBef>
                <a:spcPts val="0"/>
              </a:spcBef>
              <a:spcAft>
                <a:spcPts val="0"/>
              </a:spcAft>
              <a:buSzPts val="3900"/>
              <a:buNone/>
              <a:defRPr sz="3900"/>
            </a:lvl8pPr>
            <a:lvl9pPr lvl="8" rtl="0">
              <a:spcBef>
                <a:spcPts val="0"/>
              </a:spcBef>
              <a:spcAft>
                <a:spcPts val="0"/>
              </a:spcAft>
              <a:buSzPts val="3900"/>
              <a:buNone/>
              <a:defRPr sz="3900"/>
            </a:lvl9pPr>
          </a:lstStyle>
          <a:p>
            <a:r>
              <a:t>xx%</a:t>
            </a:r>
          </a:p>
        </p:txBody>
      </p:sp>
      <p:sp>
        <p:nvSpPr>
          <p:cNvPr id="98" name="Google Shape;98;p14"/>
          <p:cNvSpPr txBox="1"/>
          <p:nvPr>
            <p:ph idx="8" type="subTitle"/>
          </p:nvPr>
        </p:nvSpPr>
        <p:spPr>
          <a:xfrm>
            <a:off x="6087600" y="2081208"/>
            <a:ext cx="23364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800"/>
              <a:buNone/>
              <a:defRPr sz="1400">
                <a:solidFill>
                  <a:schemeClr val="dk1"/>
                </a:solidFill>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sp>
        <p:nvSpPr>
          <p:cNvPr id="99" name="Google Shape;99;p14"/>
          <p:cNvSpPr txBox="1"/>
          <p:nvPr>
            <p:ph idx="9" type="title"/>
          </p:nvPr>
        </p:nvSpPr>
        <p:spPr>
          <a:xfrm>
            <a:off x="720000" y="3313579"/>
            <a:ext cx="2336400" cy="4050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100" name="Google Shape;100;p14"/>
          <p:cNvSpPr txBox="1"/>
          <p:nvPr>
            <p:ph hasCustomPrompt="1" idx="13" type="title"/>
          </p:nvPr>
        </p:nvSpPr>
        <p:spPr>
          <a:xfrm>
            <a:off x="1482600" y="2714087"/>
            <a:ext cx="8112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900"/>
              <a:buNone/>
              <a:defRPr sz="3800"/>
            </a:lvl1pPr>
            <a:lvl2pPr lvl="1" rtl="0">
              <a:spcBef>
                <a:spcPts val="0"/>
              </a:spcBef>
              <a:spcAft>
                <a:spcPts val="0"/>
              </a:spcAft>
              <a:buSzPts val="3900"/>
              <a:buNone/>
              <a:defRPr sz="3900"/>
            </a:lvl2pPr>
            <a:lvl3pPr lvl="2" rtl="0">
              <a:spcBef>
                <a:spcPts val="0"/>
              </a:spcBef>
              <a:spcAft>
                <a:spcPts val="0"/>
              </a:spcAft>
              <a:buSzPts val="3900"/>
              <a:buNone/>
              <a:defRPr sz="3900"/>
            </a:lvl3pPr>
            <a:lvl4pPr lvl="3" rtl="0">
              <a:spcBef>
                <a:spcPts val="0"/>
              </a:spcBef>
              <a:spcAft>
                <a:spcPts val="0"/>
              </a:spcAft>
              <a:buSzPts val="3900"/>
              <a:buNone/>
              <a:defRPr sz="3900"/>
            </a:lvl4pPr>
            <a:lvl5pPr lvl="4" rtl="0">
              <a:spcBef>
                <a:spcPts val="0"/>
              </a:spcBef>
              <a:spcAft>
                <a:spcPts val="0"/>
              </a:spcAft>
              <a:buSzPts val="3900"/>
              <a:buNone/>
              <a:defRPr sz="3900"/>
            </a:lvl5pPr>
            <a:lvl6pPr lvl="5" rtl="0">
              <a:spcBef>
                <a:spcPts val="0"/>
              </a:spcBef>
              <a:spcAft>
                <a:spcPts val="0"/>
              </a:spcAft>
              <a:buSzPts val="3900"/>
              <a:buNone/>
              <a:defRPr sz="3900"/>
            </a:lvl6pPr>
            <a:lvl7pPr lvl="6" rtl="0">
              <a:spcBef>
                <a:spcPts val="0"/>
              </a:spcBef>
              <a:spcAft>
                <a:spcPts val="0"/>
              </a:spcAft>
              <a:buSzPts val="3900"/>
              <a:buNone/>
              <a:defRPr sz="3900"/>
            </a:lvl7pPr>
            <a:lvl8pPr lvl="7" rtl="0">
              <a:spcBef>
                <a:spcPts val="0"/>
              </a:spcBef>
              <a:spcAft>
                <a:spcPts val="0"/>
              </a:spcAft>
              <a:buSzPts val="3900"/>
              <a:buNone/>
              <a:defRPr sz="3900"/>
            </a:lvl8pPr>
            <a:lvl9pPr lvl="8" rtl="0">
              <a:spcBef>
                <a:spcPts val="0"/>
              </a:spcBef>
              <a:spcAft>
                <a:spcPts val="0"/>
              </a:spcAft>
              <a:buSzPts val="3900"/>
              <a:buNone/>
              <a:defRPr sz="3900"/>
            </a:lvl9pPr>
          </a:lstStyle>
          <a:p>
            <a:r>
              <a:t>xx%</a:t>
            </a:r>
          </a:p>
        </p:txBody>
      </p:sp>
      <p:sp>
        <p:nvSpPr>
          <p:cNvPr id="101" name="Google Shape;101;p14"/>
          <p:cNvSpPr txBox="1"/>
          <p:nvPr>
            <p:ph idx="14" type="subTitle"/>
          </p:nvPr>
        </p:nvSpPr>
        <p:spPr>
          <a:xfrm>
            <a:off x="720000" y="3705863"/>
            <a:ext cx="23364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800"/>
              <a:buNone/>
              <a:defRPr sz="1400">
                <a:solidFill>
                  <a:schemeClr val="dk1"/>
                </a:solidFill>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sp>
        <p:nvSpPr>
          <p:cNvPr id="102" name="Google Shape;102;p14"/>
          <p:cNvSpPr txBox="1"/>
          <p:nvPr>
            <p:ph idx="15" type="title"/>
          </p:nvPr>
        </p:nvSpPr>
        <p:spPr>
          <a:xfrm>
            <a:off x="3403800" y="3313579"/>
            <a:ext cx="2336400" cy="4050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103" name="Google Shape;103;p14"/>
          <p:cNvSpPr txBox="1"/>
          <p:nvPr>
            <p:ph hasCustomPrompt="1" idx="16" type="title"/>
          </p:nvPr>
        </p:nvSpPr>
        <p:spPr>
          <a:xfrm>
            <a:off x="4166400" y="2714087"/>
            <a:ext cx="8112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900"/>
              <a:buNone/>
              <a:defRPr sz="3800"/>
            </a:lvl1pPr>
            <a:lvl2pPr lvl="1" rtl="0">
              <a:spcBef>
                <a:spcPts val="0"/>
              </a:spcBef>
              <a:spcAft>
                <a:spcPts val="0"/>
              </a:spcAft>
              <a:buSzPts val="3900"/>
              <a:buNone/>
              <a:defRPr sz="3900"/>
            </a:lvl2pPr>
            <a:lvl3pPr lvl="2" rtl="0">
              <a:spcBef>
                <a:spcPts val="0"/>
              </a:spcBef>
              <a:spcAft>
                <a:spcPts val="0"/>
              </a:spcAft>
              <a:buSzPts val="3900"/>
              <a:buNone/>
              <a:defRPr sz="3900"/>
            </a:lvl3pPr>
            <a:lvl4pPr lvl="3" rtl="0">
              <a:spcBef>
                <a:spcPts val="0"/>
              </a:spcBef>
              <a:spcAft>
                <a:spcPts val="0"/>
              </a:spcAft>
              <a:buSzPts val="3900"/>
              <a:buNone/>
              <a:defRPr sz="3900"/>
            </a:lvl4pPr>
            <a:lvl5pPr lvl="4" rtl="0">
              <a:spcBef>
                <a:spcPts val="0"/>
              </a:spcBef>
              <a:spcAft>
                <a:spcPts val="0"/>
              </a:spcAft>
              <a:buSzPts val="3900"/>
              <a:buNone/>
              <a:defRPr sz="3900"/>
            </a:lvl5pPr>
            <a:lvl6pPr lvl="5" rtl="0">
              <a:spcBef>
                <a:spcPts val="0"/>
              </a:spcBef>
              <a:spcAft>
                <a:spcPts val="0"/>
              </a:spcAft>
              <a:buSzPts val="3900"/>
              <a:buNone/>
              <a:defRPr sz="3900"/>
            </a:lvl6pPr>
            <a:lvl7pPr lvl="6" rtl="0">
              <a:spcBef>
                <a:spcPts val="0"/>
              </a:spcBef>
              <a:spcAft>
                <a:spcPts val="0"/>
              </a:spcAft>
              <a:buSzPts val="3900"/>
              <a:buNone/>
              <a:defRPr sz="3900"/>
            </a:lvl7pPr>
            <a:lvl8pPr lvl="7" rtl="0">
              <a:spcBef>
                <a:spcPts val="0"/>
              </a:spcBef>
              <a:spcAft>
                <a:spcPts val="0"/>
              </a:spcAft>
              <a:buSzPts val="3900"/>
              <a:buNone/>
              <a:defRPr sz="3900"/>
            </a:lvl8pPr>
            <a:lvl9pPr lvl="8" rtl="0">
              <a:spcBef>
                <a:spcPts val="0"/>
              </a:spcBef>
              <a:spcAft>
                <a:spcPts val="0"/>
              </a:spcAft>
              <a:buSzPts val="3900"/>
              <a:buNone/>
              <a:defRPr sz="3900"/>
            </a:lvl9pPr>
          </a:lstStyle>
          <a:p>
            <a:r>
              <a:t>xx%</a:t>
            </a:r>
          </a:p>
        </p:txBody>
      </p:sp>
      <p:sp>
        <p:nvSpPr>
          <p:cNvPr id="104" name="Google Shape;104;p14"/>
          <p:cNvSpPr txBox="1"/>
          <p:nvPr>
            <p:ph idx="17" type="subTitle"/>
          </p:nvPr>
        </p:nvSpPr>
        <p:spPr>
          <a:xfrm>
            <a:off x="3403800" y="3705863"/>
            <a:ext cx="23364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800"/>
              <a:buNone/>
              <a:defRPr sz="1400">
                <a:solidFill>
                  <a:schemeClr val="dk1"/>
                </a:solidFill>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sp>
        <p:nvSpPr>
          <p:cNvPr id="105" name="Google Shape;105;p14"/>
          <p:cNvSpPr txBox="1"/>
          <p:nvPr>
            <p:ph idx="18" type="title"/>
          </p:nvPr>
        </p:nvSpPr>
        <p:spPr>
          <a:xfrm>
            <a:off x="6087600" y="3313579"/>
            <a:ext cx="2336400" cy="4050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106" name="Google Shape;106;p14"/>
          <p:cNvSpPr txBox="1"/>
          <p:nvPr>
            <p:ph hasCustomPrompt="1" idx="19" type="title"/>
          </p:nvPr>
        </p:nvSpPr>
        <p:spPr>
          <a:xfrm>
            <a:off x="6850200" y="2714087"/>
            <a:ext cx="8112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900"/>
              <a:buNone/>
              <a:defRPr sz="3800"/>
            </a:lvl1pPr>
            <a:lvl2pPr lvl="1" rtl="0">
              <a:spcBef>
                <a:spcPts val="0"/>
              </a:spcBef>
              <a:spcAft>
                <a:spcPts val="0"/>
              </a:spcAft>
              <a:buSzPts val="3900"/>
              <a:buNone/>
              <a:defRPr sz="3900"/>
            </a:lvl2pPr>
            <a:lvl3pPr lvl="2" rtl="0">
              <a:spcBef>
                <a:spcPts val="0"/>
              </a:spcBef>
              <a:spcAft>
                <a:spcPts val="0"/>
              </a:spcAft>
              <a:buSzPts val="3900"/>
              <a:buNone/>
              <a:defRPr sz="3900"/>
            </a:lvl3pPr>
            <a:lvl4pPr lvl="3" rtl="0">
              <a:spcBef>
                <a:spcPts val="0"/>
              </a:spcBef>
              <a:spcAft>
                <a:spcPts val="0"/>
              </a:spcAft>
              <a:buSzPts val="3900"/>
              <a:buNone/>
              <a:defRPr sz="3900"/>
            </a:lvl4pPr>
            <a:lvl5pPr lvl="4" rtl="0">
              <a:spcBef>
                <a:spcPts val="0"/>
              </a:spcBef>
              <a:spcAft>
                <a:spcPts val="0"/>
              </a:spcAft>
              <a:buSzPts val="3900"/>
              <a:buNone/>
              <a:defRPr sz="3900"/>
            </a:lvl5pPr>
            <a:lvl6pPr lvl="5" rtl="0">
              <a:spcBef>
                <a:spcPts val="0"/>
              </a:spcBef>
              <a:spcAft>
                <a:spcPts val="0"/>
              </a:spcAft>
              <a:buSzPts val="3900"/>
              <a:buNone/>
              <a:defRPr sz="3900"/>
            </a:lvl6pPr>
            <a:lvl7pPr lvl="6" rtl="0">
              <a:spcBef>
                <a:spcPts val="0"/>
              </a:spcBef>
              <a:spcAft>
                <a:spcPts val="0"/>
              </a:spcAft>
              <a:buSzPts val="3900"/>
              <a:buNone/>
              <a:defRPr sz="3900"/>
            </a:lvl7pPr>
            <a:lvl8pPr lvl="7" rtl="0">
              <a:spcBef>
                <a:spcPts val="0"/>
              </a:spcBef>
              <a:spcAft>
                <a:spcPts val="0"/>
              </a:spcAft>
              <a:buSzPts val="3900"/>
              <a:buNone/>
              <a:defRPr sz="3900"/>
            </a:lvl8pPr>
            <a:lvl9pPr lvl="8" rtl="0">
              <a:spcBef>
                <a:spcPts val="0"/>
              </a:spcBef>
              <a:spcAft>
                <a:spcPts val="0"/>
              </a:spcAft>
              <a:buSzPts val="3900"/>
              <a:buNone/>
              <a:defRPr sz="3900"/>
            </a:lvl9pPr>
          </a:lstStyle>
          <a:p>
            <a:r>
              <a:t>xx%</a:t>
            </a:r>
          </a:p>
        </p:txBody>
      </p:sp>
      <p:sp>
        <p:nvSpPr>
          <p:cNvPr id="107" name="Google Shape;107;p14"/>
          <p:cNvSpPr txBox="1"/>
          <p:nvPr>
            <p:ph idx="20" type="subTitle"/>
          </p:nvPr>
        </p:nvSpPr>
        <p:spPr>
          <a:xfrm>
            <a:off x="6087600" y="3705863"/>
            <a:ext cx="23364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800"/>
              <a:buNone/>
              <a:defRPr sz="1400">
                <a:solidFill>
                  <a:schemeClr val="dk1"/>
                </a:solidFill>
              </a:defRPr>
            </a:lvl1pPr>
            <a:lvl2pPr lvl="1" rtl="0">
              <a:lnSpc>
                <a:spcPct val="100000"/>
              </a:lnSpc>
              <a:spcBef>
                <a:spcPts val="0"/>
              </a:spcBef>
              <a:spcAft>
                <a:spcPts val="0"/>
              </a:spcAft>
              <a:buSzPts val="1400"/>
              <a:buNone/>
              <a:defRPr/>
            </a:lvl2pPr>
            <a:lvl3pPr lvl="2" rtl="0">
              <a:lnSpc>
                <a:spcPct val="100000"/>
              </a:lnSpc>
              <a:spcBef>
                <a:spcPts val="0"/>
              </a:spcBef>
              <a:spcAft>
                <a:spcPts val="0"/>
              </a:spcAft>
              <a:buSzPts val="1400"/>
              <a:buNone/>
              <a:defRPr/>
            </a:lvl3pPr>
            <a:lvl4pPr lvl="3" rtl="0">
              <a:lnSpc>
                <a:spcPct val="100000"/>
              </a:lnSpc>
              <a:spcBef>
                <a:spcPts val="0"/>
              </a:spcBef>
              <a:spcAft>
                <a:spcPts val="0"/>
              </a:spcAft>
              <a:buSzPts val="1400"/>
              <a:buNone/>
              <a:defRPr/>
            </a:lvl4pPr>
            <a:lvl5pPr lvl="4" rtl="0">
              <a:lnSpc>
                <a:spcPct val="100000"/>
              </a:lnSpc>
              <a:spcBef>
                <a:spcPts val="0"/>
              </a:spcBef>
              <a:spcAft>
                <a:spcPts val="0"/>
              </a:spcAft>
              <a:buSzPts val="1400"/>
              <a:buNone/>
              <a:defRPr/>
            </a:lvl5pPr>
            <a:lvl6pPr lvl="5" rtl="0">
              <a:lnSpc>
                <a:spcPct val="100000"/>
              </a:lnSpc>
              <a:spcBef>
                <a:spcPts val="0"/>
              </a:spcBef>
              <a:spcAft>
                <a:spcPts val="0"/>
              </a:spcAft>
              <a:buSzPts val="1400"/>
              <a:buNone/>
              <a:defRPr/>
            </a:lvl6pPr>
            <a:lvl7pPr lvl="6" rtl="0">
              <a:lnSpc>
                <a:spcPct val="100000"/>
              </a:lnSpc>
              <a:spcBef>
                <a:spcPts val="0"/>
              </a:spcBef>
              <a:spcAft>
                <a:spcPts val="0"/>
              </a:spcAft>
              <a:buSzPts val="1400"/>
              <a:buNone/>
              <a:defRPr/>
            </a:lvl7pPr>
            <a:lvl8pPr lvl="7" rtl="0">
              <a:lnSpc>
                <a:spcPct val="100000"/>
              </a:lnSpc>
              <a:spcBef>
                <a:spcPts val="0"/>
              </a:spcBef>
              <a:spcAft>
                <a:spcPts val="0"/>
              </a:spcAft>
              <a:buSzPts val="1400"/>
              <a:buNone/>
              <a:defRPr/>
            </a:lvl8pPr>
            <a:lvl9pPr lvl="8" rtl="0">
              <a:lnSpc>
                <a:spcPct val="100000"/>
              </a:lnSpc>
              <a:spcBef>
                <a:spcPts val="0"/>
              </a:spcBef>
              <a:spcAft>
                <a:spcPts val="0"/>
              </a:spcAft>
              <a:buSzPts val="1400"/>
              <a:buNone/>
              <a:defRPr/>
            </a:lvl9pPr>
          </a:lstStyle>
          <a:p/>
        </p:txBody>
      </p:sp>
      <p:sp>
        <p:nvSpPr>
          <p:cNvPr id="108" name="Google Shape;108;p14"/>
          <p:cNvSpPr txBox="1"/>
          <p:nvPr>
            <p:ph idx="21" type="title"/>
          </p:nvPr>
        </p:nvSpPr>
        <p:spPr>
          <a:xfrm>
            <a:off x="2332400" y="445025"/>
            <a:ext cx="44793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cxnSp>
        <p:nvCxnSpPr>
          <p:cNvPr id="109" name="Google Shape;109;p14"/>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110" name="Google Shape;110;p14"/>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111" name="Google Shape;111;p14"/>
          <p:cNvCxnSpPr/>
          <p:nvPr/>
        </p:nvCxnSpPr>
        <p:spPr>
          <a:xfrm>
            <a:off x="-250225" y="4076450"/>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112" name="Google Shape;112;p14"/>
          <p:cNvCxnSpPr/>
          <p:nvPr/>
        </p:nvCxnSpPr>
        <p:spPr>
          <a:xfrm>
            <a:off x="7441150" y="-48375"/>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CUSTOM_2">
    <p:spTree>
      <p:nvGrpSpPr>
        <p:cNvPr id="113" name="Shape 113"/>
        <p:cNvGrpSpPr/>
        <p:nvPr/>
      </p:nvGrpSpPr>
      <p:grpSpPr>
        <a:xfrm>
          <a:off x="0" y="0"/>
          <a:ext cx="0" cy="0"/>
          <a:chOff x="0" y="0"/>
          <a:chExt cx="0" cy="0"/>
        </a:xfrm>
      </p:grpSpPr>
      <p:sp>
        <p:nvSpPr>
          <p:cNvPr id="114" name="Google Shape;114;p15"/>
          <p:cNvSpPr txBox="1"/>
          <p:nvPr>
            <p:ph type="title"/>
          </p:nvPr>
        </p:nvSpPr>
        <p:spPr>
          <a:xfrm>
            <a:off x="2410500" y="2808253"/>
            <a:ext cx="4323000" cy="497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4800"/>
              <a:buNone/>
              <a:defRPr/>
            </a:lvl1pPr>
            <a:lvl2pPr lvl="1" rtl="0" algn="ctr">
              <a:spcBef>
                <a:spcPts val="0"/>
              </a:spcBef>
              <a:spcAft>
                <a:spcPts val="0"/>
              </a:spcAft>
              <a:buSzPts val="4800"/>
              <a:buFont typeface="Crimson Text"/>
              <a:buNone/>
              <a:defRPr sz="4800">
                <a:latin typeface="Crimson Text"/>
                <a:ea typeface="Crimson Text"/>
                <a:cs typeface="Crimson Text"/>
                <a:sym typeface="Crimson Text"/>
              </a:defRPr>
            </a:lvl2pPr>
            <a:lvl3pPr lvl="2" rtl="0" algn="ctr">
              <a:spcBef>
                <a:spcPts val="0"/>
              </a:spcBef>
              <a:spcAft>
                <a:spcPts val="0"/>
              </a:spcAft>
              <a:buSzPts val="4800"/>
              <a:buFont typeface="Crimson Text"/>
              <a:buNone/>
              <a:defRPr sz="4800">
                <a:latin typeface="Crimson Text"/>
                <a:ea typeface="Crimson Text"/>
                <a:cs typeface="Crimson Text"/>
                <a:sym typeface="Crimson Text"/>
              </a:defRPr>
            </a:lvl3pPr>
            <a:lvl4pPr lvl="3" rtl="0" algn="ctr">
              <a:spcBef>
                <a:spcPts val="0"/>
              </a:spcBef>
              <a:spcAft>
                <a:spcPts val="0"/>
              </a:spcAft>
              <a:buSzPts val="4800"/>
              <a:buFont typeface="Crimson Text"/>
              <a:buNone/>
              <a:defRPr sz="4800">
                <a:latin typeface="Crimson Text"/>
                <a:ea typeface="Crimson Text"/>
                <a:cs typeface="Crimson Text"/>
                <a:sym typeface="Crimson Text"/>
              </a:defRPr>
            </a:lvl4pPr>
            <a:lvl5pPr lvl="4" rtl="0" algn="ctr">
              <a:spcBef>
                <a:spcPts val="0"/>
              </a:spcBef>
              <a:spcAft>
                <a:spcPts val="0"/>
              </a:spcAft>
              <a:buSzPts val="4800"/>
              <a:buFont typeface="Crimson Text"/>
              <a:buNone/>
              <a:defRPr sz="4800">
                <a:latin typeface="Crimson Text"/>
                <a:ea typeface="Crimson Text"/>
                <a:cs typeface="Crimson Text"/>
                <a:sym typeface="Crimson Text"/>
              </a:defRPr>
            </a:lvl5pPr>
            <a:lvl6pPr lvl="5" rtl="0" algn="ctr">
              <a:spcBef>
                <a:spcPts val="0"/>
              </a:spcBef>
              <a:spcAft>
                <a:spcPts val="0"/>
              </a:spcAft>
              <a:buSzPts val="4800"/>
              <a:buFont typeface="Crimson Text"/>
              <a:buNone/>
              <a:defRPr sz="4800">
                <a:latin typeface="Crimson Text"/>
                <a:ea typeface="Crimson Text"/>
                <a:cs typeface="Crimson Text"/>
                <a:sym typeface="Crimson Text"/>
              </a:defRPr>
            </a:lvl6pPr>
            <a:lvl7pPr lvl="6" rtl="0" algn="ctr">
              <a:spcBef>
                <a:spcPts val="0"/>
              </a:spcBef>
              <a:spcAft>
                <a:spcPts val="0"/>
              </a:spcAft>
              <a:buSzPts val="4800"/>
              <a:buFont typeface="Crimson Text"/>
              <a:buNone/>
              <a:defRPr sz="4800">
                <a:latin typeface="Crimson Text"/>
                <a:ea typeface="Crimson Text"/>
                <a:cs typeface="Crimson Text"/>
                <a:sym typeface="Crimson Text"/>
              </a:defRPr>
            </a:lvl7pPr>
            <a:lvl8pPr lvl="7" rtl="0" algn="ctr">
              <a:spcBef>
                <a:spcPts val="0"/>
              </a:spcBef>
              <a:spcAft>
                <a:spcPts val="0"/>
              </a:spcAft>
              <a:buSzPts val="4800"/>
              <a:buFont typeface="Crimson Text"/>
              <a:buNone/>
              <a:defRPr sz="4800">
                <a:latin typeface="Crimson Text"/>
                <a:ea typeface="Crimson Text"/>
                <a:cs typeface="Crimson Text"/>
                <a:sym typeface="Crimson Text"/>
              </a:defRPr>
            </a:lvl8pPr>
            <a:lvl9pPr lvl="8" rtl="0" algn="ctr">
              <a:spcBef>
                <a:spcPts val="0"/>
              </a:spcBef>
              <a:spcAft>
                <a:spcPts val="0"/>
              </a:spcAft>
              <a:buSzPts val="4800"/>
              <a:buFont typeface="Crimson Text"/>
              <a:buNone/>
              <a:defRPr sz="4800">
                <a:latin typeface="Crimson Text"/>
                <a:ea typeface="Crimson Text"/>
                <a:cs typeface="Crimson Text"/>
                <a:sym typeface="Crimson Text"/>
              </a:defRPr>
            </a:lvl9pPr>
          </a:lstStyle>
          <a:p/>
        </p:txBody>
      </p:sp>
      <p:sp>
        <p:nvSpPr>
          <p:cNvPr id="115" name="Google Shape;115;p15"/>
          <p:cNvSpPr txBox="1"/>
          <p:nvPr>
            <p:ph idx="1" type="subTitle"/>
          </p:nvPr>
        </p:nvSpPr>
        <p:spPr>
          <a:xfrm>
            <a:off x="1842900" y="1661963"/>
            <a:ext cx="5458200" cy="9972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800"/>
              <a:buNone/>
              <a:defRPr sz="20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cxnSp>
        <p:nvCxnSpPr>
          <p:cNvPr id="116" name="Google Shape;116;p15"/>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117" name="Google Shape;117;p15"/>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1">
  <p:cSld name="CUSTOM_12">
    <p:spTree>
      <p:nvGrpSpPr>
        <p:cNvPr id="118" name="Shape 118"/>
        <p:cNvGrpSpPr/>
        <p:nvPr/>
      </p:nvGrpSpPr>
      <p:grpSpPr>
        <a:xfrm>
          <a:off x="0" y="0"/>
          <a:ext cx="0" cy="0"/>
          <a:chOff x="0" y="0"/>
          <a:chExt cx="0" cy="0"/>
        </a:xfrm>
      </p:grpSpPr>
      <p:sp>
        <p:nvSpPr>
          <p:cNvPr id="119" name="Google Shape;119;p16"/>
          <p:cNvSpPr txBox="1"/>
          <p:nvPr>
            <p:ph type="title"/>
          </p:nvPr>
        </p:nvSpPr>
        <p:spPr>
          <a:xfrm>
            <a:off x="699900" y="2821263"/>
            <a:ext cx="4323000" cy="497700"/>
          </a:xfrm>
          <a:prstGeom prst="rect">
            <a:avLst/>
          </a:prstGeom>
        </p:spPr>
        <p:txBody>
          <a:bodyPr anchorCtr="0" anchor="t" bIns="91425" lIns="91425" spcFirstLastPara="1" rIns="91425" wrap="square" tIns="91425">
            <a:noAutofit/>
          </a:bodyPr>
          <a:lstStyle>
            <a:lvl1pPr lvl="0" rtl="0">
              <a:spcBef>
                <a:spcPts val="0"/>
              </a:spcBef>
              <a:spcAft>
                <a:spcPts val="0"/>
              </a:spcAft>
              <a:buSzPts val="4800"/>
              <a:buNone/>
              <a:defRPr/>
            </a:lvl1pPr>
            <a:lvl2pPr lvl="1" rtl="0" algn="ctr">
              <a:spcBef>
                <a:spcPts val="0"/>
              </a:spcBef>
              <a:spcAft>
                <a:spcPts val="0"/>
              </a:spcAft>
              <a:buSzPts val="4800"/>
              <a:buFont typeface="Crimson Text"/>
              <a:buNone/>
              <a:defRPr sz="4800">
                <a:latin typeface="Crimson Text"/>
                <a:ea typeface="Crimson Text"/>
                <a:cs typeface="Crimson Text"/>
                <a:sym typeface="Crimson Text"/>
              </a:defRPr>
            </a:lvl2pPr>
            <a:lvl3pPr lvl="2" rtl="0" algn="ctr">
              <a:spcBef>
                <a:spcPts val="0"/>
              </a:spcBef>
              <a:spcAft>
                <a:spcPts val="0"/>
              </a:spcAft>
              <a:buSzPts val="4800"/>
              <a:buFont typeface="Crimson Text"/>
              <a:buNone/>
              <a:defRPr sz="4800">
                <a:latin typeface="Crimson Text"/>
                <a:ea typeface="Crimson Text"/>
                <a:cs typeface="Crimson Text"/>
                <a:sym typeface="Crimson Text"/>
              </a:defRPr>
            </a:lvl3pPr>
            <a:lvl4pPr lvl="3" rtl="0" algn="ctr">
              <a:spcBef>
                <a:spcPts val="0"/>
              </a:spcBef>
              <a:spcAft>
                <a:spcPts val="0"/>
              </a:spcAft>
              <a:buSzPts val="4800"/>
              <a:buFont typeface="Crimson Text"/>
              <a:buNone/>
              <a:defRPr sz="4800">
                <a:latin typeface="Crimson Text"/>
                <a:ea typeface="Crimson Text"/>
                <a:cs typeface="Crimson Text"/>
                <a:sym typeface="Crimson Text"/>
              </a:defRPr>
            </a:lvl4pPr>
            <a:lvl5pPr lvl="4" rtl="0" algn="ctr">
              <a:spcBef>
                <a:spcPts val="0"/>
              </a:spcBef>
              <a:spcAft>
                <a:spcPts val="0"/>
              </a:spcAft>
              <a:buSzPts val="4800"/>
              <a:buFont typeface="Crimson Text"/>
              <a:buNone/>
              <a:defRPr sz="4800">
                <a:latin typeface="Crimson Text"/>
                <a:ea typeface="Crimson Text"/>
                <a:cs typeface="Crimson Text"/>
                <a:sym typeface="Crimson Text"/>
              </a:defRPr>
            </a:lvl5pPr>
            <a:lvl6pPr lvl="5" rtl="0" algn="ctr">
              <a:spcBef>
                <a:spcPts val="0"/>
              </a:spcBef>
              <a:spcAft>
                <a:spcPts val="0"/>
              </a:spcAft>
              <a:buSzPts val="4800"/>
              <a:buFont typeface="Crimson Text"/>
              <a:buNone/>
              <a:defRPr sz="4800">
                <a:latin typeface="Crimson Text"/>
                <a:ea typeface="Crimson Text"/>
                <a:cs typeface="Crimson Text"/>
                <a:sym typeface="Crimson Text"/>
              </a:defRPr>
            </a:lvl6pPr>
            <a:lvl7pPr lvl="6" rtl="0" algn="ctr">
              <a:spcBef>
                <a:spcPts val="0"/>
              </a:spcBef>
              <a:spcAft>
                <a:spcPts val="0"/>
              </a:spcAft>
              <a:buSzPts val="4800"/>
              <a:buFont typeface="Crimson Text"/>
              <a:buNone/>
              <a:defRPr sz="4800">
                <a:latin typeface="Crimson Text"/>
                <a:ea typeface="Crimson Text"/>
                <a:cs typeface="Crimson Text"/>
                <a:sym typeface="Crimson Text"/>
              </a:defRPr>
            </a:lvl7pPr>
            <a:lvl8pPr lvl="7" rtl="0" algn="ctr">
              <a:spcBef>
                <a:spcPts val="0"/>
              </a:spcBef>
              <a:spcAft>
                <a:spcPts val="0"/>
              </a:spcAft>
              <a:buSzPts val="4800"/>
              <a:buFont typeface="Crimson Text"/>
              <a:buNone/>
              <a:defRPr sz="4800">
                <a:latin typeface="Crimson Text"/>
                <a:ea typeface="Crimson Text"/>
                <a:cs typeface="Crimson Text"/>
                <a:sym typeface="Crimson Text"/>
              </a:defRPr>
            </a:lvl8pPr>
            <a:lvl9pPr lvl="8" rtl="0" algn="ctr">
              <a:spcBef>
                <a:spcPts val="0"/>
              </a:spcBef>
              <a:spcAft>
                <a:spcPts val="0"/>
              </a:spcAft>
              <a:buSzPts val="4800"/>
              <a:buFont typeface="Crimson Text"/>
              <a:buNone/>
              <a:defRPr sz="4800">
                <a:latin typeface="Crimson Text"/>
                <a:ea typeface="Crimson Text"/>
                <a:cs typeface="Crimson Text"/>
                <a:sym typeface="Crimson Text"/>
              </a:defRPr>
            </a:lvl9pPr>
          </a:lstStyle>
          <a:p/>
        </p:txBody>
      </p:sp>
      <p:sp>
        <p:nvSpPr>
          <p:cNvPr id="120" name="Google Shape;120;p16"/>
          <p:cNvSpPr txBox="1"/>
          <p:nvPr>
            <p:ph idx="1" type="subTitle"/>
          </p:nvPr>
        </p:nvSpPr>
        <p:spPr>
          <a:xfrm>
            <a:off x="699900" y="1675902"/>
            <a:ext cx="5458200" cy="9972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800"/>
              <a:buNone/>
              <a:defRPr sz="20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cxnSp>
        <p:nvCxnSpPr>
          <p:cNvPr id="121" name="Google Shape;121;p16"/>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122" name="Google Shape;122;p16"/>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123" name="Google Shape;123;p16"/>
          <p:cNvCxnSpPr/>
          <p:nvPr/>
        </p:nvCxnSpPr>
        <p:spPr>
          <a:xfrm flipH="1">
            <a:off x="7454238" y="4053663"/>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124" name="Google Shape;124;p16"/>
          <p:cNvCxnSpPr/>
          <p:nvPr/>
        </p:nvCxnSpPr>
        <p:spPr>
          <a:xfrm flipH="1">
            <a:off x="-237137" y="-71162"/>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p:cSld name="CUSTOM_13">
    <p:spTree>
      <p:nvGrpSpPr>
        <p:cNvPr id="125" name="Shape 125"/>
        <p:cNvGrpSpPr/>
        <p:nvPr/>
      </p:nvGrpSpPr>
      <p:grpSpPr>
        <a:xfrm>
          <a:off x="0" y="0"/>
          <a:ext cx="0" cy="0"/>
          <a:chOff x="0" y="0"/>
          <a:chExt cx="0" cy="0"/>
        </a:xfrm>
      </p:grpSpPr>
      <p:sp>
        <p:nvSpPr>
          <p:cNvPr id="126" name="Google Shape;126;p17"/>
          <p:cNvSpPr txBox="1"/>
          <p:nvPr>
            <p:ph idx="1" type="subTitle"/>
          </p:nvPr>
        </p:nvSpPr>
        <p:spPr>
          <a:xfrm>
            <a:off x="2648400" y="1682000"/>
            <a:ext cx="3847200" cy="23799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chemeClr val="accent1"/>
              </a:buClr>
              <a:buSzPts val="1400"/>
              <a:buChar char="●"/>
              <a:defRPr sz="1400"/>
            </a:lvl1pPr>
            <a:lvl2pPr lvl="1" rtl="0" algn="ctr">
              <a:spcBef>
                <a:spcPts val="0"/>
              </a:spcBef>
              <a:spcAft>
                <a:spcPts val="0"/>
              </a:spcAft>
              <a:buClr>
                <a:schemeClr val="dk1"/>
              </a:buClr>
              <a:buSzPts val="1400"/>
              <a:buChar char="○"/>
              <a:defRPr/>
            </a:lvl2pPr>
            <a:lvl3pPr lvl="2" rtl="0" algn="ctr">
              <a:spcBef>
                <a:spcPts val="0"/>
              </a:spcBef>
              <a:spcAft>
                <a:spcPts val="0"/>
              </a:spcAft>
              <a:buClr>
                <a:schemeClr val="dk1"/>
              </a:buClr>
              <a:buSzPts val="1400"/>
              <a:buChar char="■"/>
              <a:defRPr/>
            </a:lvl3pPr>
            <a:lvl4pPr lvl="3" rtl="0" algn="ctr">
              <a:spcBef>
                <a:spcPts val="0"/>
              </a:spcBef>
              <a:spcAft>
                <a:spcPts val="0"/>
              </a:spcAft>
              <a:buClr>
                <a:schemeClr val="dk1"/>
              </a:buClr>
              <a:buSzPts val="1400"/>
              <a:buChar char="●"/>
              <a:defRPr/>
            </a:lvl4pPr>
            <a:lvl5pPr lvl="4" rtl="0" algn="ctr">
              <a:spcBef>
                <a:spcPts val="0"/>
              </a:spcBef>
              <a:spcAft>
                <a:spcPts val="0"/>
              </a:spcAft>
              <a:buClr>
                <a:schemeClr val="dk1"/>
              </a:buClr>
              <a:buSzPts val="1400"/>
              <a:buChar char="○"/>
              <a:defRPr/>
            </a:lvl5pPr>
            <a:lvl6pPr lvl="5" rtl="0" algn="ctr">
              <a:spcBef>
                <a:spcPts val="0"/>
              </a:spcBef>
              <a:spcAft>
                <a:spcPts val="0"/>
              </a:spcAft>
              <a:buClr>
                <a:schemeClr val="dk1"/>
              </a:buClr>
              <a:buSzPts val="1400"/>
              <a:buChar char="■"/>
              <a:defRPr/>
            </a:lvl6pPr>
            <a:lvl7pPr lvl="6" rtl="0" algn="ctr">
              <a:spcBef>
                <a:spcPts val="0"/>
              </a:spcBef>
              <a:spcAft>
                <a:spcPts val="0"/>
              </a:spcAft>
              <a:buClr>
                <a:schemeClr val="dk1"/>
              </a:buClr>
              <a:buSzPts val="1400"/>
              <a:buChar char="●"/>
              <a:defRPr/>
            </a:lvl7pPr>
            <a:lvl8pPr lvl="7" rtl="0" algn="ctr">
              <a:spcBef>
                <a:spcPts val="0"/>
              </a:spcBef>
              <a:spcAft>
                <a:spcPts val="0"/>
              </a:spcAft>
              <a:buClr>
                <a:schemeClr val="dk1"/>
              </a:buClr>
              <a:buSzPts val="1400"/>
              <a:buChar char="○"/>
              <a:defRPr/>
            </a:lvl8pPr>
            <a:lvl9pPr lvl="8" rtl="0" algn="ctr">
              <a:spcBef>
                <a:spcPts val="0"/>
              </a:spcBef>
              <a:spcAft>
                <a:spcPts val="0"/>
              </a:spcAft>
              <a:buClr>
                <a:schemeClr val="dk1"/>
              </a:buClr>
              <a:buSzPts val="1400"/>
              <a:buChar char="■"/>
              <a:defRPr/>
            </a:lvl9pPr>
          </a:lstStyle>
          <a:p/>
        </p:txBody>
      </p:sp>
      <p:sp>
        <p:nvSpPr>
          <p:cNvPr id="127" name="Google Shape;127;p17"/>
          <p:cNvSpPr txBox="1"/>
          <p:nvPr>
            <p:ph type="title"/>
          </p:nvPr>
        </p:nvSpPr>
        <p:spPr>
          <a:xfrm>
            <a:off x="1732050" y="445025"/>
            <a:ext cx="56799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000"/>
              <a:buNone/>
              <a:defRPr/>
            </a:lvl1pPr>
            <a:lvl2pPr lvl="1" rtl="0" algn="ctr">
              <a:spcBef>
                <a:spcPts val="0"/>
              </a:spcBef>
              <a:spcAft>
                <a:spcPts val="0"/>
              </a:spcAft>
              <a:buSzPts val="3000"/>
              <a:buNone/>
              <a:defRPr/>
            </a:lvl2pPr>
            <a:lvl3pPr lvl="2" rtl="0" algn="ctr">
              <a:spcBef>
                <a:spcPts val="0"/>
              </a:spcBef>
              <a:spcAft>
                <a:spcPts val="0"/>
              </a:spcAft>
              <a:buSzPts val="3000"/>
              <a:buNone/>
              <a:defRPr/>
            </a:lvl3pPr>
            <a:lvl4pPr lvl="3" rtl="0" algn="ctr">
              <a:spcBef>
                <a:spcPts val="0"/>
              </a:spcBef>
              <a:spcAft>
                <a:spcPts val="0"/>
              </a:spcAft>
              <a:buSzPts val="3000"/>
              <a:buNone/>
              <a:defRPr/>
            </a:lvl4pPr>
            <a:lvl5pPr lvl="4" rtl="0" algn="ctr">
              <a:spcBef>
                <a:spcPts val="0"/>
              </a:spcBef>
              <a:spcAft>
                <a:spcPts val="0"/>
              </a:spcAft>
              <a:buSzPts val="3000"/>
              <a:buNone/>
              <a:defRPr/>
            </a:lvl5pPr>
            <a:lvl6pPr lvl="5" rtl="0" algn="ctr">
              <a:spcBef>
                <a:spcPts val="0"/>
              </a:spcBef>
              <a:spcAft>
                <a:spcPts val="0"/>
              </a:spcAft>
              <a:buSzPts val="3000"/>
              <a:buNone/>
              <a:defRPr/>
            </a:lvl6pPr>
            <a:lvl7pPr lvl="6" rtl="0" algn="ctr">
              <a:spcBef>
                <a:spcPts val="0"/>
              </a:spcBef>
              <a:spcAft>
                <a:spcPts val="0"/>
              </a:spcAft>
              <a:buSzPts val="3000"/>
              <a:buNone/>
              <a:defRPr/>
            </a:lvl7pPr>
            <a:lvl8pPr lvl="7" rtl="0" algn="ctr">
              <a:spcBef>
                <a:spcPts val="0"/>
              </a:spcBef>
              <a:spcAft>
                <a:spcPts val="0"/>
              </a:spcAft>
              <a:buSzPts val="3000"/>
              <a:buNone/>
              <a:defRPr/>
            </a:lvl8pPr>
            <a:lvl9pPr lvl="8" rtl="0" algn="ctr">
              <a:spcBef>
                <a:spcPts val="0"/>
              </a:spcBef>
              <a:spcAft>
                <a:spcPts val="0"/>
              </a:spcAft>
              <a:buSzPts val="3000"/>
              <a:buNone/>
              <a:defRPr/>
            </a:lvl9pPr>
          </a:lstStyle>
          <a:p/>
        </p:txBody>
      </p:sp>
      <p:cxnSp>
        <p:nvCxnSpPr>
          <p:cNvPr id="128" name="Google Shape;128;p17"/>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129" name="Google Shape;129;p17"/>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130" name="Google Shape;130;p17"/>
          <p:cNvCxnSpPr/>
          <p:nvPr/>
        </p:nvCxnSpPr>
        <p:spPr>
          <a:xfrm>
            <a:off x="-250225" y="4076450"/>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131" name="Google Shape;131;p17"/>
          <p:cNvCxnSpPr/>
          <p:nvPr/>
        </p:nvCxnSpPr>
        <p:spPr>
          <a:xfrm>
            <a:off x="7441150" y="-48375"/>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1">
  <p:cSld name="SECTION_TITLE_AND_DESCRIPTION_1">
    <p:spTree>
      <p:nvGrpSpPr>
        <p:cNvPr id="132" name="Shape 132"/>
        <p:cNvGrpSpPr/>
        <p:nvPr/>
      </p:nvGrpSpPr>
      <p:grpSpPr>
        <a:xfrm>
          <a:off x="0" y="0"/>
          <a:ext cx="0" cy="0"/>
          <a:chOff x="0" y="0"/>
          <a:chExt cx="0" cy="0"/>
        </a:xfrm>
      </p:grpSpPr>
      <p:sp>
        <p:nvSpPr>
          <p:cNvPr id="133" name="Google Shape;133;p18"/>
          <p:cNvSpPr txBox="1"/>
          <p:nvPr>
            <p:ph idx="1" type="subTitle"/>
          </p:nvPr>
        </p:nvSpPr>
        <p:spPr>
          <a:xfrm>
            <a:off x="895950" y="1682000"/>
            <a:ext cx="3847200" cy="23799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Clr>
                <a:schemeClr val="accent1"/>
              </a:buClr>
              <a:buSzPts val="1400"/>
              <a:buChar char="●"/>
              <a:defRPr sz="1400"/>
            </a:lvl1pPr>
            <a:lvl2pPr lvl="1" algn="ctr">
              <a:spcBef>
                <a:spcPts val="0"/>
              </a:spcBef>
              <a:spcAft>
                <a:spcPts val="0"/>
              </a:spcAft>
              <a:buSzPts val="1400"/>
              <a:buChar char="○"/>
              <a:defRPr/>
            </a:lvl2pPr>
            <a:lvl3pPr lvl="2" algn="ctr">
              <a:spcBef>
                <a:spcPts val="0"/>
              </a:spcBef>
              <a:spcAft>
                <a:spcPts val="0"/>
              </a:spcAft>
              <a:buSzPts val="1400"/>
              <a:buChar char="■"/>
              <a:defRPr/>
            </a:lvl3pPr>
            <a:lvl4pPr lvl="3" algn="ctr">
              <a:spcBef>
                <a:spcPts val="0"/>
              </a:spcBef>
              <a:spcAft>
                <a:spcPts val="0"/>
              </a:spcAft>
              <a:buSzPts val="1400"/>
              <a:buChar char="●"/>
              <a:defRPr/>
            </a:lvl4pPr>
            <a:lvl5pPr lvl="4" algn="ctr">
              <a:spcBef>
                <a:spcPts val="0"/>
              </a:spcBef>
              <a:spcAft>
                <a:spcPts val="0"/>
              </a:spcAft>
              <a:buSzPts val="1400"/>
              <a:buChar char="○"/>
              <a:defRPr/>
            </a:lvl5pPr>
            <a:lvl6pPr lvl="5" algn="ctr">
              <a:spcBef>
                <a:spcPts val="0"/>
              </a:spcBef>
              <a:spcAft>
                <a:spcPts val="0"/>
              </a:spcAft>
              <a:buSzPts val="1400"/>
              <a:buChar char="■"/>
              <a:defRPr/>
            </a:lvl6pPr>
            <a:lvl7pPr lvl="6" algn="ctr">
              <a:spcBef>
                <a:spcPts val="0"/>
              </a:spcBef>
              <a:spcAft>
                <a:spcPts val="0"/>
              </a:spcAft>
              <a:buSzPts val="1400"/>
              <a:buChar char="●"/>
              <a:defRPr/>
            </a:lvl7pPr>
            <a:lvl8pPr lvl="7" algn="ctr">
              <a:spcBef>
                <a:spcPts val="0"/>
              </a:spcBef>
              <a:spcAft>
                <a:spcPts val="0"/>
              </a:spcAft>
              <a:buSzPts val="1400"/>
              <a:buChar char="○"/>
              <a:defRPr/>
            </a:lvl8pPr>
            <a:lvl9pPr lvl="8" algn="ctr">
              <a:spcBef>
                <a:spcPts val="0"/>
              </a:spcBef>
              <a:spcAft>
                <a:spcPts val="0"/>
              </a:spcAft>
              <a:buSzPts val="1400"/>
              <a:buChar char="■"/>
              <a:defRPr/>
            </a:lvl9pPr>
          </a:lstStyle>
          <a:p/>
        </p:txBody>
      </p:sp>
      <p:sp>
        <p:nvSpPr>
          <p:cNvPr id="134" name="Google Shape;134;p18"/>
          <p:cNvSpPr txBox="1"/>
          <p:nvPr>
            <p:ph type="title"/>
          </p:nvPr>
        </p:nvSpPr>
        <p:spPr>
          <a:xfrm>
            <a:off x="713225" y="445025"/>
            <a:ext cx="5679900" cy="572700"/>
          </a:xfrm>
          <a:prstGeom prst="rect">
            <a:avLst/>
          </a:prstGeom>
        </p:spPr>
        <p:txBody>
          <a:bodyPr anchorCtr="0" anchor="t" bIns="91425" lIns="91425" spcFirstLastPara="1" rIns="91425" wrap="square" tIns="91425">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cxnSp>
        <p:nvCxnSpPr>
          <p:cNvPr id="135" name="Google Shape;135;p18"/>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136" name="Google Shape;136;p18"/>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137" name="Google Shape;137;p18"/>
          <p:cNvCxnSpPr/>
          <p:nvPr/>
        </p:nvCxnSpPr>
        <p:spPr>
          <a:xfrm flipH="1">
            <a:off x="5925450" y="2797500"/>
            <a:ext cx="3378000" cy="2466900"/>
          </a:xfrm>
          <a:prstGeom prst="curvedConnector3">
            <a:avLst>
              <a:gd fmla="val 50000" name="adj1"/>
            </a:avLst>
          </a:prstGeom>
          <a:noFill/>
          <a:ln cap="flat" cmpd="sng" w="28575">
            <a:solidFill>
              <a:schemeClr val="accent2"/>
            </a:solidFill>
            <a:prstDash val="solid"/>
            <a:round/>
            <a:headEnd len="med" w="med" type="none"/>
            <a:tailEnd len="med" w="med" type="none"/>
          </a:ln>
        </p:spPr>
      </p:cxn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1">
  <p:cSld name="CUSTOM_3">
    <p:spTree>
      <p:nvGrpSpPr>
        <p:cNvPr id="138" name="Shape 138"/>
        <p:cNvGrpSpPr/>
        <p:nvPr/>
      </p:nvGrpSpPr>
      <p:grpSpPr>
        <a:xfrm>
          <a:off x="0" y="0"/>
          <a:ext cx="0" cy="0"/>
          <a:chOff x="0" y="0"/>
          <a:chExt cx="0" cy="0"/>
        </a:xfrm>
      </p:grpSpPr>
      <p:sp>
        <p:nvSpPr>
          <p:cNvPr id="139" name="Google Shape;139;p19"/>
          <p:cNvSpPr txBox="1"/>
          <p:nvPr>
            <p:ph type="title"/>
          </p:nvPr>
        </p:nvSpPr>
        <p:spPr>
          <a:xfrm>
            <a:off x="845550" y="1482825"/>
            <a:ext cx="7452900" cy="12912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9000"/>
              <a:buNone/>
              <a:defRPr sz="7000"/>
            </a:lvl1pPr>
            <a:lvl2pPr lvl="1" rtl="0" algn="ctr">
              <a:spcBef>
                <a:spcPts val="0"/>
              </a:spcBef>
              <a:spcAft>
                <a:spcPts val="0"/>
              </a:spcAft>
              <a:buSzPts val="9000"/>
              <a:buNone/>
              <a:defRPr sz="9000"/>
            </a:lvl2pPr>
            <a:lvl3pPr lvl="2" rtl="0" algn="ctr">
              <a:spcBef>
                <a:spcPts val="0"/>
              </a:spcBef>
              <a:spcAft>
                <a:spcPts val="0"/>
              </a:spcAft>
              <a:buSzPts val="9000"/>
              <a:buNone/>
              <a:defRPr sz="9000"/>
            </a:lvl3pPr>
            <a:lvl4pPr lvl="3" rtl="0" algn="ctr">
              <a:spcBef>
                <a:spcPts val="0"/>
              </a:spcBef>
              <a:spcAft>
                <a:spcPts val="0"/>
              </a:spcAft>
              <a:buSzPts val="9000"/>
              <a:buNone/>
              <a:defRPr sz="9000"/>
            </a:lvl4pPr>
            <a:lvl5pPr lvl="4" rtl="0" algn="ctr">
              <a:spcBef>
                <a:spcPts val="0"/>
              </a:spcBef>
              <a:spcAft>
                <a:spcPts val="0"/>
              </a:spcAft>
              <a:buSzPts val="9000"/>
              <a:buNone/>
              <a:defRPr sz="9000"/>
            </a:lvl5pPr>
            <a:lvl6pPr lvl="5" rtl="0" algn="ctr">
              <a:spcBef>
                <a:spcPts val="0"/>
              </a:spcBef>
              <a:spcAft>
                <a:spcPts val="0"/>
              </a:spcAft>
              <a:buSzPts val="9000"/>
              <a:buNone/>
              <a:defRPr sz="9000"/>
            </a:lvl6pPr>
            <a:lvl7pPr lvl="6" rtl="0" algn="ctr">
              <a:spcBef>
                <a:spcPts val="0"/>
              </a:spcBef>
              <a:spcAft>
                <a:spcPts val="0"/>
              </a:spcAft>
              <a:buSzPts val="9000"/>
              <a:buNone/>
              <a:defRPr sz="9000"/>
            </a:lvl7pPr>
            <a:lvl8pPr lvl="7" rtl="0" algn="ctr">
              <a:spcBef>
                <a:spcPts val="0"/>
              </a:spcBef>
              <a:spcAft>
                <a:spcPts val="0"/>
              </a:spcAft>
              <a:buSzPts val="9000"/>
              <a:buNone/>
              <a:defRPr sz="9000"/>
            </a:lvl8pPr>
            <a:lvl9pPr lvl="8" rtl="0" algn="ctr">
              <a:spcBef>
                <a:spcPts val="0"/>
              </a:spcBef>
              <a:spcAft>
                <a:spcPts val="0"/>
              </a:spcAft>
              <a:buSzPts val="9000"/>
              <a:buNone/>
              <a:defRPr sz="9000"/>
            </a:lvl9pPr>
          </a:lstStyle>
          <a:p/>
        </p:txBody>
      </p:sp>
      <p:sp>
        <p:nvSpPr>
          <p:cNvPr id="140" name="Google Shape;140;p19"/>
          <p:cNvSpPr txBox="1"/>
          <p:nvPr>
            <p:ph idx="1" type="subTitle"/>
          </p:nvPr>
        </p:nvSpPr>
        <p:spPr>
          <a:xfrm>
            <a:off x="2299500" y="2972150"/>
            <a:ext cx="4545000" cy="5544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800"/>
              <a:buNone/>
              <a:defRPr sz="1400"/>
            </a:lvl1pPr>
            <a:lvl2pPr lvl="1" rtl="0" algn="ctr">
              <a:lnSpc>
                <a:spcPct val="100000"/>
              </a:lnSpc>
              <a:spcBef>
                <a:spcPts val="0"/>
              </a:spcBef>
              <a:spcAft>
                <a:spcPts val="0"/>
              </a:spcAft>
              <a:buSzPts val="2100"/>
              <a:buNone/>
              <a:defRPr sz="2100"/>
            </a:lvl2pPr>
            <a:lvl3pPr lvl="2" rtl="0" algn="ctr">
              <a:lnSpc>
                <a:spcPct val="100000"/>
              </a:lnSpc>
              <a:spcBef>
                <a:spcPts val="0"/>
              </a:spcBef>
              <a:spcAft>
                <a:spcPts val="0"/>
              </a:spcAft>
              <a:buSzPts val="2100"/>
              <a:buNone/>
              <a:defRPr sz="2100"/>
            </a:lvl3pPr>
            <a:lvl4pPr lvl="3" rtl="0" algn="ctr">
              <a:lnSpc>
                <a:spcPct val="100000"/>
              </a:lnSpc>
              <a:spcBef>
                <a:spcPts val="0"/>
              </a:spcBef>
              <a:spcAft>
                <a:spcPts val="0"/>
              </a:spcAft>
              <a:buSzPts val="2100"/>
              <a:buNone/>
              <a:defRPr sz="2100"/>
            </a:lvl4pPr>
            <a:lvl5pPr lvl="4" rtl="0" algn="ctr">
              <a:lnSpc>
                <a:spcPct val="100000"/>
              </a:lnSpc>
              <a:spcBef>
                <a:spcPts val="0"/>
              </a:spcBef>
              <a:spcAft>
                <a:spcPts val="0"/>
              </a:spcAft>
              <a:buSzPts val="2100"/>
              <a:buNone/>
              <a:defRPr sz="2100"/>
            </a:lvl5pPr>
            <a:lvl6pPr lvl="5" rtl="0" algn="ctr">
              <a:lnSpc>
                <a:spcPct val="100000"/>
              </a:lnSpc>
              <a:spcBef>
                <a:spcPts val="0"/>
              </a:spcBef>
              <a:spcAft>
                <a:spcPts val="0"/>
              </a:spcAft>
              <a:buSzPts val="2100"/>
              <a:buNone/>
              <a:defRPr sz="2100"/>
            </a:lvl6pPr>
            <a:lvl7pPr lvl="6" rtl="0" algn="ctr">
              <a:lnSpc>
                <a:spcPct val="100000"/>
              </a:lnSpc>
              <a:spcBef>
                <a:spcPts val="0"/>
              </a:spcBef>
              <a:spcAft>
                <a:spcPts val="0"/>
              </a:spcAft>
              <a:buSzPts val="2100"/>
              <a:buNone/>
              <a:defRPr sz="2100"/>
            </a:lvl7pPr>
            <a:lvl8pPr lvl="7" rtl="0" algn="ctr">
              <a:lnSpc>
                <a:spcPct val="100000"/>
              </a:lnSpc>
              <a:spcBef>
                <a:spcPts val="0"/>
              </a:spcBef>
              <a:spcAft>
                <a:spcPts val="0"/>
              </a:spcAft>
              <a:buSzPts val="2100"/>
              <a:buNone/>
              <a:defRPr sz="2100"/>
            </a:lvl8pPr>
            <a:lvl9pPr lvl="8" rtl="0" algn="ctr">
              <a:lnSpc>
                <a:spcPct val="100000"/>
              </a:lnSpc>
              <a:spcBef>
                <a:spcPts val="0"/>
              </a:spcBef>
              <a:spcAft>
                <a:spcPts val="0"/>
              </a:spcAft>
              <a:buSzPts val="2100"/>
              <a:buNone/>
              <a:defRPr sz="2100"/>
            </a:lvl9pPr>
          </a:lstStyle>
          <a:p/>
        </p:txBody>
      </p:sp>
      <p:cxnSp>
        <p:nvCxnSpPr>
          <p:cNvPr id="141" name="Google Shape;141;p19"/>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142" name="Google Shape;142;p19"/>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2">
  <p:cSld name="CUSTOM_14">
    <p:spTree>
      <p:nvGrpSpPr>
        <p:cNvPr id="143" name="Shape 143"/>
        <p:cNvGrpSpPr/>
        <p:nvPr/>
      </p:nvGrpSpPr>
      <p:grpSpPr>
        <a:xfrm>
          <a:off x="0" y="0"/>
          <a:ext cx="0" cy="0"/>
          <a:chOff x="0" y="0"/>
          <a:chExt cx="0" cy="0"/>
        </a:xfrm>
      </p:grpSpPr>
      <p:sp>
        <p:nvSpPr>
          <p:cNvPr id="144" name="Google Shape;144;p20"/>
          <p:cNvSpPr txBox="1"/>
          <p:nvPr>
            <p:ph type="title"/>
          </p:nvPr>
        </p:nvSpPr>
        <p:spPr>
          <a:xfrm>
            <a:off x="3742850" y="1549875"/>
            <a:ext cx="4545000" cy="1291200"/>
          </a:xfrm>
          <a:prstGeom prst="rect">
            <a:avLst/>
          </a:prstGeom>
        </p:spPr>
        <p:txBody>
          <a:bodyPr anchorCtr="0" anchor="t" bIns="91425" lIns="91425" spcFirstLastPara="1" rIns="91425" wrap="square" tIns="91425">
            <a:noAutofit/>
          </a:bodyPr>
          <a:lstStyle>
            <a:lvl1pPr lvl="0" rtl="0">
              <a:spcBef>
                <a:spcPts val="0"/>
              </a:spcBef>
              <a:spcAft>
                <a:spcPts val="0"/>
              </a:spcAft>
              <a:buSzPts val="9000"/>
              <a:buNone/>
              <a:defRPr sz="9000"/>
            </a:lvl1pPr>
            <a:lvl2pPr lvl="1" rtl="0">
              <a:spcBef>
                <a:spcPts val="0"/>
              </a:spcBef>
              <a:spcAft>
                <a:spcPts val="0"/>
              </a:spcAft>
              <a:buSzPts val="9000"/>
              <a:buNone/>
              <a:defRPr sz="9000"/>
            </a:lvl2pPr>
            <a:lvl3pPr lvl="2" rtl="0">
              <a:spcBef>
                <a:spcPts val="0"/>
              </a:spcBef>
              <a:spcAft>
                <a:spcPts val="0"/>
              </a:spcAft>
              <a:buSzPts val="9000"/>
              <a:buNone/>
              <a:defRPr sz="9000"/>
            </a:lvl3pPr>
            <a:lvl4pPr lvl="3" rtl="0">
              <a:spcBef>
                <a:spcPts val="0"/>
              </a:spcBef>
              <a:spcAft>
                <a:spcPts val="0"/>
              </a:spcAft>
              <a:buSzPts val="9000"/>
              <a:buNone/>
              <a:defRPr sz="9000"/>
            </a:lvl4pPr>
            <a:lvl5pPr lvl="4" rtl="0">
              <a:spcBef>
                <a:spcPts val="0"/>
              </a:spcBef>
              <a:spcAft>
                <a:spcPts val="0"/>
              </a:spcAft>
              <a:buSzPts val="9000"/>
              <a:buNone/>
              <a:defRPr sz="9000"/>
            </a:lvl5pPr>
            <a:lvl6pPr lvl="5" rtl="0">
              <a:spcBef>
                <a:spcPts val="0"/>
              </a:spcBef>
              <a:spcAft>
                <a:spcPts val="0"/>
              </a:spcAft>
              <a:buSzPts val="9000"/>
              <a:buNone/>
              <a:defRPr sz="9000"/>
            </a:lvl6pPr>
            <a:lvl7pPr lvl="6" rtl="0">
              <a:spcBef>
                <a:spcPts val="0"/>
              </a:spcBef>
              <a:spcAft>
                <a:spcPts val="0"/>
              </a:spcAft>
              <a:buSzPts val="9000"/>
              <a:buNone/>
              <a:defRPr sz="9000"/>
            </a:lvl7pPr>
            <a:lvl8pPr lvl="7" rtl="0">
              <a:spcBef>
                <a:spcPts val="0"/>
              </a:spcBef>
              <a:spcAft>
                <a:spcPts val="0"/>
              </a:spcAft>
              <a:buSzPts val="9000"/>
              <a:buNone/>
              <a:defRPr sz="9000"/>
            </a:lvl8pPr>
            <a:lvl9pPr lvl="8" rtl="0">
              <a:spcBef>
                <a:spcPts val="0"/>
              </a:spcBef>
              <a:spcAft>
                <a:spcPts val="0"/>
              </a:spcAft>
              <a:buSzPts val="9000"/>
              <a:buNone/>
              <a:defRPr sz="9000"/>
            </a:lvl9pPr>
          </a:lstStyle>
          <a:p/>
        </p:txBody>
      </p:sp>
      <p:sp>
        <p:nvSpPr>
          <p:cNvPr id="145" name="Google Shape;145;p20"/>
          <p:cNvSpPr txBox="1"/>
          <p:nvPr>
            <p:ph idx="1" type="subTitle"/>
          </p:nvPr>
        </p:nvSpPr>
        <p:spPr>
          <a:xfrm>
            <a:off x="3742850" y="3039213"/>
            <a:ext cx="4545000" cy="5544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800"/>
              <a:buNone/>
              <a:defRPr sz="1400"/>
            </a:lvl1pPr>
            <a:lvl2pPr lvl="1" rtl="0">
              <a:lnSpc>
                <a:spcPct val="100000"/>
              </a:lnSpc>
              <a:spcBef>
                <a:spcPts val="0"/>
              </a:spcBef>
              <a:spcAft>
                <a:spcPts val="0"/>
              </a:spcAft>
              <a:buSzPts val="2100"/>
              <a:buNone/>
              <a:defRPr sz="2100"/>
            </a:lvl2pPr>
            <a:lvl3pPr lvl="2" rtl="0">
              <a:lnSpc>
                <a:spcPct val="100000"/>
              </a:lnSpc>
              <a:spcBef>
                <a:spcPts val="0"/>
              </a:spcBef>
              <a:spcAft>
                <a:spcPts val="0"/>
              </a:spcAft>
              <a:buSzPts val="2100"/>
              <a:buNone/>
              <a:defRPr sz="2100"/>
            </a:lvl3pPr>
            <a:lvl4pPr lvl="3" rtl="0">
              <a:lnSpc>
                <a:spcPct val="100000"/>
              </a:lnSpc>
              <a:spcBef>
                <a:spcPts val="0"/>
              </a:spcBef>
              <a:spcAft>
                <a:spcPts val="0"/>
              </a:spcAft>
              <a:buSzPts val="2100"/>
              <a:buNone/>
              <a:defRPr sz="2100"/>
            </a:lvl4pPr>
            <a:lvl5pPr lvl="4" rtl="0">
              <a:lnSpc>
                <a:spcPct val="100000"/>
              </a:lnSpc>
              <a:spcBef>
                <a:spcPts val="0"/>
              </a:spcBef>
              <a:spcAft>
                <a:spcPts val="0"/>
              </a:spcAft>
              <a:buSzPts val="2100"/>
              <a:buNone/>
              <a:defRPr sz="2100"/>
            </a:lvl5pPr>
            <a:lvl6pPr lvl="5" rtl="0">
              <a:lnSpc>
                <a:spcPct val="100000"/>
              </a:lnSpc>
              <a:spcBef>
                <a:spcPts val="0"/>
              </a:spcBef>
              <a:spcAft>
                <a:spcPts val="0"/>
              </a:spcAft>
              <a:buSzPts val="2100"/>
              <a:buNone/>
              <a:defRPr sz="2100"/>
            </a:lvl6pPr>
            <a:lvl7pPr lvl="6" rtl="0">
              <a:lnSpc>
                <a:spcPct val="100000"/>
              </a:lnSpc>
              <a:spcBef>
                <a:spcPts val="0"/>
              </a:spcBef>
              <a:spcAft>
                <a:spcPts val="0"/>
              </a:spcAft>
              <a:buSzPts val="2100"/>
              <a:buNone/>
              <a:defRPr sz="2100"/>
            </a:lvl7pPr>
            <a:lvl8pPr lvl="7" rtl="0">
              <a:lnSpc>
                <a:spcPct val="100000"/>
              </a:lnSpc>
              <a:spcBef>
                <a:spcPts val="0"/>
              </a:spcBef>
              <a:spcAft>
                <a:spcPts val="0"/>
              </a:spcAft>
              <a:buSzPts val="2100"/>
              <a:buNone/>
              <a:defRPr sz="2100"/>
            </a:lvl8pPr>
            <a:lvl9pPr lvl="8" rtl="0">
              <a:lnSpc>
                <a:spcPct val="100000"/>
              </a:lnSpc>
              <a:spcBef>
                <a:spcPts val="0"/>
              </a:spcBef>
              <a:spcAft>
                <a:spcPts val="0"/>
              </a:spcAft>
              <a:buSzPts val="2100"/>
              <a:buNone/>
              <a:defRPr sz="2100"/>
            </a:lvl9pPr>
          </a:lstStyle>
          <a:p/>
        </p:txBody>
      </p:sp>
      <p:cxnSp>
        <p:nvCxnSpPr>
          <p:cNvPr id="146" name="Google Shape;146;p20"/>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147" name="Google Shape;147;p20"/>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148" name="Google Shape;148;p20"/>
          <p:cNvCxnSpPr/>
          <p:nvPr/>
        </p:nvCxnSpPr>
        <p:spPr>
          <a:xfrm>
            <a:off x="-250225" y="4076450"/>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149" name="Google Shape;149;p20"/>
          <p:cNvCxnSpPr/>
          <p:nvPr/>
        </p:nvCxnSpPr>
        <p:spPr>
          <a:xfrm>
            <a:off x="7441150" y="-48375"/>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150" name="Google Shape;150;p20"/>
          <p:cNvCxnSpPr/>
          <p:nvPr/>
        </p:nvCxnSpPr>
        <p:spPr>
          <a:xfrm flipH="1">
            <a:off x="7454238" y="4053663"/>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151" name="Google Shape;151;p20"/>
          <p:cNvCxnSpPr/>
          <p:nvPr/>
        </p:nvCxnSpPr>
        <p:spPr>
          <a:xfrm flipH="1">
            <a:off x="-237137" y="-71162"/>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1">
  <p:cSld name="CUSTOM_15">
    <p:spTree>
      <p:nvGrpSpPr>
        <p:cNvPr id="152" name="Shape 152"/>
        <p:cNvGrpSpPr/>
        <p:nvPr/>
      </p:nvGrpSpPr>
      <p:grpSpPr>
        <a:xfrm>
          <a:off x="0" y="0"/>
          <a:ext cx="0" cy="0"/>
          <a:chOff x="0" y="0"/>
          <a:chExt cx="0" cy="0"/>
        </a:xfrm>
      </p:grpSpPr>
      <p:sp>
        <p:nvSpPr>
          <p:cNvPr id="153" name="Google Shape;153;p21"/>
          <p:cNvSpPr txBox="1"/>
          <p:nvPr>
            <p:ph type="title"/>
          </p:nvPr>
        </p:nvSpPr>
        <p:spPr>
          <a:xfrm>
            <a:off x="427325" y="2511800"/>
            <a:ext cx="4965600" cy="1113300"/>
          </a:xfrm>
          <a:prstGeom prst="rect">
            <a:avLst/>
          </a:prstGeom>
          <a:noFill/>
        </p:spPr>
        <p:txBody>
          <a:bodyPr anchorCtr="0" anchor="t" bIns="91425" lIns="91425" spcFirstLastPara="1" rIns="91425" wrap="square" tIns="91425">
            <a:noAutofit/>
          </a:bodyPr>
          <a:lstStyle>
            <a:lvl1pPr lvl="0" rtl="0" algn="r">
              <a:spcBef>
                <a:spcPts val="0"/>
              </a:spcBef>
              <a:spcAft>
                <a:spcPts val="0"/>
              </a:spcAft>
              <a:buClr>
                <a:schemeClr val="accent4"/>
              </a:buClr>
              <a:buSzPts val="3600"/>
              <a:buNone/>
              <a:defRPr sz="4000"/>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154" name="Google Shape;154;p21"/>
          <p:cNvSpPr txBox="1"/>
          <p:nvPr>
            <p:ph hasCustomPrompt="1" idx="2" type="title"/>
          </p:nvPr>
        </p:nvSpPr>
        <p:spPr>
          <a:xfrm>
            <a:off x="3741925" y="1484693"/>
            <a:ext cx="1650900" cy="978300"/>
          </a:xfrm>
          <a:prstGeom prst="rect">
            <a:avLst/>
          </a:prstGeom>
        </p:spPr>
        <p:txBody>
          <a:bodyPr anchorCtr="0" anchor="t" bIns="91425" lIns="91425" spcFirstLastPara="1" rIns="91425" wrap="square" tIns="91425">
            <a:noAutofit/>
          </a:bodyPr>
          <a:lstStyle>
            <a:lvl1pPr lvl="0" rtl="0" algn="r">
              <a:spcBef>
                <a:spcPts val="0"/>
              </a:spcBef>
              <a:spcAft>
                <a:spcPts val="0"/>
              </a:spcAft>
              <a:buSzPts val="6000"/>
              <a:buNone/>
              <a:defRPr sz="7000">
                <a:solidFill>
                  <a:schemeClr val="accent1"/>
                </a:solidFill>
              </a:defRPr>
            </a:lvl1pPr>
            <a:lvl2pPr lvl="1" rtl="0" algn="ctr">
              <a:spcBef>
                <a:spcPts val="0"/>
              </a:spcBef>
              <a:spcAft>
                <a:spcPts val="0"/>
              </a:spcAft>
              <a:buSzPts val="6000"/>
              <a:buNone/>
              <a:defRPr b="1" sz="6000"/>
            </a:lvl2pPr>
            <a:lvl3pPr lvl="2" rtl="0" algn="ctr">
              <a:spcBef>
                <a:spcPts val="0"/>
              </a:spcBef>
              <a:spcAft>
                <a:spcPts val="0"/>
              </a:spcAft>
              <a:buSzPts val="6000"/>
              <a:buNone/>
              <a:defRPr b="1" sz="6000"/>
            </a:lvl3pPr>
            <a:lvl4pPr lvl="3" rtl="0" algn="ctr">
              <a:spcBef>
                <a:spcPts val="0"/>
              </a:spcBef>
              <a:spcAft>
                <a:spcPts val="0"/>
              </a:spcAft>
              <a:buSzPts val="6000"/>
              <a:buNone/>
              <a:defRPr b="1" sz="6000"/>
            </a:lvl4pPr>
            <a:lvl5pPr lvl="4" rtl="0" algn="ctr">
              <a:spcBef>
                <a:spcPts val="0"/>
              </a:spcBef>
              <a:spcAft>
                <a:spcPts val="0"/>
              </a:spcAft>
              <a:buSzPts val="6000"/>
              <a:buNone/>
              <a:defRPr b="1" sz="6000"/>
            </a:lvl5pPr>
            <a:lvl6pPr lvl="5" rtl="0" algn="ctr">
              <a:spcBef>
                <a:spcPts val="0"/>
              </a:spcBef>
              <a:spcAft>
                <a:spcPts val="0"/>
              </a:spcAft>
              <a:buSzPts val="6000"/>
              <a:buNone/>
              <a:defRPr b="1" sz="6000"/>
            </a:lvl6pPr>
            <a:lvl7pPr lvl="6" rtl="0" algn="ctr">
              <a:spcBef>
                <a:spcPts val="0"/>
              </a:spcBef>
              <a:spcAft>
                <a:spcPts val="0"/>
              </a:spcAft>
              <a:buSzPts val="6000"/>
              <a:buNone/>
              <a:defRPr b="1" sz="6000"/>
            </a:lvl7pPr>
            <a:lvl8pPr lvl="7" rtl="0" algn="ctr">
              <a:spcBef>
                <a:spcPts val="0"/>
              </a:spcBef>
              <a:spcAft>
                <a:spcPts val="0"/>
              </a:spcAft>
              <a:buSzPts val="6000"/>
              <a:buNone/>
              <a:defRPr b="1" sz="6000"/>
            </a:lvl8pPr>
            <a:lvl9pPr lvl="8" rtl="0" algn="ctr">
              <a:spcBef>
                <a:spcPts val="0"/>
              </a:spcBef>
              <a:spcAft>
                <a:spcPts val="0"/>
              </a:spcAft>
              <a:buSzPts val="6000"/>
              <a:buNone/>
              <a:defRPr b="1" sz="6000"/>
            </a:lvl9pPr>
          </a:lstStyle>
          <a:p>
            <a:r>
              <a:t>xx%</a:t>
            </a:r>
          </a:p>
        </p:txBody>
      </p:sp>
      <p:sp>
        <p:nvSpPr>
          <p:cNvPr id="155" name="Google Shape;155;p21"/>
          <p:cNvSpPr txBox="1"/>
          <p:nvPr>
            <p:ph idx="1" type="subTitle"/>
          </p:nvPr>
        </p:nvSpPr>
        <p:spPr>
          <a:xfrm>
            <a:off x="831625" y="3625000"/>
            <a:ext cx="4561200" cy="3930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800"/>
              <a:buNone/>
              <a:defRPr sz="1400">
                <a:solidFill>
                  <a:schemeClr val="dk1"/>
                </a:solidFill>
              </a:defRPr>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cxnSp>
        <p:nvCxnSpPr>
          <p:cNvPr id="156" name="Google Shape;156;p21"/>
          <p:cNvCxnSpPr/>
          <p:nvPr/>
        </p:nvCxnSpPr>
        <p:spPr>
          <a:xfrm rot="10800000">
            <a:off x="-30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157" name="Google Shape;157;p21"/>
          <p:cNvCxnSpPr/>
          <p:nvPr/>
        </p:nvCxnSpPr>
        <p:spPr>
          <a:xfrm rot="10800000">
            <a:off x="-300" y="487745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158" name="Google Shape;158;p21"/>
          <p:cNvCxnSpPr/>
          <p:nvPr/>
        </p:nvCxnSpPr>
        <p:spPr>
          <a:xfrm>
            <a:off x="-112875" y="3979775"/>
            <a:ext cx="1378500" cy="12363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159" name="Google Shape;159;p21"/>
          <p:cNvCxnSpPr/>
          <p:nvPr/>
        </p:nvCxnSpPr>
        <p:spPr>
          <a:xfrm>
            <a:off x="7908725" y="-88700"/>
            <a:ext cx="1418700" cy="1064400"/>
          </a:xfrm>
          <a:prstGeom prst="curvedConnector3">
            <a:avLst>
              <a:gd fmla="val 50000" name="adj1"/>
            </a:avLst>
          </a:prstGeom>
          <a:noFill/>
          <a:ln cap="flat" cmpd="sng" w="28575">
            <a:solidFill>
              <a:schemeClr val="accent2"/>
            </a:solidFill>
            <a:prstDash val="solid"/>
            <a:round/>
            <a:headEnd len="med" w="med" type="none"/>
            <a:tailEnd len="med" w="med" type="none"/>
          </a:ln>
        </p:spPr>
      </p:cxn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_ONLY_1">
    <p:spTree>
      <p:nvGrpSpPr>
        <p:cNvPr id="160" name="Shape 160"/>
        <p:cNvGrpSpPr/>
        <p:nvPr/>
      </p:nvGrpSpPr>
      <p:grpSpPr>
        <a:xfrm>
          <a:off x="0" y="0"/>
          <a:ext cx="0" cy="0"/>
          <a:chOff x="0" y="0"/>
          <a:chExt cx="0" cy="0"/>
        </a:xfrm>
      </p:grpSpPr>
      <p:sp>
        <p:nvSpPr>
          <p:cNvPr id="161" name="Google Shape;161;p22"/>
          <p:cNvSpPr txBox="1"/>
          <p:nvPr>
            <p:ph type="title"/>
          </p:nvPr>
        </p:nvSpPr>
        <p:spPr>
          <a:xfrm>
            <a:off x="713225" y="445025"/>
            <a:ext cx="77175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cxnSp>
        <p:nvCxnSpPr>
          <p:cNvPr id="162" name="Google Shape;162;p22"/>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163" name="Google Shape;163;p22"/>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164" name="Google Shape;164;p22"/>
          <p:cNvCxnSpPr/>
          <p:nvPr/>
        </p:nvCxnSpPr>
        <p:spPr>
          <a:xfrm>
            <a:off x="7207350" y="-153175"/>
            <a:ext cx="2120400" cy="1273800"/>
          </a:xfrm>
          <a:prstGeom prst="curvedConnector3">
            <a:avLst>
              <a:gd fmla="val 50000" name="adj1"/>
            </a:avLst>
          </a:prstGeom>
          <a:noFill/>
          <a:ln cap="flat" cmpd="sng" w="28575">
            <a:solidFill>
              <a:schemeClr val="accent2"/>
            </a:solidFill>
            <a:prstDash val="solid"/>
            <a:round/>
            <a:headEnd len="med" w="med" type="none"/>
            <a:tailEnd len="med" w="med" type="none"/>
          </a:ln>
        </p:spPr>
      </p:cxn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p:cSld name="CUSTOM_16">
    <p:spTree>
      <p:nvGrpSpPr>
        <p:cNvPr id="165" name="Shape 165"/>
        <p:cNvGrpSpPr/>
        <p:nvPr/>
      </p:nvGrpSpPr>
      <p:grpSpPr>
        <a:xfrm>
          <a:off x="0" y="0"/>
          <a:ext cx="0" cy="0"/>
          <a:chOff x="0" y="0"/>
          <a:chExt cx="0" cy="0"/>
        </a:xfrm>
      </p:grpSpPr>
      <p:cxnSp>
        <p:nvCxnSpPr>
          <p:cNvPr id="166" name="Google Shape;166;p23"/>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167" name="Google Shape;167;p23"/>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168" name="Google Shape;168;p23"/>
          <p:cNvCxnSpPr/>
          <p:nvPr/>
        </p:nvCxnSpPr>
        <p:spPr>
          <a:xfrm>
            <a:off x="-250225" y="4076450"/>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169" name="Google Shape;169;p23"/>
          <p:cNvCxnSpPr/>
          <p:nvPr/>
        </p:nvCxnSpPr>
        <p:spPr>
          <a:xfrm>
            <a:off x="7441150" y="-48375"/>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170" name="Google Shape;170;p23"/>
          <p:cNvCxnSpPr/>
          <p:nvPr/>
        </p:nvCxnSpPr>
        <p:spPr>
          <a:xfrm flipH="1">
            <a:off x="7454238" y="4053663"/>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171" name="Google Shape;171;p23"/>
          <p:cNvCxnSpPr/>
          <p:nvPr/>
        </p:nvCxnSpPr>
        <p:spPr>
          <a:xfrm flipH="1">
            <a:off x="-237137" y="-71162"/>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sp>
        <p:nvSpPr>
          <p:cNvPr id="172" name="Google Shape;172;p23"/>
          <p:cNvSpPr txBox="1"/>
          <p:nvPr>
            <p:ph type="title"/>
          </p:nvPr>
        </p:nvSpPr>
        <p:spPr>
          <a:xfrm>
            <a:off x="713225" y="445025"/>
            <a:ext cx="77175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000"/>
              <a:buNone/>
              <a:defRPr/>
            </a:lvl1pPr>
            <a:lvl2pPr lvl="1" rtl="0" algn="ctr">
              <a:spcBef>
                <a:spcPts val="0"/>
              </a:spcBef>
              <a:spcAft>
                <a:spcPts val="0"/>
              </a:spcAft>
              <a:buSzPts val="3000"/>
              <a:buNone/>
              <a:defRPr/>
            </a:lvl2pPr>
            <a:lvl3pPr lvl="2" rtl="0" algn="ctr">
              <a:spcBef>
                <a:spcPts val="0"/>
              </a:spcBef>
              <a:spcAft>
                <a:spcPts val="0"/>
              </a:spcAft>
              <a:buSzPts val="3000"/>
              <a:buNone/>
              <a:defRPr/>
            </a:lvl3pPr>
            <a:lvl4pPr lvl="3" rtl="0" algn="ctr">
              <a:spcBef>
                <a:spcPts val="0"/>
              </a:spcBef>
              <a:spcAft>
                <a:spcPts val="0"/>
              </a:spcAft>
              <a:buSzPts val="3000"/>
              <a:buNone/>
              <a:defRPr/>
            </a:lvl4pPr>
            <a:lvl5pPr lvl="4" rtl="0" algn="ctr">
              <a:spcBef>
                <a:spcPts val="0"/>
              </a:spcBef>
              <a:spcAft>
                <a:spcPts val="0"/>
              </a:spcAft>
              <a:buSzPts val="3000"/>
              <a:buNone/>
              <a:defRPr/>
            </a:lvl5pPr>
            <a:lvl6pPr lvl="5" rtl="0" algn="ctr">
              <a:spcBef>
                <a:spcPts val="0"/>
              </a:spcBef>
              <a:spcAft>
                <a:spcPts val="0"/>
              </a:spcAft>
              <a:buSzPts val="3000"/>
              <a:buNone/>
              <a:defRPr/>
            </a:lvl6pPr>
            <a:lvl7pPr lvl="6" rtl="0" algn="ctr">
              <a:spcBef>
                <a:spcPts val="0"/>
              </a:spcBef>
              <a:spcAft>
                <a:spcPts val="0"/>
              </a:spcAft>
              <a:buSzPts val="3000"/>
              <a:buNone/>
              <a:defRPr/>
            </a:lvl7pPr>
            <a:lvl8pPr lvl="7" rtl="0" algn="ctr">
              <a:spcBef>
                <a:spcPts val="0"/>
              </a:spcBef>
              <a:spcAft>
                <a:spcPts val="0"/>
              </a:spcAft>
              <a:buSzPts val="3000"/>
              <a:buNone/>
              <a:defRPr/>
            </a:lvl8pPr>
            <a:lvl9pPr lvl="8" rtl="0" algn="ctr">
              <a:spcBef>
                <a:spcPts val="0"/>
              </a:spcBef>
              <a:spcAft>
                <a:spcPts val="0"/>
              </a:spcAft>
              <a:buSzPts val="3000"/>
              <a:buNone/>
              <a:defRPr/>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CUSTOM_17">
    <p:spTree>
      <p:nvGrpSpPr>
        <p:cNvPr id="173" name="Shape 173"/>
        <p:cNvGrpSpPr/>
        <p:nvPr/>
      </p:nvGrpSpPr>
      <p:grpSpPr>
        <a:xfrm>
          <a:off x="0" y="0"/>
          <a:ext cx="0" cy="0"/>
          <a:chOff x="0" y="0"/>
          <a:chExt cx="0" cy="0"/>
        </a:xfrm>
      </p:grpSpPr>
      <p:sp>
        <p:nvSpPr>
          <p:cNvPr id="174" name="Google Shape;174;p24"/>
          <p:cNvSpPr txBox="1"/>
          <p:nvPr>
            <p:ph type="title"/>
          </p:nvPr>
        </p:nvSpPr>
        <p:spPr>
          <a:xfrm>
            <a:off x="1877475" y="445025"/>
            <a:ext cx="53892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175" name="Google Shape;175;p24"/>
          <p:cNvSpPr txBox="1"/>
          <p:nvPr>
            <p:ph idx="1" type="subTitle"/>
          </p:nvPr>
        </p:nvSpPr>
        <p:spPr>
          <a:xfrm>
            <a:off x="3226708" y="1405390"/>
            <a:ext cx="2486100" cy="4011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SzPts val="2100"/>
              <a:buNone/>
              <a:defRPr sz="2400">
                <a:latin typeface="Vidaloka"/>
                <a:ea typeface="Vidaloka"/>
                <a:cs typeface="Vidaloka"/>
                <a:sym typeface="Vidaloka"/>
              </a:defRPr>
            </a:lvl1pPr>
            <a:lvl2pPr lvl="1" rtl="0" algn="ctr">
              <a:spcBef>
                <a:spcPts val="0"/>
              </a:spcBef>
              <a:spcAft>
                <a:spcPts val="0"/>
              </a:spcAft>
              <a:buSzPts val="2100"/>
              <a:buNone/>
              <a:defRPr b="1" sz="2100"/>
            </a:lvl2pPr>
            <a:lvl3pPr lvl="2" rtl="0" algn="ctr">
              <a:spcBef>
                <a:spcPts val="0"/>
              </a:spcBef>
              <a:spcAft>
                <a:spcPts val="0"/>
              </a:spcAft>
              <a:buSzPts val="2100"/>
              <a:buNone/>
              <a:defRPr b="1" sz="2100"/>
            </a:lvl3pPr>
            <a:lvl4pPr lvl="3" rtl="0" algn="ctr">
              <a:spcBef>
                <a:spcPts val="0"/>
              </a:spcBef>
              <a:spcAft>
                <a:spcPts val="0"/>
              </a:spcAft>
              <a:buSzPts val="2100"/>
              <a:buNone/>
              <a:defRPr b="1" sz="2100"/>
            </a:lvl4pPr>
            <a:lvl5pPr lvl="4" rtl="0" algn="ctr">
              <a:spcBef>
                <a:spcPts val="0"/>
              </a:spcBef>
              <a:spcAft>
                <a:spcPts val="0"/>
              </a:spcAft>
              <a:buSzPts val="2100"/>
              <a:buNone/>
              <a:defRPr b="1" sz="2100"/>
            </a:lvl5pPr>
            <a:lvl6pPr lvl="5" rtl="0" algn="ctr">
              <a:spcBef>
                <a:spcPts val="0"/>
              </a:spcBef>
              <a:spcAft>
                <a:spcPts val="0"/>
              </a:spcAft>
              <a:buSzPts val="2100"/>
              <a:buNone/>
              <a:defRPr b="1" sz="2100"/>
            </a:lvl6pPr>
            <a:lvl7pPr lvl="6" rtl="0" algn="ctr">
              <a:spcBef>
                <a:spcPts val="0"/>
              </a:spcBef>
              <a:spcAft>
                <a:spcPts val="0"/>
              </a:spcAft>
              <a:buSzPts val="2100"/>
              <a:buNone/>
              <a:defRPr b="1" sz="2100"/>
            </a:lvl7pPr>
            <a:lvl8pPr lvl="7" rtl="0" algn="ctr">
              <a:spcBef>
                <a:spcPts val="0"/>
              </a:spcBef>
              <a:spcAft>
                <a:spcPts val="0"/>
              </a:spcAft>
              <a:buSzPts val="2100"/>
              <a:buNone/>
              <a:defRPr b="1" sz="2100"/>
            </a:lvl8pPr>
            <a:lvl9pPr lvl="8" rtl="0" algn="ctr">
              <a:spcBef>
                <a:spcPts val="0"/>
              </a:spcBef>
              <a:spcAft>
                <a:spcPts val="0"/>
              </a:spcAft>
              <a:buSzPts val="2100"/>
              <a:buNone/>
              <a:defRPr b="1" sz="2100"/>
            </a:lvl9pPr>
          </a:lstStyle>
          <a:p/>
        </p:txBody>
      </p:sp>
      <p:sp>
        <p:nvSpPr>
          <p:cNvPr id="176" name="Google Shape;176;p24"/>
          <p:cNvSpPr txBox="1"/>
          <p:nvPr>
            <p:ph idx="2" type="subTitle"/>
          </p:nvPr>
        </p:nvSpPr>
        <p:spPr>
          <a:xfrm>
            <a:off x="3226708" y="1806417"/>
            <a:ext cx="2486100" cy="6186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SzPts val="1400"/>
              <a:buNone/>
              <a:defRPr sz="1400">
                <a:solidFill>
                  <a:schemeClr val="dk1"/>
                </a:solidFill>
              </a:defRPr>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177" name="Google Shape;177;p24"/>
          <p:cNvSpPr txBox="1"/>
          <p:nvPr>
            <p:ph idx="3" type="subTitle"/>
          </p:nvPr>
        </p:nvSpPr>
        <p:spPr>
          <a:xfrm>
            <a:off x="719108" y="1405390"/>
            <a:ext cx="2486100" cy="4011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SzPts val="2100"/>
              <a:buNone/>
              <a:defRPr sz="2400">
                <a:latin typeface="Vidaloka"/>
                <a:ea typeface="Vidaloka"/>
                <a:cs typeface="Vidaloka"/>
                <a:sym typeface="Vidaloka"/>
              </a:defRPr>
            </a:lvl1pPr>
            <a:lvl2pPr lvl="1" rtl="0" algn="ctr">
              <a:spcBef>
                <a:spcPts val="0"/>
              </a:spcBef>
              <a:spcAft>
                <a:spcPts val="0"/>
              </a:spcAft>
              <a:buSzPts val="2100"/>
              <a:buNone/>
              <a:defRPr b="1" sz="2100"/>
            </a:lvl2pPr>
            <a:lvl3pPr lvl="2" rtl="0" algn="ctr">
              <a:spcBef>
                <a:spcPts val="0"/>
              </a:spcBef>
              <a:spcAft>
                <a:spcPts val="0"/>
              </a:spcAft>
              <a:buSzPts val="2100"/>
              <a:buNone/>
              <a:defRPr b="1" sz="2100"/>
            </a:lvl3pPr>
            <a:lvl4pPr lvl="3" rtl="0" algn="ctr">
              <a:spcBef>
                <a:spcPts val="0"/>
              </a:spcBef>
              <a:spcAft>
                <a:spcPts val="0"/>
              </a:spcAft>
              <a:buSzPts val="2100"/>
              <a:buNone/>
              <a:defRPr b="1" sz="2100"/>
            </a:lvl4pPr>
            <a:lvl5pPr lvl="4" rtl="0" algn="ctr">
              <a:spcBef>
                <a:spcPts val="0"/>
              </a:spcBef>
              <a:spcAft>
                <a:spcPts val="0"/>
              </a:spcAft>
              <a:buSzPts val="2100"/>
              <a:buNone/>
              <a:defRPr b="1" sz="2100"/>
            </a:lvl5pPr>
            <a:lvl6pPr lvl="5" rtl="0" algn="ctr">
              <a:spcBef>
                <a:spcPts val="0"/>
              </a:spcBef>
              <a:spcAft>
                <a:spcPts val="0"/>
              </a:spcAft>
              <a:buSzPts val="2100"/>
              <a:buNone/>
              <a:defRPr b="1" sz="2100"/>
            </a:lvl6pPr>
            <a:lvl7pPr lvl="6" rtl="0" algn="ctr">
              <a:spcBef>
                <a:spcPts val="0"/>
              </a:spcBef>
              <a:spcAft>
                <a:spcPts val="0"/>
              </a:spcAft>
              <a:buSzPts val="2100"/>
              <a:buNone/>
              <a:defRPr b="1" sz="2100"/>
            </a:lvl7pPr>
            <a:lvl8pPr lvl="7" rtl="0" algn="ctr">
              <a:spcBef>
                <a:spcPts val="0"/>
              </a:spcBef>
              <a:spcAft>
                <a:spcPts val="0"/>
              </a:spcAft>
              <a:buSzPts val="2100"/>
              <a:buNone/>
              <a:defRPr b="1" sz="2100"/>
            </a:lvl8pPr>
            <a:lvl9pPr lvl="8" rtl="0" algn="ctr">
              <a:spcBef>
                <a:spcPts val="0"/>
              </a:spcBef>
              <a:spcAft>
                <a:spcPts val="0"/>
              </a:spcAft>
              <a:buSzPts val="2100"/>
              <a:buNone/>
              <a:defRPr b="1" sz="2100"/>
            </a:lvl9pPr>
          </a:lstStyle>
          <a:p/>
        </p:txBody>
      </p:sp>
      <p:sp>
        <p:nvSpPr>
          <p:cNvPr id="178" name="Google Shape;178;p24"/>
          <p:cNvSpPr txBox="1"/>
          <p:nvPr>
            <p:ph idx="4" type="subTitle"/>
          </p:nvPr>
        </p:nvSpPr>
        <p:spPr>
          <a:xfrm>
            <a:off x="719108" y="1806417"/>
            <a:ext cx="2486100" cy="6186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SzPts val="1400"/>
              <a:buNone/>
              <a:defRPr sz="1400">
                <a:solidFill>
                  <a:schemeClr val="dk1"/>
                </a:solidFill>
              </a:defRPr>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179" name="Google Shape;179;p24"/>
          <p:cNvSpPr txBox="1"/>
          <p:nvPr>
            <p:ph idx="5" type="subTitle"/>
          </p:nvPr>
        </p:nvSpPr>
        <p:spPr>
          <a:xfrm>
            <a:off x="3226708" y="3171118"/>
            <a:ext cx="2486100" cy="4614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SzPts val="2100"/>
              <a:buNone/>
              <a:defRPr sz="2400">
                <a:latin typeface="Vidaloka"/>
                <a:ea typeface="Vidaloka"/>
                <a:cs typeface="Vidaloka"/>
                <a:sym typeface="Vidaloka"/>
              </a:defRPr>
            </a:lvl1pPr>
            <a:lvl2pPr lvl="1" rtl="0" algn="ctr">
              <a:spcBef>
                <a:spcPts val="0"/>
              </a:spcBef>
              <a:spcAft>
                <a:spcPts val="0"/>
              </a:spcAft>
              <a:buSzPts val="2100"/>
              <a:buNone/>
              <a:defRPr b="1" sz="2100"/>
            </a:lvl2pPr>
            <a:lvl3pPr lvl="2" rtl="0" algn="ctr">
              <a:spcBef>
                <a:spcPts val="0"/>
              </a:spcBef>
              <a:spcAft>
                <a:spcPts val="0"/>
              </a:spcAft>
              <a:buSzPts val="2100"/>
              <a:buNone/>
              <a:defRPr b="1" sz="2100"/>
            </a:lvl3pPr>
            <a:lvl4pPr lvl="3" rtl="0" algn="ctr">
              <a:spcBef>
                <a:spcPts val="0"/>
              </a:spcBef>
              <a:spcAft>
                <a:spcPts val="0"/>
              </a:spcAft>
              <a:buSzPts val="2100"/>
              <a:buNone/>
              <a:defRPr b="1" sz="2100"/>
            </a:lvl4pPr>
            <a:lvl5pPr lvl="4" rtl="0" algn="ctr">
              <a:spcBef>
                <a:spcPts val="0"/>
              </a:spcBef>
              <a:spcAft>
                <a:spcPts val="0"/>
              </a:spcAft>
              <a:buSzPts val="2100"/>
              <a:buNone/>
              <a:defRPr b="1" sz="2100"/>
            </a:lvl5pPr>
            <a:lvl6pPr lvl="5" rtl="0" algn="ctr">
              <a:spcBef>
                <a:spcPts val="0"/>
              </a:spcBef>
              <a:spcAft>
                <a:spcPts val="0"/>
              </a:spcAft>
              <a:buSzPts val="2100"/>
              <a:buNone/>
              <a:defRPr b="1" sz="2100"/>
            </a:lvl6pPr>
            <a:lvl7pPr lvl="6" rtl="0" algn="ctr">
              <a:spcBef>
                <a:spcPts val="0"/>
              </a:spcBef>
              <a:spcAft>
                <a:spcPts val="0"/>
              </a:spcAft>
              <a:buSzPts val="2100"/>
              <a:buNone/>
              <a:defRPr b="1" sz="2100"/>
            </a:lvl7pPr>
            <a:lvl8pPr lvl="7" rtl="0" algn="ctr">
              <a:spcBef>
                <a:spcPts val="0"/>
              </a:spcBef>
              <a:spcAft>
                <a:spcPts val="0"/>
              </a:spcAft>
              <a:buSzPts val="2100"/>
              <a:buNone/>
              <a:defRPr b="1" sz="2100"/>
            </a:lvl8pPr>
            <a:lvl9pPr lvl="8" rtl="0" algn="ctr">
              <a:spcBef>
                <a:spcPts val="0"/>
              </a:spcBef>
              <a:spcAft>
                <a:spcPts val="0"/>
              </a:spcAft>
              <a:buSzPts val="2100"/>
              <a:buNone/>
              <a:defRPr b="1" sz="2100"/>
            </a:lvl9pPr>
          </a:lstStyle>
          <a:p/>
        </p:txBody>
      </p:sp>
      <p:sp>
        <p:nvSpPr>
          <p:cNvPr id="180" name="Google Shape;180;p24"/>
          <p:cNvSpPr txBox="1"/>
          <p:nvPr>
            <p:ph idx="6" type="subTitle"/>
          </p:nvPr>
        </p:nvSpPr>
        <p:spPr>
          <a:xfrm>
            <a:off x="3226708" y="3565487"/>
            <a:ext cx="2486100" cy="6186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SzPts val="1400"/>
              <a:buNone/>
              <a:defRPr sz="1400">
                <a:solidFill>
                  <a:schemeClr val="dk1"/>
                </a:solidFill>
              </a:defRPr>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181" name="Google Shape;181;p24"/>
          <p:cNvSpPr txBox="1"/>
          <p:nvPr>
            <p:ph idx="7" type="subTitle"/>
          </p:nvPr>
        </p:nvSpPr>
        <p:spPr>
          <a:xfrm>
            <a:off x="719108" y="3171118"/>
            <a:ext cx="2486100" cy="4614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SzPts val="2100"/>
              <a:buNone/>
              <a:defRPr sz="2400">
                <a:latin typeface="Vidaloka"/>
                <a:ea typeface="Vidaloka"/>
                <a:cs typeface="Vidaloka"/>
                <a:sym typeface="Vidaloka"/>
              </a:defRPr>
            </a:lvl1pPr>
            <a:lvl2pPr lvl="1" rtl="0" algn="ctr">
              <a:spcBef>
                <a:spcPts val="0"/>
              </a:spcBef>
              <a:spcAft>
                <a:spcPts val="0"/>
              </a:spcAft>
              <a:buSzPts val="2100"/>
              <a:buNone/>
              <a:defRPr b="1" sz="2100"/>
            </a:lvl2pPr>
            <a:lvl3pPr lvl="2" rtl="0" algn="ctr">
              <a:spcBef>
                <a:spcPts val="0"/>
              </a:spcBef>
              <a:spcAft>
                <a:spcPts val="0"/>
              </a:spcAft>
              <a:buSzPts val="2100"/>
              <a:buNone/>
              <a:defRPr b="1" sz="2100"/>
            </a:lvl3pPr>
            <a:lvl4pPr lvl="3" rtl="0" algn="ctr">
              <a:spcBef>
                <a:spcPts val="0"/>
              </a:spcBef>
              <a:spcAft>
                <a:spcPts val="0"/>
              </a:spcAft>
              <a:buSzPts val="2100"/>
              <a:buNone/>
              <a:defRPr b="1" sz="2100"/>
            </a:lvl4pPr>
            <a:lvl5pPr lvl="4" rtl="0" algn="ctr">
              <a:spcBef>
                <a:spcPts val="0"/>
              </a:spcBef>
              <a:spcAft>
                <a:spcPts val="0"/>
              </a:spcAft>
              <a:buSzPts val="2100"/>
              <a:buNone/>
              <a:defRPr b="1" sz="2100"/>
            </a:lvl5pPr>
            <a:lvl6pPr lvl="5" rtl="0" algn="ctr">
              <a:spcBef>
                <a:spcPts val="0"/>
              </a:spcBef>
              <a:spcAft>
                <a:spcPts val="0"/>
              </a:spcAft>
              <a:buSzPts val="2100"/>
              <a:buNone/>
              <a:defRPr b="1" sz="2100"/>
            </a:lvl6pPr>
            <a:lvl7pPr lvl="6" rtl="0" algn="ctr">
              <a:spcBef>
                <a:spcPts val="0"/>
              </a:spcBef>
              <a:spcAft>
                <a:spcPts val="0"/>
              </a:spcAft>
              <a:buSzPts val="2100"/>
              <a:buNone/>
              <a:defRPr b="1" sz="2100"/>
            </a:lvl7pPr>
            <a:lvl8pPr lvl="7" rtl="0" algn="ctr">
              <a:spcBef>
                <a:spcPts val="0"/>
              </a:spcBef>
              <a:spcAft>
                <a:spcPts val="0"/>
              </a:spcAft>
              <a:buSzPts val="2100"/>
              <a:buNone/>
              <a:defRPr b="1" sz="2100"/>
            </a:lvl8pPr>
            <a:lvl9pPr lvl="8" rtl="0" algn="ctr">
              <a:spcBef>
                <a:spcPts val="0"/>
              </a:spcBef>
              <a:spcAft>
                <a:spcPts val="0"/>
              </a:spcAft>
              <a:buSzPts val="2100"/>
              <a:buNone/>
              <a:defRPr b="1" sz="2100"/>
            </a:lvl9pPr>
          </a:lstStyle>
          <a:p/>
        </p:txBody>
      </p:sp>
      <p:sp>
        <p:nvSpPr>
          <p:cNvPr id="182" name="Google Shape;182;p24"/>
          <p:cNvSpPr txBox="1"/>
          <p:nvPr>
            <p:ph idx="8" type="subTitle"/>
          </p:nvPr>
        </p:nvSpPr>
        <p:spPr>
          <a:xfrm>
            <a:off x="719158" y="3565487"/>
            <a:ext cx="2486100" cy="6186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SzPts val="1400"/>
              <a:buNone/>
              <a:defRPr sz="1400">
                <a:solidFill>
                  <a:schemeClr val="dk1"/>
                </a:solidFill>
              </a:defRPr>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cxnSp>
        <p:nvCxnSpPr>
          <p:cNvPr id="183" name="Google Shape;183;p24"/>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184" name="Google Shape;184;p24"/>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2">
  <p:cSld name="CUSTOM_18">
    <p:spTree>
      <p:nvGrpSpPr>
        <p:cNvPr id="185" name="Shape 185"/>
        <p:cNvGrpSpPr/>
        <p:nvPr/>
      </p:nvGrpSpPr>
      <p:grpSpPr>
        <a:xfrm>
          <a:off x="0" y="0"/>
          <a:ext cx="0" cy="0"/>
          <a:chOff x="0" y="0"/>
          <a:chExt cx="0" cy="0"/>
        </a:xfrm>
      </p:grpSpPr>
      <p:cxnSp>
        <p:nvCxnSpPr>
          <p:cNvPr id="186" name="Google Shape;186;p25"/>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187" name="Google Shape;187;p25"/>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188" name="Google Shape;188;p25"/>
          <p:cNvCxnSpPr/>
          <p:nvPr/>
        </p:nvCxnSpPr>
        <p:spPr>
          <a:xfrm>
            <a:off x="-250225" y="4076450"/>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189" name="Google Shape;189;p25"/>
          <p:cNvCxnSpPr/>
          <p:nvPr/>
        </p:nvCxnSpPr>
        <p:spPr>
          <a:xfrm>
            <a:off x="7441150" y="-48375"/>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sp>
        <p:nvSpPr>
          <p:cNvPr id="190" name="Google Shape;190;p25"/>
          <p:cNvSpPr txBox="1"/>
          <p:nvPr>
            <p:ph idx="1" type="body"/>
          </p:nvPr>
        </p:nvSpPr>
        <p:spPr>
          <a:xfrm>
            <a:off x="5547900" y="3007750"/>
            <a:ext cx="2883000" cy="1595400"/>
          </a:xfrm>
          <a:prstGeom prst="rect">
            <a:avLst/>
          </a:prstGeom>
        </p:spPr>
        <p:txBody>
          <a:bodyPr anchorCtr="0" anchor="t" bIns="91425" lIns="91425" spcFirstLastPara="1" rIns="91425" wrap="square" tIns="91425">
            <a:noAutofit/>
          </a:bodyPr>
          <a:lstStyle>
            <a:lvl1pPr indent="-342900" lvl="0" marL="457200" rtl="0">
              <a:lnSpc>
                <a:spcPct val="100000"/>
              </a:lnSpc>
              <a:spcBef>
                <a:spcPts val="0"/>
              </a:spcBef>
              <a:spcAft>
                <a:spcPts val="0"/>
              </a:spcAft>
              <a:buSzPts val="1800"/>
              <a:buChar char="●"/>
              <a:defRPr sz="3000">
                <a:solidFill>
                  <a:schemeClr val="dk1"/>
                </a:solidFill>
                <a:latin typeface="Vidaloka"/>
                <a:ea typeface="Vidaloka"/>
                <a:cs typeface="Vidaloka"/>
                <a:sym typeface="Vidaloka"/>
              </a:defRPr>
            </a:lvl1pPr>
            <a:lvl2pPr indent="-317500" lvl="1" marL="914400" rtl="0">
              <a:lnSpc>
                <a:spcPct val="100000"/>
              </a:lnSpc>
              <a:spcBef>
                <a:spcPts val="0"/>
              </a:spcBef>
              <a:spcAft>
                <a:spcPts val="0"/>
              </a:spcAft>
              <a:buSzPts val="1400"/>
              <a:buChar char="○"/>
              <a:defRPr sz="3000">
                <a:latin typeface="Vidaloka"/>
                <a:ea typeface="Vidaloka"/>
                <a:cs typeface="Vidaloka"/>
                <a:sym typeface="Vidaloka"/>
              </a:defRPr>
            </a:lvl2pPr>
            <a:lvl3pPr indent="-317500" lvl="2" marL="1371600" rtl="0">
              <a:lnSpc>
                <a:spcPct val="100000"/>
              </a:lnSpc>
              <a:spcBef>
                <a:spcPts val="0"/>
              </a:spcBef>
              <a:spcAft>
                <a:spcPts val="0"/>
              </a:spcAft>
              <a:buSzPts val="1400"/>
              <a:buChar char="■"/>
              <a:defRPr sz="3000">
                <a:latin typeface="Vidaloka"/>
                <a:ea typeface="Vidaloka"/>
                <a:cs typeface="Vidaloka"/>
                <a:sym typeface="Vidaloka"/>
              </a:defRPr>
            </a:lvl3pPr>
            <a:lvl4pPr indent="-317500" lvl="3" marL="1828800" rtl="0">
              <a:lnSpc>
                <a:spcPct val="100000"/>
              </a:lnSpc>
              <a:spcBef>
                <a:spcPts val="0"/>
              </a:spcBef>
              <a:spcAft>
                <a:spcPts val="0"/>
              </a:spcAft>
              <a:buSzPts val="1400"/>
              <a:buChar char="●"/>
              <a:defRPr sz="3000">
                <a:latin typeface="Vidaloka"/>
                <a:ea typeface="Vidaloka"/>
                <a:cs typeface="Vidaloka"/>
                <a:sym typeface="Vidaloka"/>
              </a:defRPr>
            </a:lvl4pPr>
            <a:lvl5pPr indent="-317500" lvl="4" marL="2286000" rtl="0">
              <a:lnSpc>
                <a:spcPct val="100000"/>
              </a:lnSpc>
              <a:spcBef>
                <a:spcPts val="0"/>
              </a:spcBef>
              <a:spcAft>
                <a:spcPts val="0"/>
              </a:spcAft>
              <a:buSzPts val="1400"/>
              <a:buChar char="○"/>
              <a:defRPr sz="3000">
                <a:latin typeface="Vidaloka"/>
                <a:ea typeface="Vidaloka"/>
                <a:cs typeface="Vidaloka"/>
                <a:sym typeface="Vidaloka"/>
              </a:defRPr>
            </a:lvl5pPr>
            <a:lvl6pPr indent="-317500" lvl="5" marL="2743200" rtl="0">
              <a:lnSpc>
                <a:spcPct val="100000"/>
              </a:lnSpc>
              <a:spcBef>
                <a:spcPts val="0"/>
              </a:spcBef>
              <a:spcAft>
                <a:spcPts val="0"/>
              </a:spcAft>
              <a:buSzPts val="1400"/>
              <a:buChar char="■"/>
              <a:defRPr sz="3000">
                <a:latin typeface="Vidaloka"/>
                <a:ea typeface="Vidaloka"/>
                <a:cs typeface="Vidaloka"/>
                <a:sym typeface="Vidaloka"/>
              </a:defRPr>
            </a:lvl6pPr>
            <a:lvl7pPr indent="-317500" lvl="6" marL="3200400" rtl="0">
              <a:lnSpc>
                <a:spcPct val="100000"/>
              </a:lnSpc>
              <a:spcBef>
                <a:spcPts val="0"/>
              </a:spcBef>
              <a:spcAft>
                <a:spcPts val="0"/>
              </a:spcAft>
              <a:buSzPts val="1400"/>
              <a:buChar char="●"/>
              <a:defRPr sz="3000">
                <a:latin typeface="Vidaloka"/>
                <a:ea typeface="Vidaloka"/>
                <a:cs typeface="Vidaloka"/>
                <a:sym typeface="Vidaloka"/>
              </a:defRPr>
            </a:lvl7pPr>
            <a:lvl8pPr indent="-317500" lvl="7" marL="3657600" rtl="0">
              <a:lnSpc>
                <a:spcPct val="100000"/>
              </a:lnSpc>
              <a:spcBef>
                <a:spcPts val="0"/>
              </a:spcBef>
              <a:spcAft>
                <a:spcPts val="0"/>
              </a:spcAft>
              <a:buSzPts val="1400"/>
              <a:buChar char="○"/>
              <a:defRPr sz="3000">
                <a:latin typeface="Vidaloka"/>
                <a:ea typeface="Vidaloka"/>
                <a:cs typeface="Vidaloka"/>
                <a:sym typeface="Vidaloka"/>
              </a:defRPr>
            </a:lvl8pPr>
            <a:lvl9pPr indent="-317500" lvl="8" marL="4114800" rtl="0">
              <a:lnSpc>
                <a:spcPct val="100000"/>
              </a:lnSpc>
              <a:spcBef>
                <a:spcPts val="0"/>
              </a:spcBef>
              <a:spcAft>
                <a:spcPts val="0"/>
              </a:spcAft>
              <a:buSzPts val="1400"/>
              <a:buChar char="■"/>
              <a:defRPr sz="3000">
                <a:latin typeface="Vidaloka"/>
                <a:ea typeface="Vidaloka"/>
                <a:cs typeface="Vidaloka"/>
                <a:sym typeface="Vidaloka"/>
              </a:defRPr>
            </a:lvl9pPr>
          </a:lstStyle>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1">
  <p:cSld name="CUSTOM_19">
    <p:spTree>
      <p:nvGrpSpPr>
        <p:cNvPr id="191" name="Shape 191"/>
        <p:cNvGrpSpPr/>
        <p:nvPr/>
      </p:nvGrpSpPr>
      <p:grpSpPr>
        <a:xfrm>
          <a:off x="0" y="0"/>
          <a:ext cx="0" cy="0"/>
          <a:chOff x="0" y="0"/>
          <a:chExt cx="0" cy="0"/>
        </a:xfrm>
      </p:grpSpPr>
      <p:sp>
        <p:nvSpPr>
          <p:cNvPr id="192" name="Google Shape;192;p26"/>
          <p:cNvSpPr txBox="1"/>
          <p:nvPr>
            <p:ph hasCustomPrompt="1" type="title"/>
          </p:nvPr>
        </p:nvSpPr>
        <p:spPr>
          <a:xfrm>
            <a:off x="713225" y="1345375"/>
            <a:ext cx="6120300" cy="1644300"/>
          </a:xfrm>
          <a:prstGeom prst="rect">
            <a:avLst/>
          </a:prstGeom>
        </p:spPr>
        <p:txBody>
          <a:bodyPr anchorCtr="0" anchor="t" bIns="91425" lIns="91425" spcFirstLastPara="1" rIns="91425" wrap="square" tIns="91425">
            <a:noAutofit/>
          </a:bodyPr>
          <a:lstStyle>
            <a:lvl1pPr lvl="0" rtl="0">
              <a:spcBef>
                <a:spcPts val="0"/>
              </a:spcBef>
              <a:spcAft>
                <a:spcPts val="0"/>
              </a:spcAft>
              <a:buSzPts val="12000"/>
              <a:buNone/>
              <a:defRPr sz="12000">
                <a:solidFill>
                  <a:schemeClr val="accent1"/>
                </a:solidFill>
              </a:defRPr>
            </a:lvl1pPr>
            <a:lvl2pPr lvl="1" rtl="0">
              <a:spcBef>
                <a:spcPts val="0"/>
              </a:spcBef>
              <a:spcAft>
                <a:spcPts val="0"/>
              </a:spcAft>
              <a:buSzPts val="12000"/>
              <a:buNone/>
              <a:defRPr sz="12000"/>
            </a:lvl2pPr>
            <a:lvl3pPr lvl="2" rtl="0">
              <a:spcBef>
                <a:spcPts val="0"/>
              </a:spcBef>
              <a:spcAft>
                <a:spcPts val="0"/>
              </a:spcAft>
              <a:buSzPts val="12000"/>
              <a:buNone/>
              <a:defRPr sz="12000"/>
            </a:lvl3pPr>
            <a:lvl4pPr lvl="3" rtl="0">
              <a:spcBef>
                <a:spcPts val="0"/>
              </a:spcBef>
              <a:spcAft>
                <a:spcPts val="0"/>
              </a:spcAft>
              <a:buSzPts val="12000"/>
              <a:buNone/>
              <a:defRPr sz="12000"/>
            </a:lvl4pPr>
            <a:lvl5pPr lvl="4" rtl="0">
              <a:spcBef>
                <a:spcPts val="0"/>
              </a:spcBef>
              <a:spcAft>
                <a:spcPts val="0"/>
              </a:spcAft>
              <a:buSzPts val="12000"/>
              <a:buNone/>
              <a:defRPr sz="12000"/>
            </a:lvl5pPr>
            <a:lvl6pPr lvl="5" rtl="0">
              <a:spcBef>
                <a:spcPts val="0"/>
              </a:spcBef>
              <a:spcAft>
                <a:spcPts val="0"/>
              </a:spcAft>
              <a:buSzPts val="12000"/>
              <a:buNone/>
              <a:defRPr sz="12000"/>
            </a:lvl6pPr>
            <a:lvl7pPr lvl="6" rtl="0">
              <a:spcBef>
                <a:spcPts val="0"/>
              </a:spcBef>
              <a:spcAft>
                <a:spcPts val="0"/>
              </a:spcAft>
              <a:buSzPts val="12000"/>
              <a:buNone/>
              <a:defRPr sz="12000"/>
            </a:lvl7pPr>
            <a:lvl8pPr lvl="7" rtl="0">
              <a:spcBef>
                <a:spcPts val="0"/>
              </a:spcBef>
              <a:spcAft>
                <a:spcPts val="0"/>
              </a:spcAft>
              <a:buSzPts val="12000"/>
              <a:buNone/>
              <a:defRPr sz="12000"/>
            </a:lvl8pPr>
            <a:lvl9pPr lvl="8" rtl="0">
              <a:spcBef>
                <a:spcPts val="0"/>
              </a:spcBef>
              <a:spcAft>
                <a:spcPts val="0"/>
              </a:spcAft>
              <a:buSzPts val="12000"/>
              <a:buNone/>
              <a:defRPr sz="12000"/>
            </a:lvl9pPr>
          </a:lstStyle>
          <a:p>
            <a:r>
              <a:t>xx%</a:t>
            </a:r>
          </a:p>
        </p:txBody>
      </p:sp>
      <p:sp>
        <p:nvSpPr>
          <p:cNvPr id="193" name="Google Shape;193;p26"/>
          <p:cNvSpPr txBox="1"/>
          <p:nvPr>
            <p:ph idx="1" type="subTitle"/>
          </p:nvPr>
        </p:nvSpPr>
        <p:spPr>
          <a:xfrm>
            <a:off x="713225" y="3188648"/>
            <a:ext cx="6120300" cy="375000"/>
          </a:xfrm>
          <a:prstGeom prst="rect">
            <a:avLst/>
          </a:prstGeom>
        </p:spPr>
        <p:txBody>
          <a:bodyPr anchorCtr="0" anchor="t" bIns="91425" lIns="91425" spcFirstLastPara="1" rIns="91425" wrap="square" tIns="91425">
            <a:noAutofit/>
          </a:bodyPr>
          <a:lstStyle>
            <a:lvl1pPr lvl="0" rtl="0">
              <a:spcBef>
                <a:spcPts val="0"/>
              </a:spcBef>
              <a:spcAft>
                <a:spcPts val="0"/>
              </a:spcAft>
              <a:buSzPts val="1600"/>
              <a:buNone/>
              <a:defRPr sz="1600"/>
            </a:lvl1pPr>
            <a:lvl2pPr lvl="1" rtl="0">
              <a:spcBef>
                <a:spcPts val="0"/>
              </a:spcBef>
              <a:spcAft>
                <a:spcPts val="0"/>
              </a:spcAft>
              <a:buSzPts val="1600"/>
              <a:buNone/>
              <a:defRPr sz="1600"/>
            </a:lvl2pPr>
            <a:lvl3pPr lvl="2" rtl="0">
              <a:spcBef>
                <a:spcPts val="0"/>
              </a:spcBef>
              <a:spcAft>
                <a:spcPts val="0"/>
              </a:spcAft>
              <a:buSzPts val="1600"/>
              <a:buNone/>
              <a:defRPr sz="1600"/>
            </a:lvl3pPr>
            <a:lvl4pPr lvl="3" rtl="0">
              <a:spcBef>
                <a:spcPts val="0"/>
              </a:spcBef>
              <a:spcAft>
                <a:spcPts val="0"/>
              </a:spcAft>
              <a:buSzPts val="1600"/>
              <a:buNone/>
              <a:defRPr sz="1600"/>
            </a:lvl4pPr>
            <a:lvl5pPr lvl="4" rtl="0">
              <a:spcBef>
                <a:spcPts val="0"/>
              </a:spcBef>
              <a:spcAft>
                <a:spcPts val="0"/>
              </a:spcAft>
              <a:buSzPts val="1600"/>
              <a:buNone/>
              <a:defRPr sz="1600"/>
            </a:lvl5pPr>
            <a:lvl6pPr lvl="5" rtl="0">
              <a:spcBef>
                <a:spcPts val="0"/>
              </a:spcBef>
              <a:spcAft>
                <a:spcPts val="0"/>
              </a:spcAft>
              <a:buSzPts val="1600"/>
              <a:buNone/>
              <a:defRPr sz="1600"/>
            </a:lvl6pPr>
            <a:lvl7pPr lvl="6" rtl="0">
              <a:spcBef>
                <a:spcPts val="0"/>
              </a:spcBef>
              <a:spcAft>
                <a:spcPts val="0"/>
              </a:spcAft>
              <a:buSzPts val="1600"/>
              <a:buNone/>
              <a:defRPr sz="1600"/>
            </a:lvl7pPr>
            <a:lvl8pPr lvl="7" rtl="0">
              <a:spcBef>
                <a:spcPts val="0"/>
              </a:spcBef>
              <a:spcAft>
                <a:spcPts val="0"/>
              </a:spcAft>
              <a:buSzPts val="1600"/>
              <a:buNone/>
              <a:defRPr sz="1600"/>
            </a:lvl8pPr>
            <a:lvl9pPr lvl="8" rtl="0">
              <a:spcBef>
                <a:spcPts val="0"/>
              </a:spcBef>
              <a:spcAft>
                <a:spcPts val="0"/>
              </a:spcAft>
              <a:buSzPts val="1600"/>
              <a:buNone/>
              <a:defRPr sz="1600"/>
            </a:lvl9pPr>
          </a:lstStyle>
          <a:p/>
        </p:txBody>
      </p:sp>
      <p:cxnSp>
        <p:nvCxnSpPr>
          <p:cNvPr id="194" name="Google Shape;194;p26"/>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195" name="Google Shape;195;p26"/>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196" name="Google Shape;196;p26"/>
          <p:cNvCxnSpPr/>
          <p:nvPr/>
        </p:nvCxnSpPr>
        <p:spPr>
          <a:xfrm>
            <a:off x="7441150" y="-48375"/>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197" name="Google Shape;197;p26"/>
          <p:cNvCxnSpPr/>
          <p:nvPr/>
        </p:nvCxnSpPr>
        <p:spPr>
          <a:xfrm flipH="1">
            <a:off x="7454238" y="4053663"/>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2">
  <p:cSld name="SECTION_HEADER_1">
    <p:spTree>
      <p:nvGrpSpPr>
        <p:cNvPr id="198" name="Shape 198"/>
        <p:cNvGrpSpPr/>
        <p:nvPr/>
      </p:nvGrpSpPr>
      <p:grpSpPr>
        <a:xfrm>
          <a:off x="0" y="0"/>
          <a:ext cx="0" cy="0"/>
          <a:chOff x="0" y="0"/>
          <a:chExt cx="0" cy="0"/>
        </a:xfrm>
      </p:grpSpPr>
      <p:sp>
        <p:nvSpPr>
          <p:cNvPr id="199" name="Google Shape;199;p27"/>
          <p:cNvSpPr txBox="1"/>
          <p:nvPr>
            <p:ph type="title"/>
          </p:nvPr>
        </p:nvSpPr>
        <p:spPr>
          <a:xfrm>
            <a:off x="4346500" y="2467375"/>
            <a:ext cx="4083600" cy="1200000"/>
          </a:xfrm>
          <a:prstGeom prst="rect">
            <a:avLst/>
          </a:prstGeom>
          <a:noFill/>
        </p:spPr>
        <p:txBody>
          <a:bodyPr anchorCtr="0" anchor="t" bIns="91425" lIns="91425" spcFirstLastPara="1" rIns="91425" wrap="square" tIns="91425">
            <a:noAutofit/>
          </a:bodyPr>
          <a:lstStyle>
            <a:lvl1pPr lvl="0" rtl="0">
              <a:spcBef>
                <a:spcPts val="0"/>
              </a:spcBef>
              <a:spcAft>
                <a:spcPts val="0"/>
              </a:spcAft>
              <a:buSzPts val="3600"/>
              <a:buNone/>
              <a:defRPr sz="3500"/>
            </a:lvl1pPr>
            <a:lvl2pPr lvl="1" rtl="0">
              <a:spcBef>
                <a:spcPts val="0"/>
              </a:spcBef>
              <a:spcAft>
                <a:spcPts val="0"/>
              </a:spcAft>
              <a:buSzPts val="3600"/>
              <a:buNone/>
              <a:defRPr sz="3600"/>
            </a:lvl2pPr>
            <a:lvl3pPr lvl="2" rtl="0">
              <a:spcBef>
                <a:spcPts val="0"/>
              </a:spcBef>
              <a:spcAft>
                <a:spcPts val="0"/>
              </a:spcAft>
              <a:buSzPts val="3600"/>
              <a:buNone/>
              <a:defRPr sz="3600"/>
            </a:lvl3pPr>
            <a:lvl4pPr lvl="3" rtl="0">
              <a:spcBef>
                <a:spcPts val="0"/>
              </a:spcBef>
              <a:spcAft>
                <a:spcPts val="0"/>
              </a:spcAft>
              <a:buSzPts val="3600"/>
              <a:buNone/>
              <a:defRPr sz="3600"/>
            </a:lvl4pPr>
            <a:lvl5pPr lvl="4" rtl="0">
              <a:spcBef>
                <a:spcPts val="0"/>
              </a:spcBef>
              <a:spcAft>
                <a:spcPts val="0"/>
              </a:spcAft>
              <a:buSzPts val="3600"/>
              <a:buNone/>
              <a:defRPr sz="3600"/>
            </a:lvl5pPr>
            <a:lvl6pPr lvl="5" rtl="0">
              <a:spcBef>
                <a:spcPts val="0"/>
              </a:spcBef>
              <a:spcAft>
                <a:spcPts val="0"/>
              </a:spcAft>
              <a:buSzPts val="3600"/>
              <a:buNone/>
              <a:defRPr sz="3600"/>
            </a:lvl6pPr>
            <a:lvl7pPr lvl="6" rtl="0">
              <a:spcBef>
                <a:spcPts val="0"/>
              </a:spcBef>
              <a:spcAft>
                <a:spcPts val="0"/>
              </a:spcAft>
              <a:buSzPts val="3600"/>
              <a:buNone/>
              <a:defRPr sz="3600"/>
            </a:lvl7pPr>
            <a:lvl8pPr lvl="7" rtl="0">
              <a:spcBef>
                <a:spcPts val="0"/>
              </a:spcBef>
              <a:spcAft>
                <a:spcPts val="0"/>
              </a:spcAft>
              <a:buSzPts val="3600"/>
              <a:buNone/>
              <a:defRPr sz="3600"/>
            </a:lvl8pPr>
            <a:lvl9pPr lvl="8" rtl="0">
              <a:spcBef>
                <a:spcPts val="0"/>
              </a:spcBef>
              <a:spcAft>
                <a:spcPts val="0"/>
              </a:spcAft>
              <a:buSzPts val="3600"/>
              <a:buNone/>
              <a:defRPr sz="3600"/>
            </a:lvl9pPr>
          </a:lstStyle>
          <a:p/>
        </p:txBody>
      </p:sp>
      <p:sp>
        <p:nvSpPr>
          <p:cNvPr id="200" name="Google Shape;200;p27"/>
          <p:cNvSpPr txBox="1"/>
          <p:nvPr>
            <p:ph hasCustomPrompt="1" idx="2" type="title"/>
          </p:nvPr>
        </p:nvSpPr>
        <p:spPr>
          <a:xfrm>
            <a:off x="4956100" y="1021325"/>
            <a:ext cx="1650900" cy="978300"/>
          </a:xfrm>
          <a:prstGeom prst="rect">
            <a:avLst/>
          </a:prstGeom>
        </p:spPr>
        <p:txBody>
          <a:bodyPr anchorCtr="0" anchor="ctr" bIns="91425" lIns="91425" spcFirstLastPara="1" rIns="91425" wrap="square" tIns="91425">
            <a:noAutofit/>
          </a:bodyPr>
          <a:lstStyle>
            <a:lvl1pPr lvl="0" rtl="0">
              <a:spcBef>
                <a:spcPts val="0"/>
              </a:spcBef>
              <a:spcAft>
                <a:spcPts val="0"/>
              </a:spcAft>
              <a:buSzPts val="6000"/>
              <a:buNone/>
              <a:defRPr sz="7000">
                <a:solidFill>
                  <a:schemeClr val="accent1"/>
                </a:solidFill>
              </a:defRPr>
            </a:lvl1pPr>
            <a:lvl2pPr lvl="1" rtl="0">
              <a:spcBef>
                <a:spcPts val="0"/>
              </a:spcBef>
              <a:spcAft>
                <a:spcPts val="0"/>
              </a:spcAft>
              <a:buSzPts val="6000"/>
              <a:buNone/>
              <a:defRPr b="1" sz="6000"/>
            </a:lvl2pPr>
            <a:lvl3pPr lvl="2" rtl="0">
              <a:spcBef>
                <a:spcPts val="0"/>
              </a:spcBef>
              <a:spcAft>
                <a:spcPts val="0"/>
              </a:spcAft>
              <a:buSzPts val="6000"/>
              <a:buNone/>
              <a:defRPr b="1" sz="6000"/>
            </a:lvl3pPr>
            <a:lvl4pPr lvl="3" rtl="0">
              <a:spcBef>
                <a:spcPts val="0"/>
              </a:spcBef>
              <a:spcAft>
                <a:spcPts val="0"/>
              </a:spcAft>
              <a:buSzPts val="6000"/>
              <a:buNone/>
              <a:defRPr b="1" sz="6000"/>
            </a:lvl4pPr>
            <a:lvl5pPr lvl="4" rtl="0">
              <a:spcBef>
                <a:spcPts val="0"/>
              </a:spcBef>
              <a:spcAft>
                <a:spcPts val="0"/>
              </a:spcAft>
              <a:buSzPts val="6000"/>
              <a:buNone/>
              <a:defRPr b="1" sz="6000"/>
            </a:lvl5pPr>
            <a:lvl6pPr lvl="5" rtl="0">
              <a:spcBef>
                <a:spcPts val="0"/>
              </a:spcBef>
              <a:spcAft>
                <a:spcPts val="0"/>
              </a:spcAft>
              <a:buSzPts val="6000"/>
              <a:buNone/>
              <a:defRPr b="1" sz="6000"/>
            </a:lvl6pPr>
            <a:lvl7pPr lvl="6" rtl="0">
              <a:spcBef>
                <a:spcPts val="0"/>
              </a:spcBef>
              <a:spcAft>
                <a:spcPts val="0"/>
              </a:spcAft>
              <a:buSzPts val="6000"/>
              <a:buNone/>
              <a:defRPr b="1" sz="6000"/>
            </a:lvl7pPr>
            <a:lvl8pPr lvl="7" rtl="0">
              <a:spcBef>
                <a:spcPts val="0"/>
              </a:spcBef>
              <a:spcAft>
                <a:spcPts val="0"/>
              </a:spcAft>
              <a:buSzPts val="6000"/>
              <a:buNone/>
              <a:defRPr b="1" sz="6000"/>
            </a:lvl8pPr>
            <a:lvl9pPr lvl="8" rtl="0">
              <a:spcBef>
                <a:spcPts val="0"/>
              </a:spcBef>
              <a:spcAft>
                <a:spcPts val="0"/>
              </a:spcAft>
              <a:buSzPts val="6000"/>
              <a:buNone/>
              <a:defRPr b="1" sz="6000"/>
            </a:lvl9pPr>
          </a:lstStyle>
          <a:p>
            <a:r>
              <a:t>xx%</a:t>
            </a:r>
          </a:p>
        </p:txBody>
      </p:sp>
      <p:sp>
        <p:nvSpPr>
          <p:cNvPr id="201" name="Google Shape;201;p27"/>
          <p:cNvSpPr txBox="1"/>
          <p:nvPr>
            <p:ph idx="1" type="subTitle"/>
          </p:nvPr>
        </p:nvSpPr>
        <p:spPr>
          <a:xfrm>
            <a:off x="4346500" y="3649675"/>
            <a:ext cx="4083600" cy="6249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800"/>
              <a:buNone/>
              <a:defRPr sz="1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cxnSp>
        <p:nvCxnSpPr>
          <p:cNvPr id="202" name="Google Shape;202;p27"/>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203" name="Google Shape;203;p27"/>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204" name="Google Shape;204;p27"/>
          <p:cNvCxnSpPr/>
          <p:nvPr/>
        </p:nvCxnSpPr>
        <p:spPr>
          <a:xfrm>
            <a:off x="-209600" y="2402450"/>
            <a:ext cx="3144300" cy="2789700"/>
          </a:xfrm>
          <a:prstGeom prst="curvedConnector3">
            <a:avLst>
              <a:gd fmla="val 50000" name="adj1"/>
            </a:avLst>
          </a:prstGeom>
          <a:noFill/>
          <a:ln cap="flat" cmpd="sng" w="28575">
            <a:solidFill>
              <a:schemeClr val="accent2"/>
            </a:solidFill>
            <a:prstDash val="solid"/>
            <a:round/>
            <a:headEnd len="med" w="med" type="none"/>
            <a:tailEnd len="med" w="med" type="none"/>
          </a:ln>
        </p:spPr>
      </p:cxn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3">
  <p:cSld name="CUSTOM_20">
    <p:spTree>
      <p:nvGrpSpPr>
        <p:cNvPr id="205" name="Shape 205"/>
        <p:cNvGrpSpPr/>
        <p:nvPr/>
      </p:nvGrpSpPr>
      <p:grpSpPr>
        <a:xfrm>
          <a:off x="0" y="0"/>
          <a:ext cx="0" cy="0"/>
          <a:chOff x="0" y="0"/>
          <a:chExt cx="0" cy="0"/>
        </a:xfrm>
      </p:grpSpPr>
      <p:sp>
        <p:nvSpPr>
          <p:cNvPr id="206" name="Google Shape;206;p28"/>
          <p:cNvSpPr txBox="1"/>
          <p:nvPr>
            <p:ph type="title"/>
          </p:nvPr>
        </p:nvSpPr>
        <p:spPr>
          <a:xfrm>
            <a:off x="4373850" y="944250"/>
            <a:ext cx="4009500" cy="648900"/>
          </a:xfrm>
          <a:prstGeom prst="rect">
            <a:avLst/>
          </a:prstGeom>
          <a:noFill/>
        </p:spPr>
        <p:txBody>
          <a:bodyPr anchorCtr="0" anchor="ctr" bIns="91425" lIns="91425" spcFirstLastPara="1" rIns="91425" wrap="square" tIns="91425">
            <a:noAutofit/>
          </a:bodyPr>
          <a:lstStyle>
            <a:lvl1pPr lvl="0" rtl="0">
              <a:spcBef>
                <a:spcPts val="0"/>
              </a:spcBef>
              <a:spcAft>
                <a:spcPts val="0"/>
              </a:spcAft>
              <a:buSzPts val="3600"/>
              <a:buNone/>
              <a:defRPr sz="3500"/>
            </a:lvl1pPr>
            <a:lvl2pPr lvl="1" rtl="0">
              <a:spcBef>
                <a:spcPts val="0"/>
              </a:spcBef>
              <a:spcAft>
                <a:spcPts val="0"/>
              </a:spcAft>
              <a:buSzPts val="3600"/>
              <a:buNone/>
              <a:defRPr sz="3600"/>
            </a:lvl2pPr>
            <a:lvl3pPr lvl="2" rtl="0">
              <a:spcBef>
                <a:spcPts val="0"/>
              </a:spcBef>
              <a:spcAft>
                <a:spcPts val="0"/>
              </a:spcAft>
              <a:buSzPts val="3600"/>
              <a:buNone/>
              <a:defRPr sz="3600"/>
            </a:lvl3pPr>
            <a:lvl4pPr lvl="3" rtl="0">
              <a:spcBef>
                <a:spcPts val="0"/>
              </a:spcBef>
              <a:spcAft>
                <a:spcPts val="0"/>
              </a:spcAft>
              <a:buSzPts val="3600"/>
              <a:buNone/>
              <a:defRPr sz="3600"/>
            </a:lvl4pPr>
            <a:lvl5pPr lvl="4" rtl="0">
              <a:spcBef>
                <a:spcPts val="0"/>
              </a:spcBef>
              <a:spcAft>
                <a:spcPts val="0"/>
              </a:spcAft>
              <a:buSzPts val="3600"/>
              <a:buNone/>
              <a:defRPr sz="3600"/>
            </a:lvl5pPr>
            <a:lvl6pPr lvl="5" rtl="0">
              <a:spcBef>
                <a:spcPts val="0"/>
              </a:spcBef>
              <a:spcAft>
                <a:spcPts val="0"/>
              </a:spcAft>
              <a:buSzPts val="3600"/>
              <a:buNone/>
              <a:defRPr sz="3600"/>
            </a:lvl6pPr>
            <a:lvl7pPr lvl="6" rtl="0">
              <a:spcBef>
                <a:spcPts val="0"/>
              </a:spcBef>
              <a:spcAft>
                <a:spcPts val="0"/>
              </a:spcAft>
              <a:buSzPts val="3600"/>
              <a:buNone/>
              <a:defRPr sz="3600"/>
            </a:lvl7pPr>
            <a:lvl8pPr lvl="7" rtl="0">
              <a:spcBef>
                <a:spcPts val="0"/>
              </a:spcBef>
              <a:spcAft>
                <a:spcPts val="0"/>
              </a:spcAft>
              <a:buSzPts val="3600"/>
              <a:buNone/>
              <a:defRPr sz="3600"/>
            </a:lvl8pPr>
            <a:lvl9pPr lvl="8" rtl="0">
              <a:spcBef>
                <a:spcPts val="0"/>
              </a:spcBef>
              <a:spcAft>
                <a:spcPts val="0"/>
              </a:spcAft>
              <a:buSzPts val="3600"/>
              <a:buNone/>
              <a:defRPr sz="3600"/>
            </a:lvl9pPr>
          </a:lstStyle>
          <a:p/>
        </p:txBody>
      </p:sp>
      <p:sp>
        <p:nvSpPr>
          <p:cNvPr id="207" name="Google Shape;207;p28"/>
          <p:cNvSpPr txBox="1"/>
          <p:nvPr>
            <p:ph hasCustomPrompt="1" idx="2" type="title"/>
          </p:nvPr>
        </p:nvSpPr>
        <p:spPr>
          <a:xfrm>
            <a:off x="2294850" y="1096650"/>
            <a:ext cx="1650900" cy="978300"/>
          </a:xfrm>
          <a:prstGeom prst="rect">
            <a:avLst/>
          </a:prstGeom>
        </p:spPr>
        <p:txBody>
          <a:bodyPr anchorCtr="0" anchor="ctr" bIns="91425" lIns="91425" spcFirstLastPara="1" rIns="91425" wrap="square" tIns="91425">
            <a:noAutofit/>
          </a:bodyPr>
          <a:lstStyle>
            <a:lvl1pPr lvl="0" rtl="0" algn="r">
              <a:spcBef>
                <a:spcPts val="0"/>
              </a:spcBef>
              <a:spcAft>
                <a:spcPts val="0"/>
              </a:spcAft>
              <a:buSzPts val="6000"/>
              <a:buNone/>
              <a:defRPr sz="7000">
                <a:solidFill>
                  <a:schemeClr val="accent1"/>
                </a:solidFill>
              </a:defRPr>
            </a:lvl1pPr>
            <a:lvl2pPr lvl="1" rtl="0">
              <a:spcBef>
                <a:spcPts val="0"/>
              </a:spcBef>
              <a:spcAft>
                <a:spcPts val="0"/>
              </a:spcAft>
              <a:buSzPts val="6000"/>
              <a:buNone/>
              <a:defRPr b="1" sz="6000"/>
            </a:lvl2pPr>
            <a:lvl3pPr lvl="2" rtl="0">
              <a:spcBef>
                <a:spcPts val="0"/>
              </a:spcBef>
              <a:spcAft>
                <a:spcPts val="0"/>
              </a:spcAft>
              <a:buSzPts val="6000"/>
              <a:buNone/>
              <a:defRPr b="1" sz="6000"/>
            </a:lvl3pPr>
            <a:lvl4pPr lvl="3" rtl="0">
              <a:spcBef>
                <a:spcPts val="0"/>
              </a:spcBef>
              <a:spcAft>
                <a:spcPts val="0"/>
              </a:spcAft>
              <a:buSzPts val="6000"/>
              <a:buNone/>
              <a:defRPr b="1" sz="6000"/>
            </a:lvl4pPr>
            <a:lvl5pPr lvl="4" rtl="0">
              <a:spcBef>
                <a:spcPts val="0"/>
              </a:spcBef>
              <a:spcAft>
                <a:spcPts val="0"/>
              </a:spcAft>
              <a:buSzPts val="6000"/>
              <a:buNone/>
              <a:defRPr b="1" sz="6000"/>
            </a:lvl5pPr>
            <a:lvl6pPr lvl="5" rtl="0">
              <a:spcBef>
                <a:spcPts val="0"/>
              </a:spcBef>
              <a:spcAft>
                <a:spcPts val="0"/>
              </a:spcAft>
              <a:buSzPts val="6000"/>
              <a:buNone/>
              <a:defRPr b="1" sz="6000"/>
            </a:lvl6pPr>
            <a:lvl7pPr lvl="6" rtl="0">
              <a:spcBef>
                <a:spcPts val="0"/>
              </a:spcBef>
              <a:spcAft>
                <a:spcPts val="0"/>
              </a:spcAft>
              <a:buSzPts val="6000"/>
              <a:buNone/>
              <a:defRPr b="1" sz="6000"/>
            </a:lvl7pPr>
            <a:lvl8pPr lvl="7" rtl="0">
              <a:spcBef>
                <a:spcPts val="0"/>
              </a:spcBef>
              <a:spcAft>
                <a:spcPts val="0"/>
              </a:spcAft>
              <a:buSzPts val="6000"/>
              <a:buNone/>
              <a:defRPr b="1" sz="6000"/>
            </a:lvl8pPr>
            <a:lvl9pPr lvl="8" rtl="0">
              <a:spcBef>
                <a:spcPts val="0"/>
              </a:spcBef>
              <a:spcAft>
                <a:spcPts val="0"/>
              </a:spcAft>
              <a:buSzPts val="6000"/>
              <a:buNone/>
              <a:defRPr b="1" sz="6000"/>
            </a:lvl9pPr>
          </a:lstStyle>
          <a:p>
            <a:r>
              <a:t>xx%</a:t>
            </a:r>
          </a:p>
        </p:txBody>
      </p:sp>
      <p:sp>
        <p:nvSpPr>
          <p:cNvPr id="208" name="Google Shape;208;p28"/>
          <p:cNvSpPr txBox="1"/>
          <p:nvPr>
            <p:ph idx="1" type="subTitle"/>
          </p:nvPr>
        </p:nvSpPr>
        <p:spPr>
          <a:xfrm>
            <a:off x="4373850" y="1593150"/>
            <a:ext cx="2475300" cy="624900"/>
          </a:xfrm>
          <a:prstGeom prst="rect">
            <a:avLst/>
          </a:prstGeom>
        </p:spPr>
        <p:txBody>
          <a:bodyPr anchorCtr="0" anchor="ctr" bIns="91425" lIns="91425" spcFirstLastPara="1" rIns="91425" wrap="square" tIns="91425">
            <a:noAutofit/>
          </a:bodyPr>
          <a:lstStyle>
            <a:lvl1pPr lvl="0" rtl="0">
              <a:lnSpc>
                <a:spcPct val="100000"/>
              </a:lnSpc>
              <a:spcBef>
                <a:spcPts val="0"/>
              </a:spcBef>
              <a:spcAft>
                <a:spcPts val="0"/>
              </a:spcAft>
              <a:buSzPts val="1800"/>
              <a:buNone/>
              <a:defRPr sz="1400">
                <a:solidFill>
                  <a:schemeClr val="dk1"/>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cxnSp>
        <p:nvCxnSpPr>
          <p:cNvPr id="209" name="Google Shape;209;p28"/>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210" name="Google Shape;210;p28"/>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211" name="Google Shape;211;p28"/>
          <p:cNvCxnSpPr/>
          <p:nvPr/>
        </p:nvCxnSpPr>
        <p:spPr>
          <a:xfrm>
            <a:off x="-250225" y="4076450"/>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212" name="Google Shape;212;p28"/>
          <p:cNvCxnSpPr/>
          <p:nvPr/>
        </p:nvCxnSpPr>
        <p:spPr>
          <a:xfrm>
            <a:off x="7441150" y="-48375"/>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213" name="Google Shape;213;p28"/>
          <p:cNvCxnSpPr/>
          <p:nvPr/>
        </p:nvCxnSpPr>
        <p:spPr>
          <a:xfrm flipH="1">
            <a:off x="7454238" y="4053663"/>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214" name="Google Shape;214;p28"/>
          <p:cNvCxnSpPr/>
          <p:nvPr/>
        </p:nvCxnSpPr>
        <p:spPr>
          <a:xfrm flipH="1">
            <a:off x="-237137" y="-71162"/>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3">
  <p:cSld name="CUSTOM_3_1">
    <p:spTree>
      <p:nvGrpSpPr>
        <p:cNvPr id="215" name="Shape 215"/>
        <p:cNvGrpSpPr/>
        <p:nvPr/>
      </p:nvGrpSpPr>
      <p:grpSpPr>
        <a:xfrm>
          <a:off x="0" y="0"/>
          <a:ext cx="0" cy="0"/>
          <a:chOff x="0" y="0"/>
          <a:chExt cx="0" cy="0"/>
        </a:xfrm>
      </p:grpSpPr>
      <p:sp>
        <p:nvSpPr>
          <p:cNvPr id="216" name="Google Shape;216;p29"/>
          <p:cNvSpPr txBox="1"/>
          <p:nvPr>
            <p:ph type="title"/>
          </p:nvPr>
        </p:nvSpPr>
        <p:spPr>
          <a:xfrm>
            <a:off x="1043725" y="922567"/>
            <a:ext cx="3123000" cy="2257500"/>
          </a:xfrm>
          <a:prstGeom prst="rect">
            <a:avLst/>
          </a:prstGeom>
        </p:spPr>
        <p:txBody>
          <a:bodyPr anchorCtr="0" anchor="t" bIns="91425" lIns="91425" spcFirstLastPara="1" rIns="91425" wrap="square" tIns="91425">
            <a:noAutofit/>
          </a:bodyPr>
          <a:lstStyle>
            <a:lvl1pPr lvl="0" rtl="0" algn="l">
              <a:spcBef>
                <a:spcPts val="0"/>
              </a:spcBef>
              <a:spcAft>
                <a:spcPts val="0"/>
              </a:spcAft>
              <a:buSzPts val="3000"/>
              <a:buNone/>
              <a:defRPr sz="3500"/>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217" name="Google Shape;217;p29"/>
          <p:cNvSpPr txBox="1"/>
          <p:nvPr>
            <p:ph idx="1" type="subTitle"/>
          </p:nvPr>
        </p:nvSpPr>
        <p:spPr>
          <a:xfrm>
            <a:off x="1043725" y="3360938"/>
            <a:ext cx="3013500" cy="7800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Char char="●"/>
              <a:defRPr sz="1400"/>
            </a:lvl1pPr>
            <a:lvl2pPr lvl="1" rtl="0" algn="ctr">
              <a:spcBef>
                <a:spcPts val="0"/>
              </a:spcBef>
              <a:spcAft>
                <a:spcPts val="0"/>
              </a:spcAft>
              <a:buSzPts val="1400"/>
              <a:buChar char="○"/>
              <a:defRPr/>
            </a:lvl2pPr>
            <a:lvl3pPr lvl="2" rtl="0" algn="ctr">
              <a:spcBef>
                <a:spcPts val="0"/>
              </a:spcBef>
              <a:spcAft>
                <a:spcPts val="0"/>
              </a:spcAft>
              <a:buSzPts val="1400"/>
              <a:buChar char="■"/>
              <a:defRPr/>
            </a:lvl3pPr>
            <a:lvl4pPr lvl="3" rtl="0" algn="ctr">
              <a:spcBef>
                <a:spcPts val="0"/>
              </a:spcBef>
              <a:spcAft>
                <a:spcPts val="0"/>
              </a:spcAft>
              <a:buSzPts val="1400"/>
              <a:buChar char="●"/>
              <a:defRPr/>
            </a:lvl4pPr>
            <a:lvl5pPr lvl="4" rtl="0" algn="ctr">
              <a:spcBef>
                <a:spcPts val="0"/>
              </a:spcBef>
              <a:spcAft>
                <a:spcPts val="0"/>
              </a:spcAft>
              <a:buSzPts val="1400"/>
              <a:buChar char="○"/>
              <a:defRPr/>
            </a:lvl5pPr>
            <a:lvl6pPr lvl="5" rtl="0" algn="ctr">
              <a:spcBef>
                <a:spcPts val="0"/>
              </a:spcBef>
              <a:spcAft>
                <a:spcPts val="0"/>
              </a:spcAft>
              <a:buSzPts val="1400"/>
              <a:buChar char="■"/>
              <a:defRPr/>
            </a:lvl6pPr>
            <a:lvl7pPr lvl="6" rtl="0" algn="ctr">
              <a:spcBef>
                <a:spcPts val="0"/>
              </a:spcBef>
              <a:spcAft>
                <a:spcPts val="0"/>
              </a:spcAft>
              <a:buSzPts val="1400"/>
              <a:buChar char="●"/>
              <a:defRPr/>
            </a:lvl7pPr>
            <a:lvl8pPr lvl="7" rtl="0" algn="ctr">
              <a:spcBef>
                <a:spcPts val="0"/>
              </a:spcBef>
              <a:spcAft>
                <a:spcPts val="0"/>
              </a:spcAft>
              <a:buSzPts val="1400"/>
              <a:buChar char="○"/>
              <a:defRPr/>
            </a:lvl8pPr>
            <a:lvl9pPr lvl="8" rtl="0" algn="ctr">
              <a:spcBef>
                <a:spcPts val="0"/>
              </a:spcBef>
              <a:spcAft>
                <a:spcPts val="0"/>
              </a:spcAft>
              <a:buSzPts val="1400"/>
              <a:buChar char="■"/>
              <a:defRPr/>
            </a:lvl9pPr>
          </a:lstStyle>
          <a:p/>
        </p:txBody>
      </p:sp>
      <p:cxnSp>
        <p:nvCxnSpPr>
          <p:cNvPr id="218" name="Google Shape;218;p29"/>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219" name="Google Shape;219;p29"/>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220" name="Google Shape;220;p29"/>
          <p:cNvCxnSpPr/>
          <p:nvPr/>
        </p:nvCxnSpPr>
        <p:spPr>
          <a:xfrm>
            <a:off x="5322650" y="-80625"/>
            <a:ext cx="4005000" cy="2007300"/>
          </a:xfrm>
          <a:prstGeom prst="curvedConnector3">
            <a:avLst>
              <a:gd fmla="val 50000" name="adj1"/>
            </a:avLst>
          </a:prstGeom>
          <a:noFill/>
          <a:ln cap="flat" cmpd="sng" w="28575">
            <a:solidFill>
              <a:schemeClr val="accent2"/>
            </a:solidFill>
            <a:prstDash val="solid"/>
            <a:round/>
            <a:headEnd len="med" w="med" type="none"/>
            <a:tailEnd len="med" w="med" type="none"/>
          </a:ln>
        </p:spPr>
      </p:cxn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4">
  <p:cSld name="CUSTOM_21">
    <p:spTree>
      <p:nvGrpSpPr>
        <p:cNvPr id="221" name="Shape 221"/>
        <p:cNvGrpSpPr/>
        <p:nvPr/>
      </p:nvGrpSpPr>
      <p:grpSpPr>
        <a:xfrm>
          <a:off x="0" y="0"/>
          <a:ext cx="0" cy="0"/>
          <a:chOff x="0" y="0"/>
          <a:chExt cx="0" cy="0"/>
        </a:xfrm>
      </p:grpSpPr>
      <p:sp>
        <p:nvSpPr>
          <p:cNvPr id="222" name="Google Shape;222;p30"/>
          <p:cNvSpPr txBox="1"/>
          <p:nvPr>
            <p:ph type="title"/>
          </p:nvPr>
        </p:nvSpPr>
        <p:spPr>
          <a:xfrm>
            <a:off x="5310925" y="962565"/>
            <a:ext cx="3123000" cy="2257500"/>
          </a:xfrm>
          <a:prstGeom prst="rect">
            <a:avLst/>
          </a:prstGeom>
        </p:spPr>
        <p:txBody>
          <a:bodyPr anchorCtr="0" anchor="t" bIns="91425" lIns="91425" spcFirstLastPara="1" rIns="91425" wrap="square" tIns="91425">
            <a:noAutofit/>
          </a:bodyPr>
          <a:lstStyle>
            <a:lvl1pPr lvl="0" rtl="0" algn="l">
              <a:spcBef>
                <a:spcPts val="0"/>
              </a:spcBef>
              <a:spcAft>
                <a:spcPts val="0"/>
              </a:spcAft>
              <a:buSzPts val="3000"/>
              <a:buNone/>
              <a:defRPr sz="3500"/>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223" name="Google Shape;223;p30"/>
          <p:cNvSpPr txBox="1"/>
          <p:nvPr>
            <p:ph idx="1" type="subTitle"/>
          </p:nvPr>
        </p:nvSpPr>
        <p:spPr>
          <a:xfrm>
            <a:off x="5310925" y="3400935"/>
            <a:ext cx="3013500" cy="7800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Char char="●"/>
              <a:defRPr sz="1400">
                <a:solidFill>
                  <a:schemeClr val="dk1"/>
                </a:solidFill>
              </a:defRPr>
            </a:lvl1pPr>
            <a:lvl2pPr lvl="1" rtl="0" algn="ctr">
              <a:spcBef>
                <a:spcPts val="0"/>
              </a:spcBef>
              <a:spcAft>
                <a:spcPts val="0"/>
              </a:spcAft>
              <a:buSzPts val="1400"/>
              <a:buChar char="○"/>
              <a:defRPr/>
            </a:lvl2pPr>
            <a:lvl3pPr lvl="2" rtl="0" algn="ctr">
              <a:spcBef>
                <a:spcPts val="0"/>
              </a:spcBef>
              <a:spcAft>
                <a:spcPts val="0"/>
              </a:spcAft>
              <a:buSzPts val="1400"/>
              <a:buChar char="■"/>
              <a:defRPr/>
            </a:lvl3pPr>
            <a:lvl4pPr lvl="3" rtl="0" algn="ctr">
              <a:spcBef>
                <a:spcPts val="0"/>
              </a:spcBef>
              <a:spcAft>
                <a:spcPts val="0"/>
              </a:spcAft>
              <a:buSzPts val="1400"/>
              <a:buChar char="●"/>
              <a:defRPr/>
            </a:lvl4pPr>
            <a:lvl5pPr lvl="4" rtl="0" algn="ctr">
              <a:spcBef>
                <a:spcPts val="0"/>
              </a:spcBef>
              <a:spcAft>
                <a:spcPts val="0"/>
              </a:spcAft>
              <a:buSzPts val="1400"/>
              <a:buChar char="○"/>
              <a:defRPr/>
            </a:lvl5pPr>
            <a:lvl6pPr lvl="5" rtl="0" algn="ctr">
              <a:spcBef>
                <a:spcPts val="0"/>
              </a:spcBef>
              <a:spcAft>
                <a:spcPts val="0"/>
              </a:spcAft>
              <a:buSzPts val="1400"/>
              <a:buChar char="■"/>
              <a:defRPr/>
            </a:lvl6pPr>
            <a:lvl7pPr lvl="6" rtl="0" algn="ctr">
              <a:spcBef>
                <a:spcPts val="0"/>
              </a:spcBef>
              <a:spcAft>
                <a:spcPts val="0"/>
              </a:spcAft>
              <a:buSzPts val="1400"/>
              <a:buChar char="●"/>
              <a:defRPr/>
            </a:lvl7pPr>
            <a:lvl8pPr lvl="7" rtl="0" algn="ctr">
              <a:spcBef>
                <a:spcPts val="0"/>
              </a:spcBef>
              <a:spcAft>
                <a:spcPts val="0"/>
              </a:spcAft>
              <a:buSzPts val="1400"/>
              <a:buChar char="○"/>
              <a:defRPr/>
            </a:lvl8pPr>
            <a:lvl9pPr lvl="8" rtl="0" algn="ctr">
              <a:spcBef>
                <a:spcPts val="0"/>
              </a:spcBef>
              <a:spcAft>
                <a:spcPts val="0"/>
              </a:spcAft>
              <a:buSzPts val="1400"/>
              <a:buChar char="■"/>
              <a:defRPr/>
            </a:lvl9pPr>
          </a:lstStyle>
          <a:p/>
        </p:txBody>
      </p:sp>
      <p:cxnSp>
        <p:nvCxnSpPr>
          <p:cNvPr id="224" name="Google Shape;224;p30"/>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225" name="Google Shape;225;p30"/>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226" name="Google Shape;226;p30"/>
          <p:cNvCxnSpPr/>
          <p:nvPr/>
        </p:nvCxnSpPr>
        <p:spPr>
          <a:xfrm>
            <a:off x="-250225" y="4076450"/>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227" name="Google Shape;227;p30"/>
          <p:cNvCxnSpPr/>
          <p:nvPr/>
        </p:nvCxnSpPr>
        <p:spPr>
          <a:xfrm>
            <a:off x="7441150" y="-48375"/>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228" name="Google Shape;228;p30"/>
          <p:cNvCxnSpPr/>
          <p:nvPr/>
        </p:nvCxnSpPr>
        <p:spPr>
          <a:xfrm flipH="1">
            <a:off x="7454238" y="4053663"/>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229" name="Google Shape;229;p30"/>
          <p:cNvCxnSpPr/>
          <p:nvPr/>
        </p:nvCxnSpPr>
        <p:spPr>
          <a:xfrm flipH="1">
            <a:off x="-237137" y="-71162"/>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CUSTOM_4">
    <p:spTree>
      <p:nvGrpSpPr>
        <p:cNvPr id="230" name="Shape 230"/>
        <p:cNvGrpSpPr/>
        <p:nvPr/>
      </p:nvGrpSpPr>
      <p:grpSpPr>
        <a:xfrm>
          <a:off x="0" y="0"/>
          <a:ext cx="0" cy="0"/>
          <a:chOff x="0" y="0"/>
          <a:chExt cx="0" cy="0"/>
        </a:xfrm>
      </p:grpSpPr>
      <p:sp>
        <p:nvSpPr>
          <p:cNvPr id="231" name="Google Shape;231;p31"/>
          <p:cNvSpPr txBox="1"/>
          <p:nvPr>
            <p:ph idx="1" type="subTitle"/>
          </p:nvPr>
        </p:nvSpPr>
        <p:spPr>
          <a:xfrm>
            <a:off x="3509000" y="2532051"/>
            <a:ext cx="2126100" cy="4440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p:txBody>
      </p:sp>
      <p:sp>
        <p:nvSpPr>
          <p:cNvPr id="232" name="Google Shape;232;p31"/>
          <p:cNvSpPr txBox="1"/>
          <p:nvPr>
            <p:ph idx="2" type="subTitle"/>
          </p:nvPr>
        </p:nvSpPr>
        <p:spPr>
          <a:xfrm>
            <a:off x="3509025" y="2948247"/>
            <a:ext cx="2126100" cy="8130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233" name="Google Shape;233;p31"/>
          <p:cNvSpPr txBox="1"/>
          <p:nvPr>
            <p:ph idx="3" type="subTitle"/>
          </p:nvPr>
        </p:nvSpPr>
        <p:spPr>
          <a:xfrm>
            <a:off x="953025" y="2532051"/>
            <a:ext cx="2126100" cy="4440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p:txBody>
      </p:sp>
      <p:sp>
        <p:nvSpPr>
          <p:cNvPr id="234" name="Google Shape;234;p31"/>
          <p:cNvSpPr txBox="1"/>
          <p:nvPr>
            <p:ph idx="4" type="subTitle"/>
          </p:nvPr>
        </p:nvSpPr>
        <p:spPr>
          <a:xfrm>
            <a:off x="953125" y="2948247"/>
            <a:ext cx="2126100" cy="8130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235" name="Google Shape;235;p31"/>
          <p:cNvSpPr txBox="1"/>
          <p:nvPr>
            <p:ph idx="5" type="subTitle"/>
          </p:nvPr>
        </p:nvSpPr>
        <p:spPr>
          <a:xfrm>
            <a:off x="6064875" y="2532051"/>
            <a:ext cx="2126100" cy="4440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p:txBody>
      </p:sp>
      <p:sp>
        <p:nvSpPr>
          <p:cNvPr id="236" name="Google Shape;236;p31"/>
          <p:cNvSpPr txBox="1"/>
          <p:nvPr>
            <p:ph idx="6" type="subTitle"/>
          </p:nvPr>
        </p:nvSpPr>
        <p:spPr>
          <a:xfrm>
            <a:off x="6064875" y="2948247"/>
            <a:ext cx="2126100" cy="8130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237" name="Google Shape;237;p31"/>
          <p:cNvSpPr txBox="1"/>
          <p:nvPr>
            <p:ph type="title"/>
          </p:nvPr>
        </p:nvSpPr>
        <p:spPr>
          <a:xfrm>
            <a:off x="713225" y="445025"/>
            <a:ext cx="66555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atin typeface="Merriweather Light"/>
                <a:ea typeface="Merriweather Light"/>
                <a:cs typeface="Merriweather Light"/>
                <a:sym typeface="Merriweather Light"/>
              </a:defRPr>
            </a:lvl2pPr>
            <a:lvl3pPr lvl="2" rtl="0">
              <a:spcBef>
                <a:spcPts val="0"/>
              </a:spcBef>
              <a:spcAft>
                <a:spcPts val="0"/>
              </a:spcAft>
              <a:buSzPts val="3000"/>
              <a:buNone/>
              <a:defRPr>
                <a:latin typeface="Merriweather Light"/>
                <a:ea typeface="Merriweather Light"/>
                <a:cs typeface="Merriweather Light"/>
                <a:sym typeface="Merriweather Light"/>
              </a:defRPr>
            </a:lvl3pPr>
            <a:lvl4pPr lvl="3" rtl="0">
              <a:spcBef>
                <a:spcPts val="0"/>
              </a:spcBef>
              <a:spcAft>
                <a:spcPts val="0"/>
              </a:spcAft>
              <a:buSzPts val="3000"/>
              <a:buNone/>
              <a:defRPr>
                <a:latin typeface="Merriweather Light"/>
                <a:ea typeface="Merriweather Light"/>
                <a:cs typeface="Merriweather Light"/>
                <a:sym typeface="Merriweather Light"/>
              </a:defRPr>
            </a:lvl4pPr>
            <a:lvl5pPr lvl="4" rtl="0">
              <a:spcBef>
                <a:spcPts val="0"/>
              </a:spcBef>
              <a:spcAft>
                <a:spcPts val="0"/>
              </a:spcAft>
              <a:buSzPts val="3000"/>
              <a:buNone/>
              <a:defRPr>
                <a:latin typeface="Merriweather Light"/>
                <a:ea typeface="Merriweather Light"/>
                <a:cs typeface="Merriweather Light"/>
                <a:sym typeface="Merriweather Light"/>
              </a:defRPr>
            </a:lvl5pPr>
            <a:lvl6pPr lvl="5" rtl="0">
              <a:spcBef>
                <a:spcPts val="0"/>
              </a:spcBef>
              <a:spcAft>
                <a:spcPts val="0"/>
              </a:spcAft>
              <a:buSzPts val="3000"/>
              <a:buNone/>
              <a:defRPr>
                <a:latin typeface="Merriweather Light"/>
                <a:ea typeface="Merriweather Light"/>
                <a:cs typeface="Merriweather Light"/>
                <a:sym typeface="Merriweather Light"/>
              </a:defRPr>
            </a:lvl6pPr>
            <a:lvl7pPr lvl="6" rtl="0">
              <a:spcBef>
                <a:spcPts val="0"/>
              </a:spcBef>
              <a:spcAft>
                <a:spcPts val="0"/>
              </a:spcAft>
              <a:buSzPts val="3000"/>
              <a:buNone/>
              <a:defRPr>
                <a:latin typeface="Merriweather Light"/>
                <a:ea typeface="Merriweather Light"/>
                <a:cs typeface="Merriweather Light"/>
                <a:sym typeface="Merriweather Light"/>
              </a:defRPr>
            </a:lvl7pPr>
            <a:lvl8pPr lvl="7" rtl="0">
              <a:spcBef>
                <a:spcPts val="0"/>
              </a:spcBef>
              <a:spcAft>
                <a:spcPts val="0"/>
              </a:spcAft>
              <a:buSzPts val="3000"/>
              <a:buNone/>
              <a:defRPr>
                <a:latin typeface="Merriweather Light"/>
                <a:ea typeface="Merriweather Light"/>
                <a:cs typeface="Merriweather Light"/>
                <a:sym typeface="Merriweather Light"/>
              </a:defRPr>
            </a:lvl8pPr>
            <a:lvl9pPr lvl="8" rtl="0">
              <a:spcBef>
                <a:spcPts val="0"/>
              </a:spcBef>
              <a:spcAft>
                <a:spcPts val="0"/>
              </a:spcAft>
              <a:buSzPts val="3000"/>
              <a:buNone/>
              <a:defRPr>
                <a:latin typeface="Merriweather Light"/>
                <a:ea typeface="Merriweather Light"/>
                <a:cs typeface="Merriweather Light"/>
                <a:sym typeface="Merriweather Light"/>
              </a:defRPr>
            </a:lvl9pPr>
          </a:lstStyle>
          <a:p/>
        </p:txBody>
      </p:sp>
      <p:cxnSp>
        <p:nvCxnSpPr>
          <p:cNvPr id="238" name="Google Shape;238;p31"/>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239" name="Google Shape;239;p31"/>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p:cSld name="CUSTOM_22">
    <p:spTree>
      <p:nvGrpSpPr>
        <p:cNvPr id="240" name="Shape 240"/>
        <p:cNvGrpSpPr/>
        <p:nvPr/>
      </p:nvGrpSpPr>
      <p:grpSpPr>
        <a:xfrm>
          <a:off x="0" y="0"/>
          <a:ext cx="0" cy="0"/>
          <a:chOff x="0" y="0"/>
          <a:chExt cx="0" cy="0"/>
        </a:xfrm>
      </p:grpSpPr>
      <p:sp>
        <p:nvSpPr>
          <p:cNvPr id="241" name="Google Shape;241;p32"/>
          <p:cNvSpPr txBox="1"/>
          <p:nvPr>
            <p:ph idx="1" type="subTitle"/>
          </p:nvPr>
        </p:nvSpPr>
        <p:spPr>
          <a:xfrm>
            <a:off x="3509000" y="1693851"/>
            <a:ext cx="2126100" cy="4440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p:txBody>
      </p:sp>
      <p:sp>
        <p:nvSpPr>
          <p:cNvPr id="242" name="Google Shape;242;p32"/>
          <p:cNvSpPr txBox="1"/>
          <p:nvPr>
            <p:ph idx="2" type="subTitle"/>
          </p:nvPr>
        </p:nvSpPr>
        <p:spPr>
          <a:xfrm>
            <a:off x="3509025" y="2110049"/>
            <a:ext cx="21261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243" name="Google Shape;243;p32"/>
          <p:cNvSpPr txBox="1"/>
          <p:nvPr>
            <p:ph idx="3" type="subTitle"/>
          </p:nvPr>
        </p:nvSpPr>
        <p:spPr>
          <a:xfrm>
            <a:off x="953025" y="1693851"/>
            <a:ext cx="2126100" cy="4440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p:txBody>
      </p:sp>
      <p:sp>
        <p:nvSpPr>
          <p:cNvPr id="244" name="Google Shape;244;p32"/>
          <p:cNvSpPr txBox="1"/>
          <p:nvPr>
            <p:ph idx="4" type="subTitle"/>
          </p:nvPr>
        </p:nvSpPr>
        <p:spPr>
          <a:xfrm>
            <a:off x="953125" y="2110049"/>
            <a:ext cx="21261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245" name="Google Shape;245;p32"/>
          <p:cNvSpPr txBox="1"/>
          <p:nvPr>
            <p:ph idx="5" type="subTitle"/>
          </p:nvPr>
        </p:nvSpPr>
        <p:spPr>
          <a:xfrm>
            <a:off x="6064875" y="1693851"/>
            <a:ext cx="2126100" cy="4440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p:txBody>
      </p:sp>
      <p:sp>
        <p:nvSpPr>
          <p:cNvPr id="246" name="Google Shape;246;p32"/>
          <p:cNvSpPr txBox="1"/>
          <p:nvPr>
            <p:ph idx="6" type="subTitle"/>
          </p:nvPr>
        </p:nvSpPr>
        <p:spPr>
          <a:xfrm>
            <a:off x="6064875" y="2110049"/>
            <a:ext cx="21261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247" name="Google Shape;247;p32"/>
          <p:cNvSpPr txBox="1"/>
          <p:nvPr>
            <p:ph type="title"/>
          </p:nvPr>
        </p:nvSpPr>
        <p:spPr>
          <a:xfrm>
            <a:off x="1244250" y="445025"/>
            <a:ext cx="66555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000"/>
              <a:buNone/>
              <a:defRPr/>
            </a:lvl1pPr>
            <a:lvl2pPr lvl="1" rtl="0" algn="ctr">
              <a:spcBef>
                <a:spcPts val="0"/>
              </a:spcBef>
              <a:spcAft>
                <a:spcPts val="0"/>
              </a:spcAft>
              <a:buSzPts val="3000"/>
              <a:buNone/>
              <a:defRPr>
                <a:latin typeface="Merriweather Light"/>
                <a:ea typeface="Merriweather Light"/>
                <a:cs typeface="Merriweather Light"/>
                <a:sym typeface="Merriweather Light"/>
              </a:defRPr>
            </a:lvl2pPr>
            <a:lvl3pPr lvl="2" rtl="0" algn="ctr">
              <a:spcBef>
                <a:spcPts val="0"/>
              </a:spcBef>
              <a:spcAft>
                <a:spcPts val="0"/>
              </a:spcAft>
              <a:buSzPts val="3000"/>
              <a:buNone/>
              <a:defRPr>
                <a:latin typeface="Merriweather Light"/>
                <a:ea typeface="Merriweather Light"/>
                <a:cs typeface="Merriweather Light"/>
                <a:sym typeface="Merriweather Light"/>
              </a:defRPr>
            </a:lvl3pPr>
            <a:lvl4pPr lvl="3" rtl="0" algn="ctr">
              <a:spcBef>
                <a:spcPts val="0"/>
              </a:spcBef>
              <a:spcAft>
                <a:spcPts val="0"/>
              </a:spcAft>
              <a:buSzPts val="3000"/>
              <a:buNone/>
              <a:defRPr>
                <a:latin typeface="Merriweather Light"/>
                <a:ea typeface="Merriweather Light"/>
                <a:cs typeface="Merriweather Light"/>
                <a:sym typeface="Merriweather Light"/>
              </a:defRPr>
            </a:lvl4pPr>
            <a:lvl5pPr lvl="4" rtl="0" algn="ctr">
              <a:spcBef>
                <a:spcPts val="0"/>
              </a:spcBef>
              <a:spcAft>
                <a:spcPts val="0"/>
              </a:spcAft>
              <a:buSzPts val="3000"/>
              <a:buNone/>
              <a:defRPr>
                <a:latin typeface="Merriweather Light"/>
                <a:ea typeface="Merriweather Light"/>
                <a:cs typeface="Merriweather Light"/>
                <a:sym typeface="Merriweather Light"/>
              </a:defRPr>
            </a:lvl5pPr>
            <a:lvl6pPr lvl="5" rtl="0" algn="ctr">
              <a:spcBef>
                <a:spcPts val="0"/>
              </a:spcBef>
              <a:spcAft>
                <a:spcPts val="0"/>
              </a:spcAft>
              <a:buSzPts val="3000"/>
              <a:buNone/>
              <a:defRPr>
                <a:latin typeface="Merriweather Light"/>
                <a:ea typeface="Merriweather Light"/>
                <a:cs typeface="Merriweather Light"/>
                <a:sym typeface="Merriweather Light"/>
              </a:defRPr>
            </a:lvl6pPr>
            <a:lvl7pPr lvl="6" rtl="0" algn="ctr">
              <a:spcBef>
                <a:spcPts val="0"/>
              </a:spcBef>
              <a:spcAft>
                <a:spcPts val="0"/>
              </a:spcAft>
              <a:buSzPts val="3000"/>
              <a:buNone/>
              <a:defRPr>
                <a:latin typeface="Merriweather Light"/>
                <a:ea typeface="Merriweather Light"/>
                <a:cs typeface="Merriweather Light"/>
                <a:sym typeface="Merriweather Light"/>
              </a:defRPr>
            </a:lvl7pPr>
            <a:lvl8pPr lvl="7" rtl="0" algn="ctr">
              <a:spcBef>
                <a:spcPts val="0"/>
              </a:spcBef>
              <a:spcAft>
                <a:spcPts val="0"/>
              </a:spcAft>
              <a:buSzPts val="3000"/>
              <a:buNone/>
              <a:defRPr>
                <a:latin typeface="Merriweather Light"/>
                <a:ea typeface="Merriweather Light"/>
                <a:cs typeface="Merriweather Light"/>
                <a:sym typeface="Merriweather Light"/>
              </a:defRPr>
            </a:lvl8pPr>
            <a:lvl9pPr lvl="8" rtl="0" algn="ctr">
              <a:spcBef>
                <a:spcPts val="0"/>
              </a:spcBef>
              <a:spcAft>
                <a:spcPts val="0"/>
              </a:spcAft>
              <a:buSzPts val="3000"/>
              <a:buNone/>
              <a:defRPr>
                <a:latin typeface="Merriweather Light"/>
                <a:ea typeface="Merriweather Light"/>
                <a:cs typeface="Merriweather Light"/>
                <a:sym typeface="Merriweather Light"/>
              </a:defRPr>
            </a:lvl9pPr>
          </a:lstStyle>
          <a:p/>
        </p:txBody>
      </p:sp>
      <p:sp>
        <p:nvSpPr>
          <p:cNvPr id="248" name="Google Shape;248;p32"/>
          <p:cNvSpPr txBox="1"/>
          <p:nvPr>
            <p:ph idx="7" type="subTitle"/>
          </p:nvPr>
        </p:nvSpPr>
        <p:spPr>
          <a:xfrm>
            <a:off x="3509000" y="3398751"/>
            <a:ext cx="2126100" cy="4440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p:txBody>
      </p:sp>
      <p:sp>
        <p:nvSpPr>
          <p:cNvPr id="249" name="Google Shape;249;p32"/>
          <p:cNvSpPr txBox="1"/>
          <p:nvPr>
            <p:ph idx="8" type="subTitle"/>
          </p:nvPr>
        </p:nvSpPr>
        <p:spPr>
          <a:xfrm>
            <a:off x="3509025" y="3814949"/>
            <a:ext cx="21261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250" name="Google Shape;250;p32"/>
          <p:cNvSpPr txBox="1"/>
          <p:nvPr>
            <p:ph idx="9" type="subTitle"/>
          </p:nvPr>
        </p:nvSpPr>
        <p:spPr>
          <a:xfrm>
            <a:off x="953025" y="3398751"/>
            <a:ext cx="2126100" cy="4440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p:txBody>
      </p:sp>
      <p:sp>
        <p:nvSpPr>
          <p:cNvPr id="251" name="Google Shape;251;p32"/>
          <p:cNvSpPr txBox="1"/>
          <p:nvPr>
            <p:ph idx="13" type="subTitle"/>
          </p:nvPr>
        </p:nvSpPr>
        <p:spPr>
          <a:xfrm>
            <a:off x="953125" y="3814949"/>
            <a:ext cx="21261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252" name="Google Shape;252;p32"/>
          <p:cNvSpPr txBox="1"/>
          <p:nvPr>
            <p:ph idx="14" type="subTitle"/>
          </p:nvPr>
        </p:nvSpPr>
        <p:spPr>
          <a:xfrm>
            <a:off x="6064875" y="3398751"/>
            <a:ext cx="2126100" cy="4440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p:txBody>
      </p:sp>
      <p:sp>
        <p:nvSpPr>
          <p:cNvPr id="253" name="Google Shape;253;p32"/>
          <p:cNvSpPr txBox="1"/>
          <p:nvPr>
            <p:ph idx="15" type="subTitle"/>
          </p:nvPr>
        </p:nvSpPr>
        <p:spPr>
          <a:xfrm>
            <a:off x="6064875" y="3814949"/>
            <a:ext cx="21261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cxnSp>
        <p:nvCxnSpPr>
          <p:cNvPr id="254" name="Google Shape;254;p32"/>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255" name="Google Shape;255;p32"/>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256" name="Google Shape;256;p32"/>
          <p:cNvCxnSpPr/>
          <p:nvPr/>
        </p:nvCxnSpPr>
        <p:spPr>
          <a:xfrm>
            <a:off x="-250225" y="4076450"/>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257" name="Google Shape;257;p32"/>
          <p:cNvCxnSpPr/>
          <p:nvPr/>
        </p:nvCxnSpPr>
        <p:spPr>
          <a:xfrm>
            <a:off x="7441150" y="-48375"/>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1">
  <p:cSld name="CUSTOM_32">
    <p:spTree>
      <p:nvGrpSpPr>
        <p:cNvPr id="258" name="Shape 258"/>
        <p:cNvGrpSpPr/>
        <p:nvPr/>
      </p:nvGrpSpPr>
      <p:grpSpPr>
        <a:xfrm>
          <a:off x="0" y="0"/>
          <a:ext cx="0" cy="0"/>
          <a:chOff x="0" y="0"/>
          <a:chExt cx="0" cy="0"/>
        </a:xfrm>
      </p:grpSpPr>
      <p:sp>
        <p:nvSpPr>
          <p:cNvPr id="259" name="Google Shape;259;p33"/>
          <p:cNvSpPr txBox="1"/>
          <p:nvPr>
            <p:ph idx="1" type="subTitle"/>
          </p:nvPr>
        </p:nvSpPr>
        <p:spPr>
          <a:xfrm>
            <a:off x="3414050" y="1714429"/>
            <a:ext cx="2316000" cy="437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1pPr>
            <a:lvl2pPr lvl="1"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2pPr>
            <a:lvl3pPr lvl="2"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3pPr>
            <a:lvl4pPr lvl="3"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4pPr>
            <a:lvl5pPr lvl="4"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5pPr>
            <a:lvl6pPr lvl="5"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6pPr>
            <a:lvl7pPr lvl="6"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7pPr>
            <a:lvl8pPr lvl="7"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8pPr>
            <a:lvl9pPr lvl="8"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9pPr>
          </a:lstStyle>
          <a:p/>
        </p:txBody>
      </p:sp>
      <p:sp>
        <p:nvSpPr>
          <p:cNvPr id="260" name="Google Shape;260;p33"/>
          <p:cNvSpPr txBox="1"/>
          <p:nvPr>
            <p:ph idx="2" type="subTitle"/>
          </p:nvPr>
        </p:nvSpPr>
        <p:spPr>
          <a:xfrm>
            <a:off x="3564200" y="2124122"/>
            <a:ext cx="20157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261" name="Google Shape;261;p33"/>
          <p:cNvSpPr txBox="1"/>
          <p:nvPr>
            <p:ph idx="3" type="subTitle"/>
          </p:nvPr>
        </p:nvSpPr>
        <p:spPr>
          <a:xfrm>
            <a:off x="705725" y="1714429"/>
            <a:ext cx="2316000" cy="437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1pPr>
            <a:lvl2pPr lvl="1"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2pPr>
            <a:lvl3pPr lvl="2"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3pPr>
            <a:lvl4pPr lvl="3"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4pPr>
            <a:lvl5pPr lvl="4"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5pPr>
            <a:lvl6pPr lvl="5"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6pPr>
            <a:lvl7pPr lvl="6"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7pPr>
            <a:lvl8pPr lvl="7"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8pPr>
            <a:lvl9pPr lvl="8"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9pPr>
          </a:lstStyle>
          <a:p/>
        </p:txBody>
      </p:sp>
      <p:sp>
        <p:nvSpPr>
          <p:cNvPr id="262" name="Google Shape;262;p33"/>
          <p:cNvSpPr txBox="1"/>
          <p:nvPr>
            <p:ph idx="4" type="subTitle"/>
          </p:nvPr>
        </p:nvSpPr>
        <p:spPr>
          <a:xfrm>
            <a:off x="855875" y="2124122"/>
            <a:ext cx="20157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263" name="Google Shape;263;p33"/>
          <p:cNvSpPr txBox="1"/>
          <p:nvPr>
            <p:ph idx="5" type="subTitle"/>
          </p:nvPr>
        </p:nvSpPr>
        <p:spPr>
          <a:xfrm>
            <a:off x="6122325" y="1714429"/>
            <a:ext cx="2316000" cy="437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1pPr>
            <a:lvl2pPr lvl="1"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2pPr>
            <a:lvl3pPr lvl="2"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3pPr>
            <a:lvl4pPr lvl="3"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4pPr>
            <a:lvl5pPr lvl="4"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5pPr>
            <a:lvl6pPr lvl="5"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6pPr>
            <a:lvl7pPr lvl="6"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7pPr>
            <a:lvl8pPr lvl="7"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8pPr>
            <a:lvl9pPr lvl="8"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9pPr>
          </a:lstStyle>
          <a:p/>
        </p:txBody>
      </p:sp>
      <p:sp>
        <p:nvSpPr>
          <p:cNvPr id="264" name="Google Shape;264;p33"/>
          <p:cNvSpPr txBox="1"/>
          <p:nvPr>
            <p:ph idx="6" type="subTitle"/>
          </p:nvPr>
        </p:nvSpPr>
        <p:spPr>
          <a:xfrm>
            <a:off x="6272475" y="2124122"/>
            <a:ext cx="20157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265" name="Google Shape;265;p33"/>
          <p:cNvSpPr txBox="1"/>
          <p:nvPr>
            <p:ph idx="7" type="subTitle"/>
          </p:nvPr>
        </p:nvSpPr>
        <p:spPr>
          <a:xfrm>
            <a:off x="3414050" y="3453326"/>
            <a:ext cx="2316000" cy="437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1pPr>
            <a:lvl2pPr lvl="1"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2pPr>
            <a:lvl3pPr lvl="2"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3pPr>
            <a:lvl4pPr lvl="3"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4pPr>
            <a:lvl5pPr lvl="4"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5pPr>
            <a:lvl6pPr lvl="5"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6pPr>
            <a:lvl7pPr lvl="6"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7pPr>
            <a:lvl8pPr lvl="7"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8pPr>
            <a:lvl9pPr lvl="8"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9pPr>
          </a:lstStyle>
          <a:p/>
        </p:txBody>
      </p:sp>
      <p:sp>
        <p:nvSpPr>
          <p:cNvPr id="266" name="Google Shape;266;p33"/>
          <p:cNvSpPr txBox="1"/>
          <p:nvPr>
            <p:ph idx="8" type="subTitle"/>
          </p:nvPr>
        </p:nvSpPr>
        <p:spPr>
          <a:xfrm>
            <a:off x="3564200" y="3869536"/>
            <a:ext cx="20157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267" name="Google Shape;267;p33"/>
          <p:cNvSpPr txBox="1"/>
          <p:nvPr>
            <p:ph idx="9" type="subTitle"/>
          </p:nvPr>
        </p:nvSpPr>
        <p:spPr>
          <a:xfrm>
            <a:off x="705725" y="3453326"/>
            <a:ext cx="2316000" cy="437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1pPr>
            <a:lvl2pPr lvl="1"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2pPr>
            <a:lvl3pPr lvl="2"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3pPr>
            <a:lvl4pPr lvl="3"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4pPr>
            <a:lvl5pPr lvl="4"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5pPr>
            <a:lvl6pPr lvl="5"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6pPr>
            <a:lvl7pPr lvl="6"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7pPr>
            <a:lvl8pPr lvl="7"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8pPr>
            <a:lvl9pPr lvl="8"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9pPr>
          </a:lstStyle>
          <a:p/>
        </p:txBody>
      </p:sp>
      <p:sp>
        <p:nvSpPr>
          <p:cNvPr id="268" name="Google Shape;268;p33"/>
          <p:cNvSpPr txBox="1"/>
          <p:nvPr>
            <p:ph idx="13" type="subTitle"/>
          </p:nvPr>
        </p:nvSpPr>
        <p:spPr>
          <a:xfrm>
            <a:off x="855875" y="3869536"/>
            <a:ext cx="20157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269" name="Google Shape;269;p33"/>
          <p:cNvSpPr txBox="1"/>
          <p:nvPr>
            <p:ph idx="14" type="subTitle"/>
          </p:nvPr>
        </p:nvSpPr>
        <p:spPr>
          <a:xfrm>
            <a:off x="6122325" y="3453326"/>
            <a:ext cx="2316000" cy="437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1pPr>
            <a:lvl2pPr lvl="1"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2pPr>
            <a:lvl3pPr lvl="2"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3pPr>
            <a:lvl4pPr lvl="3"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4pPr>
            <a:lvl5pPr lvl="4"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5pPr>
            <a:lvl6pPr lvl="5"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6pPr>
            <a:lvl7pPr lvl="6"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7pPr>
            <a:lvl8pPr lvl="7"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8pPr>
            <a:lvl9pPr lvl="8"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9pPr>
          </a:lstStyle>
          <a:p/>
        </p:txBody>
      </p:sp>
      <p:sp>
        <p:nvSpPr>
          <p:cNvPr id="270" name="Google Shape;270;p33"/>
          <p:cNvSpPr txBox="1"/>
          <p:nvPr>
            <p:ph idx="15" type="subTitle"/>
          </p:nvPr>
        </p:nvSpPr>
        <p:spPr>
          <a:xfrm>
            <a:off x="6272475" y="3869536"/>
            <a:ext cx="20157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271" name="Google Shape;271;p33"/>
          <p:cNvSpPr txBox="1"/>
          <p:nvPr>
            <p:ph type="title"/>
          </p:nvPr>
        </p:nvSpPr>
        <p:spPr>
          <a:xfrm>
            <a:off x="713225" y="445025"/>
            <a:ext cx="60807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atin typeface="Merriweather Light"/>
                <a:ea typeface="Merriweather Light"/>
                <a:cs typeface="Merriweather Light"/>
                <a:sym typeface="Merriweather Light"/>
              </a:defRPr>
            </a:lvl2pPr>
            <a:lvl3pPr lvl="2" rtl="0">
              <a:spcBef>
                <a:spcPts val="0"/>
              </a:spcBef>
              <a:spcAft>
                <a:spcPts val="0"/>
              </a:spcAft>
              <a:buSzPts val="3000"/>
              <a:buNone/>
              <a:defRPr>
                <a:latin typeface="Merriweather Light"/>
                <a:ea typeface="Merriweather Light"/>
                <a:cs typeface="Merriweather Light"/>
                <a:sym typeface="Merriweather Light"/>
              </a:defRPr>
            </a:lvl3pPr>
            <a:lvl4pPr lvl="3" rtl="0">
              <a:spcBef>
                <a:spcPts val="0"/>
              </a:spcBef>
              <a:spcAft>
                <a:spcPts val="0"/>
              </a:spcAft>
              <a:buSzPts val="3000"/>
              <a:buNone/>
              <a:defRPr>
                <a:latin typeface="Merriweather Light"/>
                <a:ea typeface="Merriweather Light"/>
                <a:cs typeface="Merriweather Light"/>
                <a:sym typeface="Merriweather Light"/>
              </a:defRPr>
            </a:lvl4pPr>
            <a:lvl5pPr lvl="4" rtl="0">
              <a:spcBef>
                <a:spcPts val="0"/>
              </a:spcBef>
              <a:spcAft>
                <a:spcPts val="0"/>
              </a:spcAft>
              <a:buSzPts val="3000"/>
              <a:buNone/>
              <a:defRPr>
                <a:latin typeface="Merriweather Light"/>
                <a:ea typeface="Merriweather Light"/>
                <a:cs typeface="Merriweather Light"/>
                <a:sym typeface="Merriweather Light"/>
              </a:defRPr>
            </a:lvl5pPr>
            <a:lvl6pPr lvl="5" rtl="0">
              <a:spcBef>
                <a:spcPts val="0"/>
              </a:spcBef>
              <a:spcAft>
                <a:spcPts val="0"/>
              </a:spcAft>
              <a:buSzPts val="3000"/>
              <a:buNone/>
              <a:defRPr>
                <a:latin typeface="Merriweather Light"/>
                <a:ea typeface="Merriweather Light"/>
                <a:cs typeface="Merriweather Light"/>
                <a:sym typeface="Merriweather Light"/>
              </a:defRPr>
            </a:lvl6pPr>
            <a:lvl7pPr lvl="6" rtl="0">
              <a:spcBef>
                <a:spcPts val="0"/>
              </a:spcBef>
              <a:spcAft>
                <a:spcPts val="0"/>
              </a:spcAft>
              <a:buSzPts val="3000"/>
              <a:buNone/>
              <a:defRPr>
                <a:latin typeface="Merriweather Light"/>
                <a:ea typeface="Merriweather Light"/>
                <a:cs typeface="Merriweather Light"/>
                <a:sym typeface="Merriweather Light"/>
              </a:defRPr>
            </a:lvl7pPr>
            <a:lvl8pPr lvl="7" rtl="0">
              <a:spcBef>
                <a:spcPts val="0"/>
              </a:spcBef>
              <a:spcAft>
                <a:spcPts val="0"/>
              </a:spcAft>
              <a:buSzPts val="3000"/>
              <a:buNone/>
              <a:defRPr>
                <a:latin typeface="Merriweather Light"/>
                <a:ea typeface="Merriweather Light"/>
                <a:cs typeface="Merriweather Light"/>
                <a:sym typeface="Merriweather Light"/>
              </a:defRPr>
            </a:lvl8pPr>
            <a:lvl9pPr lvl="8" rtl="0">
              <a:spcBef>
                <a:spcPts val="0"/>
              </a:spcBef>
              <a:spcAft>
                <a:spcPts val="0"/>
              </a:spcAft>
              <a:buSzPts val="3000"/>
              <a:buNone/>
              <a:defRPr>
                <a:latin typeface="Merriweather Light"/>
                <a:ea typeface="Merriweather Light"/>
                <a:cs typeface="Merriweather Light"/>
                <a:sym typeface="Merriweather Light"/>
              </a:defRPr>
            </a:lvl9pPr>
          </a:lstStyle>
          <a:p/>
        </p:txBody>
      </p:sp>
      <p:cxnSp>
        <p:nvCxnSpPr>
          <p:cNvPr id="272" name="Google Shape;272;p33"/>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273" name="Google Shape;273;p33"/>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ive columns">
  <p:cSld name="CUSTOM_33">
    <p:spTree>
      <p:nvGrpSpPr>
        <p:cNvPr id="274" name="Shape 274"/>
        <p:cNvGrpSpPr/>
        <p:nvPr/>
      </p:nvGrpSpPr>
      <p:grpSpPr>
        <a:xfrm>
          <a:off x="0" y="0"/>
          <a:ext cx="0" cy="0"/>
          <a:chOff x="0" y="0"/>
          <a:chExt cx="0" cy="0"/>
        </a:xfrm>
      </p:grpSpPr>
      <p:sp>
        <p:nvSpPr>
          <p:cNvPr id="275" name="Google Shape;275;p34"/>
          <p:cNvSpPr txBox="1"/>
          <p:nvPr>
            <p:ph idx="1" type="subTitle"/>
          </p:nvPr>
        </p:nvSpPr>
        <p:spPr>
          <a:xfrm>
            <a:off x="3414050" y="1714429"/>
            <a:ext cx="2316000" cy="437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1pPr>
            <a:lvl2pPr lvl="1"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2pPr>
            <a:lvl3pPr lvl="2"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3pPr>
            <a:lvl4pPr lvl="3"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4pPr>
            <a:lvl5pPr lvl="4"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5pPr>
            <a:lvl6pPr lvl="5"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6pPr>
            <a:lvl7pPr lvl="6"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7pPr>
            <a:lvl8pPr lvl="7"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8pPr>
            <a:lvl9pPr lvl="8"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9pPr>
          </a:lstStyle>
          <a:p/>
        </p:txBody>
      </p:sp>
      <p:sp>
        <p:nvSpPr>
          <p:cNvPr id="276" name="Google Shape;276;p34"/>
          <p:cNvSpPr txBox="1"/>
          <p:nvPr>
            <p:ph idx="2" type="subTitle"/>
          </p:nvPr>
        </p:nvSpPr>
        <p:spPr>
          <a:xfrm>
            <a:off x="3564200" y="2124122"/>
            <a:ext cx="20157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277" name="Google Shape;277;p34"/>
          <p:cNvSpPr txBox="1"/>
          <p:nvPr>
            <p:ph idx="3" type="subTitle"/>
          </p:nvPr>
        </p:nvSpPr>
        <p:spPr>
          <a:xfrm>
            <a:off x="705725" y="1714429"/>
            <a:ext cx="2316000" cy="437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1pPr>
            <a:lvl2pPr lvl="1"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2pPr>
            <a:lvl3pPr lvl="2"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3pPr>
            <a:lvl4pPr lvl="3"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4pPr>
            <a:lvl5pPr lvl="4"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5pPr>
            <a:lvl6pPr lvl="5"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6pPr>
            <a:lvl7pPr lvl="6"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7pPr>
            <a:lvl8pPr lvl="7"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8pPr>
            <a:lvl9pPr lvl="8"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9pPr>
          </a:lstStyle>
          <a:p/>
        </p:txBody>
      </p:sp>
      <p:sp>
        <p:nvSpPr>
          <p:cNvPr id="278" name="Google Shape;278;p34"/>
          <p:cNvSpPr txBox="1"/>
          <p:nvPr>
            <p:ph idx="4" type="subTitle"/>
          </p:nvPr>
        </p:nvSpPr>
        <p:spPr>
          <a:xfrm>
            <a:off x="855875" y="2124122"/>
            <a:ext cx="20157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279" name="Google Shape;279;p34"/>
          <p:cNvSpPr txBox="1"/>
          <p:nvPr>
            <p:ph idx="5" type="subTitle"/>
          </p:nvPr>
        </p:nvSpPr>
        <p:spPr>
          <a:xfrm>
            <a:off x="6122325" y="1714429"/>
            <a:ext cx="2316000" cy="437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1pPr>
            <a:lvl2pPr lvl="1"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2pPr>
            <a:lvl3pPr lvl="2"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3pPr>
            <a:lvl4pPr lvl="3"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4pPr>
            <a:lvl5pPr lvl="4"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5pPr>
            <a:lvl6pPr lvl="5"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6pPr>
            <a:lvl7pPr lvl="6"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7pPr>
            <a:lvl8pPr lvl="7"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8pPr>
            <a:lvl9pPr lvl="8"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9pPr>
          </a:lstStyle>
          <a:p/>
        </p:txBody>
      </p:sp>
      <p:sp>
        <p:nvSpPr>
          <p:cNvPr id="280" name="Google Shape;280;p34"/>
          <p:cNvSpPr txBox="1"/>
          <p:nvPr>
            <p:ph idx="6" type="subTitle"/>
          </p:nvPr>
        </p:nvSpPr>
        <p:spPr>
          <a:xfrm>
            <a:off x="6272475" y="2124122"/>
            <a:ext cx="20157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solidFill>
                  <a:schemeClr val="dk1"/>
                </a:solidFill>
              </a:defRPr>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281" name="Google Shape;281;p34"/>
          <p:cNvSpPr txBox="1"/>
          <p:nvPr>
            <p:ph idx="7" type="subTitle"/>
          </p:nvPr>
        </p:nvSpPr>
        <p:spPr>
          <a:xfrm>
            <a:off x="2059863" y="3148526"/>
            <a:ext cx="2316000" cy="437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1pPr>
            <a:lvl2pPr lvl="1"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2pPr>
            <a:lvl3pPr lvl="2"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3pPr>
            <a:lvl4pPr lvl="3"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4pPr>
            <a:lvl5pPr lvl="4"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5pPr>
            <a:lvl6pPr lvl="5"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6pPr>
            <a:lvl7pPr lvl="6"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7pPr>
            <a:lvl8pPr lvl="7"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8pPr>
            <a:lvl9pPr lvl="8"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9pPr>
          </a:lstStyle>
          <a:p/>
        </p:txBody>
      </p:sp>
      <p:sp>
        <p:nvSpPr>
          <p:cNvPr id="282" name="Google Shape;282;p34"/>
          <p:cNvSpPr txBox="1"/>
          <p:nvPr>
            <p:ph idx="8" type="subTitle"/>
          </p:nvPr>
        </p:nvSpPr>
        <p:spPr>
          <a:xfrm>
            <a:off x="2210013" y="3564736"/>
            <a:ext cx="20157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283" name="Google Shape;283;p34"/>
          <p:cNvSpPr txBox="1"/>
          <p:nvPr>
            <p:ph idx="9" type="subTitle"/>
          </p:nvPr>
        </p:nvSpPr>
        <p:spPr>
          <a:xfrm>
            <a:off x="4768138" y="3148526"/>
            <a:ext cx="2316000" cy="437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1pPr>
            <a:lvl2pPr lvl="1"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2pPr>
            <a:lvl3pPr lvl="2"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3pPr>
            <a:lvl4pPr lvl="3"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4pPr>
            <a:lvl5pPr lvl="4"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5pPr>
            <a:lvl6pPr lvl="5"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6pPr>
            <a:lvl7pPr lvl="6"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7pPr>
            <a:lvl8pPr lvl="7"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8pPr>
            <a:lvl9pPr lvl="8" rtl="0" algn="ctr">
              <a:spcBef>
                <a:spcPts val="0"/>
              </a:spcBef>
              <a:spcAft>
                <a:spcPts val="0"/>
              </a:spcAft>
              <a:buClr>
                <a:schemeClr val="accent1"/>
              </a:buClr>
              <a:buSzPts val="2400"/>
              <a:buFont typeface="Vidaloka"/>
              <a:buNone/>
              <a:defRPr sz="2400">
                <a:solidFill>
                  <a:schemeClr val="accent1"/>
                </a:solidFill>
                <a:latin typeface="Vidaloka"/>
                <a:ea typeface="Vidaloka"/>
                <a:cs typeface="Vidaloka"/>
                <a:sym typeface="Vidaloka"/>
              </a:defRPr>
            </a:lvl9pPr>
          </a:lstStyle>
          <a:p/>
        </p:txBody>
      </p:sp>
      <p:sp>
        <p:nvSpPr>
          <p:cNvPr id="284" name="Google Shape;284;p34"/>
          <p:cNvSpPr txBox="1"/>
          <p:nvPr>
            <p:ph idx="13" type="subTitle"/>
          </p:nvPr>
        </p:nvSpPr>
        <p:spPr>
          <a:xfrm>
            <a:off x="4918288" y="3564736"/>
            <a:ext cx="20157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solidFill>
                  <a:schemeClr val="dk1"/>
                </a:solidFill>
              </a:defRPr>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285" name="Google Shape;285;p34"/>
          <p:cNvSpPr txBox="1"/>
          <p:nvPr>
            <p:ph type="title"/>
          </p:nvPr>
        </p:nvSpPr>
        <p:spPr>
          <a:xfrm>
            <a:off x="1531650" y="445025"/>
            <a:ext cx="60807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000"/>
              <a:buNone/>
              <a:defRPr/>
            </a:lvl1pPr>
            <a:lvl2pPr lvl="1" rtl="0" algn="ctr">
              <a:spcBef>
                <a:spcPts val="0"/>
              </a:spcBef>
              <a:spcAft>
                <a:spcPts val="0"/>
              </a:spcAft>
              <a:buSzPts val="3000"/>
              <a:buNone/>
              <a:defRPr>
                <a:latin typeface="Merriweather Light"/>
                <a:ea typeface="Merriweather Light"/>
                <a:cs typeface="Merriweather Light"/>
                <a:sym typeface="Merriweather Light"/>
              </a:defRPr>
            </a:lvl2pPr>
            <a:lvl3pPr lvl="2" rtl="0" algn="ctr">
              <a:spcBef>
                <a:spcPts val="0"/>
              </a:spcBef>
              <a:spcAft>
                <a:spcPts val="0"/>
              </a:spcAft>
              <a:buSzPts val="3000"/>
              <a:buNone/>
              <a:defRPr>
                <a:latin typeface="Merriweather Light"/>
                <a:ea typeface="Merriweather Light"/>
                <a:cs typeface="Merriweather Light"/>
                <a:sym typeface="Merriweather Light"/>
              </a:defRPr>
            </a:lvl3pPr>
            <a:lvl4pPr lvl="3" rtl="0" algn="ctr">
              <a:spcBef>
                <a:spcPts val="0"/>
              </a:spcBef>
              <a:spcAft>
                <a:spcPts val="0"/>
              </a:spcAft>
              <a:buSzPts val="3000"/>
              <a:buNone/>
              <a:defRPr>
                <a:latin typeface="Merriweather Light"/>
                <a:ea typeface="Merriweather Light"/>
                <a:cs typeface="Merriweather Light"/>
                <a:sym typeface="Merriweather Light"/>
              </a:defRPr>
            </a:lvl4pPr>
            <a:lvl5pPr lvl="4" rtl="0" algn="ctr">
              <a:spcBef>
                <a:spcPts val="0"/>
              </a:spcBef>
              <a:spcAft>
                <a:spcPts val="0"/>
              </a:spcAft>
              <a:buSzPts val="3000"/>
              <a:buNone/>
              <a:defRPr>
                <a:latin typeface="Merriweather Light"/>
                <a:ea typeface="Merriweather Light"/>
                <a:cs typeface="Merriweather Light"/>
                <a:sym typeface="Merriweather Light"/>
              </a:defRPr>
            </a:lvl5pPr>
            <a:lvl6pPr lvl="5" rtl="0" algn="ctr">
              <a:spcBef>
                <a:spcPts val="0"/>
              </a:spcBef>
              <a:spcAft>
                <a:spcPts val="0"/>
              </a:spcAft>
              <a:buSzPts val="3000"/>
              <a:buNone/>
              <a:defRPr>
                <a:latin typeface="Merriweather Light"/>
                <a:ea typeface="Merriweather Light"/>
                <a:cs typeface="Merriweather Light"/>
                <a:sym typeface="Merriweather Light"/>
              </a:defRPr>
            </a:lvl6pPr>
            <a:lvl7pPr lvl="6" rtl="0" algn="ctr">
              <a:spcBef>
                <a:spcPts val="0"/>
              </a:spcBef>
              <a:spcAft>
                <a:spcPts val="0"/>
              </a:spcAft>
              <a:buSzPts val="3000"/>
              <a:buNone/>
              <a:defRPr>
                <a:latin typeface="Merriweather Light"/>
                <a:ea typeface="Merriweather Light"/>
                <a:cs typeface="Merriweather Light"/>
                <a:sym typeface="Merriweather Light"/>
              </a:defRPr>
            </a:lvl7pPr>
            <a:lvl8pPr lvl="7" rtl="0" algn="ctr">
              <a:spcBef>
                <a:spcPts val="0"/>
              </a:spcBef>
              <a:spcAft>
                <a:spcPts val="0"/>
              </a:spcAft>
              <a:buSzPts val="3000"/>
              <a:buNone/>
              <a:defRPr>
                <a:latin typeface="Merriweather Light"/>
                <a:ea typeface="Merriweather Light"/>
                <a:cs typeface="Merriweather Light"/>
                <a:sym typeface="Merriweather Light"/>
              </a:defRPr>
            </a:lvl8pPr>
            <a:lvl9pPr lvl="8" rtl="0" algn="ctr">
              <a:spcBef>
                <a:spcPts val="0"/>
              </a:spcBef>
              <a:spcAft>
                <a:spcPts val="0"/>
              </a:spcAft>
              <a:buSzPts val="3000"/>
              <a:buNone/>
              <a:defRPr>
                <a:latin typeface="Merriweather Light"/>
                <a:ea typeface="Merriweather Light"/>
                <a:cs typeface="Merriweather Light"/>
                <a:sym typeface="Merriweather Light"/>
              </a:defRPr>
            </a:lvl9pPr>
          </a:lstStyle>
          <a:p/>
        </p:txBody>
      </p:sp>
      <p:cxnSp>
        <p:nvCxnSpPr>
          <p:cNvPr id="286" name="Google Shape;286;p34"/>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287" name="Google Shape;287;p34"/>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288" name="Google Shape;288;p34"/>
          <p:cNvCxnSpPr/>
          <p:nvPr/>
        </p:nvCxnSpPr>
        <p:spPr>
          <a:xfrm>
            <a:off x="7441150" y="-48375"/>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289" name="Google Shape;289;p34"/>
          <p:cNvCxnSpPr/>
          <p:nvPr/>
        </p:nvCxnSpPr>
        <p:spPr>
          <a:xfrm flipH="1">
            <a:off x="7454238" y="4053663"/>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3">
  <p:cSld name="CUSTOM_34">
    <p:spTree>
      <p:nvGrpSpPr>
        <p:cNvPr id="290" name="Shape 290"/>
        <p:cNvGrpSpPr/>
        <p:nvPr/>
      </p:nvGrpSpPr>
      <p:grpSpPr>
        <a:xfrm>
          <a:off x="0" y="0"/>
          <a:ext cx="0" cy="0"/>
          <a:chOff x="0" y="0"/>
          <a:chExt cx="0" cy="0"/>
        </a:xfrm>
      </p:grpSpPr>
      <p:sp>
        <p:nvSpPr>
          <p:cNvPr id="291" name="Google Shape;291;p35"/>
          <p:cNvSpPr txBox="1"/>
          <p:nvPr>
            <p:ph type="title"/>
          </p:nvPr>
        </p:nvSpPr>
        <p:spPr>
          <a:xfrm>
            <a:off x="716225" y="1073000"/>
            <a:ext cx="5640600" cy="2856600"/>
          </a:xfrm>
          <a:prstGeom prst="rect">
            <a:avLst/>
          </a:prstGeom>
        </p:spPr>
        <p:txBody>
          <a:bodyPr anchorCtr="0" anchor="t" bIns="91425" lIns="91425" spcFirstLastPara="1" rIns="91425" wrap="square" tIns="91425">
            <a:noAutofit/>
          </a:bodyPr>
          <a:lstStyle>
            <a:lvl1pPr lvl="0" rtl="0">
              <a:spcBef>
                <a:spcPts val="0"/>
              </a:spcBef>
              <a:spcAft>
                <a:spcPts val="0"/>
              </a:spcAft>
              <a:buSzPts val="4800"/>
              <a:buNone/>
              <a:defRPr sz="9600"/>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p:txBody>
      </p:sp>
      <p:cxnSp>
        <p:nvCxnSpPr>
          <p:cNvPr id="292" name="Google Shape;292;p35"/>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293" name="Google Shape;293;p35"/>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294" name="Google Shape;294;p35"/>
          <p:cNvCxnSpPr/>
          <p:nvPr/>
        </p:nvCxnSpPr>
        <p:spPr>
          <a:xfrm>
            <a:off x="-250225" y="4076450"/>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295" name="Google Shape;295;p35"/>
          <p:cNvCxnSpPr/>
          <p:nvPr/>
        </p:nvCxnSpPr>
        <p:spPr>
          <a:xfrm>
            <a:off x="7441150" y="-48375"/>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296" name="Google Shape;296;p35"/>
          <p:cNvCxnSpPr/>
          <p:nvPr/>
        </p:nvCxnSpPr>
        <p:spPr>
          <a:xfrm flipH="1">
            <a:off x="7454238" y="4053663"/>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297" name="Google Shape;297;p35"/>
          <p:cNvCxnSpPr/>
          <p:nvPr/>
        </p:nvCxnSpPr>
        <p:spPr>
          <a:xfrm flipH="1">
            <a:off x="-237137" y="-71162"/>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1">
  <p:cSld name="CUSTOM_35">
    <p:spTree>
      <p:nvGrpSpPr>
        <p:cNvPr id="298" name="Shape 298"/>
        <p:cNvGrpSpPr/>
        <p:nvPr/>
      </p:nvGrpSpPr>
      <p:grpSpPr>
        <a:xfrm>
          <a:off x="0" y="0"/>
          <a:ext cx="0" cy="0"/>
          <a:chOff x="0" y="0"/>
          <a:chExt cx="0" cy="0"/>
        </a:xfrm>
      </p:grpSpPr>
      <p:sp>
        <p:nvSpPr>
          <p:cNvPr id="299" name="Google Shape;299;p36"/>
          <p:cNvSpPr txBox="1"/>
          <p:nvPr>
            <p:ph idx="1" type="subTitle"/>
          </p:nvPr>
        </p:nvSpPr>
        <p:spPr>
          <a:xfrm>
            <a:off x="4916850" y="1894200"/>
            <a:ext cx="2316000" cy="4893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p:txBody>
      </p:sp>
      <p:sp>
        <p:nvSpPr>
          <p:cNvPr id="300" name="Google Shape;300;p36"/>
          <p:cNvSpPr txBox="1"/>
          <p:nvPr>
            <p:ph idx="2" type="subTitle"/>
          </p:nvPr>
        </p:nvSpPr>
        <p:spPr>
          <a:xfrm>
            <a:off x="5058900" y="2296473"/>
            <a:ext cx="20319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301" name="Google Shape;301;p36"/>
          <p:cNvSpPr txBox="1"/>
          <p:nvPr>
            <p:ph idx="3" type="subTitle"/>
          </p:nvPr>
        </p:nvSpPr>
        <p:spPr>
          <a:xfrm>
            <a:off x="1911150" y="1894200"/>
            <a:ext cx="2316000" cy="4893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p:txBody>
      </p:sp>
      <p:sp>
        <p:nvSpPr>
          <p:cNvPr id="302" name="Google Shape;302;p36"/>
          <p:cNvSpPr txBox="1"/>
          <p:nvPr>
            <p:ph idx="4" type="subTitle"/>
          </p:nvPr>
        </p:nvSpPr>
        <p:spPr>
          <a:xfrm>
            <a:off x="2053300" y="2296473"/>
            <a:ext cx="20319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303" name="Google Shape;303;p36"/>
          <p:cNvSpPr txBox="1"/>
          <p:nvPr>
            <p:ph idx="5" type="subTitle"/>
          </p:nvPr>
        </p:nvSpPr>
        <p:spPr>
          <a:xfrm>
            <a:off x="4916850" y="3528902"/>
            <a:ext cx="2316000" cy="4893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p:txBody>
      </p:sp>
      <p:sp>
        <p:nvSpPr>
          <p:cNvPr id="304" name="Google Shape;304;p36"/>
          <p:cNvSpPr txBox="1"/>
          <p:nvPr>
            <p:ph idx="6" type="subTitle"/>
          </p:nvPr>
        </p:nvSpPr>
        <p:spPr>
          <a:xfrm>
            <a:off x="5058900" y="3923733"/>
            <a:ext cx="20319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305" name="Google Shape;305;p36"/>
          <p:cNvSpPr txBox="1"/>
          <p:nvPr>
            <p:ph idx="7" type="subTitle"/>
          </p:nvPr>
        </p:nvSpPr>
        <p:spPr>
          <a:xfrm>
            <a:off x="1911150" y="3528902"/>
            <a:ext cx="2316000" cy="4893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p:txBody>
      </p:sp>
      <p:sp>
        <p:nvSpPr>
          <p:cNvPr id="306" name="Google Shape;306;p36"/>
          <p:cNvSpPr txBox="1"/>
          <p:nvPr>
            <p:ph idx="8" type="subTitle"/>
          </p:nvPr>
        </p:nvSpPr>
        <p:spPr>
          <a:xfrm>
            <a:off x="2053200" y="3923733"/>
            <a:ext cx="20319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307" name="Google Shape;307;p36"/>
          <p:cNvSpPr txBox="1"/>
          <p:nvPr>
            <p:ph type="title"/>
          </p:nvPr>
        </p:nvSpPr>
        <p:spPr>
          <a:xfrm>
            <a:off x="713225" y="445025"/>
            <a:ext cx="64803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atin typeface="Merriweather Light"/>
                <a:ea typeface="Merriweather Light"/>
                <a:cs typeface="Merriweather Light"/>
                <a:sym typeface="Merriweather Light"/>
              </a:defRPr>
            </a:lvl2pPr>
            <a:lvl3pPr lvl="2" rtl="0">
              <a:spcBef>
                <a:spcPts val="0"/>
              </a:spcBef>
              <a:spcAft>
                <a:spcPts val="0"/>
              </a:spcAft>
              <a:buSzPts val="3000"/>
              <a:buNone/>
              <a:defRPr>
                <a:latin typeface="Merriweather Light"/>
                <a:ea typeface="Merriweather Light"/>
                <a:cs typeface="Merriweather Light"/>
                <a:sym typeface="Merriweather Light"/>
              </a:defRPr>
            </a:lvl3pPr>
            <a:lvl4pPr lvl="3" rtl="0">
              <a:spcBef>
                <a:spcPts val="0"/>
              </a:spcBef>
              <a:spcAft>
                <a:spcPts val="0"/>
              </a:spcAft>
              <a:buSzPts val="3000"/>
              <a:buNone/>
              <a:defRPr>
                <a:latin typeface="Merriweather Light"/>
                <a:ea typeface="Merriweather Light"/>
                <a:cs typeface="Merriweather Light"/>
                <a:sym typeface="Merriweather Light"/>
              </a:defRPr>
            </a:lvl4pPr>
            <a:lvl5pPr lvl="4" rtl="0">
              <a:spcBef>
                <a:spcPts val="0"/>
              </a:spcBef>
              <a:spcAft>
                <a:spcPts val="0"/>
              </a:spcAft>
              <a:buSzPts val="3000"/>
              <a:buNone/>
              <a:defRPr>
                <a:latin typeface="Merriweather Light"/>
                <a:ea typeface="Merriweather Light"/>
                <a:cs typeface="Merriweather Light"/>
                <a:sym typeface="Merriweather Light"/>
              </a:defRPr>
            </a:lvl5pPr>
            <a:lvl6pPr lvl="5" rtl="0">
              <a:spcBef>
                <a:spcPts val="0"/>
              </a:spcBef>
              <a:spcAft>
                <a:spcPts val="0"/>
              </a:spcAft>
              <a:buSzPts val="3000"/>
              <a:buNone/>
              <a:defRPr>
                <a:latin typeface="Merriweather Light"/>
                <a:ea typeface="Merriweather Light"/>
                <a:cs typeface="Merriweather Light"/>
                <a:sym typeface="Merriweather Light"/>
              </a:defRPr>
            </a:lvl6pPr>
            <a:lvl7pPr lvl="6" rtl="0">
              <a:spcBef>
                <a:spcPts val="0"/>
              </a:spcBef>
              <a:spcAft>
                <a:spcPts val="0"/>
              </a:spcAft>
              <a:buSzPts val="3000"/>
              <a:buNone/>
              <a:defRPr>
                <a:latin typeface="Merriweather Light"/>
                <a:ea typeface="Merriweather Light"/>
                <a:cs typeface="Merriweather Light"/>
                <a:sym typeface="Merriweather Light"/>
              </a:defRPr>
            </a:lvl7pPr>
            <a:lvl8pPr lvl="7" rtl="0">
              <a:spcBef>
                <a:spcPts val="0"/>
              </a:spcBef>
              <a:spcAft>
                <a:spcPts val="0"/>
              </a:spcAft>
              <a:buSzPts val="3000"/>
              <a:buNone/>
              <a:defRPr>
                <a:latin typeface="Merriweather Light"/>
                <a:ea typeface="Merriweather Light"/>
                <a:cs typeface="Merriweather Light"/>
                <a:sym typeface="Merriweather Light"/>
              </a:defRPr>
            </a:lvl8pPr>
            <a:lvl9pPr lvl="8" rtl="0">
              <a:spcBef>
                <a:spcPts val="0"/>
              </a:spcBef>
              <a:spcAft>
                <a:spcPts val="0"/>
              </a:spcAft>
              <a:buSzPts val="3000"/>
              <a:buNone/>
              <a:defRPr>
                <a:latin typeface="Merriweather Light"/>
                <a:ea typeface="Merriweather Light"/>
                <a:cs typeface="Merriweather Light"/>
                <a:sym typeface="Merriweather Light"/>
              </a:defRPr>
            </a:lvl9pPr>
          </a:lstStyle>
          <a:p/>
        </p:txBody>
      </p:sp>
      <p:cxnSp>
        <p:nvCxnSpPr>
          <p:cNvPr id="308" name="Google Shape;308;p36"/>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309" name="Google Shape;309;p36"/>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1">
  <p:cSld name="CUSTOM_36">
    <p:spTree>
      <p:nvGrpSpPr>
        <p:cNvPr id="310" name="Shape 310"/>
        <p:cNvGrpSpPr/>
        <p:nvPr/>
      </p:nvGrpSpPr>
      <p:grpSpPr>
        <a:xfrm>
          <a:off x="0" y="0"/>
          <a:ext cx="0" cy="0"/>
          <a:chOff x="0" y="0"/>
          <a:chExt cx="0" cy="0"/>
        </a:xfrm>
      </p:grpSpPr>
      <p:sp>
        <p:nvSpPr>
          <p:cNvPr id="311" name="Google Shape;311;p37"/>
          <p:cNvSpPr txBox="1"/>
          <p:nvPr>
            <p:ph idx="1" type="subTitle"/>
          </p:nvPr>
        </p:nvSpPr>
        <p:spPr>
          <a:xfrm>
            <a:off x="3571925" y="2904446"/>
            <a:ext cx="2015400" cy="4968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p:txBody>
      </p:sp>
      <p:sp>
        <p:nvSpPr>
          <p:cNvPr id="312" name="Google Shape;312;p37"/>
          <p:cNvSpPr txBox="1"/>
          <p:nvPr>
            <p:ph idx="2" type="subTitle"/>
          </p:nvPr>
        </p:nvSpPr>
        <p:spPr>
          <a:xfrm>
            <a:off x="3571925" y="3306722"/>
            <a:ext cx="20154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solidFill>
                  <a:schemeClr val="dk1"/>
                </a:solidFill>
              </a:defRPr>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313" name="Google Shape;313;p37"/>
          <p:cNvSpPr txBox="1"/>
          <p:nvPr>
            <p:ph idx="3" type="subTitle"/>
          </p:nvPr>
        </p:nvSpPr>
        <p:spPr>
          <a:xfrm>
            <a:off x="1088400" y="2904446"/>
            <a:ext cx="2015400" cy="4968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p:txBody>
      </p:sp>
      <p:sp>
        <p:nvSpPr>
          <p:cNvPr id="314" name="Google Shape;314;p37"/>
          <p:cNvSpPr txBox="1"/>
          <p:nvPr>
            <p:ph idx="4" type="subTitle"/>
          </p:nvPr>
        </p:nvSpPr>
        <p:spPr>
          <a:xfrm>
            <a:off x="1088400" y="3306722"/>
            <a:ext cx="20154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solidFill>
                  <a:schemeClr val="dk1"/>
                </a:solidFill>
              </a:defRPr>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315" name="Google Shape;315;p37"/>
          <p:cNvSpPr txBox="1"/>
          <p:nvPr>
            <p:ph idx="5" type="subTitle"/>
          </p:nvPr>
        </p:nvSpPr>
        <p:spPr>
          <a:xfrm>
            <a:off x="6055450" y="2904446"/>
            <a:ext cx="2015400" cy="4968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p:txBody>
      </p:sp>
      <p:sp>
        <p:nvSpPr>
          <p:cNvPr id="316" name="Google Shape;316;p37"/>
          <p:cNvSpPr txBox="1"/>
          <p:nvPr>
            <p:ph idx="6" type="subTitle"/>
          </p:nvPr>
        </p:nvSpPr>
        <p:spPr>
          <a:xfrm>
            <a:off x="6055450" y="3306722"/>
            <a:ext cx="20154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solidFill>
                  <a:schemeClr val="dk1"/>
                </a:solidFill>
              </a:defRPr>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317" name="Google Shape;317;p37"/>
          <p:cNvSpPr txBox="1"/>
          <p:nvPr>
            <p:ph type="title"/>
          </p:nvPr>
        </p:nvSpPr>
        <p:spPr>
          <a:xfrm>
            <a:off x="713225" y="445025"/>
            <a:ext cx="55176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atin typeface="Merriweather Light"/>
                <a:ea typeface="Merriweather Light"/>
                <a:cs typeface="Merriweather Light"/>
                <a:sym typeface="Merriweather Light"/>
              </a:defRPr>
            </a:lvl2pPr>
            <a:lvl3pPr lvl="2" rtl="0">
              <a:spcBef>
                <a:spcPts val="0"/>
              </a:spcBef>
              <a:spcAft>
                <a:spcPts val="0"/>
              </a:spcAft>
              <a:buSzPts val="3000"/>
              <a:buNone/>
              <a:defRPr>
                <a:latin typeface="Merriweather Light"/>
                <a:ea typeface="Merriweather Light"/>
                <a:cs typeface="Merriweather Light"/>
                <a:sym typeface="Merriweather Light"/>
              </a:defRPr>
            </a:lvl3pPr>
            <a:lvl4pPr lvl="3" rtl="0">
              <a:spcBef>
                <a:spcPts val="0"/>
              </a:spcBef>
              <a:spcAft>
                <a:spcPts val="0"/>
              </a:spcAft>
              <a:buSzPts val="3000"/>
              <a:buNone/>
              <a:defRPr>
                <a:latin typeface="Merriweather Light"/>
                <a:ea typeface="Merriweather Light"/>
                <a:cs typeface="Merriweather Light"/>
                <a:sym typeface="Merriweather Light"/>
              </a:defRPr>
            </a:lvl4pPr>
            <a:lvl5pPr lvl="4" rtl="0">
              <a:spcBef>
                <a:spcPts val="0"/>
              </a:spcBef>
              <a:spcAft>
                <a:spcPts val="0"/>
              </a:spcAft>
              <a:buSzPts val="3000"/>
              <a:buNone/>
              <a:defRPr>
                <a:latin typeface="Merriweather Light"/>
                <a:ea typeface="Merriweather Light"/>
                <a:cs typeface="Merriweather Light"/>
                <a:sym typeface="Merriweather Light"/>
              </a:defRPr>
            </a:lvl5pPr>
            <a:lvl6pPr lvl="5" rtl="0">
              <a:spcBef>
                <a:spcPts val="0"/>
              </a:spcBef>
              <a:spcAft>
                <a:spcPts val="0"/>
              </a:spcAft>
              <a:buSzPts val="3000"/>
              <a:buNone/>
              <a:defRPr>
                <a:latin typeface="Merriweather Light"/>
                <a:ea typeface="Merriweather Light"/>
                <a:cs typeface="Merriweather Light"/>
                <a:sym typeface="Merriweather Light"/>
              </a:defRPr>
            </a:lvl6pPr>
            <a:lvl7pPr lvl="6" rtl="0">
              <a:spcBef>
                <a:spcPts val="0"/>
              </a:spcBef>
              <a:spcAft>
                <a:spcPts val="0"/>
              </a:spcAft>
              <a:buSzPts val="3000"/>
              <a:buNone/>
              <a:defRPr>
                <a:latin typeface="Merriweather Light"/>
                <a:ea typeface="Merriweather Light"/>
                <a:cs typeface="Merriweather Light"/>
                <a:sym typeface="Merriweather Light"/>
              </a:defRPr>
            </a:lvl7pPr>
            <a:lvl8pPr lvl="7" rtl="0">
              <a:spcBef>
                <a:spcPts val="0"/>
              </a:spcBef>
              <a:spcAft>
                <a:spcPts val="0"/>
              </a:spcAft>
              <a:buSzPts val="3000"/>
              <a:buNone/>
              <a:defRPr>
                <a:latin typeface="Merriweather Light"/>
                <a:ea typeface="Merriweather Light"/>
                <a:cs typeface="Merriweather Light"/>
                <a:sym typeface="Merriweather Light"/>
              </a:defRPr>
            </a:lvl8pPr>
            <a:lvl9pPr lvl="8" rtl="0">
              <a:spcBef>
                <a:spcPts val="0"/>
              </a:spcBef>
              <a:spcAft>
                <a:spcPts val="0"/>
              </a:spcAft>
              <a:buSzPts val="3000"/>
              <a:buNone/>
              <a:defRPr>
                <a:latin typeface="Merriweather Light"/>
                <a:ea typeface="Merriweather Light"/>
                <a:cs typeface="Merriweather Light"/>
                <a:sym typeface="Merriweather Light"/>
              </a:defRPr>
            </a:lvl9pPr>
          </a:lstStyle>
          <a:p/>
        </p:txBody>
      </p:sp>
      <p:cxnSp>
        <p:nvCxnSpPr>
          <p:cNvPr id="318" name="Google Shape;318;p37"/>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319" name="Google Shape;319;p37"/>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320" name="Google Shape;320;p37"/>
          <p:cNvCxnSpPr/>
          <p:nvPr/>
        </p:nvCxnSpPr>
        <p:spPr>
          <a:xfrm>
            <a:off x="7434175" y="-125600"/>
            <a:ext cx="1993200" cy="1330200"/>
          </a:xfrm>
          <a:prstGeom prst="curvedConnector3">
            <a:avLst>
              <a:gd fmla="val 50000" name="adj1"/>
            </a:avLst>
          </a:prstGeom>
          <a:noFill/>
          <a:ln cap="flat" cmpd="sng" w="28575">
            <a:solidFill>
              <a:schemeClr val="accent2"/>
            </a:solidFill>
            <a:prstDash val="solid"/>
            <a:round/>
            <a:headEnd len="med" w="med" type="none"/>
            <a:tailEnd len="med" w="med" type="none"/>
          </a:ln>
        </p:spPr>
      </p:cxn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
  <p:cSld name="CUSTOM_23">
    <p:spTree>
      <p:nvGrpSpPr>
        <p:cNvPr id="321" name="Shape 321"/>
        <p:cNvGrpSpPr/>
        <p:nvPr/>
      </p:nvGrpSpPr>
      <p:grpSpPr>
        <a:xfrm>
          <a:off x="0" y="0"/>
          <a:ext cx="0" cy="0"/>
          <a:chOff x="0" y="0"/>
          <a:chExt cx="0" cy="0"/>
        </a:xfrm>
      </p:grpSpPr>
      <p:cxnSp>
        <p:nvCxnSpPr>
          <p:cNvPr id="322" name="Google Shape;322;p38"/>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323" name="Google Shape;323;p38"/>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324" name="Google Shape;324;p38"/>
          <p:cNvCxnSpPr/>
          <p:nvPr/>
        </p:nvCxnSpPr>
        <p:spPr>
          <a:xfrm>
            <a:off x="-250225" y="4076450"/>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325" name="Google Shape;325;p38"/>
          <p:cNvCxnSpPr/>
          <p:nvPr/>
        </p:nvCxnSpPr>
        <p:spPr>
          <a:xfrm>
            <a:off x="7441150" y="-48375"/>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326" name="Google Shape;326;p38"/>
          <p:cNvCxnSpPr/>
          <p:nvPr/>
        </p:nvCxnSpPr>
        <p:spPr>
          <a:xfrm flipH="1">
            <a:off x="7454238" y="4053663"/>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327" name="Google Shape;327;p38"/>
          <p:cNvCxnSpPr/>
          <p:nvPr/>
        </p:nvCxnSpPr>
        <p:spPr>
          <a:xfrm flipH="1">
            <a:off x="-237137" y="-71162"/>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sp>
        <p:nvSpPr>
          <p:cNvPr id="328" name="Google Shape;328;p38"/>
          <p:cNvSpPr txBox="1"/>
          <p:nvPr>
            <p:ph type="title"/>
          </p:nvPr>
        </p:nvSpPr>
        <p:spPr>
          <a:xfrm>
            <a:off x="2780100" y="445025"/>
            <a:ext cx="35838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329" name="Google Shape;329;p38"/>
          <p:cNvSpPr txBox="1"/>
          <p:nvPr>
            <p:ph idx="1" type="subTitle"/>
          </p:nvPr>
        </p:nvSpPr>
        <p:spPr>
          <a:xfrm>
            <a:off x="5306650" y="1710190"/>
            <a:ext cx="2486100" cy="4011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100"/>
              <a:buNone/>
              <a:defRPr sz="2400">
                <a:latin typeface="Vidaloka"/>
                <a:ea typeface="Vidaloka"/>
                <a:cs typeface="Vidaloka"/>
                <a:sym typeface="Vidaloka"/>
              </a:defRPr>
            </a:lvl1pPr>
            <a:lvl2pPr lvl="1" rtl="0" algn="ctr">
              <a:spcBef>
                <a:spcPts val="0"/>
              </a:spcBef>
              <a:spcAft>
                <a:spcPts val="0"/>
              </a:spcAft>
              <a:buSzPts val="2100"/>
              <a:buNone/>
              <a:defRPr b="1" sz="2100"/>
            </a:lvl2pPr>
            <a:lvl3pPr lvl="2" rtl="0" algn="ctr">
              <a:spcBef>
                <a:spcPts val="0"/>
              </a:spcBef>
              <a:spcAft>
                <a:spcPts val="0"/>
              </a:spcAft>
              <a:buSzPts val="2100"/>
              <a:buNone/>
              <a:defRPr b="1" sz="2100"/>
            </a:lvl3pPr>
            <a:lvl4pPr lvl="3" rtl="0" algn="ctr">
              <a:spcBef>
                <a:spcPts val="0"/>
              </a:spcBef>
              <a:spcAft>
                <a:spcPts val="0"/>
              </a:spcAft>
              <a:buSzPts val="2100"/>
              <a:buNone/>
              <a:defRPr b="1" sz="2100"/>
            </a:lvl4pPr>
            <a:lvl5pPr lvl="4" rtl="0" algn="ctr">
              <a:spcBef>
                <a:spcPts val="0"/>
              </a:spcBef>
              <a:spcAft>
                <a:spcPts val="0"/>
              </a:spcAft>
              <a:buSzPts val="2100"/>
              <a:buNone/>
              <a:defRPr b="1" sz="2100"/>
            </a:lvl5pPr>
            <a:lvl6pPr lvl="5" rtl="0" algn="ctr">
              <a:spcBef>
                <a:spcPts val="0"/>
              </a:spcBef>
              <a:spcAft>
                <a:spcPts val="0"/>
              </a:spcAft>
              <a:buSzPts val="2100"/>
              <a:buNone/>
              <a:defRPr b="1" sz="2100"/>
            </a:lvl6pPr>
            <a:lvl7pPr lvl="6" rtl="0" algn="ctr">
              <a:spcBef>
                <a:spcPts val="0"/>
              </a:spcBef>
              <a:spcAft>
                <a:spcPts val="0"/>
              </a:spcAft>
              <a:buSzPts val="2100"/>
              <a:buNone/>
              <a:defRPr b="1" sz="2100"/>
            </a:lvl7pPr>
            <a:lvl8pPr lvl="7" rtl="0" algn="ctr">
              <a:spcBef>
                <a:spcPts val="0"/>
              </a:spcBef>
              <a:spcAft>
                <a:spcPts val="0"/>
              </a:spcAft>
              <a:buSzPts val="2100"/>
              <a:buNone/>
              <a:defRPr b="1" sz="2100"/>
            </a:lvl8pPr>
            <a:lvl9pPr lvl="8" rtl="0" algn="ctr">
              <a:spcBef>
                <a:spcPts val="0"/>
              </a:spcBef>
              <a:spcAft>
                <a:spcPts val="0"/>
              </a:spcAft>
              <a:buSzPts val="2100"/>
              <a:buNone/>
              <a:defRPr b="1" sz="2100"/>
            </a:lvl9pPr>
          </a:lstStyle>
          <a:p/>
        </p:txBody>
      </p:sp>
      <p:sp>
        <p:nvSpPr>
          <p:cNvPr id="330" name="Google Shape;330;p38"/>
          <p:cNvSpPr txBox="1"/>
          <p:nvPr>
            <p:ph idx="2" type="subTitle"/>
          </p:nvPr>
        </p:nvSpPr>
        <p:spPr>
          <a:xfrm>
            <a:off x="5306650" y="2111217"/>
            <a:ext cx="2486100" cy="618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solidFill>
                  <a:schemeClr val="dk1"/>
                </a:solidFill>
              </a:defRPr>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331" name="Google Shape;331;p38"/>
          <p:cNvSpPr txBox="1"/>
          <p:nvPr>
            <p:ph idx="3" type="subTitle"/>
          </p:nvPr>
        </p:nvSpPr>
        <p:spPr>
          <a:xfrm>
            <a:off x="1351250" y="1710190"/>
            <a:ext cx="2486100" cy="4011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100"/>
              <a:buNone/>
              <a:defRPr sz="2400">
                <a:latin typeface="Vidaloka"/>
                <a:ea typeface="Vidaloka"/>
                <a:cs typeface="Vidaloka"/>
                <a:sym typeface="Vidaloka"/>
              </a:defRPr>
            </a:lvl1pPr>
            <a:lvl2pPr lvl="1" rtl="0" algn="ctr">
              <a:spcBef>
                <a:spcPts val="0"/>
              </a:spcBef>
              <a:spcAft>
                <a:spcPts val="0"/>
              </a:spcAft>
              <a:buSzPts val="2100"/>
              <a:buNone/>
              <a:defRPr b="1" sz="2100"/>
            </a:lvl2pPr>
            <a:lvl3pPr lvl="2" rtl="0" algn="ctr">
              <a:spcBef>
                <a:spcPts val="0"/>
              </a:spcBef>
              <a:spcAft>
                <a:spcPts val="0"/>
              </a:spcAft>
              <a:buSzPts val="2100"/>
              <a:buNone/>
              <a:defRPr b="1" sz="2100"/>
            </a:lvl3pPr>
            <a:lvl4pPr lvl="3" rtl="0" algn="ctr">
              <a:spcBef>
                <a:spcPts val="0"/>
              </a:spcBef>
              <a:spcAft>
                <a:spcPts val="0"/>
              </a:spcAft>
              <a:buSzPts val="2100"/>
              <a:buNone/>
              <a:defRPr b="1" sz="2100"/>
            </a:lvl4pPr>
            <a:lvl5pPr lvl="4" rtl="0" algn="ctr">
              <a:spcBef>
                <a:spcPts val="0"/>
              </a:spcBef>
              <a:spcAft>
                <a:spcPts val="0"/>
              </a:spcAft>
              <a:buSzPts val="2100"/>
              <a:buNone/>
              <a:defRPr b="1" sz="2100"/>
            </a:lvl5pPr>
            <a:lvl6pPr lvl="5" rtl="0" algn="ctr">
              <a:spcBef>
                <a:spcPts val="0"/>
              </a:spcBef>
              <a:spcAft>
                <a:spcPts val="0"/>
              </a:spcAft>
              <a:buSzPts val="2100"/>
              <a:buNone/>
              <a:defRPr b="1" sz="2100"/>
            </a:lvl6pPr>
            <a:lvl7pPr lvl="6" rtl="0" algn="ctr">
              <a:spcBef>
                <a:spcPts val="0"/>
              </a:spcBef>
              <a:spcAft>
                <a:spcPts val="0"/>
              </a:spcAft>
              <a:buSzPts val="2100"/>
              <a:buNone/>
              <a:defRPr b="1" sz="2100"/>
            </a:lvl7pPr>
            <a:lvl8pPr lvl="7" rtl="0" algn="ctr">
              <a:spcBef>
                <a:spcPts val="0"/>
              </a:spcBef>
              <a:spcAft>
                <a:spcPts val="0"/>
              </a:spcAft>
              <a:buSzPts val="2100"/>
              <a:buNone/>
              <a:defRPr b="1" sz="2100"/>
            </a:lvl8pPr>
            <a:lvl9pPr lvl="8" rtl="0" algn="ctr">
              <a:spcBef>
                <a:spcPts val="0"/>
              </a:spcBef>
              <a:spcAft>
                <a:spcPts val="0"/>
              </a:spcAft>
              <a:buSzPts val="2100"/>
              <a:buNone/>
              <a:defRPr b="1" sz="2100"/>
            </a:lvl9pPr>
          </a:lstStyle>
          <a:p/>
        </p:txBody>
      </p:sp>
      <p:sp>
        <p:nvSpPr>
          <p:cNvPr id="332" name="Google Shape;332;p38"/>
          <p:cNvSpPr txBox="1"/>
          <p:nvPr>
            <p:ph idx="4" type="subTitle"/>
          </p:nvPr>
        </p:nvSpPr>
        <p:spPr>
          <a:xfrm>
            <a:off x="1351250" y="2111217"/>
            <a:ext cx="2486100" cy="618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333" name="Google Shape;333;p38"/>
          <p:cNvSpPr txBox="1"/>
          <p:nvPr>
            <p:ph idx="5" type="subTitle"/>
          </p:nvPr>
        </p:nvSpPr>
        <p:spPr>
          <a:xfrm>
            <a:off x="5306650" y="3552118"/>
            <a:ext cx="2486100" cy="4614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100"/>
              <a:buNone/>
              <a:defRPr sz="2400">
                <a:latin typeface="Vidaloka"/>
                <a:ea typeface="Vidaloka"/>
                <a:cs typeface="Vidaloka"/>
                <a:sym typeface="Vidaloka"/>
              </a:defRPr>
            </a:lvl1pPr>
            <a:lvl2pPr lvl="1" rtl="0" algn="ctr">
              <a:spcBef>
                <a:spcPts val="0"/>
              </a:spcBef>
              <a:spcAft>
                <a:spcPts val="0"/>
              </a:spcAft>
              <a:buSzPts val="2100"/>
              <a:buNone/>
              <a:defRPr b="1" sz="2100"/>
            </a:lvl2pPr>
            <a:lvl3pPr lvl="2" rtl="0" algn="ctr">
              <a:spcBef>
                <a:spcPts val="0"/>
              </a:spcBef>
              <a:spcAft>
                <a:spcPts val="0"/>
              </a:spcAft>
              <a:buSzPts val="2100"/>
              <a:buNone/>
              <a:defRPr b="1" sz="2100"/>
            </a:lvl3pPr>
            <a:lvl4pPr lvl="3" rtl="0" algn="ctr">
              <a:spcBef>
                <a:spcPts val="0"/>
              </a:spcBef>
              <a:spcAft>
                <a:spcPts val="0"/>
              </a:spcAft>
              <a:buSzPts val="2100"/>
              <a:buNone/>
              <a:defRPr b="1" sz="2100"/>
            </a:lvl4pPr>
            <a:lvl5pPr lvl="4" rtl="0" algn="ctr">
              <a:spcBef>
                <a:spcPts val="0"/>
              </a:spcBef>
              <a:spcAft>
                <a:spcPts val="0"/>
              </a:spcAft>
              <a:buSzPts val="2100"/>
              <a:buNone/>
              <a:defRPr b="1" sz="2100"/>
            </a:lvl5pPr>
            <a:lvl6pPr lvl="5" rtl="0" algn="ctr">
              <a:spcBef>
                <a:spcPts val="0"/>
              </a:spcBef>
              <a:spcAft>
                <a:spcPts val="0"/>
              </a:spcAft>
              <a:buSzPts val="2100"/>
              <a:buNone/>
              <a:defRPr b="1" sz="2100"/>
            </a:lvl6pPr>
            <a:lvl7pPr lvl="6" rtl="0" algn="ctr">
              <a:spcBef>
                <a:spcPts val="0"/>
              </a:spcBef>
              <a:spcAft>
                <a:spcPts val="0"/>
              </a:spcAft>
              <a:buSzPts val="2100"/>
              <a:buNone/>
              <a:defRPr b="1" sz="2100"/>
            </a:lvl7pPr>
            <a:lvl8pPr lvl="7" rtl="0" algn="ctr">
              <a:spcBef>
                <a:spcPts val="0"/>
              </a:spcBef>
              <a:spcAft>
                <a:spcPts val="0"/>
              </a:spcAft>
              <a:buSzPts val="2100"/>
              <a:buNone/>
              <a:defRPr b="1" sz="2100"/>
            </a:lvl8pPr>
            <a:lvl9pPr lvl="8" rtl="0" algn="ctr">
              <a:spcBef>
                <a:spcPts val="0"/>
              </a:spcBef>
              <a:spcAft>
                <a:spcPts val="0"/>
              </a:spcAft>
              <a:buSzPts val="2100"/>
              <a:buNone/>
              <a:defRPr b="1" sz="2100"/>
            </a:lvl9pPr>
          </a:lstStyle>
          <a:p/>
        </p:txBody>
      </p:sp>
      <p:sp>
        <p:nvSpPr>
          <p:cNvPr id="334" name="Google Shape;334;p38"/>
          <p:cNvSpPr txBox="1"/>
          <p:nvPr>
            <p:ph idx="6" type="subTitle"/>
          </p:nvPr>
        </p:nvSpPr>
        <p:spPr>
          <a:xfrm>
            <a:off x="5306650" y="3946487"/>
            <a:ext cx="2486100" cy="618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solidFill>
                  <a:schemeClr val="dk1"/>
                </a:solidFill>
              </a:defRPr>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335" name="Google Shape;335;p38"/>
          <p:cNvSpPr txBox="1"/>
          <p:nvPr>
            <p:ph idx="7" type="subTitle"/>
          </p:nvPr>
        </p:nvSpPr>
        <p:spPr>
          <a:xfrm>
            <a:off x="1351250" y="3552118"/>
            <a:ext cx="2486100" cy="4614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100"/>
              <a:buNone/>
              <a:defRPr sz="2400">
                <a:latin typeface="Vidaloka"/>
                <a:ea typeface="Vidaloka"/>
                <a:cs typeface="Vidaloka"/>
                <a:sym typeface="Vidaloka"/>
              </a:defRPr>
            </a:lvl1pPr>
            <a:lvl2pPr lvl="1" rtl="0" algn="ctr">
              <a:spcBef>
                <a:spcPts val="0"/>
              </a:spcBef>
              <a:spcAft>
                <a:spcPts val="0"/>
              </a:spcAft>
              <a:buSzPts val="2100"/>
              <a:buNone/>
              <a:defRPr b="1" sz="2100"/>
            </a:lvl2pPr>
            <a:lvl3pPr lvl="2" rtl="0" algn="ctr">
              <a:spcBef>
                <a:spcPts val="0"/>
              </a:spcBef>
              <a:spcAft>
                <a:spcPts val="0"/>
              </a:spcAft>
              <a:buSzPts val="2100"/>
              <a:buNone/>
              <a:defRPr b="1" sz="2100"/>
            </a:lvl3pPr>
            <a:lvl4pPr lvl="3" rtl="0" algn="ctr">
              <a:spcBef>
                <a:spcPts val="0"/>
              </a:spcBef>
              <a:spcAft>
                <a:spcPts val="0"/>
              </a:spcAft>
              <a:buSzPts val="2100"/>
              <a:buNone/>
              <a:defRPr b="1" sz="2100"/>
            </a:lvl4pPr>
            <a:lvl5pPr lvl="4" rtl="0" algn="ctr">
              <a:spcBef>
                <a:spcPts val="0"/>
              </a:spcBef>
              <a:spcAft>
                <a:spcPts val="0"/>
              </a:spcAft>
              <a:buSzPts val="2100"/>
              <a:buNone/>
              <a:defRPr b="1" sz="2100"/>
            </a:lvl5pPr>
            <a:lvl6pPr lvl="5" rtl="0" algn="ctr">
              <a:spcBef>
                <a:spcPts val="0"/>
              </a:spcBef>
              <a:spcAft>
                <a:spcPts val="0"/>
              </a:spcAft>
              <a:buSzPts val="2100"/>
              <a:buNone/>
              <a:defRPr b="1" sz="2100"/>
            </a:lvl6pPr>
            <a:lvl7pPr lvl="6" rtl="0" algn="ctr">
              <a:spcBef>
                <a:spcPts val="0"/>
              </a:spcBef>
              <a:spcAft>
                <a:spcPts val="0"/>
              </a:spcAft>
              <a:buSzPts val="2100"/>
              <a:buNone/>
              <a:defRPr b="1" sz="2100"/>
            </a:lvl7pPr>
            <a:lvl8pPr lvl="7" rtl="0" algn="ctr">
              <a:spcBef>
                <a:spcPts val="0"/>
              </a:spcBef>
              <a:spcAft>
                <a:spcPts val="0"/>
              </a:spcAft>
              <a:buSzPts val="2100"/>
              <a:buNone/>
              <a:defRPr b="1" sz="2100"/>
            </a:lvl8pPr>
            <a:lvl9pPr lvl="8" rtl="0" algn="ctr">
              <a:spcBef>
                <a:spcPts val="0"/>
              </a:spcBef>
              <a:spcAft>
                <a:spcPts val="0"/>
              </a:spcAft>
              <a:buSzPts val="2100"/>
              <a:buNone/>
              <a:defRPr b="1" sz="2100"/>
            </a:lvl9pPr>
          </a:lstStyle>
          <a:p/>
        </p:txBody>
      </p:sp>
      <p:sp>
        <p:nvSpPr>
          <p:cNvPr id="336" name="Google Shape;336;p38"/>
          <p:cNvSpPr txBox="1"/>
          <p:nvPr>
            <p:ph idx="8" type="subTitle"/>
          </p:nvPr>
        </p:nvSpPr>
        <p:spPr>
          <a:xfrm>
            <a:off x="1351300" y="3946487"/>
            <a:ext cx="2486100" cy="618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solidFill>
                  <a:schemeClr val="dk1"/>
                </a:solidFill>
              </a:defRPr>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337" name="Google Shape;337;p38"/>
          <p:cNvSpPr txBox="1"/>
          <p:nvPr>
            <p:ph hasCustomPrompt="1" idx="9" type="title"/>
          </p:nvPr>
        </p:nvSpPr>
        <p:spPr>
          <a:xfrm>
            <a:off x="1351250" y="1131425"/>
            <a:ext cx="2486100" cy="667500"/>
          </a:xfrm>
          <a:prstGeom prst="rect">
            <a:avLst/>
          </a:prstGeom>
        </p:spPr>
        <p:txBody>
          <a:bodyPr anchorCtr="0" anchor="t" bIns="91425" lIns="91425" spcFirstLastPara="1" rIns="91425" wrap="square" tIns="91425">
            <a:noAutofit/>
          </a:bodyPr>
          <a:lstStyle>
            <a:lvl1pPr lvl="0" rtl="0" algn="ctr">
              <a:spcBef>
                <a:spcPts val="0"/>
              </a:spcBef>
              <a:spcAft>
                <a:spcPts val="0"/>
              </a:spcAft>
              <a:buClr>
                <a:schemeClr val="dk2"/>
              </a:buClr>
              <a:buSzPts val="4000"/>
              <a:buNone/>
              <a:defRPr sz="3800">
                <a:solidFill>
                  <a:schemeClr val="accent1"/>
                </a:solidFill>
              </a:defRPr>
            </a:lvl1pPr>
            <a:lvl2pPr lvl="1" rtl="0" algn="ctr">
              <a:spcBef>
                <a:spcPts val="0"/>
              </a:spcBef>
              <a:spcAft>
                <a:spcPts val="0"/>
              </a:spcAft>
              <a:buClr>
                <a:schemeClr val="dk2"/>
              </a:buClr>
              <a:buSzPts val="4000"/>
              <a:buNone/>
              <a:defRPr sz="4000">
                <a:solidFill>
                  <a:schemeClr val="dk2"/>
                </a:solidFill>
              </a:defRPr>
            </a:lvl2pPr>
            <a:lvl3pPr lvl="2" rtl="0" algn="ctr">
              <a:spcBef>
                <a:spcPts val="0"/>
              </a:spcBef>
              <a:spcAft>
                <a:spcPts val="0"/>
              </a:spcAft>
              <a:buClr>
                <a:schemeClr val="dk2"/>
              </a:buClr>
              <a:buSzPts val="4000"/>
              <a:buNone/>
              <a:defRPr sz="4000">
                <a:solidFill>
                  <a:schemeClr val="dk2"/>
                </a:solidFill>
              </a:defRPr>
            </a:lvl3pPr>
            <a:lvl4pPr lvl="3" rtl="0" algn="ctr">
              <a:spcBef>
                <a:spcPts val="0"/>
              </a:spcBef>
              <a:spcAft>
                <a:spcPts val="0"/>
              </a:spcAft>
              <a:buClr>
                <a:schemeClr val="dk2"/>
              </a:buClr>
              <a:buSzPts val="4000"/>
              <a:buNone/>
              <a:defRPr sz="4000">
                <a:solidFill>
                  <a:schemeClr val="dk2"/>
                </a:solidFill>
              </a:defRPr>
            </a:lvl4pPr>
            <a:lvl5pPr lvl="4" rtl="0" algn="ctr">
              <a:spcBef>
                <a:spcPts val="0"/>
              </a:spcBef>
              <a:spcAft>
                <a:spcPts val="0"/>
              </a:spcAft>
              <a:buClr>
                <a:schemeClr val="dk2"/>
              </a:buClr>
              <a:buSzPts val="4000"/>
              <a:buNone/>
              <a:defRPr sz="4000">
                <a:solidFill>
                  <a:schemeClr val="dk2"/>
                </a:solidFill>
              </a:defRPr>
            </a:lvl5pPr>
            <a:lvl6pPr lvl="5" rtl="0" algn="ctr">
              <a:spcBef>
                <a:spcPts val="0"/>
              </a:spcBef>
              <a:spcAft>
                <a:spcPts val="0"/>
              </a:spcAft>
              <a:buClr>
                <a:schemeClr val="dk2"/>
              </a:buClr>
              <a:buSzPts val="4000"/>
              <a:buNone/>
              <a:defRPr sz="4000">
                <a:solidFill>
                  <a:schemeClr val="dk2"/>
                </a:solidFill>
              </a:defRPr>
            </a:lvl6pPr>
            <a:lvl7pPr lvl="6" rtl="0" algn="ctr">
              <a:spcBef>
                <a:spcPts val="0"/>
              </a:spcBef>
              <a:spcAft>
                <a:spcPts val="0"/>
              </a:spcAft>
              <a:buClr>
                <a:schemeClr val="dk2"/>
              </a:buClr>
              <a:buSzPts val="4000"/>
              <a:buNone/>
              <a:defRPr sz="4000">
                <a:solidFill>
                  <a:schemeClr val="dk2"/>
                </a:solidFill>
              </a:defRPr>
            </a:lvl7pPr>
            <a:lvl8pPr lvl="7" rtl="0" algn="ctr">
              <a:spcBef>
                <a:spcPts val="0"/>
              </a:spcBef>
              <a:spcAft>
                <a:spcPts val="0"/>
              </a:spcAft>
              <a:buClr>
                <a:schemeClr val="dk2"/>
              </a:buClr>
              <a:buSzPts val="4000"/>
              <a:buNone/>
              <a:defRPr sz="4000">
                <a:solidFill>
                  <a:schemeClr val="dk2"/>
                </a:solidFill>
              </a:defRPr>
            </a:lvl8pPr>
            <a:lvl9pPr lvl="8" rtl="0" algn="ctr">
              <a:spcBef>
                <a:spcPts val="0"/>
              </a:spcBef>
              <a:spcAft>
                <a:spcPts val="0"/>
              </a:spcAft>
              <a:buClr>
                <a:schemeClr val="dk2"/>
              </a:buClr>
              <a:buSzPts val="4000"/>
              <a:buNone/>
              <a:defRPr sz="4000">
                <a:solidFill>
                  <a:schemeClr val="dk2"/>
                </a:solidFill>
              </a:defRPr>
            </a:lvl9pPr>
          </a:lstStyle>
          <a:p>
            <a:r>
              <a:t>xx%</a:t>
            </a:r>
          </a:p>
        </p:txBody>
      </p:sp>
      <p:sp>
        <p:nvSpPr>
          <p:cNvPr id="338" name="Google Shape;338;p38"/>
          <p:cNvSpPr txBox="1"/>
          <p:nvPr>
            <p:ph hasCustomPrompt="1" idx="13" type="title"/>
          </p:nvPr>
        </p:nvSpPr>
        <p:spPr>
          <a:xfrm>
            <a:off x="5306650" y="1131425"/>
            <a:ext cx="2486100" cy="667500"/>
          </a:xfrm>
          <a:prstGeom prst="rect">
            <a:avLst/>
          </a:prstGeom>
        </p:spPr>
        <p:txBody>
          <a:bodyPr anchorCtr="0" anchor="t" bIns="91425" lIns="91425" spcFirstLastPara="1" rIns="91425" wrap="square" tIns="91425">
            <a:noAutofit/>
          </a:bodyPr>
          <a:lstStyle>
            <a:lvl1pPr lvl="0" rtl="0" algn="ctr">
              <a:spcBef>
                <a:spcPts val="0"/>
              </a:spcBef>
              <a:spcAft>
                <a:spcPts val="0"/>
              </a:spcAft>
              <a:buClr>
                <a:schemeClr val="dk2"/>
              </a:buClr>
              <a:buSzPts val="4000"/>
              <a:buNone/>
              <a:defRPr sz="3800">
                <a:solidFill>
                  <a:schemeClr val="accent1"/>
                </a:solidFill>
              </a:defRPr>
            </a:lvl1pPr>
            <a:lvl2pPr lvl="1" rtl="0" algn="ctr">
              <a:spcBef>
                <a:spcPts val="0"/>
              </a:spcBef>
              <a:spcAft>
                <a:spcPts val="0"/>
              </a:spcAft>
              <a:buClr>
                <a:schemeClr val="dk2"/>
              </a:buClr>
              <a:buSzPts val="4000"/>
              <a:buNone/>
              <a:defRPr sz="4000">
                <a:solidFill>
                  <a:schemeClr val="dk2"/>
                </a:solidFill>
              </a:defRPr>
            </a:lvl2pPr>
            <a:lvl3pPr lvl="2" rtl="0" algn="ctr">
              <a:spcBef>
                <a:spcPts val="0"/>
              </a:spcBef>
              <a:spcAft>
                <a:spcPts val="0"/>
              </a:spcAft>
              <a:buClr>
                <a:schemeClr val="dk2"/>
              </a:buClr>
              <a:buSzPts val="4000"/>
              <a:buNone/>
              <a:defRPr sz="4000">
                <a:solidFill>
                  <a:schemeClr val="dk2"/>
                </a:solidFill>
              </a:defRPr>
            </a:lvl3pPr>
            <a:lvl4pPr lvl="3" rtl="0" algn="ctr">
              <a:spcBef>
                <a:spcPts val="0"/>
              </a:spcBef>
              <a:spcAft>
                <a:spcPts val="0"/>
              </a:spcAft>
              <a:buClr>
                <a:schemeClr val="dk2"/>
              </a:buClr>
              <a:buSzPts val="4000"/>
              <a:buNone/>
              <a:defRPr sz="4000">
                <a:solidFill>
                  <a:schemeClr val="dk2"/>
                </a:solidFill>
              </a:defRPr>
            </a:lvl4pPr>
            <a:lvl5pPr lvl="4" rtl="0" algn="ctr">
              <a:spcBef>
                <a:spcPts val="0"/>
              </a:spcBef>
              <a:spcAft>
                <a:spcPts val="0"/>
              </a:spcAft>
              <a:buClr>
                <a:schemeClr val="dk2"/>
              </a:buClr>
              <a:buSzPts val="4000"/>
              <a:buNone/>
              <a:defRPr sz="4000">
                <a:solidFill>
                  <a:schemeClr val="dk2"/>
                </a:solidFill>
              </a:defRPr>
            </a:lvl5pPr>
            <a:lvl6pPr lvl="5" rtl="0" algn="ctr">
              <a:spcBef>
                <a:spcPts val="0"/>
              </a:spcBef>
              <a:spcAft>
                <a:spcPts val="0"/>
              </a:spcAft>
              <a:buClr>
                <a:schemeClr val="dk2"/>
              </a:buClr>
              <a:buSzPts val="4000"/>
              <a:buNone/>
              <a:defRPr sz="4000">
                <a:solidFill>
                  <a:schemeClr val="dk2"/>
                </a:solidFill>
              </a:defRPr>
            </a:lvl6pPr>
            <a:lvl7pPr lvl="6" rtl="0" algn="ctr">
              <a:spcBef>
                <a:spcPts val="0"/>
              </a:spcBef>
              <a:spcAft>
                <a:spcPts val="0"/>
              </a:spcAft>
              <a:buClr>
                <a:schemeClr val="dk2"/>
              </a:buClr>
              <a:buSzPts val="4000"/>
              <a:buNone/>
              <a:defRPr sz="4000">
                <a:solidFill>
                  <a:schemeClr val="dk2"/>
                </a:solidFill>
              </a:defRPr>
            </a:lvl7pPr>
            <a:lvl8pPr lvl="7" rtl="0" algn="ctr">
              <a:spcBef>
                <a:spcPts val="0"/>
              </a:spcBef>
              <a:spcAft>
                <a:spcPts val="0"/>
              </a:spcAft>
              <a:buClr>
                <a:schemeClr val="dk2"/>
              </a:buClr>
              <a:buSzPts val="4000"/>
              <a:buNone/>
              <a:defRPr sz="4000">
                <a:solidFill>
                  <a:schemeClr val="dk2"/>
                </a:solidFill>
              </a:defRPr>
            </a:lvl8pPr>
            <a:lvl9pPr lvl="8" rtl="0" algn="ctr">
              <a:spcBef>
                <a:spcPts val="0"/>
              </a:spcBef>
              <a:spcAft>
                <a:spcPts val="0"/>
              </a:spcAft>
              <a:buClr>
                <a:schemeClr val="dk2"/>
              </a:buClr>
              <a:buSzPts val="4000"/>
              <a:buNone/>
              <a:defRPr sz="4000">
                <a:solidFill>
                  <a:schemeClr val="dk2"/>
                </a:solidFill>
              </a:defRPr>
            </a:lvl9pPr>
          </a:lstStyle>
          <a:p>
            <a:r>
              <a:t>xx%</a:t>
            </a:r>
          </a:p>
        </p:txBody>
      </p:sp>
      <p:sp>
        <p:nvSpPr>
          <p:cNvPr id="339" name="Google Shape;339;p38"/>
          <p:cNvSpPr txBox="1"/>
          <p:nvPr>
            <p:ph hasCustomPrompt="1" idx="14" type="title"/>
          </p:nvPr>
        </p:nvSpPr>
        <p:spPr>
          <a:xfrm>
            <a:off x="1351300" y="2964563"/>
            <a:ext cx="2486100" cy="667500"/>
          </a:xfrm>
          <a:prstGeom prst="rect">
            <a:avLst/>
          </a:prstGeom>
        </p:spPr>
        <p:txBody>
          <a:bodyPr anchorCtr="0" anchor="t" bIns="91425" lIns="91425" spcFirstLastPara="1" rIns="91425" wrap="square" tIns="91425">
            <a:noAutofit/>
          </a:bodyPr>
          <a:lstStyle>
            <a:lvl1pPr lvl="0" rtl="0" algn="ctr">
              <a:spcBef>
                <a:spcPts val="0"/>
              </a:spcBef>
              <a:spcAft>
                <a:spcPts val="0"/>
              </a:spcAft>
              <a:buClr>
                <a:schemeClr val="dk2"/>
              </a:buClr>
              <a:buSzPts val="4000"/>
              <a:buNone/>
              <a:defRPr sz="3800">
                <a:solidFill>
                  <a:schemeClr val="accent1"/>
                </a:solidFill>
              </a:defRPr>
            </a:lvl1pPr>
            <a:lvl2pPr lvl="1" rtl="0" algn="ctr">
              <a:spcBef>
                <a:spcPts val="0"/>
              </a:spcBef>
              <a:spcAft>
                <a:spcPts val="0"/>
              </a:spcAft>
              <a:buClr>
                <a:schemeClr val="dk2"/>
              </a:buClr>
              <a:buSzPts val="4000"/>
              <a:buNone/>
              <a:defRPr sz="4000">
                <a:solidFill>
                  <a:schemeClr val="dk2"/>
                </a:solidFill>
              </a:defRPr>
            </a:lvl2pPr>
            <a:lvl3pPr lvl="2" rtl="0" algn="ctr">
              <a:spcBef>
                <a:spcPts val="0"/>
              </a:spcBef>
              <a:spcAft>
                <a:spcPts val="0"/>
              </a:spcAft>
              <a:buClr>
                <a:schemeClr val="dk2"/>
              </a:buClr>
              <a:buSzPts val="4000"/>
              <a:buNone/>
              <a:defRPr sz="4000">
                <a:solidFill>
                  <a:schemeClr val="dk2"/>
                </a:solidFill>
              </a:defRPr>
            </a:lvl3pPr>
            <a:lvl4pPr lvl="3" rtl="0" algn="ctr">
              <a:spcBef>
                <a:spcPts val="0"/>
              </a:spcBef>
              <a:spcAft>
                <a:spcPts val="0"/>
              </a:spcAft>
              <a:buClr>
                <a:schemeClr val="dk2"/>
              </a:buClr>
              <a:buSzPts val="4000"/>
              <a:buNone/>
              <a:defRPr sz="4000">
                <a:solidFill>
                  <a:schemeClr val="dk2"/>
                </a:solidFill>
              </a:defRPr>
            </a:lvl4pPr>
            <a:lvl5pPr lvl="4" rtl="0" algn="ctr">
              <a:spcBef>
                <a:spcPts val="0"/>
              </a:spcBef>
              <a:spcAft>
                <a:spcPts val="0"/>
              </a:spcAft>
              <a:buClr>
                <a:schemeClr val="dk2"/>
              </a:buClr>
              <a:buSzPts val="4000"/>
              <a:buNone/>
              <a:defRPr sz="4000">
                <a:solidFill>
                  <a:schemeClr val="dk2"/>
                </a:solidFill>
              </a:defRPr>
            </a:lvl5pPr>
            <a:lvl6pPr lvl="5" rtl="0" algn="ctr">
              <a:spcBef>
                <a:spcPts val="0"/>
              </a:spcBef>
              <a:spcAft>
                <a:spcPts val="0"/>
              </a:spcAft>
              <a:buClr>
                <a:schemeClr val="dk2"/>
              </a:buClr>
              <a:buSzPts val="4000"/>
              <a:buNone/>
              <a:defRPr sz="4000">
                <a:solidFill>
                  <a:schemeClr val="dk2"/>
                </a:solidFill>
              </a:defRPr>
            </a:lvl6pPr>
            <a:lvl7pPr lvl="6" rtl="0" algn="ctr">
              <a:spcBef>
                <a:spcPts val="0"/>
              </a:spcBef>
              <a:spcAft>
                <a:spcPts val="0"/>
              </a:spcAft>
              <a:buClr>
                <a:schemeClr val="dk2"/>
              </a:buClr>
              <a:buSzPts val="4000"/>
              <a:buNone/>
              <a:defRPr sz="4000">
                <a:solidFill>
                  <a:schemeClr val="dk2"/>
                </a:solidFill>
              </a:defRPr>
            </a:lvl7pPr>
            <a:lvl8pPr lvl="7" rtl="0" algn="ctr">
              <a:spcBef>
                <a:spcPts val="0"/>
              </a:spcBef>
              <a:spcAft>
                <a:spcPts val="0"/>
              </a:spcAft>
              <a:buClr>
                <a:schemeClr val="dk2"/>
              </a:buClr>
              <a:buSzPts val="4000"/>
              <a:buNone/>
              <a:defRPr sz="4000">
                <a:solidFill>
                  <a:schemeClr val="dk2"/>
                </a:solidFill>
              </a:defRPr>
            </a:lvl8pPr>
            <a:lvl9pPr lvl="8" rtl="0" algn="ctr">
              <a:spcBef>
                <a:spcPts val="0"/>
              </a:spcBef>
              <a:spcAft>
                <a:spcPts val="0"/>
              </a:spcAft>
              <a:buClr>
                <a:schemeClr val="dk2"/>
              </a:buClr>
              <a:buSzPts val="4000"/>
              <a:buNone/>
              <a:defRPr sz="4000">
                <a:solidFill>
                  <a:schemeClr val="dk2"/>
                </a:solidFill>
              </a:defRPr>
            </a:lvl9pPr>
          </a:lstStyle>
          <a:p>
            <a:r>
              <a:t>xx%</a:t>
            </a:r>
          </a:p>
        </p:txBody>
      </p:sp>
      <p:sp>
        <p:nvSpPr>
          <p:cNvPr id="340" name="Google Shape;340;p38"/>
          <p:cNvSpPr txBox="1"/>
          <p:nvPr>
            <p:ph hasCustomPrompt="1" idx="15" type="title"/>
          </p:nvPr>
        </p:nvSpPr>
        <p:spPr>
          <a:xfrm>
            <a:off x="5306650" y="2964563"/>
            <a:ext cx="2486100" cy="667500"/>
          </a:xfrm>
          <a:prstGeom prst="rect">
            <a:avLst/>
          </a:prstGeom>
        </p:spPr>
        <p:txBody>
          <a:bodyPr anchorCtr="0" anchor="t" bIns="91425" lIns="91425" spcFirstLastPara="1" rIns="91425" wrap="square" tIns="91425">
            <a:noAutofit/>
          </a:bodyPr>
          <a:lstStyle>
            <a:lvl1pPr lvl="0" rtl="0" algn="ctr">
              <a:spcBef>
                <a:spcPts val="0"/>
              </a:spcBef>
              <a:spcAft>
                <a:spcPts val="0"/>
              </a:spcAft>
              <a:buClr>
                <a:schemeClr val="dk2"/>
              </a:buClr>
              <a:buSzPts val="4000"/>
              <a:buNone/>
              <a:defRPr sz="3800">
                <a:solidFill>
                  <a:schemeClr val="accent1"/>
                </a:solidFill>
              </a:defRPr>
            </a:lvl1pPr>
            <a:lvl2pPr lvl="1" rtl="0" algn="ctr">
              <a:spcBef>
                <a:spcPts val="0"/>
              </a:spcBef>
              <a:spcAft>
                <a:spcPts val="0"/>
              </a:spcAft>
              <a:buClr>
                <a:schemeClr val="dk2"/>
              </a:buClr>
              <a:buSzPts val="4000"/>
              <a:buNone/>
              <a:defRPr sz="4000">
                <a:solidFill>
                  <a:schemeClr val="dk2"/>
                </a:solidFill>
              </a:defRPr>
            </a:lvl2pPr>
            <a:lvl3pPr lvl="2" rtl="0" algn="ctr">
              <a:spcBef>
                <a:spcPts val="0"/>
              </a:spcBef>
              <a:spcAft>
                <a:spcPts val="0"/>
              </a:spcAft>
              <a:buClr>
                <a:schemeClr val="dk2"/>
              </a:buClr>
              <a:buSzPts val="4000"/>
              <a:buNone/>
              <a:defRPr sz="4000">
                <a:solidFill>
                  <a:schemeClr val="dk2"/>
                </a:solidFill>
              </a:defRPr>
            </a:lvl3pPr>
            <a:lvl4pPr lvl="3" rtl="0" algn="ctr">
              <a:spcBef>
                <a:spcPts val="0"/>
              </a:spcBef>
              <a:spcAft>
                <a:spcPts val="0"/>
              </a:spcAft>
              <a:buClr>
                <a:schemeClr val="dk2"/>
              </a:buClr>
              <a:buSzPts val="4000"/>
              <a:buNone/>
              <a:defRPr sz="4000">
                <a:solidFill>
                  <a:schemeClr val="dk2"/>
                </a:solidFill>
              </a:defRPr>
            </a:lvl4pPr>
            <a:lvl5pPr lvl="4" rtl="0" algn="ctr">
              <a:spcBef>
                <a:spcPts val="0"/>
              </a:spcBef>
              <a:spcAft>
                <a:spcPts val="0"/>
              </a:spcAft>
              <a:buClr>
                <a:schemeClr val="dk2"/>
              </a:buClr>
              <a:buSzPts val="4000"/>
              <a:buNone/>
              <a:defRPr sz="4000">
                <a:solidFill>
                  <a:schemeClr val="dk2"/>
                </a:solidFill>
              </a:defRPr>
            </a:lvl5pPr>
            <a:lvl6pPr lvl="5" rtl="0" algn="ctr">
              <a:spcBef>
                <a:spcPts val="0"/>
              </a:spcBef>
              <a:spcAft>
                <a:spcPts val="0"/>
              </a:spcAft>
              <a:buClr>
                <a:schemeClr val="dk2"/>
              </a:buClr>
              <a:buSzPts val="4000"/>
              <a:buNone/>
              <a:defRPr sz="4000">
                <a:solidFill>
                  <a:schemeClr val="dk2"/>
                </a:solidFill>
              </a:defRPr>
            </a:lvl6pPr>
            <a:lvl7pPr lvl="6" rtl="0" algn="ctr">
              <a:spcBef>
                <a:spcPts val="0"/>
              </a:spcBef>
              <a:spcAft>
                <a:spcPts val="0"/>
              </a:spcAft>
              <a:buClr>
                <a:schemeClr val="dk2"/>
              </a:buClr>
              <a:buSzPts val="4000"/>
              <a:buNone/>
              <a:defRPr sz="4000">
                <a:solidFill>
                  <a:schemeClr val="dk2"/>
                </a:solidFill>
              </a:defRPr>
            </a:lvl7pPr>
            <a:lvl8pPr lvl="7" rtl="0" algn="ctr">
              <a:spcBef>
                <a:spcPts val="0"/>
              </a:spcBef>
              <a:spcAft>
                <a:spcPts val="0"/>
              </a:spcAft>
              <a:buClr>
                <a:schemeClr val="dk2"/>
              </a:buClr>
              <a:buSzPts val="4000"/>
              <a:buNone/>
              <a:defRPr sz="4000">
                <a:solidFill>
                  <a:schemeClr val="dk2"/>
                </a:solidFill>
              </a:defRPr>
            </a:lvl8pPr>
            <a:lvl9pPr lvl="8" rtl="0" algn="ctr">
              <a:spcBef>
                <a:spcPts val="0"/>
              </a:spcBef>
              <a:spcAft>
                <a:spcPts val="0"/>
              </a:spcAft>
              <a:buClr>
                <a:schemeClr val="dk2"/>
              </a:buClr>
              <a:buSzPts val="4000"/>
              <a:buNone/>
              <a:defRPr sz="4000">
                <a:solidFill>
                  <a:schemeClr val="dk2"/>
                </a:solidFill>
              </a:defRPr>
            </a:lvl9pPr>
          </a:lstStyle>
          <a:p>
            <a:r>
              <a:t>xx%</a:t>
            </a: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2">
  <p:cSld name="CUSTOM_4_2_1">
    <p:spTree>
      <p:nvGrpSpPr>
        <p:cNvPr id="341" name="Shape 341"/>
        <p:cNvGrpSpPr/>
        <p:nvPr/>
      </p:nvGrpSpPr>
      <p:grpSpPr>
        <a:xfrm>
          <a:off x="0" y="0"/>
          <a:ext cx="0" cy="0"/>
          <a:chOff x="0" y="0"/>
          <a:chExt cx="0" cy="0"/>
        </a:xfrm>
      </p:grpSpPr>
      <p:sp>
        <p:nvSpPr>
          <p:cNvPr id="342" name="Google Shape;342;p39"/>
          <p:cNvSpPr txBox="1"/>
          <p:nvPr>
            <p:ph idx="1" type="subTitle"/>
          </p:nvPr>
        </p:nvSpPr>
        <p:spPr>
          <a:xfrm>
            <a:off x="3718325" y="3294199"/>
            <a:ext cx="1642800" cy="437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p:txBody>
      </p:sp>
      <p:sp>
        <p:nvSpPr>
          <p:cNvPr id="343" name="Google Shape;343;p39"/>
          <p:cNvSpPr txBox="1"/>
          <p:nvPr>
            <p:ph idx="2" type="subTitle"/>
          </p:nvPr>
        </p:nvSpPr>
        <p:spPr>
          <a:xfrm>
            <a:off x="3617675" y="3703897"/>
            <a:ext cx="18441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1"/>
              </a:buClr>
              <a:buSzPts val="1400"/>
              <a:buNone/>
              <a:defRPr sz="1400">
                <a:solidFill>
                  <a:schemeClr val="dk1"/>
                </a:solidFill>
              </a:defRPr>
            </a:lvl1pPr>
            <a:lvl2pPr lvl="1" rtl="0" algn="ctr">
              <a:spcBef>
                <a:spcPts val="0"/>
              </a:spcBef>
              <a:spcAft>
                <a:spcPts val="0"/>
              </a:spcAft>
              <a:buClr>
                <a:schemeClr val="accent4"/>
              </a:buClr>
              <a:buSzPts val="1400"/>
              <a:buNone/>
              <a:defRPr>
                <a:solidFill>
                  <a:schemeClr val="accent4"/>
                </a:solidFill>
              </a:defRPr>
            </a:lvl2pPr>
            <a:lvl3pPr lvl="2" rtl="0" algn="ctr">
              <a:spcBef>
                <a:spcPts val="0"/>
              </a:spcBef>
              <a:spcAft>
                <a:spcPts val="0"/>
              </a:spcAft>
              <a:buClr>
                <a:schemeClr val="accent4"/>
              </a:buClr>
              <a:buSzPts val="1400"/>
              <a:buNone/>
              <a:defRPr>
                <a:solidFill>
                  <a:schemeClr val="accent4"/>
                </a:solidFill>
              </a:defRPr>
            </a:lvl3pPr>
            <a:lvl4pPr lvl="3" rtl="0" algn="ctr">
              <a:spcBef>
                <a:spcPts val="0"/>
              </a:spcBef>
              <a:spcAft>
                <a:spcPts val="0"/>
              </a:spcAft>
              <a:buClr>
                <a:schemeClr val="accent4"/>
              </a:buClr>
              <a:buSzPts val="1400"/>
              <a:buNone/>
              <a:defRPr>
                <a:solidFill>
                  <a:schemeClr val="accent4"/>
                </a:solidFill>
              </a:defRPr>
            </a:lvl4pPr>
            <a:lvl5pPr lvl="4" rtl="0" algn="ctr">
              <a:spcBef>
                <a:spcPts val="0"/>
              </a:spcBef>
              <a:spcAft>
                <a:spcPts val="0"/>
              </a:spcAft>
              <a:buClr>
                <a:schemeClr val="accent4"/>
              </a:buClr>
              <a:buSzPts val="1400"/>
              <a:buNone/>
              <a:defRPr>
                <a:solidFill>
                  <a:schemeClr val="accent4"/>
                </a:solidFill>
              </a:defRPr>
            </a:lvl5pPr>
            <a:lvl6pPr lvl="5" rtl="0" algn="ctr">
              <a:spcBef>
                <a:spcPts val="0"/>
              </a:spcBef>
              <a:spcAft>
                <a:spcPts val="0"/>
              </a:spcAft>
              <a:buClr>
                <a:schemeClr val="accent4"/>
              </a:buClr>
              <a:buSzPts val="1400"/>
              <a:buNone/>
              <a:defRPr>
                <a:solidFill>
                  <a:schemeClr val="accent4"/>
                </a:solidFill>
              </a:defRPr>
            </a:lvl6pPr>
            <a:lvl7pPr lvl="6" rtl="0" algn="ctr">
              <a:spcBef>
                <a:spcPts val="0"/>
              </a:spcBef>
              <a:spcAft>
                <a:spcPts val="0"/>
              </a:spcAft>
              <a:buClr>
                <a:schemeClr val="accent4"/>
              </a:buClr>
              <a:buSzPts val="1400"/>
              <a:buNone/>
              <a:defRPr>
                <a:solidFill>
                  <a:schemeClr val="accent4"/>
                </a:solidFill>
              </a:defRPr>
            </a:lvl7pPr>
            <a:lvl8pPr lvl="7" rtl="0" algn="ctr">
              <a:spcBef>
                <a:spcPts val="0"/>
              </a:spcBef>
              <a:spcAft>
                <a:spcPts val="0"/>
              </a:spcAft>
              <a:buClr>
                <a:schemeClr val="accent4"/>
              </a:buClr>
              <a:buSzPts val="1400"/>
              <a:buNone/>
              <a:defRPr>
                <a:solidFill>
                  <a:schemeClr val="accent4"/>
                </a:solidFill>
              </a:defRPr>
            </a:lvl8pPr>
            <a:lvl9pPr lvl="8" rtl="0" algn="ctr">
              <a:spcBef>
                <a:spcPts val="0"/>
              </a:spcBef>
              <a:spcAft>
                <a:spcPts val="0"/>
              </a:spcAft>
              <a:buClr>
                <a:schemeClr val="accent4"/>
              </a:buClr>
              <a:buSzPts val="1400"/>
              <a:buNone/>
              <a:defRPr>
                <a:solidFill>
                  <a:schemeClr val="accent4"/>
                </a:solidFill>
              </a:defRPr>
            </a:lvl9pPr>
          </a:lstStyle>
          <a:p/>
        </p:txBody>
      </p:sp>
      <p:sp>
        <p:nvSpPr>
          <p:cNvPr id="344" name="Google Shape;344;p39"/>
          <p:cNvSpPr txBox="1"/>
          <p:nvPr>
            <p:ph idx="3" type="subTitle"/>
          </p:nvPr>
        </p:nvSpPr>
        <p:spPr>
          <a:xfrm>
            <a:off x="1328025" y="3294199"/>
            <a:ext cx="1642800" cy="437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p:txBody>
      </p:sp>
      <p:sp>
        <p:nvSpPr>
          <p:cNvPr id="345" name="Google Shape;345;p39"/>
          <p:cNvSpPr txBox="1"/>
          <p:nvPr>
            <p:ph idx="4" type="subTitle"/>
          </p:nvPr>
        </p:nvSpPr>
        <p:spPr>
          <a:xfrm>
            <a:off x="1227426" y="3703897"/>
            <a:ext cx="18441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1"/>
              </a:buClr>
              <a:buSzPts val="1400"/>
              <a:buNone/>
              <a:defRPr sz="1400">
                <a:solidFill>
                  <a:schemeClr val="dk1"/>
                </a:solidFill>
              </a:defRPr>
            </a:lvl1pPr>
            <a:lvl2pPr lvl="1" rtl="0" algn="ctr">
              <a:spcBef>
                <a:spcPts val="0"/>
              </a:spcBef>
              <a:spcAft>
                <a:spcPts val="0"/>
              </a:spcAft>
              <a:buClr>
                <a:schemeClr val="accent4"/>
              </a:buClr>
              <a:buSzPts val="1400"/>
              <a:buNone/>
              <a:defRPr>
                <a:solidFill>
                  <a:schemeClr val="accent4"/>
                </a:solidFill>
              </a:defRPr>
            </a:lvl2pPr>
            <a:lvl3pPr lvl="2" rtl="0" algn="ctr">
              <a:spcBef>
                <a:spcPts val="0"/>
              </a:spcBef>
              <a:spcAft>
                <a:spcPts val="0"/>
              </a:spcAft>
              <a:buClr>
                <a:schemeClr val="accent4"/>
              </a:buClr>
              <a:buSzPts val="1400"/>
              <a:buNone/>
              <a:defRPr>
                <a:solidFill>
                  <a:schemeClr val="accent4"/>
                </a:solidFill>
              </a:defRPr>
            </a:lvl3pPr>
            <a:lvl4pPr lvl="3" rtl="0" algn="ctr">
              <a:spcBef>
                <a:spcPts val="0"/>
              </a:spcBef>
              <a:spcAft>
                <a:spcPts val="0"/>
              </a:spcAft>
              <a:buClr>
                <a:schemeClr val="accent4"/>
              </a:buClr>
              <a:buSzPts val="1400"/>
              <a:buNone/>
              <a:defRPr>
                <a:solidFill>
                  <a:schemeClr val="accent4"/>
                </a:solidFill>
              </a:defRPr>
            </a:lvl4pPr>
            <a:lvl5pPr lvl="4" rtl="0" algn="ctr">
              <a:spcBef>
                <a:spcPts val="0"/>
              </a:spcBef>
              <a:spcAft>
                <a:spcPts val="0"/>
              </a:spcAft>
              <a:buClr>
                <a:schemeClr val="accent4"/>
              </a:buClr>
              <a:buSzPts val="1400"/>
              <a:buNone/>
              <a:defRPr>
                <a:solidFill>
                  <a:schemeClr val="accent4"/>
                </a:solidFill>
              </a:defRPr>
            </a:lvl5pPr>
            <a:lvl6pPr lvl="5" rtl="0" algn="ctr">
              <a:spcBef>
                <a:spcPts val="0"/>
              </a:spcBef>
              <a:spcAft>
                <a:spcPts val="0"/>
              </a:spcAft>
              <a:buClr>
                <a:schemeClr val="accent4"/>
              </a:buClr>
              <a:buSzPts val="1400"/>
              <a:buNone/>
              <a:defRPr>
                <a:solidFill>
                  <a:schemeClr val="accent4"/>
                </a:solidFill>
              </a:defRPr>
            </a:lvl6pPr>
            <a:lvl7pPr lvl="6" rtl="0" algn="ctr">
              <a:spcBef>
                <a:spcPts val="0"/>
              </a:spcBef>
              <a:spcAft>
                <a:spcPts val="0"/>
              </a:spcAft>
              <a:buClr>
                <a:schemeClr val="accent4"/>
              </a:buClr>
              <a:buSzPts val="1400"/>
              <a:buNone/>
              <a:defRPr>
                <a:solidFill>
                  <a:schemeClr val="accent4"/>
                </a:solidFill>
              </a:defRPr>
            </a:lvl7pPr>
            <a:lvl8pPr lvl="7" rtl="0" algn="ctr">
              <a:spcBef>
                <a:spcPts val="0"/>
              </a:spcBef>
              <a:spcAft>
                <a:spcPts val="0"/>
              </a:spcAft>
              <a:buClr>
                <a:schemeClr val="accent4"/>
              </a:buClr>
              <a:buSzPts val="1400"/>
              <a:buNone/>
              <a:defRPr>
                <a:solidFill>
                  <a:schemeClr val="accent4"/>
                </a:solidFill>
              </a:defRPr>
            </a:lvl8pPr>
            <a:lvl9pPr lvl="8" rtl="0" algn="ctr">
              <a:spcBef>
                <a:spcPts val="0"/>
              </a:spcBef>
              <a:spcAft>
                <a:spcPts val="0"/>
              </a:spcAft>
              <a:buClr>
                <a:schemeClr val="accent4"/>
              </a:buClr>
              <a:buSzPts val="1400"/>
              <a:buNone/>
              <a:defRPr>
                <a:solidFill>
                  <a:schemeClr val="accent4"/>
                </a:solidFill>
              </a:defRPr>
            </a:lvl9pPr>
          </a:lstStyle>
          <a:p/>
        </p:txBody>
      </p:sp>
      <p:sp>
        <p:nvSpPr>
          <p:cNvPr id="346" name="Google Shape;346;p39"/>
          <p:cNvSpPr txBox="1"/>
          <p:nvPr>
            <p:ph idx="5" type="subTitle"/>
          </p:nvPr>
        </p:nvSpPr>
        <p:spPr>
          <a:xfrm>
            <a:off x="6108550" y="3294199"/>
            <a:ext cx="1643100" cy="437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p:txBody>
      </p:sp>
      <p:sp>
        <p:nvSpPr>
          <p:cNvPr id="347" name="Google Shape;347;p39"/>
          <p:cNvSpPr txBox="1"/>
          <p:nvPr>
            <p:ph idx="6" type="subTitle"/>
          </p:nvPr>
        </p:nvSpPr>
        <p:spPr>
          <a:xfrm>
            <a:off x="6008050" y="3703897"/>
            <a:ext cx="18441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1"/>
              </a:buClr>
              <a:buSzPts val="1400"/>
              <a:buNone/>
              <a:defRPr sz="1400">
                <a:solidFill>
                  <a:schemeClr val="dk1"/>
                </a:solidFill>
              </a:defRPr>
            </a:lvl1pPr>
            <a:lvl2pPr lvl="1" rtl="0" algn="ctr">
              <a:spcBef>
                <a:spcPts val="0"/>
              </a:spcBef>
              <a:spcAft>
                <a:spcPts val="0"/>
              </a:spcAft>
              <a:buClr>
                <a:schemeClr val="accent4"/>
              </a:buClr>
              <a:buSzPts val="1400"/>
              <a:buNone/>
              <a:defRPr>
                <a:solidFill>
                  <a:schemeClr val="accent4"/>
                </a:solidFill>
              </a:defRPr>
            </a:lvl2pPr>
            <a:lvl3pPr lvl="2" rtl="0" algn="ctr">
              <a:spcBef>
                <a:spcPts val="0"/>
              </a:spcBef>
              <a:spcAft>
                <a:spcPts val="0"/>
              </a:spcAft>
              <a:buClr>
                <a:schemeClr val="accent4"/>
              </a:buClr>
              <a:buSzPts val="1400"/>
              <a:buNone/>
              <a:defRPr>
                <a:solidFill>
                  <a:schemeClr val="accent4"/>
                </a:solidFill>
              </a:defRPr>
            </a:lvl3pPr>
            <a:lvl4pPr lvl="3" rtl="0" algn="ctr">
              <a:spcBef>
                <a:spcPts val="0"/>
              </a:spcBef>
              <a:spcAft>
                <a:spcPts val="0"/>
              </a:spcAft>
              <a:buClr>
                <a:schemeClr val="accent4"/>
              </a:buClr>
              <a:buSzPts val="1400"/>
              <a:buNone/>
              <a:defRPr>
                <a:solidFill>
                  <a:schemeClr val="accent4"/>
                </a:solidFill>
              </a:defRPr>
            </a:lvl4pPr>
            <a:lvl5pPr lvl="4" rtl="0" algn="ctr">
              <a:spcBef>
                <a:spcPts val="0"/>
              </a:spcBef>
              <a:spcAft>
                <a:spcPts val="0"/>
              </a:spcAft>
              <a:buClr>
                <a:schemeClr val="accent4"/>
              </a:buClr>
              <a:buSzPts val="1400"/>
              <a:buNone/>
              <a:defRPr>
                <a:solidFill>
                  <a:schemeClr val="accent4"/>
                </a:solidFill>
              </a:defRPr>
            </a:lvl5pPr>
            <a:lvl6pPr lvl="5" rtl="0" algn="ctr">
              <a:spcBef>
                <a:spcPts val="0"/>
              </a:spcBef>
              <a:spcAft>
                <a:spcPts val="0"/>
              </a:spcAft>
              <a:buClr>
                <a:schemeClr val="accent4"/>
              </a:buClr>
              <a:buSzPts val="1400"/>
              <a:buNone/>
              <a:defRPr>
                <a:solidFill>
                  <a:schemeClr val="accent4"/>
                </a:solidFill>
              </a:defRPr>
            </a:lvl6pPr>
            <a:lvl7pPr lvl="6" rtl="0" algn="ctr">
              <a:spcBef>
                <a:spcPts val="0"/>
              </a:spcBef>
              <a:spcAft>
                <a:spcPts val="0"/>
              </a:spcAft>
              <a:buClr>
                <a:schemeClr val="accent4"/>
              </a:buClr>
              <a:buSzPts val="1400"/>
              <a:buNone/>
              <a:defRPr>
                <a:solidFill>
                  <a:schemeClr val="accent4"/>
                </a:solidFill>
              </a:defRPr>
            </a:lvl7pPr>
            <a:lvl8pPr lvl="7" rtl="0" algn="ctr">
              <a:spcBef>
                <a:spcPts val="0"/>
              </a:spcBef>
              <a:spcAft>
                <a:spcPts val="0"/>
              </a:spcAft>
              <a:buClr>
                <a:schemeClr val="accent4"/>
              </a:buClr>
              <a:buSzPts val="1400"/>
              <a:buNone/>
              <a:defRPr>
                <a:solidFill>
                  <a:schemeClr val="accent4"/>
                </a:solidFill>
              </a:defRPr>
            </a:lvl8pPr>
            <a:lvl9pPr lvl="8" rtl="0" algn="ctr">
              <a:spcBef>
                <a:spcPts val="0"/>
              </a:spcBef>
              <a:spcAft>
                <a:spcPts val="0"/>
              </a:spcAft>
              <a:buClr>
                <a:schemeClr val="accent4"/>
              </a:buClr>
              <a:buSzPts val="1400"/>
              <a:buNone/>
              <a:defRPr>
                <a:solidFill>
                  <a:schemeClr val="accent4"/>
                </a:solidFill>
              </a:defRPr>
            </a:lvl9pPr>
          </a:lstStyle>
          <a:p/>
        </p:txBody>
      </p:sp>
      <p:sp>
        <p:nvSpPr>
          <p:cNvPr id="348" name="Google Shape;348;p39"/>
          <p:cNvSpPr txBox="1"/>
          <p:nvPr>
            <p:ph type="title"/>
          </p:nvPr>
        </p:nvSpPr>
        <p:spPr>
          <a:xfrm>
            <a:off x="713225" y="445025"/>
            <a:ext cx="31887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atin typeface="Merriweather Light"/>
                <a:ea typeface="Merriweather Light"/>
                <a:cs typeface="Merriweather Light"/>
                <a:sym typeface="Merriweather Light"/>
              </a:defRPr>
            </a:lvl2pPr>
            <a:lvl3pPr lvl="2" rtl="0">
              <a:spcBef>
                <a:spcPts val="0"/>
              </a:spcBef>
              <a:spcAft>
                <a:spcPts val="0"/>
              </a:spcAft>
              <a:buSzPts val="3000"/>
              <a:buNone/>
              <a:defRPr>
                <a:latin typeface="Merriweather Light"/>
                <a:ea typeface="Merriweather Light"/>
                <a:cs typeface="Merriweather Light"/>
                <a:sym typeface="Merriweather Light"/>
              </a:defRPr>
            </a:lvl3pPr>
            <a:lvl4pPr lvl="3" rtl="0">
              <a:spcBef>
                <a:spcPts val="0"/>
              </a:spcBef>
              <a:spcAft>
                <a:spcPts val="0"/>
              </a:spcAft>
              <a:buSzPts val="3000"/>
              <a:buNone/>
              <a:defRPr>
                <a:latin typeface="Merriweather Light"/>
                <a:ea typeface="Merriweather Light"/>
                <a:cs typeface="Merriweather Light"/>
                <a:sym typeface="Merriweather Light"/>
              </a:defRPr>
            </a:lvl4pPr>
            <a:lvl5pPr lvl="4" rtl="0">
              <a:spcBef>
                <a:spcPts val="0"/>
              </a:spcBef>
              <a:spcAft>
                <a:spcPts val="0"/>
              </a:spcAft>
              <a:buSzPts val="3000"/>
              <a:buNone/>
              <a:defRPr>
                <a:latin typeface="Merriweather Light"/>
                <a:ea typeface="Merriweather Light"/>
                <a:cs typeface="Merriweather Light"/>
                <a:sym typeface="Merriweather Light"/>
              </a:defRPr>
            </a:lvl5pPr>
            <a:lvl6pPr lvl="5" rtl="0">
              <a:spcBef>
                <a:spcPts val="0"/>
              </a:spcBef>
              <a:spcAft>
                <a:spcPts val="0"/>
              </a:spcAft>
              <a:buSzPts val="3000"/>
              <a:buNone/>
              <a:defRPr>
                <a:latin typeface="Merriweather Light"/>
                <a:ea typeface="Merriweather Light"/>
                <a:cs typeface="Merriweather Light"/>
                <a:sym typeface="Merriweather Light"/>
              </a:defRPr>
            </a:lvl6pPr>
            <a:lvl7pPr lvl="6" rtl="0">
              <a:spcBef>
                <a:spcPts val="0"/>
              </a:spcBef>
              <a:spcAft>
                <a:spcPts val="0"/>
              </a:spcAft>
              <a:buSzPts val="3000"/>
              <a:buNone/>
              <a:defRPr>
                <a:latin typeface="Merriweather Light"/>
                <a:ea typeface="Merriweather Light"/>
                <a:cs typeface="Merriweather Light"/>
                <a:sym typeface="Merriweather Light"/>
              </a:defRPr>
            </a:lvl7pPr>
            <a:lvl8pPr lvl="7" rtl="0">
              <a:spcBef>
                <a:spcPts val="0"/>
              </a:spcBef>
              <a:spcAft>
                <a:spcPts val="0"/>
              </a:spcAft>
              <a:buSzPts val="3000"/>
              <a:buNone/>
              <a:defRPr>
                <a:latin typeface="Merriweather Light"/>
                <a:ea typeface="Merriweather Light"/>
                <a:cs typeface="Merriweather Light"/>
                <a:sym typeface="Merriweather Light"/>
              </a:defRPr>
            </a:lvl8pPr>
            <a:lvl9pPr lvl="8" rtl="0">
              <a:spcBef>
                <a:spcPts val="0"/>
              </a:spcBef>
              <a:spcAft>
                <a:spcPts val="0"/>
              </a:spcAft>
              <a:buSzPts val="3000"/>
              <a:buNone/>
              <a:defRPr>
                <a:latin typeface="Merriweather Light"/>
                <a:ea typeface="Merriweather Light"/>
                <a:cs typeface="Merriweather Light"/>
                <a:sym typeface="Merriweather Light"/>
              </a:defRPr>
            </a:lvl9pPr>
          </a:lstStyle>
          <a:p/>
        </p:txBody>
      </p:sp>
      <p:cxnSp>
        <p:nvCxnSpPr>
          <p:cNvPr id="349" name="Google Shape;349;p39"/>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350" name="Google Shape;350;p39"/>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3">
  <p:cSld name="CUSTOM_5">
    <p:spTree>
      <p:nvGrpSpPr>
        <p:cNvPr id="351" name="Shape 351"/>
        <p:cNvGrpSpPr/>
        <p:nvPr/>
      </p:nvGrpSpPr>
      <p:grpSpPr>
        <a:xfrm>
          <a:off x="0" y="0"/>
          <a:ext cx="0" cy="0"/>
          <a:chOff x="0" y="0"/>
          <a:chExt cx="0" cy="0"/>
        </a:xfrm>
      </p:grpSpPr>
      <p:sp>
        <p:nvSpPr>
          <p:cNvPr id="352" name="Google Shape;352;p40"/>
          <p:cNvSpPr txBox="1"/>
          <p:nvPr>
            <p:ph idx="1" type="subTitle"/>
          </p:nvPr>
        </p:nvSpPr>
        <p:spPr>
          <a:xfrm>
            <a:off x="4750175" y="1632746"/>
            <a:ext cx="2014800" cy="4998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p:txBody>
      </p:sp>
      <p:sp>
        <p:nvSpPr>
          <p:cNvPr id="353" name="Google Shape;353;p40"/>
          <p:cNvSpPr txBox="1"/>
          <p:nvPr>
            <p:ph idx="2" type="subTitle"/>
          </p:nvPr>
        </p:nvSpPr>
        <p:spPr>
          <a:xfrm>
            <a:off x="4750184" y="2035022"/>
            <a:ext cx="2014800" cy="5727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SzPts val="14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354" name="Google Shape;354;p40"/>
          <p:cNvSpPr txBox="1"/>
          <p:nvPr>
            <p:ph idx="3" type="subTitle"/>
          </p:nvPr>
        </p:nvSpPr>
        <p:spPr>
          <a:xfrm>
            <a:off x="2306450" y="1632746"/>
            <a:ext cx="2014800" cy="4998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p:txBody>
      </p:sp>
      <p:sp>
        <p:nvSpPr>
          <p:cNvPr id="355" name="Google Shape;355;p40"/>
          <p:cNvSpPr txBox="1"/>
          <p:nvPr>
            <p:ph idx="4" type="subTitle"/>
          </p:nvPr>
        </p:nvSpPr>
        <p:spPr>
          <a:xfrm>
            <a:off x="2306462" y="2035022"/>
            <a:ext cx="2014800" cy="5727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356" name="Google Shape;356;p40"/>
          <p:cNvSpPr txBox="1"/>
          <p:nvPr>
            <p:ph idx="5" type="subTitle"/>
          </p:nvPr>
        </p:nvSpPr>
        <p:spPr>
          <a:xfrm>
            <a:off x="4750175" y="3062273"/>
            <a:ext cx="2014800" cy="4998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p:txBody>
      </p:sp>
      <p:sp>
        <p:nvSpPr>
          <p:cNvPr id="357" name="Google Shape;357;p40"/>
          <p:cNvSpPr txBox="1"/>
          <p:nvPr>
            <p:ph idx="6" type="subTitle"/>
          </p:nvPr>
        </p:nvSpPr>
        <p:spPr>
          <a:xfrm>
            <a:off x="4750184" y="3471047"/>
            <a:ext cx="2014800" cy="5727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SzPts val="14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358" name="Google Shape;358;p40"/>
          <p:cNvSpPr txBox="1"/>
          <p:nvPr>
            <p:ph idx="7" type="subTitle"/>
          </p:nvPr>
        </p:nvSpPr>
        <p:spPr>
          <a:xfrm>
            <a:off x="2306450" y="3062273"/>
            <a:ext cx="2014800" cy="4998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p:txBody>
      </p:sp>
      <p:sp>
        <p:nvSpPr>
          <p:cNvPr id="359" name="Google Shape;359;p40"/>
          <p:cNvSpPr txBox="1"/>
          <p:nvPr>
            <p:ph idx="8" type="subTitle"/>
          </p:nvPr>
        </p:nvSpPr>
        <p:spPr>
          <a:xfrm>
            <a:off x="2306462" y="3471047"/>
            <a:ext cx="2014800" cy="5727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360" name="Google Shape;360;p40"/>
          <p:cNvSpPr txBox="1"/>
          <p:nvPr>
            <p:ph type="title"/>
          </p:nvPr>
        </p:nvSpPr>
        <p:spPr>
          <a:xfrm>
            <a:off x="713225" y="445025"/>
            <a:ext cx="27858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atin typeface="Merriweather Light"/>
                <a:ea typeface="Merriweather Light"/>
                <a:cs typeface="Merriweather Light"/>
                <a:sym typeface="Merriweather Light"/>
              </a:defRPr>
            </a:lvl2pPr>
            <a:lvl3pPr lvl="2" rtl="0">
              <a:spcBef>
                <a:spcPts val="0"/>
              </a:spcBef>
              <a:spcAft>
                <a:spcPts val="0"/>
              </a:spcAft>
              <a:buSzPts val="3000"/>
              <a:buNone/>
              <a:defRPr>
                <a:latin typeface="Merriweather Light"/>
                <a:ea typeface="Merriweather Light"/>
                <a:cs typeface="Merriweather Light"/>
                <a:sym typeface="Merriweather Light"/>
              </a:defRPr>
            </a:lvl3pPr>
            <a:lvl4pPr lvl="3" rtl="0">
              <a:spcBef>
                <a:spcPts val="0"/>
              </a:spcBef>
              <a:spcAft>
                <a:spcPts val="0"/>
              </a:spcAft>
              <a:buSzPts val="3000"/>
              <a:buNone/>
              <a:defRPr>
                <a:latin typeface="Merriweather Light"/>
                <a:ea typeface="Merriweather Light"/>
                <a:cs typeface="Merriweather Light"/>
                <a:sym typeface="Merriweather Light"/>
              </a:defRPr>
            </a:lvl4pPr>
            <a:lvl5pPr lvl="4" rtl="0">
              <a:spcBef>
                <a:spcPts val="0"/>
              </a:spcBef>
              <a:spcAft>
                <a:spcPts val="0"/>
              </a:spcAft>
              <a:buSzPts val="3000"/>
              <a:buNone/>
              <a:defRPr>
                <a:latin typeface="Merriweather Light"/>
                <a:ea typeface="Merriweather Light"/>
                <a:cs typeface="Merriweather Light"/>
                <a:sym typeface="Merriweather Light"/>
              </a:defRPr>
            </a:lvl5pPr>
            <a:lvl6pPr lvl="5" rtl="0">
              <a:spcBef>
                <a:spcPts val="0"/>
              </a:spcBef>
              <a:spcAft>
                <a:spcPts val="0"/>
              </a:spcAft>
              <a:buSzPts val="3000"/>
              <a:buNone/>
              <a:defRPr>
                <a:latin typeface="Merriweather Light"/>
                <a:ea typeface="Merriweather Light"/>
                <a:cs typeface="Merriweather Light"/>
                <a:sym typeface="Merriweather Light"/>
              </a:defRPr>
            </a:lvl6pPr>
            <a:lvl7pPr lvl="6" rtl="0">
              <a:spcBef>
                <a:spcPts val="0"/>
              </a:spcBef>
              <a:spcAft>
                <a:spcPts val="0"/>
              </a:spcAft>
              <a:buSzPts val="3000"/>
              <a:buNone/>
              <a:defRPr>
                <a:latin typeface="Merriweather Light"/>
                <a:ea typeface="Merriweather Light"/>
                <a:cs typeface="Merriweather Light"/>
                <a:sym typeface="Merriweather Light"/>
              </a:defRPr>
            </a:lvl7pPr>
            <a:lvl8pPr lvl="7" rtl="0">
              <a:spcBef>
                <a:spcPts val="0"/>
              </a:spcBef>
              <a:spcAft>
                <a:spcPts val="0"/>
              </a:spcAft>
              <a:buSzPts val="3000"/>
              <a:buNone/>
              <a:defRPr>
                <a:latin typeface="Merriweather Light"/>
                <a:ea typeface="Merriweather Light"/>
                <a:cs typeface="Merriweather Light"/>
                <a:sym typeface="Merriweather Light"/>
              </a:defRPr>
            </a:lvl8pPr>
            <a:lvl9pPr lvl="8" rtl="0">
              <a:spcBef>
                <a:spcPts val="0"/>
              </a:spcBef>
              <a:spcAft>
                <a:spcPts val="0"/>
              </a:spcAft>
              <a:buSzPts val="3000"/>
              <a:buNone/>
              <a:defRPr>
                <a:latin typeface="Merriweather Light"/>
                <a:ea typeface="Merriweather Light"/>
                <a:cs typeface="Merriweather Light"/>
                <a:sym typeface="Merriweather Light"/>
              </a:defRPr>
            </a:lvl9pPr>
          </a:lstStyle>
          <a:p/>
        </p:txBody>
      </p:sp>
      <p:cxnSp>
        <p:nvCxnSpPr>
          <p:cNvPr id="361" name="Google Shape;361;p40"/>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362" name="Google Shape;362;p40"/>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3">
  <p:cSld name="CUSTOM_26">
    <p:spTree>
      <p:nvGrpSpPr>
        <p:cNvPr id="363" name="Shape 363"/>
        <p:cNvGrpSpPr/>
        <p:nvPr/>
      </p:nvGrpSpPr>
      <p:grpSpPr>
        <a:xfrm>
          <a:off x="0" y="0"/>
          <a:ext cx="0" cy="0"/>
          <a:chOff x="0" y="0"/>
          <a:chExt cx="0" cy="0"/>
        </a:xfrm>
      </p:grpSpPr>
      <p:cxnSp>
        <p:nvCxnSpPr>
          <p:cNvPr id="364" name="Google Shape;364;p41"/>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365" name="Google Shape;365;p41"/>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366" name="Google Shape;366;p41"/>
          <p:cNvCxnSpPr/>
          <p:nvPr/>
        </p:nvCxnSpPr>
        <p:spPr>
          <a:xfrm>
            <a:off x="-250225" y="4076450"/>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367" name="Google Shape;367;p41"/>
          <p:cNvCxnSpPr/>
          <p:nvPr/>
        </p:nvCxnSpPr>
        <p:spPr>
          <a:xfrm>
            <a:off x="7441150" y="-48375"/>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368" name="Google Shape;368;p41"/>
          <p:cNvCxnSpPr/>
          <p:nvPr/>
        </p:nvCxnSpPr>
        <p:spPr>
          <a:xfrm flipH="1">
            <a:off x="7454238" y="4053663"/>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369" name="Google Shape;369;p41"/>
          <p:cNvCxnSpPr/>
          <p:nvPr/>
        </p:nvCxnSpPr>
        <p:spPr>
          <a:xfrm flipH="1">
            <a:off x="-237137" y="-71162"/>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sp>
        <p:nvSpPr>
          <p:cNvPr id="370" name="Google Shape;370;p41"/>
          <p:cNvSpPr txBox="1"/>
          <p:nvPr>
            <p:ph idx="1" type="subTitle"/>
          </p:nvPr>
        </p:nvSpPr>
        <p:spPr>
          <a:xfrm>
            <a:off x="728750" y="1112872"/>
            <a:ext cx="2014800" cy="4998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p:txBody>
      </p:sp>
      <p:sp>
        <p:nvSpPr>
          <p:cNvPr id="371" name="Google Shape;371;p41"/>
          <p:cNvSpPr txBox="1"/>
          <p:nvPr>
            <p:ph idx="2" type="subTitle"/>
          </p:nvPr>
        </p:nvSpPr>
        <p:spPr>
          <a:xfrm>
            <a:off x="728762" y="1515149"/>
            <a:ext cx="2014800" cy="5727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SzPts val="1400"/>
              <a:buNone/>
              <a:defRPr sz="1400">
                <a:solidFill>
                  <a:schemeClr val="dk1"/>
                </a:solidFill>
              </a:defRPr>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372" name="Google Shape;372;p41"/>
          <p:cNvSpPr txBox="1"/>
          <p:nvPr>
            <p:ph idx="3" type="subTitle"/>
          </p:nvPr>
        </p:nvSpPr>
        <p:spPr>
          <a:xfrm>
            <a:off x="728750" y="2036386"/>
            <a:ext cx="2014800" cy="4998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p:txBody>
      </p:sp>
      <p:sp>
        <p:nvSpPr>
          <p:cNvPr id="373" name="Google Shape;373;p41"/>
          <p:cNvSpPr txBox="1"/>
          <p:nvPr>
            <p:ph idx="4" type="subTitle"/>
          </p:nvPr>
        </p:nvSpPr>
        <p:spPr>
          <a:xfrm>
            <a:off x="728762" y="2445160"/>
            <a:ext cx="2014800" cy="5727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SzPts val="14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374" name="Google Shape;374;p41"/>
          <p:cNvSpPr txBox="1"/>
          <p:nvPr>
            <p:ph type="title"/>
          </p:nvPr>
        </p:nvSpPr>
        <p:spPr>
          <a:xfrm>
            <a:off x="1531650" y="445025"/>
            <a:ext cx="60807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000"/>
              <a:buNone/>
              <a:defRPr/>
            </a:lvl1pPr>
            <a:lvl2pPr lvl="1" rtl="0" algn="ctr">
              <a:spcBef>
                <a:spcPts val="0"/>
              </a:spcBef>
              <a:spcAft>
                <a:spcPts val="0"/>
              </a:spcAft>
              <a:buSzPts val="3000"/>
              <a:buNone/>
              <a:defRPr>
                <a:latin typeface="Merriweather Light"/>
                <a:ea typeface="Merriweather Light"/>
                <a:cs typeface="Merriweather Light"/>
                <a:sym typeface="Merriweather Light"/>
              </a:defRPr>
            </a:lvl2pPr>
            <a:lvl3pPr lvl="2" rtl="0" algn="ctr">
              <a:spcBef>
                <a:spcPts val="0"/>
              </a:spcBef>
              <a:spcAft>
                <a:spcPts val="0"/>
              </a:spcAft>
              <a:buSzPts val="3000"/>
              <a:buNone/>
              <a:defRPr>
                <a:latin typeface="Merriweather Light"/>
                <a:ea typeface="Merriweather Light"/>
                <a:cs typeface="Merriweather Light"/>
                <a:sym typeface="Merriweather Light"/>
              </a:defRPr>
            </a:lvl3pPr>
            <a:lvl4pPr lvl="3" rtl="0" algn="ctr">
              <a:spcBef>
                <a:spcPts val="0"/>
              </a:spcBef>
              <a:spcAft>
                <a:spcPts val="0"/>
              </a:spcAft>
              <a:buSzPts val="3000"/>
              <a:buNone/>
              <a:defRPr>
                <a:latin typeface="Merriweather Light"/>
                <a:ea typeface="Merriweather Light"/>
                <a:cs typeface="Merriweather Light"/>
                <a:sym typeface="Merriweather Light"/>
              </a:defRPr>
            </a:lvl4pPr>
            <a:lvl5pPr lvl="4" rtl="0" algn="ctr">
              <a:spcBef>
                <a:spcPts val="0"/>
              </a:spcBef>
              <a:spcAft>
                <a:spcPts val="0"/>
              </a:spcAft>
              <a:buSzPts val="3000"/>
              <a:buNone/>
              <a:defRPr>
                <a:latin typeface="Merriweather Light"/>
                <a:ea typeface="Merriweather Light"/>
                <a:cs typeface="Merriweather Light"/>
                <a:sym typeface="Merriweather Light"/>
              </a:defRPr>
            </a:lvl5pPr>
            <a:lvl6pPr lvl="5" rtl="0" algn="ctr">
              <a:spcBef>
                <a:spcPts val="0"/>
              </a:spcBef>
              <a:spcAft>
                <a:spcPts val="0"/>
              </a:spcAft>
              <a:buSzPts val="3000"/>
              <a:buNone/>
              <a:defRPr>
                <a:latin typeface="Merriweather Light"/>
                <a:ea typeface="Merriweather Light"/>
                <a:cs typeface="Merriweather Light"/>
                <a:sym typeface="Merriweather Light"/>
              </a:defRPr>
            </a:lvl6pPr>
            <a:lvl7pPr lvl="6" rtl="0" algn="ctr">
              <a:spcBef>
                <a:spcPts val="0"/>
              </a:spcBef>
              <a:spcAft>
                <a:spcPts val="0"/>
              </a:spcAft>
              <a:buSzPts val="3000"/>
              <a:buNone/>
              <a:defRPr>
                <a:latin typeface="Merriweather Light"/>
                <a:ea typeface="Merriweather Light"/>
                <a:cs typeface="Merriweather Light"/>
                <a:sym typeface="Merriweather Light"/>
              </a:defRPr>
            </a:lvl7pPr>
            <a:lvl8pPr lvl="7" rtl="0" algn="ctr">
              <a:spcBef>
                <a:spcPts val="0"/>
              </a:spcBef>
              <a:spcAft>
                <a:spcPts val="0"/>
              </a:spcAft>
              <a:buSzPts val="3000"/>
              <a:buNone/>
              <a:defRPr>
                <a:latin typeface="Merriweather Light"/>
                <a:ea typeface="Merriweather Light"/>
                <a:cs typeface="Merriweather Light"/>
                <a:sym typeface="Merriweather Light"/>
              </a:defRPr>
            </a:lvl8pPr>
            <a:lvl9pPr lvl="8" rtl="0" algn="ctr">
              <a:spcBef>
                <a:spcPts val="0"/>
              </a:spcBef>
              <a:spcAft>
                <a:spcPts val="0"/>
              </a:spcAft>
              <a:buSzPts val="3000"/>
              <a:buNone/>
              <a:defRPr>
                <a:latin typeface="Merriweather Light"/>
                <a:ea typeface="Merriweather Light"/>
                <a:cs typeface="Merriweather Light"/>
                <a:sym typeface="Merriweather Light"/>
              </a:defRPr>
            </a:lvl9pPr>
          </a:lstStyle>
          <a:p/>
        </p:txBody>
      </p:sp>
      <p:sp>
        <p:nvSpPr>
          <p:cNvPr id="375" name="Google Shape;375;p41"/>
          <p:cNvSpPr txBox="1"/>
          <p:nvPr>
            <p:ph idx="5" type="subTitle"/>
          </p:nvPr>
        </p:nvSpPr>
        <p:spPr>
          <a:xfrm>
            <a:off x="728750" y="2997225"/>
            <a:ext cx="2014800" cy="4998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p:txBody>
      </p:sp>
      <p:sp>
        <p:nvSpPr>
          <p:cNvPr id="376" name="Google Shape;376;p41"/>
          <p:cNvSpPr txBox="1"/>
          <p:nvPr>
            <p:ph idx="6" type="subTitle"/>
          </p:nvPr>
        </p:nvSpPr>
        <p:spPr>
          <a:xfrm>
            <a:off x="728762" y="3405999"/>
            <a:ext cx="2014800" cy="5727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SzPts val="14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1">
  <p:cSld name="CUSTOM_6">
    <p:spTree>
      <p:nvGrpSpPr>
        <p:cNvPr id="377" name="Shape 377"/>
        <p:cNvGrpSpPr/>
        <p:nvPr/>
      </p:nvGrpSpPr>
      <p:grpSpPr>
        <a:xfrm>
          <a:off x="0" y="0"/>
          <a:ext cx="0" cy="0"/>
          <a:chOff x="0" y="0"/>
          <a:chExt cx="0" cy="0"/>
        </a:xfrm>
      </p:grpSpPr>
      <p:sp>
        <p:nvSpPr>
          <p:cNvPr id="378" name="Google Shape;378;p42"/>
          <p:cNvSpPr txBox="1"/>
          <p:nvPr>
            <p:ph hasCustomPrompt="1" type="title"/>
          </p:nvPr>
        </p:nvSpPr>
        <p:spPr>
          <a:xfrm>
            <a:off x="2592925" y="714600"/>
            <a:ext cx="3958200" cy="615000"/>
          </a:xfrm>
          <a:prstGeom prst="rect">
            <a:avLst/>
          </a:prstGeom>
        </p:spPr>
        <p:txBody>
          <a:bodyPr anchorCtr="0" anchor="ctr" bIns="91425" lIns="91425" spcFirstLastPara="1" rIns="91425" wrap="square" tIns="91425">
            <a:noAutofit/>
          </a:bodyPr>
          <a:lstStyle>
            <a:lvl1pPr lvl="0" rtl="0" algn="ctr">
              <a:spcBef>
                <a:spcPts val="0"/>
              </a:spcBef>
              <a:spcAft>
                <a:spcPts val="0"/>
              </a:spcAft>
              <a:buClr>
                <a:schemeClr val="accent1"/>
              </a:buClr>
              <a:buSzPts val="5000"/>
              <a:buNone/>
              <a:defRPr sz="4500">
                <a:solidFill>
                  <a:schemeClr val="accent1"/>
                </a:solidFill>
              </a:defRPr>
            </a:lvl1pPr>
            <a:lvl2pPr lvl="1"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2pPr>
            <a:lvl3pPr lvl="2"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3pPr>
            <a:lvl4pPr lvl="3"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4pPr>
            <a:lvl5pPr lvl="4"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5pPr>
            <a:lvl6pPr lvl="5"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6pPr>
            <a:lvl7pPr lvl="6"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7pPr>
            <a:lvl8pPr lvl="7"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8pPr>
            <a:lvl9pPr lvl="8"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9pPr>
          </a:lstStyle>
          <a:p>
            <a:r>
              <a:t>xx%</a:t>
            </a:r>
          </a:p>
        </p:txBody>
      </p:sp>
      <p:sp>
        <p:nvSpPr>
          <p:cNvPr id="379" name="Google Shape;379;p42"/>
          <p:cNvSpPr txBox="1"/>
          <p:nvPr>
            <p:ph idx="1" type="subTitle"/>
          </p:nvPr>
        </p:nvSpPr>
        <p:spPr>
          <a:xfrm>
            <a:off x="2364984" y="1346400"/>
            <a:ext cx="4414200" cy="377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5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380" name="Google Shape;380;p42"/>
          <p:cNvSpPr txBox="1"/>
          <p:nvPr>
            <p:ph hasCustomPrompt="1" idx="2" type="title"/>
          </p:nvPr>
        </p:nvSpPr>
        <p:spPr>
          <a:xfrm>
            <a:off x="2592925" y="2063025"/>
            <a:ext cx="3958200" cy="615000"/>
          </a:xfrm>
          <a:prstGeom prst="rect">
            <a:avLst/>
          </a:prstGeom>
        </p:spPr>
        <p:txBody>
          <a:bodyPr anchorCtr="0" anchor="ctr" bIns="91425" lIns="91425" spcFirstLastPara="1" rIns="91425" wrap="square" tIns="91425">
            <a:noAutofit/>
          </a:bodyPr>
          <a:lstStyle>
            <a:lvl1pPr lvl="0" rtl="0" algn="ctr">
              <a:spcBef>
                <a:spcPts val="0"/>
              </a:spcBef>
              <a:spcAft>
                <a:spcPts val="0"/>
              </a:spcAft>
              <a:buClr>
                <a:schemeClr val="accent1"/>
              </a:buClr>
              <a:buSzPts val="5000"/>
              <a:buNone/>
              <a:defRPr sz="4300">
                <a:solidFill>
                  <a:schemeClr val="accent1"/>
                </a:solidFill>
              </a:defRPr>
            </a:lvl1pPr>
            <a:lvl2pPr lvl="1"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2pPr>
            <a:lvl3pPr lvl="2"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3pPr>
            <a:lvl4pPr lvl="3"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4pPr>
            <a:lvl5pPr lvl="4"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5pPr>
            <a:lvl6pPr lvl="5"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6pPr>
            <a:lvl7pPr lvl="6"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7pPr>
            <a:lvl8pPr lvl="7"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8pPr>
            <a:lvl9pPr lvl="8"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9pPr>
          </a:lstStyle>
          <a:p>
            <a:r>
              <a:t>xx%</a:t>
            </a:r>
          </a:p>
        </p:txBody>
      </p:sp>
      <p:sp>
        <p:nvSpPr>
          <p:cNvPr id="381" name="Google Shape;381;p42"/>
          <p:cNvSpPr txBox="1"/>
          <p:nvPr>
            <p:ph idx="3" type="subTitle"/>
          </p:nvPr>
        </p:nvSpPr>
        <p:spPr>
          <a:xfrm>
            <a:off x="2364984" y="2694825"/>
            <a:ext cx="4414200" cy="377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5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382" name="Google Shape;382;p42"/>
          <p:cNvSpPr txBox="1"/>
          <p:nvPr>
            <p:ph hasCustomPrompt="1" idx="4" type="title"/>
          </p:nvPr>
        </p:nvSpPr>
        <p:spPr>
          <a:xfrm>
            <a:off x="2592925" y="3411450"/>
            <a:ext cx="3958200" cy="615000"/>
          </a:xfrm>
          <a:prstGeom prst="rect">
            <a:avLst/>
          </a:prstGeom>
        </p:spPr>
        <p:txBody>
          <a:bodyPr anchorCtr="0" anchor="ctr" bIns="91425" lIns="91425" spcFirstLastPara="1" rIns="91425" wrap="square" tIns="91425">
            <a:noAutofit/>
          </a:bodyPr>
          <a:lstStyle>
            <a:lvl1pPr lvl="0" rtl="0" algn="ctr">
              <a:spcBef>
                <a:spcPts val="0"/>
              </a:spcBef>
              <a:spcAft>
                <a:spcPts val="0"/>
              </a:spcAft>
              <a:buClr>
                <a:schemeClr val="accent1"/>
              </a:buClr>
              <a:buSzPts val="5000"/>
              <a:buNone/>
              <a:defRPr sz="4300">
                <a:solidFill>
                  <a:schemeClr val="accent1"/>
                </a:solidFill>
              </a:defRPr>
            </a:lvl1pPr>
            <a:lvl2pPr lvl="1"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2pPr>
            <a:lvl3pPr lvl="2"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3pPr>
            <a:lvl4pPr lvl="3"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4pPr>
            <a:lvl5pPr lvl="4"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5pPr>
            <a:lvl6pPr lvl="5"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6pPr>
            <a:lvl7pPr lvl="6"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7pPr>
            <a:lvl8pPr lvl="7"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8pPr>
            <a:lvl9pPr lvl="8"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9pPr>
          </a:lstStyle>
          <a:p>
            <a:r>
              <a:t>xx%</a:t>
            </a:r>
          </a:p>
        </p:txBody>
      </p:sp>
      <p:sp>
        <p:nvSpPr>
          <p:cNvPr id="383" name="Google Shape;383;p42"/>
          <p:cNvSpPr txBox="1"/>
          <p:nvPr>
            <p:ph idx="5" type="subTitle"/>
          </p:nvPr>
        </p:nvSpPr>
        <p:spPr>
          <a:xfrm>
            <a:off x="2364950" y="4043250"/>
            <a:ext cx="4414200" cy="377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15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cxnSp>
        <p:nvCxnSpPr>
          <p:cNvPr id="384" name="Google Shape;384;p42"/>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385" name="Google Shape;385;p42"/>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2">
  <p:cSld name="CUSTOM_28">
    <p:spTree>
      <p:nvGrpSpPr>
        <p:cNvPr id="386" name="Shape 386"/>
        <p:cNvGrpSpPr/>
        <p:nvPr/>
      </p:nvGrpSpPr>
      <p:grpSpPr>
        <a:xfrm>
          <a:off x="0" y="0"/>
          <a:ext cx="0" cy="0"/>
          <a:chOff x="0" y="0"/>
          <a:chExt cx="0" cy="0"/>
        </a:xfrm>
      </p:grpSpPr>
      <p:sp>
        <p:nvSpPr>
          <p:cNvPr id="387" name="Google Shape;387;p43"/>
          <p:cNvSpPr txBox="1"/>
          <p:nvPr>
            <p:ph idx="1" type="subTitle"/>
          </p:nvPr>
        </p:nvSpPr>
        <p:spPr>
          <a:xfrm>
            <a:off x="5700609" y="2084269"/>
            <a:ext cx="2764500" cy="4998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p:txBody>
      </p:sp>
      <p:sp>
        <p:nvSpPr>
          <p:cNvPr id="388" name="Google Shape;388;p43"/>
          <p:cNvSpPr txBox="1"/>
          <p:nvPr>
            <p:ph idx="2" type="subTitle"/>
          </p:nvPr>
        </p:nvSpPr>
        <p:spPr>
          <a:xfrm>
            <a:off x="5700621" y="2486544"/>
            <a:ext cx="2764500" cy="5727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600">
                <a:solidFill>
                  <a:schemeClr val="dk1"/>
                </a:solidFill>
                <a:latin typeface="Mako"/>
                <a:ea typeface="Mako"/>
                <a:cs typeface="Mako"/>
                <a:sym typeface="Mako"/>
              </a:defRPr>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389" name="Google Shape;389;p43"/>
          <p:cNvSpPr txBox="1"/>
          <p:nvPr>
            <p:ph idx="3" type="subTitle"/>
          </p:nvPr>
        </p:nvSpPr>
        <p:spPr>
          <a:xfrm>
            <a:off x="1973988" y="902134"/>
            <a:ext cx="2764500" cy="4998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p:txBody>
      </p:sp>
      <p:sp>
        <p:nvSpPr>
          <p:cNvPr id="390" name="Google Shape;390;p43"/>
          <p:cNvSpPr txBox="1"/>
          <p:nvPr>
            <p:ph idx="4" type="subTitle"/>
          </p:nvPr>
        </p:nvSpPr>
        <p:spPr>
          <a:xfrm>
            <a:off x="1973988" y="1304410"/>
            <a:ext cx="2764500" cy="5727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600">
                <a:solidFill>
                  <a:schemeClr val="dk1"/>
                </a:solidFill>
                <a:latin typeface="Mako"/>
                <a:ea typeface="Mako"/>
                <a:cs typeface="Mako"/>
                <a:sym typeface="Mako"/>
              </a:defRPr>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391" name="Google Shape;391;p43"/>
          <p:cNvSpPr txBox="1"/>
          <p:nvPr>
            <p:ph idx="5" type="subTitle"/>
          </p:nvPr>
        </p:nvSpPr>
        <p:spPr>
          <a:xfrm>
            <a:off x="1973988" y="3290875"/>
            <a:ext cx="2764500" cy="4998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p:txBody>
      </p:sp>
      <p:sp>
        <p:nvSpPr>
          <p:cNvPr id="392" name="Google Shape;392;p43"/>
          <p:cNvSpPr txBox="1"/>
          <p:nvPr>
            <p:ph idx="6" type="subTitle"/>
          </p:nvPr>
        </p:nvSpPr>
        <p:spPr>
          <a:xfrm>
            <a:off x="1973988" y="3699649"/>
            <a:ext cx="2764500" cy="5727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cxnSp>
        <p:nvCxnSpPr>
          <p:cNvPr id="393" name="Google Shape;393;p43"/>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394" name="Google Shape;394;p43"/>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395" name="Google Shape;395;p43"/>
          <p:cNvCxnSpPr/>
          <p:nvPr/>
        </p:nvCxnSpPr>
        <p:spPr>
          <a:xfrm>
            <a:off x="-250225" y="4076450"/>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396" name="Google Shape;396;p43"/>
          <p:cNvCxnSpPr/>
          <p:nvPr/>
        </p:nvCxnSpPr>
        <p:spPr>
          <a:xfrm>
            <a:off x="7441150" y="-48375"/>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397" name="Google Shape;397;p43"/>
          <p:cNvCxnSpPr/>
          <p:nvPr/>
        </p:nvCxnSpPr>
        <p:spPr>
          <a:xfrm flipH="1">
            <a:off x="7454238" y="4053663"/>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sp>
        <p:nvSpPr>
          <p:cNvPr id="398" name="Google Shape;398;p43"/>
          <p:cNvSpPr txBox="1"/>
          <p:nvPr>
            <p:ph hasCustomPrompt="1" type="title"/>
          </p:nvPr>
        </p:nvSpPr>
        <p:spPr>
          <a:xfrm>
            <a:off x="733000" y="1114450"/>
            <a:ext cx="1118100" cy="615000"/>
          </a:xfrm>
          <a:prstGeom prst="rect">
            <a:avLst/>
          </a:prstGeom>
        </p:spPr>
        <p:txBody>
          <a:bodyPr anchorCtr="0" anchor="ctr" bIns="91425" lIns="91425" spcFirstLastPara="1" rIns="91425" wrap="square" tIns="91425">
            <a:noAutofit/>
          </a:bodyPr>
          <a:lstStyle>
            <a:lvl1pPr lvl="0" rtl="0">
              <a:spcBef>
                <a:spcPts val="0"/>
              </a:spcBef>
              <a:spcAft>
                <a:spcPts val="0"/>
              </a:spcAft>
              <a:buClr>
                <a:schemeClr val="accent1"/>
              </a:buClr>
              <a:buSzPts val="5000"/>
              <a:buNone/>
              <a:defRPr sz="4500">
                <a:solidFill>
                  <a:schemeClr val="accent1"/>
                </a:solidFill>
              </a:defRPr>
            </a:lvl1pPr>
            <a:lvl2pPr lvl="1"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2pPr>
            <a:lvl3pPr lvl="2"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3pPr>
            <a:lvl4pPr lvl="3"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4pPr>
            <a:lvl5pPr lvl="4"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5pPr>
            <a:lvl6pPr lvl="5"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6pPr>
            <a:lvl7pPr lvl="6"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7pPr>
            <a:lvl8pPr lvl="7"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8pPr>
            <a:lvl9pPr lvl="8"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9pPr>
          </a:lstStyle>
          <a:p>
            <a:r>
              <a:t>xx%</a:t>
            </a:r>
          </a:p>
        </p:txBody>
      </p:sp>
      <p:sp>
        <p:nvSpPr>
          <p:cNvPr id="399" name="Google Shape;399;p43"/>
          <p:cNvSpPr txBox="1"/>
          <p:nvPr>
            <p:ph hasCustomPrompt="1" idx="7" type="title"/>
          </p:nvPr>
        </p:nvSpPr>
        <p:spPr>
          <a:xfrm>
            <a:off x="733000" y="3503175"/>
            <a:ext cx="1118100" cy="615000"/>
          </a:xfrm>
          <a:prstGeom prst="rect">
            <a:avLst/>
          </a:prstGeom>
        </p:spPr>
        <p:txBody>
          <a:bodyPr anchorCtr="0" anchor="ctr" bIns="91425" lIns="91425" spcFirstLastPara="1" rIns="91425" wrap="square" tIns="91425">
            <a:noAutofit/>
          </a:bodyPr>
          <a:lstStyle>
            <a:lvl1pPr lvl="0" rtl="0">
              <a:spcBef>
                <a:spcPts val="0"/>
              </a:spcBef>
              <a:spcAft>
                <a:spcPts val="0"/>
              </a:spcAft>
              <a:buClr>
                <a:schemeClr val="accent1"/>
              </a:buClr>
              <a:buSzPts val="5000"/>
              <a:buNone/>
              <a:defRPr sz="4500">
                <a:solidFill>
                  <a:schemeClr val="accent1"/>
                </a:solidFill>
              </a:defRPr>
            </a:lvl1pPr>
            <a:lvl2pPr lvl="1"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2pPr>
            <a:lvl3pPr lvl="2"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3pPr>
            <a:lvl4pPr lvl="3"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4pPr>
            <a:lvl5pPr lvl="4"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5pPr>
            <a:lvl6pPr lvl="5"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6pPr>
            <a:lvl7pPr lvl="6"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7pPr>
            <a:lvl8pPr lvl="7"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8pPr>
            <a:lvl9pPr lvl="8"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9pPr>
          </a:lstStyle>
          <a:p>
            <a:r>
              <a:t>xx%</a:t>
            </a:r>
          </a:p>
        </p:txBody>
      </p:sp>
      <p:sp>
        <p:nvSpPr>
          <p:cNvPr id="400" name="Google Shape;400;p43"/>
          <p:cNvSpPr txBox="1"/>
          <p:nvPr>
            <p:ph hasCustomPrompt="1" idx="8" type="title"/>
          </p:nvPr>
        </p:nvSpPr>
        <p:spPr>
          <a:xfrm>
            <a:off x="4441002" y="2276488"/>
            <a:ext cx="1118100" cy="615000"/>
          </a:xfrm>
          <a:prstGeom prst="rect">
            <a:avLst/>
          </a:prstGeom>
        </p:spPr>
        <p:txBody>
          <a:bodyPr anchorCtr="0" anchor="ctr" bIns="91425" lIns="91425" spcFirstLastPara="1" rIns="91425" wrap="square" tIns="91425">
            <a:noAutofit/>
          </a:bodyPr>
          <a:lstStyle>
            <a:lvl1pPr lvl="0" rtl="0">
              <a:spcBef>
                <a:spcPts val="0"/>
              </a:spcBef>
              <a:spcAft>
                <a:spcPts val="0"/>
              </a:spcAft>
              <a:buClr>
                <a:schemeClr val="accent1"/>
              </a:buClr>
              <a:buSzPts val="5000"/>
              <a:buNone/>
              <a:defRPr sz="4500">
                <a:solidFill>
                  <a:schemeClr val="accent1"/>
                </a:solidFill>
              </a:defRPr>
            </a:lvl1pPr>
            <a:lvl2pPr lvl="1"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2pPr>
            <a:lvl3pPr lvl="2"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3pPr>
            <a:lvl4pPr lvl="3"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4pPr>
            <a:lvl5pPr lvl="4"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5pPr>
            <a:lvl6pPr lvl="5"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6pPr>
            <a:lvl7pPr lvl="6"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7pPr>
            <a:lvl8pPr lvl="7"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8pPr>
            <a:lvl9pPr lvl="8" rtl="0" algn="ctr">
              <a:spcBef>
                <a:spcPts val="0"/>
              </a:spcBef>
              <a:spcAft>
                <a:spcPts val="0"/>
              </a:spcAft>
              <a:buClr>
                <a:schemeClr val="accent1"/>
              </a:buClr>
              <a:buSzPts val="12000"/>
              <a:buFont typeface="Russo One"/>
              <a:buNone/>
              <a:defRPr sz="12000">
                <a:solidFill>
                  <a:schemeClr val="accent1"/>
                </a:solidFill>
                <a:latin typeface="Russo One"/>
                <a:ea typeface="Russo One"/>
                <a:cs typeface="Russo One"/>
                <a:sym typeface="Russo One"/>
              </a:defRPr>
            </a:lvl9pPr>
          </a:lstStyle>
          <a:p>
            <a:r>
              <a:t>xx%</a:t>
            </a: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5">
  <p:cSld name="CUSTOM_7_1">
    <p:spTree>
      <p:nvGrpSpPr>
        <p:cNvPr id="401" name="Shape 401"/>
        <p:cNvGrpSpPr/>
        <p:nvPr/>
      </p:nvGrpSpPr>
      <p:grpSpPr>
        <a:xfrm>
          <a:off x="0" y="0"/>
          <a:ext cx="0" cy="0"/>
          <a:chOff x="0" y="0"/>
          <a:chExt cx="0" cy="0"/>
        </a:xfrm>
      </p:grpSpPr>
      <p:sp>
        <p:nvSpPr>
          <p:cNvPr id="402" name="Google Shape;402;p44"/>
          <p:cNvSpPr txBox="1"/>
          <p:nvPr>
            <p:ph type="title"/>
          </p:nvPr>
        </p:nvSpPr>
        <p:spPr>
          <a:xfrm>
            <a:off x="803750" y="2040496"/>
            <a:ext cx="4087500" cy="673200"/>
          </a:xfrm>
          <a:prstGeom prst="rect">
            <a:avLst/>
          </a:prstGeom>
        </p:spPr>
        <p:txBody>
          <a:bodyPr anchorCtr="0" anchor="t" bIns="91425" lIns="91425" spcFirstLastPara="1" rIns="91425" wrap="square" tIns="91425">
            <a:noAutofit/>
          </a:bodyPr>
          <a:lstStyle>
            <a:lvl1pPr lvl="0" rtl="0" algn="l">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403" name="Google Shape;403;p44"/>
          <p:cNvSpPr txBox="1"/>
          <p:nvPr>
            <p:ph idx="1" type="subTitle"/>
          </p:nvPr>
        </p:nvSpPr>
        <p:spPr>
          <a:xfrm>
            <a:off x="803750" y="2693525"/>
            <a:ext cx="3159300" cy="5580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Font typeface="Josefin Sans"/>
              <a:buNone/>
              <a:defRPr sz="1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cxnSp>
        <p:nvCxnSpPr>
          <p:cNvPr id="404" name="Google Shape;404;p44"/>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405" name="Google Shape;405;p44"/>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6">
  <p:cSld name="CUSTOM_7_2">
    <p:spTree>
      <p:nvGrpSpPr>
        <p:cNvPr id="406" name="Shape 406"/>
        <p:cNvGrpSpPr/>
        <p:nvPr/>
      </p:nvGrpSpPr>
      <p:grpSpPr>
        <a:xfrm>
          <a:off x="0" y="0"/>
          <a:ext cx="0" cy="0"/>
          <a:chOff x="0" y="0"/>
          <a:chExt cx="0" cy="0"/>
        </a:xfrm>
      </p:grpSpPr>
      <p:sp>
        <p:nvSpPr>
          <p:cNvPr id="407" name="Google Shape;407;p45"/>
          <p:cNvSpPr txBox="1"/>
          <p:nvPr>
            <p:ph type="title"/>
          </p:nvPr>
        </p:nvSpPr>
        <p:spPr>
          <a:xfrm>
            <a:off x="4490150" y="2047725"/>
            <a:ext cx="3364200" cy="628800"/>
          </a:xfrm>
          <a:prstGeom prst="rect">
            <a:avLst/>
          </a:prstGeom>
        </p:spPr>
        <p:txBody>
          <a:bodyPr anchorCtr="0" anchor="t" bIns="91425" lIns="91425" spcFirstLastPara="1" rIns="91425" wrap="square" tIns="91425">
            <a:noAutofit/>
          </a:bodyPr>
          <a:lstStyle>
            <a:lvl1pPr lvl="0" rtl="0" algn="r">
              <a:spcBef>
                <a:spcPts val="0"/>
              </a:spcBef>
              <a:spcAft>
                <a:spcPts val="0"/>
              </a:spcAft>
              <a:buSzPts val="3000"/>
              <a:buNone/>
              <a:defRPr/>
            </a:lvl1pPr>
            <a:lvl2pPr lvl="1" rtl="0">
              <a:spcBef>
                <a:spcPts val="0"/>
              </a:spcBef>
              <a:spcAft>
                <a:spcPts val="0"/>
              </a:spcAft>
              <a:buSzPts val="3000"/>
              <a:buNone/>
              <a:defRPr>
                <a:latin typeface="Open Sans SemiBold"/>
                <a:ea typeface="Open Sans SemiBold"/>
                <a:cs typeface="Open Sans SemiBold"/>
                <a:sym typeface="Open Sans SemiBold"/>
              </a:defRPr>
            </a:lvl2pPr>
            <a:lvl3pPr lvl="2" rtl="0">
              <a:spcBef>
                <a:spcPts val="0"/>
              </a:spcBef>
              <a:spcAft>
                <a:spcPts val="0"/>
              </a:spcAft>
              <a:buSzPts val="3000"/>
              <a:buNone/>
              <a:defRPr>
                <a:latin typeface="Open Sans SemiBold"/>
                <a:ea typeface="Open Sans SemiBold"/>
                <a:cs typeface="Open Sans SemiBold"/>
                <a:sym typeface="Open Sans SemiBold"/>
              </a:defRPr>
            </a:lvl3pPr>
            <a:lvl4pPr lvl="3" rtl="0">
              <a:spcBef>
                <a:spcPts val="0"/>
              </a:spcBef>
              <a:spcAft>
                <a:spcPts val="0"/>
              </a:spcAft>
              <a:buSzPts val="3000"/>
              <a:buNone/>
              <a:defRPr>
                <a:latin typeface="Open Sans SemiBold"/>
                <a:ea typeface="Open Sans SemiBold"/>
                <a:cs typeface="Open Sans SemiBold"/>
                <a:sym typeface="Open Sans SemiBold"/>
              </a:defRPr>
            </a:lvl4pPr>
            <a:lvl5pPr lvl="4" rtl="0">
              <a:spcBef>
                <a:spcPts val="0"/>
              </a:spcBef>
              <a:spcAft>
                <a:spcPts val="0"/>
              </a:spcAft>
              <a:buSzPts val="3000"/>
              <a:buNone/>
              <a:defRPr>
                <a:latin typeface="Open Sans SemiBold"/>
                <a:ea typeface="Open Sans SemiBold"/>
                <a:cs typeface="Open Sans SemiBold"/>
                <a:sym typeface="Open Sans SemiBold"/>
              </a:defRPr>
            </a:lvl5pPr>
            <a:lvl6pPr lvl="5" rtl="0">
              <a:spcBef>
                <a:spcPts val="0"/>
              </a:spcBef>
              <a:spcAft>
                <a:spcPts val="0"/>
              </a:spcAft>
              <a:buSzPts val="3000"/>
              <a:buNone/>
              <a:defRPr>
                <a:latin typeface="Open Sans SemiBold"/>
                <a:ea typeface="Open Sans SemiBold"/>
                <a:cs typeface="Open Sans SemiBold"/>
                <a:sym typeface="Open Sans SemiBold"/>
              </a:defRPr>
            </a:lvl6pPr>
            <a:lvl7pPr lvl="6" rtl="0">
              <a:spcBef>
                <a:spcPts val="0"/>
              </a:spcBef>
              <a:spcAft>
                <a:spcPts val="0"/>
              </a:spcAft>
              <a:buSzPts val="3000"/>
              <a:buNone/>
              <a:defRPr>
                <a:latin typeface="Open Sans SemiBold"/>
                <a:ea typeface="Open Sans SemiBold"/>
                <a:cs typeface="Open Sans SemiBold"/>
                <a:sym typeface="Open Sans SemiBold"/>
              </a:defRPr>
            </a:lvl7pPr>
            <a:lvl8pPr lvl="7" rtl="0">
              <a:spcBef>
                <a:spcPts val="0"/>
              </a:spcBef>
              <a:spcAft>
                <a:spcPts val="0"/>
              </a:spcAft>
              <a:buSzPts val="3000"/>
              <a:buNone/>
              <a:defRPr>
                <a:latin typeface="Open Sans SemiBold"/>
                <a:ea typeface="Open Sans SemiBold"/>
                <a:cs typeface="Open Sans SemiBold"/>
                <a:sym typeface="Open Sans SemiBold"/>
              </a:defRPr>
            </a:lvl8pPr>
            <a:lvl9pPr lvl="8" rtl="0">
              <a:spcBef>
                <a:spcPts val="0"/>
              </a:spcBef>
              <a:spcAft>
                <a:spcPts val="0"/>
              </a:spcAft>
              <a:buSzPts val="3000"/>
              <a:buNone/>
              <a:defRPr>
                <a:latin typeface="Open Sans SemiBold"/>
                <a:ea typeface="Open Sans SemiBold"/>
                <a:cs typeface="Open Sans SemiBold"/>
                <a:sym typeface="Open Sans SemiBold"/>
              </a:defRPr>
            </a:lvl9pPr>
          </a:lstStyle>
          <a:p/>
        </p:txBody>
      </p:sp>
      <p:sp>
        <p:nvSpPr>
          <p:cNvPr id="408" name="Google Shape;408;p45"/>
          <p:cNvSpPr txBox="1"/>
          <p:nvPr>
            <p:ph idx="1" type="subTitle"/>
          </p:nvPr>
        </p:nvSpPr>
        <p:spPr>
          <a:xfrm>
            <a:off x="4855550" y="2694825"/>
            <a:ext cx="2998800" cy="5580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SzPts val="1600"/>
              <a:buFont typeface="Josefin Sans"/>
              <a:buNone/>
              <a:defRPr sz="1400">
                <a:solidFill>
                  <a:schemeClr val="dk1"/>
                </a:solidFill>
              </a:defRPr>
            </a:lvl1pPr>
            <a:lvl2pPr lvl="1" rtl="0">
              <a:spcBef>
                <a:spcPts val="0"/>
              </a:spcBef>
              <a:spcAft>
                <a:spcPts val="0"/>
              </a:spcAft>
              <a:buSzPts val="1500"/>
              <a:buNone/>
              <a:defRPr sz="1500"/>
            </a:lvl2pPr>
            <a:lvl3pPr lvl="2" rtl="0">
              <a:spcBef>
                <a:spcPts val="0"/>
              </a:spcBef>
              <a:spcAft>
                <a:spcPts val="0"/>
              </a:spcAft>
              <a:buSzPts val="1500"/>
              <a:buNone/>
              <a:defRPr sz="1500"/>
            </a:lvl3pPr>
            <a:lvl4pPr lvl="3" rtl="0">
              <a:spcBef>
                <a:spcPts val="0"/>
              </a:spcBef>
              <a:spcAft>
                <a:spcPts val="0"/>
              </a:spcAft>
              <a:buSzPts val="1500"/>
              <a:buNone/>
              <a:defRPr sz="1500"/>
            </a:lvl4pPr>
            <a:lvl5pPr lvl="4" rtl="0">
              <a:spcBef>
                <a:spcPts val="0"/>
              </a:spcBef>
              <a:spcAft>
                <a:spcPts val="0"/>
              </a:spcAft>
              <a:buSzPts val="1500"/>
              <a:buNone/>
              <a:defRPr sz="1500"/>
            </a:lvl5pPr>
            <a:lvl6pPr lvl="5" rtl="0">
              <a:spcBef>
                <a:spcPts val="0"/>
              </a:spcBef>
              <a:spcAft>
                <a:spcPts val="0"/>
              </a:spcAft>
              <a:buSzPts val="1500"/>
              <a:buNone/>
              <a:defRPr sz="1500"/>
            </a:lvl6pPr>
            <a:lvl7pPr lvl="6" rtl="0">
              <a:spcBef>
                <a:spcPts val="0"/>
              </a:spcBef>
              <a:spcAft>
                <a:spcPts val="0"/>
              </a:spcAft>
              <a:buSzPts val="1500"/>
              <a:buNone/>
              <a:defRPr sz="1500"/>
            </a:lvl7pPr>
            <a:lvl8pPr lvl="7" rtl="0">
              <a:spcBef>
                <a:spcPts val="0"/>
              </a:spcBef>
              <a:spcAft>
                <a:spcPts val="0"/>
              </a:spcAft>
              <a:buSzPts val="1500"/>
              <a:buNone/>
              <a:defRPr sz="1500"/>
            </a:lvl8pPr>
            <a:lvl9pPr lvl="8" rtl="0">
              <a:spcBef>
                <a:spcPts val="0"/>
              </a:spcBef>
              <a:spcAft>
                <a:spcPts val="0"/>
              </a:spcAft>
              <a:buSzPts val="1500"/>
              <a:buNone/>
              <a:defRPr sz="1500"/>
            </a:lvl9pPr>
          </a:lstStyle>
          <a:p/>
        </p:txBody>
      </p:sp>
      <p:cxnSp>
        <p:nvCxnSpPr>
          <p:cNvPr id="409" name="Google Shape;409;p45"/>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410" name="Google Shape;410;p45"/>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7">
  <p:cSld name="CUSTOM_8">
    <p:spTree>
      <p:nvGrpSpPr>
        <p:cNvPr id="411" name="Shape 411"/>
        <p:cNvGrpSpPr/>
        <p:nvPr/>
      </p:nvGrpSpPr>
      <p:grpSpPr>
        <a:xfrm>
          <a:off x="0" y="0"/>
          <a:ext cx="0" cy="0"/>
          <a:chOff x="0" y="0"/>
          <a:chExt cx="0" cy="0"/>
        </a:xfrm>
      </p:grpSpPr>
      <p:sp>
        <p:nvSpPr>
          <p:cNvPr id="412" name="Google Shape;412;p46"/>
          <p:cNvSpPr txBox="1"/>
          <p:nvPr>
            <p:ph idx="1" type="subTitle"/>
          </p:nvPr>
        </p:nvSpPr>
        <p:spPr>
          <a:xfrm>
            <a:off x="713225" y="1453525"/>
            <a:ext cx="7411200" cy="2889000"/>
          </a:xfrm>
          <a:prstGeom prst="rect">
            <a:avLst/>
          </a:prstGeom>
        </p:spPr>
        <p:txBody>
          <a:bodyPr anchorCtr="0" anchor="ctr" bIns="91425" lIns="91425" spcFirstLastPara="1" rIns="91425" wrap="square" tIns="91425">
            <a:noAutofit/>
          </a:bodyPr>
          <a:lstStyle>
            <a:lvl1pPr lvl="0" marR="38100" rtl="0" algn="ctr">
              <a:lnSpc>
                <a:spcPct val="100000"/>
              </a:lnSpc>
              <a:spcBef>
                <a:spcPts val="0"/>
              </a:spcBef>
              <a:spcAft>
                <a:spcPts val="0"/>
              </a:spcAft>
              <a:buClr>
                <a:schemeClr val="accent1"/>
              </a:buClr>
              <a:buSzPts val="1400"/>
              <a:buChar char="●"/>
              <a:defRPr sz="1400"/>
            </a:lvl1pPr>
            <a:lvl2pPr lvl="1" rtl="0" algn="ctr">
              <a:spcBef>
                <a:spcPts val="0"/>
              </a:spcBef>
              <a:spcAft>
                <a:spcPts val="0"/>
              </a:spcAft>
              <a:buSzPts val="1400"/>
              <a:buChar char="○"/>
              <a:defRPr/>
            </a:lvl2pPr>
            <a:lvl3pPr lvl="2" rtl="0" algn="ctr">
              <a:spcBef>
                <a:spcPts val="0"/>
              </a:spcBef>
              <a:spcAft>
                <a:spcPts val="0"/>
              </a:spcAft>
              <a:buSzPts val="1400"/>
              <a:buChar char="■"/>
              <a:defRPr/>
            </a:lvl3pPr>
            <a:lvl4pPr lvl="3" rtl="0" algn="ctr">
              <a:spcBef>
                <a:spcPts val="0"/>
              </a:spcBef>
              <a:spcAft>
                <a:spcPts val="0"/>
              </a:spcAft>
              <a:buSzPts val="1400"/>
              <a:buChar char="●"/>
              <a:defRPr/>
            </a:lvl4pPr>
            <a:lvl5pPr lvl="4" rtl="0" algn="ctr">
              <a:spcBef>
                <a:spcPts val="0"/>
              </a:spcBef>
              <a:spcAft>
                <a:spcPts val="0"/>
              </a:spcAft>
              <a:buSzPts val="1400"/>
              <a:buChar char="○"/>
              <a:defRPr/>
            </a:lvl5pPr>
            <a:lvl6pPr lvl="5" rtl="0" algn="ctr">
              <a:spcBef>
                <a:spcPts val="0"/>
              </a:spcBef>
              <a:spcAft>
                <a:spcPts val="0"/>
              </a:spcAft>
              <a:buSzPts val="1400"/>
              <a:buChar char="■"/>
              <a:defRPr/>
            </a:lvl6pPr>
            <a:lvl7pPr lvl="6" rtl="0" algn="ctr">
              <a:spcBef>
                <a:spcPts val="0"/>
              </a:spcBef>
              <a:spcAft>
                <a:spcPts val="0"/>
              </a:spcAft>
              <a:buSzPts val="1400"/>
              <a:buChar char="●"/>
              <a:defRPr/>
            </a:lvl7pPr>
            <a:lvl8pPr lvl="7" rtl="0" algn="ctr">
              <a:spcBef>
                <a:spcPts val="0"/>
              </a:spcBef>
              <a:spcAft>
                <a:spcPts val="0"/>
              </a:spcAft>
              <a:buSzPts val="1400"/>
              <a:buChar char="○"/>
              <a:defRPr/>
            </a:lvl8pPr>
            <a:lvl9pPr lvl="8" rtl="0" algn="ctr">
              <a:spcBef>
                <a:spcPts val="0"/>
              </a:spcBef>
              <a:spcAft>
                <a:spcPts val="0"/>
              </a:spcAft>
              <a:buSzPts val="1400"/>
              <a:buChar char="■"/>
              <a:defRPr/>
            </a:lvl9pPr>
          </a:lstStyle>
          <a:p/>
        </p:txBody>
      </p:sp>
      <p:sp>
        <p:nvSpPr>
          <p:cNvPr id="413" name="Google Shape;413;p46"/>
          <p:cNvSpPr txBox="1"/>
          <p:nvPr>
            <p:ph type="title"/>
          </p:nvPr>
        </p:nvSpPr>
        <p:spPr>
          <a:xfrm>
            <a:off x="713225" y="445025"/>
            <a:ext cx="45027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atin typeface="Merriweather Light"/>
                <a:ea typeface="Merriweather Light"/>
                <a:cs typeface="Merriweather Light"/>
                <a:sym typeface="Merriweather Light"/>
              </a:defRPr>
            </a:lvl2pPr>
            <a:lvl3pPr lvl="2" rtl="0">
              <a:spcBef>
                <a:spcPts val="0"/>
              </a:spcBef>
              <a:spcAft>
                <a:spcPts val="0"/>
              </a:spcAft>
              <a:buSzPts val="3000"/>
              <a:buNone/>
              <a:defRPr>
                <a:latin typeface="Merriweather Light"/>
                <a:ea typeface="Merriweather Light"/>
                <a:cs typeface="Merriweather Light"/>
                <a:sym typeface="Merriweather Light"/>
              </a:defRPr>
            </a:lvl3pPr>
            <a:lvl4pPr lvl="3" rtl="0">
              <a:spcBef>
                <a:spcPts val="0"/>
              </a:spcBef>
              <a:spcAft>
                <a:spcPts val="0"/>
              </a:spcAft>
              <a:buSzPts val="3000"/>
              <a:buNone/>
              <a:defRPr>
                <a:latin typeface="Merriweather Light"/>
                <a:ea typeface="Merriweather Light"/>
                <a:cs typeface="Merriweather Light"/>
                <a:sym typeface="Merriweather Light"/>
              </a:defRPr>
            </a:lvl4pPr>
            <a:lvl5pPr lvl="4" rtl="0">
              <a:spcBef>
                <a:spcPts val="0"/>
              </a:spcBef>
              <a:spcAft>
                <a:spcPts val="0"/>
              </a:spcAft>
              <a:buSzPts val="3000"/>
              <a:buNone/>
              <a:defRPr>
                <a:latin typeface="Merriweather Light"/>
                <a:ea typeface="Merriweather Light"/>
                <a:cs typeface="Merriweather Light"/>
                <a:sym typeface="Merriweather Light"/>
              </a:defRPr>
            </a:lvl5pPr>
            <a:lvl6pPr lvl="5" rtl="0">
              <a:spcBef>
                <a:spcPts val="0"/>
              </a:spcBef>
              <a:spcAft>
                <a:spcPts val="0"/>
              </a:spcAft>
              <a:buSzPts val="3000"/>
              <a:buNone/>
              <a:defRPr>
                <a:latin typeface="Merriweather Light"/>
                <a:ea typeface="Merriweather Light"/>
                <a:cs typeface="Merriweather Light"/>
                <a:sym typeface="Merriweather Light"/>
              </a:defRPr>
            </a:lvl6pPr>
            <a:lvl7pPr lvl="6" rtl="0">
              <a:spcBef>
                <a:spcPts val="0"/>
              </a:spcBef>
              <a:spcAft>
                <a:spcPts val="0"/>
              </a:spcAft>
              <a:buSzPts val="3000"/>
              <a:buNone/>
              <a:defRPr>
                <a:latin typeface="Merriweather Light"/>
                <a:ea typeface="Merriweather Light"/>
                <a:cs typeface="Merriweather Light"/>
                <a:sym typeface="Merriweather Light"/>
              </a:defRPr>
            </a:lvl7pPr>
            <a:lvl8pPr lvl="7" rtl="0">
              <a:spcBef>
                <a:spcPts val="0"/>
              </a:spcBef>
              <a:spcAft>
                <a:spcPts val="0"/>
              </a:spcAft>
              <a:buSzPts val="3000"/>
              <a:buNone/>
              <a:defRPr>
                <a:latin typeface="Merriweather Light"/>
                <a:ea typeface="Merriweather Light"/>
                <a:cs typeface="Merriweather Light"/>
                <a:sym typeface="Merriweather Light"/>
              </a:defRPr>
            </a:lvl8pPr>
            <a:lvl9pPr lvl="8" rtl="0">
              <a:spcBef>
                <a:spcPts val="0"/>
              </a:spcBef>
              <a:spcAft>
                <a:spcPts val="0"/>
              </a:spcAft>
              <a:buSzPts val="3000"/>
              <a:buNone/>
              <a:defRPr>
                <a:latin typeface="Merriweather Light"/>
                <a:ea typeface="Merriweather Light"/>
                <a:cs typeface="Merriweather Light"/>
                <a:sym typeface="Merriweather Light"/>
              </a:defRPr>
            </a:lvl9pPr>
          </a:lstStyle>
          <a:p/>
        </p:txBody>
      </p:sp>
      <p:cxnSp>
        <p:nvCxnSpPr>
          <p:cNvPr id="414" name="Google Shape;414;p46"/>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415" name="Google Shape;415;p46"/>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416" name="Google Shape;416;p46"/>
          <p:cNvCxnSpPr/>
          <p:nvPr/>
        </p:nvCxnSpPr>
        <p:spPr>
          <a:xfrm flipH="1">
            <a:off x="6772150" y="3663450"/>
            <a:ext cx="2823300" cy="1633200"/>
          </a:xfrm>
          <a:prstGeom prst="curvedConnector3">
            <a:avLst>
              <a:gd fmla="val 50000" name="adj1"/>
            </a:avLst>
          </a:prstGeom>
          <a:noFill/>
          <a:ln cap="flat" cmpd="sng" w="28575">
            <a:solidFill>
              <a:schemeClr val="accent2"/>
            </a:solidFill>
            <a:prstDash val="solid"/>
            <a:round/>
            <a:headEnd len="med" w="med" type="none"/>
            <a:tailEnd len="med" w="med" type="none"/>
          </a:ln>
        </p:spPr>
      </p:cxn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1">
  <p:cSld name="CUSTOM_29">
    <p:spTree>
      <p:nvGrpSpPr>
        <p:cNvPr id="417" name="Shape 417"/>
        <p:cNvGrpSpPr/>
        <p:nvPr/>
      </p:nvGrpSpPr>
      <p:grpSpPr>
        <a:xfrm>
          <a:off x="0" y="0"/>
          <a:ext cx="0" cy="0"/>
          <a:chOff x="0" y="0"/>
          <a:chExt cx="0" cy="0"/>
        </a:xfrm>
      </p:grpSpPr>
      <p:cxnSp>
        <p:nvCxnSpPr>
          <p:cNvPr id="418" name="Google Shape;418;p47"/>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419" name="Google Shape;419;p47"/>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420" name="Google Shape;420;p47"/>
          <p:cNvCxnSpPr/>
          <p:nvPr/>
        </p:nvCxnSpPr>
        <p:spPr>
          <a:xfrm>
            <a:off x="-250225" y="4076450"/>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421" name="Google Shape;421;p47"/>
          <p:cNvCxnSpPr/>
          <p:nvPr/>
        </p:nvCxnSpPr>
        <p:spPr>
          <a:xfrm>
            <a:off x="7441150" y="-48375"/>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422" name="Google Shape;422;p47"/>
          <p:cNvCxnSpPr/>
          <p:nvPr/>
        </p:nvCxnSpPr>
        <p:spPr>
          <a:xfrm flipH="1">
            <a:off x="7454238" y="4053663"/>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423" name="Google Shape;423;p47"/>
          <p:cNvCxnSpPr/>
          <p:nvPr/>
        </p:nvCxnSpPr>
        <p:spPr>
          <a:xfrm flipH="1">
            <a:off x="-237137" y="-71162"/>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sp>
        <p:nvSpPr>
          <p:cNvPr id="424" name="Google Shape;424;p47"/>
          <p:cNvSpPr txBox="1"/>
          <p:nvPr>
            <p:ph type="title"/>
          </p:nvPr>
        </p:nvSpPr>
        <p:spPr>
          <a:xfrm>
            <a:off x="1531650" y="445025"/>
            <a:ext cx="60807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000"/>
              <a:buNone/>
              <a:defRPr/>
            </a:lvl1pPr>
            <a:lvl2pPr lvl="1" rtl="0" algn="ctr">
              <a:spcBef>
                <a:spcPts val="0"/>
              </a:spcBef>
              <a:spcAft>
                <a:spcPts val="0"/>
              </a:spcAft>
              <a:buSzPts val="3000"/>
              <a:buNone/>
              <a:defRPr>
                <a:latin typeface="Merriweather Light"/>
                <a:ea typeface="Merriweather Light"/>
                <a:cs typeface="Merriweather Light"/>
                <a:sym typeface="Merriweather Light"/>
              </a:defRPr>
            </a:lvl2pPr>
            <a:lvl3pPr lvl="2" rtl="0" algn="ctr">
              <a:spcBef>
                <a:spcPts val="0"/>
              </a:spcBef>
              <a:spcAft>
                <a:spcPts val="0"/>
              </a:spcAft>
              <a:buSzPts val="3000"/>
              <a:buNone/>
              <a:defRPr>
                <a:latin typeface="Merriweather Light"/>
                <a:ea typeface="Merriweather Light"/>
                <a:cs typeface="Merriweather Light"/>
                <a:sym typeface="Merriweather Light"/>
              </a:defRPr>
            </a:lvl3pPr>
            <a:lvl4pPr lvl="3" rtl="0" algn="ctr">
              <a:spcBef>
                <a:spcPts val="0"/>
              </a:spcBef>
              <a:spcAft>
                <a:spcPts val="0"/>
              </a:spcAft>
              <a:buSzPts val="3000"/>
              <a:buNone/>
              <a:defRPr>
                <a:latin typeface="Merriweather Light"/>
                <a:ea typeface="Merriweather Light"/>
                <a:cs typeface="Merriweather Light"/>
                <a:sym typeface="Merriweather Light"/>
              </a:defRPr>
            </a:lvl4pPr>
            <a:lvl5pPr lvl="4" rtl="0" algn="ctr">
              <a:spcBef>
                <a:spcPts val="0"/>
              </a:spcBef>
              <a:spcAft>
                <a:spcPts val="0"/>
              </a:spcAft>
              <a:buSzPts val="3000"/>
              <a:buNone/>
              <a:defRPr>
                <a:latin typeface="Merriweather Light"/>
                <a:ea typeface="Merriweather Light"/>
                <a:cs typeface="Merriweather Light"/>
                <a:sym typeface="Merriweather Light"/>
              </a:defRPr>
            </a:lvl5pPr>
            <a:lvl6pPr lvl="5" rtl="0" algn="ctr">
              <a:spcBef>
                <a:spcPts val="0"/>
              </a:spcBef>
              <a:spcAft>
                <a:spcPts val="0"/>
              </a:spcAft>
              <a:buSzPts val="3000"/>
              <a:buNone/>
              <a:defRPr>
                <a:latin typeface="Merriweather Light"/>
                <a:ea typeface="Merriweather Light"/>
                <a:cs typeface="Merriweather Light"/>
                <a:sym typeface="Merriweather Light"/>
              </a:defRPr>
            </a:lvl6pPr>
            <a:lvl7pPr lvl="6" rtl="0" algn="ctr">
              <a:spcBef>
                <a:spcPts val="0"/>
              </a:spcBef>
              <a:spcAft>
                <a:spcPts val="0"/>
              </a:spcAft>
              <a:buSzPts val="3000"/>
              <a:buNone/>
              <a:defRPr>
                <a:latin typeface="Merriweather Light"/>
                <a:ea typeface="Merriweather Light"/>
                <a:cs typeface="Merriweather Light"/>
                <a:sym typeface="Merriweather Light"/>
              </a:defRPr>
            </a:lvl7pPr>
            <a:lvl8pPr lvl="7" rtl="0" algn="ctr">
              <a:spcBef>
                <a:spcPts val="0"/>
              </a:spcBef>
              <a:spcAft>
                <a:spcPts val="0"/>
              </a:spcAft>
              <a:buSzPts val="3000"/>
              <a:buNone/>
              <a:defRPr>
                <a:latin typeface="Merriweather Light"/>
                <a:ea typeface="Merriweather Light"/>
                <a:cs typeface="Merriweather Light"/>
                <a:sym typeface="Merriweather Light"/>
              </a:defRPr>
            </a:lvl8pPr>
            <a:lvl9pPr lvl="8" rtl="0" algn="ctr">
              <a:spcBef>
                <a:spcPts val="0"/>
              </a:spcBef>
              <a:spcAft>
                <a:spcPts val="0"/>
              </a:spcAft>
              <a:buSzPts val="3000"/>
              <a:buNone/>
              <a:defRPr>
                <a:latin typeface="Merriweather Light"/>
                <a:ea typeface="Merriweather Light"/>
                <a:cs typeface="Merriweather Light"/>
                <a:sym typeface="Merriweather Light"/>
              </a:defRPr>
            </a:lvl9pPr>
          </a:lstStyle>
          <a:p/>
        </p:txBody>
      </p:sp>
      <p:sp>
        <p:nvSpPr>
          <p:cNvPr id="425" name="Google Shape;425;p47"/>
          <p:cNvSpPr txBox="1"/>
          <p:nvPr>
            <p:ph idx="1" type="subTitle"/>
          </p:nvPr>
        </p:nvSpPr>
        <p:spPr>
          <a:xfrm>
            <a:off x="4525188" y="1537663"/>
            <a:ext cx="3957600" cy="2889000"/>
          </a:xfrm>
          <a:prstGeom prst="rect">
            <a:avLst/>
          </a:prstGeom>
        </p:spPr>
        <p:txBody>
          <a:bodyPr anchorCtr="0" anchor="ctr" bIns="91425" lIns="91425" spcFirstLastPara="1" rIns="91425" wrap="square" tIns="91425">
            <a:noAutofit/>
          </a:bodyPr>
          <a:lstStyle>
            <a:lvl1pPr lvl="0" marR="38100" rtl="0" algn="ctr">
              <a:lnSpc>
                <a:spcPct val="100000"/>
              </a:lnSpc>
              <a:spcBef>
                <a:spcPts val="0"/>
              </a:spcBef>
              <a:spcAft>
                <a:spcPts val="0"/>
              </a:spcAft>
              <a:buClr>
                <a:schemeClr val="accent1"/>
              </a:buClr>
              <a:buSzPts val="1400"/>
              <a:buChar char="●"/>
              <a:defRPr sz="1400"/>
            </a:lvl1pPr>
            <a:lvl2pPr lvl="1" rtl="0" algn="ctr">
              <a:spcBef>
                <a:spcPts val="0"/>
              </a:spcBef>
              <a:spcAft>
                <a:spcPts val="0"/>
              </a:spcAft>
              <a:buClr>
                <a:schemeClr val="dk1"/>
              </a:buClr>
              <a:buSzPts val="1400"/>
              <a:buChar char="○"/>
              <a:defRPr/>
            </a:lvl2pPr>
            <a:lvl3pPr lvl="2" rtl="0" algn="ctr">
              <a:spcBef>
                <a:spcPts val="0"/>
              </a:spcBef>
              <a:spcAft>
                <a:spcPts val="0"/>
              </a:spcAft>
              <a:buClr>
                <a:schemeClr val="dk1"/>
              </a:buClr>
              <a:buSzPts val="1400"/>
              <a:buChar char="■"/>
              <a:defRPr/>
            </a:lvl3pPr>
            <a:lvl4pPr lvl="3" rtl="0" algn="ctr">
              <a:spcBef>
                <a:spcPts val="0"/>
              </a:spcBef>
              <a:spcAft>
                <a:spcPts val="0"/>
              </a:spcAft>
              <a:buClr>
                <a:schemeClr val="dk1"/>
              </a:buClr>
              <a:buSzPts val="1400"/>
              <a:buChar char="●"/>
              <a:defRPr/>
            </a:lvl4pPr>
            <a:lvl5pPr lvl="4" rtl="0" algn="ctr">
              <a:spcBef>
                <a:spcPts val="0"/>
              </a:spcBef>
              <a:spcAft>
                <a:spcPts val="0"/>
              </a:spcAft>
              <a:buClr>
                <a:schemeClr val="dk1"/>
              </a:buClr>
              <a:buSzPts val="1400"/>
              <a:buChar char="○"/>
              <a:defRPr/>
            </a:lvl5pPr>
            <a:lvl6pPr lvl="5" rtl="0" algn="ctr">
              <a:spcBef>
                <a:spcPts val="0"/>
              </a:spcBef>
              <a:spcAft>
                <a:spcPts val="0"/>
              </a:spcAft>
              <a:buClr>
                <a:schemeClr val="dk1"/>
              </a:buClr>
              <a:buSzPts val="1400"/>
              <a:buChar char="■"/>
              <a:defRPr/>
            </a:lvl6pPr>
            <a:lvl7pPr lvl="6" rtl="0" algn="ctr">
              <a:spcBef>
                <a:spcPts val="0"/>
              </a:spcBef>
              <a:spcAft>
                <a:spcPts val="0"/>
              </a:spcAft>
              <a:buClr>
                <a:schemeClr val="dk1"/>
              </a:buClr>
              <a:buSzPts val="1400"/>
              <a:buChar char="●"/>
              <a:defRPr/>
            </a:lvl7pPr>
            <a:lvl8pPr lvl="7" rtl="0" algn="ctr">
              <a:spcBef>
                <a:spcPts val="0"/>
              </a:spcBef>
              <a:spcAft>
                <a:spcPts val="0"/>
              </a:spcAft>
              <a:buClr>
                <a:schemeClr val="dk1"/>
              </a:buClr>
              <a:buSzPts val="1400"/>
              <a:buChar char="○"/>
              <a:defRPr/>
            </a:lvl8pPr>
            <a:lvl9pPr lvl="8" rtl="0" algn="ctr">
              <a:spcBef>
                <a:spcPts val="0"/>
              </a:spcBef>
              <a:spcAft>
                <a:spcPts val="0"/>
              </a:spcAft>
              <a:buClr>
                <a:schemeClr val="dk1"/>
              </a:buClr>
              <a:buSzPts val="1400"/>
              <a:buChar char="■"/>
              <a:defRPr/>
            </a:lvl9pPr>
          </a:lstStyle>
          <a:p/>
        </p:txBody>
      </p:sp>
      <p:sp>
        <p:nvSpPr>
          <p:cNvPr id="426" name="Google Shape;426;p47"/>
          <p:cNvSpPr txBox="1"/>
          <p:nvPr>
            <p:ph idx="2" type="subTitle"/>
          </p:nvPr>
        </p:nvSpPr>
        <p:spPr>
          <a:xfrm>
            <a:off x="661213" y="1537663"/>
            <a:ext cx="3957600" cy="2889000"/>
          </a:xfrm>
          <a:prstGeom prst="rect">
            <a:avLst/>
          </a:prstGeom>
        </p:spPr>
        <p:txBody>
          <a:bodyPr anchorCtr="0" anchor="ctr" bIns="91425" lIns="91425" spcFirstLastPara="1" rIns="91425" wrap="square" tIns="91425">
            <a:noAutofit/>
          </a:bodyPr>
          <a:lstStyle>
            <a:lvl1pPr lvl="0" marR="38100" rtl="0" algn="ctr">
              <a:lnSpc>
                <a:spcPct val="100000"/>
              </a:lnSpc>
              <a:spcBef>
                <a:spcPts val="0"/>
              </a:spcBef>
              <a:spcAft>
                <a:spcPts val="0"/>
              </a:spcAft>
              <a:buClr>
                <a:schemeClr val="accent1"/>
              </a:buClr>
              <a:buSzPts val="1400"/>
              <a:buChar char="●"/>
              <a:defRPr sz="1400"/>
            </a:lvl1pPr>
            <a:lvl2pPr lvl="1" rtl="0" algn="ctr">
              <a:spcBef>
                <a:spcPts val="0"/>
              </a:spcBef>
              <a:spcAft>
                <a:spcPts val="0"/>
              </a:spcAft>
              <a:buClr>
                <a:schemeClr val="dk1"/>
              </a:buClr>
              <a:buSzPts val="1400"/>
              <a:buChar char="○"/>
              <a:defRPr/>
            </a:lvl2pPr>
            <a:lvl3pPr lvl="2" rtl="0" algn="ctr">
              <a:spcBef>
                <a:spcPts val="0"/>
              </a:spcBef>
              <a:spcAft>
                <a:spcPts val="0"/>
              </a:spcAft>
              <a:buClr>
                <a:schemeClr val="dk1"/>
              </a:buClr>
              <a:buSzPts val="1400"/>
              <a:buChar char="■"/>
              <a:defRPr/>
            </a:lvl3pPr>
            <a:lvl4pPr lvl="3" rtl="0" algn="ctr">
              <a:spcBef>
                <a:spcPts val="0"/>
              </a:spcBef>
              <a:spcAft>
                <a:spcPts val="0"/>
              </a:spcAft>
              <a:buClr>
                <a:schemeClr val="dk1"/>
              </a:buClr>
              <a:buSzPts val="1400"/>
              <a:buChar char="●"/>
              <a:defRPr/>
            </a:lvl4pPr>
            <a:lvl5pPr lvl="4" rtl="0" algn="ctr">
              <a:spcBef>
                <a:spcPts val="0"/>
              </a:spcBef>
              <a:spcAft>
                <a:spcPts val="0"/>
              </a:spcAft>
              <a:buClr>
                <a:schemeClr val="dk1"/>
              </a:buClr>
              <a:buSzPts val="1400"/>
              <a:buChar char="○"/>
              <a:defRPr/>
            </a:lvl5pPr>
            <a:lvl6pPr lvl="5" rtl="0" algn="ctr">
              <a:spcBef>
                <a:spcPts val="0"/>
              </a:spcBef>
              <a:spcAft>
                <a:spcPts val="0"/>
              </a:spcAft>
              <a:buClr>
                <a:schemeClr val="dk1"/>
              </a:buClr>
              <a:buSzPts val="1400"/>
              <a:buChar char="■"/>
              <a:defRPr/>
            </a:lvl6pPr>
            <a:lvl7pPr lvl="6" rtl="0" algn="ctr">
              <a:spcBef>
                <a:spcPts val="0"/>
              </a:spcBef>
              <a:spcAft>
                <a:spcPts val="0"/>
              </a:spcAft>
              <a:buClr>
                <a:schemeClr val="dk1"/>
              </a:buClr>
              <a:buSzPts val="1400"/>
              <a:buChar char="●"/>
              <a:defRPr/>
            </a:lvl7pPr>
            <a:lvl8pPr lvl="7" rtl="0" algn="ctr">
              <a:spcBef>
                <a:spcPts val="0"/>
              </a:spcBef>
              <a:spcAft>
                <a:spcPts val="0"/>
              </a:spcAft>
              <a:buClr>
                <a:schemeClr val="dk1"/>
              </a:buClr>
              <a:buSzPts val="1400"/>
              <a:buChar char="○"/>
              <a:defRPr/>
            </a:lvl8pPr>
            <a:lvl9pPr lvl="8" rtl="0" algn="ctr">
              <a:spcBef>
                <a:spcPts val="0"/>
              </a:spcBef>
              <a:spcAft>
                <a:spcPts val="0"/>
              </a:spcAft>
              <a:buClr>
                <a:schemeClr val="dk1"/>
              </a:buClr>
              <a:buSzPts val="1400"/>
              <a:buChar char="■"/>
              <a:defRPr/>
            </a:lvl9pPr>
          </a:lstStyle>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2">
  <p:cSld name="CUSTOM_9">
    <p:spTree>
      <p:nvGrpSpPr>
        <p:cNvPr id="427" name="Shape 427"/>
        <p:cNvGrpSpPr/>
        <p:nvPr/>
      </p:nvGrpSpPr>
      <p:grpSpPr>
        <a:xfrm>
          <a:off x="0" y="0"/>
          <a:ext cx="0" cy="0"/>
          <a:chOff x="0" y="0"/>
          <a:chExt cx="0" cy="0"/>
        </a:xfrm>
      </p:grpSpPr>
      <p:sp>
        <p:nvSpPr>
          <p:cNvPr id="428" name="Google Shape;428;p48"/>
          <p:cNvSpPr txBox="1"/>
          <p:nvPr>
            <p:ph idx="1" type="subTitle"/>
          </p:nvPr>
        </p:nvSpPr>
        <p:spPr>
          <a:xfrm>
            <a:off x="4816075" y="3616375"/>
            <a:ext cx="2942100" cy="3570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p:txBody>
      </p:sp>
      <p:sp>
        <p:nvSpPr>
          <p:cNvPr id="429" name="Google Shape;429;p48"/>
          <p:cNvSpPr txBox="1"/>
          <p:nvPr>
            <p:ph idx="2" type="subTitle"/>
          </p:nvPr>
        </p:nvSpPr>
        <p:spPr>
          <a:xfrm>
            <a:off x="4816200" y="3956375"/>
            <a:ext cx="2941800" cy="6522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b="0"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430" name="Google Shape;430;p48"/>
          <p:cNvSpPr txBox="1"/>
          <p:nvPr>
            <p:ph idx="3" type="subTitle"/>
          </p:nvPr>
        </p:nvSpPr>
        <p:spPr>
          <a:xfrm>
            <a:off x="1385829" y="3616375"/>
            <a:ext cx="2942100" cy="3570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p:txBody>
      </p:sp>
      <p:sp>
        <p:nvSpPr>
          <p:cNvPr id="431" name="Google Shape;431;p48"/>
          <p:cNvSpPr txBox="1"/>
          <p:nvPr>
            <p:ph idx="4" type="subTitle"/>
          </p:nvPr>
        </p:nvSpPr>
        <p:spPr>
          <a:xfrm>
            <a:off x="1386025" y="3956375"/>
            <a:ext cx="2941800" cy="6522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b="0"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432" name="Google Shape;432;p48"/>
          <p:cNvSpPr txBox="1"/>
          <p:nvPr>
            <p:ph type="title"/>
          </p:nvPr>
        </p:nvSpPr>
        <p:spPr>
          <a:xfrm>
            <a:off x="713225" y="445025"/>
            <a:ext cx="27291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atin typeface="Merriweather Light"/>
                <a:ea typeface="Merriweather Light"/>
                <a:cs typeface="Merriweather Light"/>
                <a:sym typeface="Merriweather Light"/>
              </a:defRPr>
            </a:lvl2pPr>
            <a:lvl3pPr lvl="2" rtl="0">
              <a:spcBef>
                <a:spcPts val="0"/>
              </a:spcBef>
              <a:spcAft>
                <a:spcPts val="0"/>
              </a:spcAft>
              <a:buSzPts val="3000"/>
              <a:buNone/>
              <a:defRPr>
                <a:latin typeface="Merriweather Light"/>
                <a:ea typeface="Merriweather Light"/>
                <a:cs typeface="Merriweather Light"/>
                <a:sym typeface="Merriweather Light"/>
              </a:defRPr>
            </a:lvl3pPr>
            <a:lvl4pPr lvl="3" rtl="0">
              <a:spcBef>
                <a:spcPts val="0"/>
              </a:spcBef>
              <a:spcAft>
                <a:spcPts val="0"/>
              </a:spcAft>
              <a:buSzPts val="3000"/>
              <a:buNone/>
              <a:defRPr>
                <a:latin typeface="Merriweather Light"/>
                <a:ea typeface="Merriweather Light"/>
                <a:cs typeface="Merriweather Light"/>
                <a:sym typeface="Merriweather Light"/>
              </a:defRPr>
            </a:lvl4pPr>
            <a:lvl5pPr lvl="4" rtl="0">
              <a:spcBef>
                <a:spcPts val="0"/>
              </a:spcBef>
              <a:spcAft>
                <a:spcPts val="0"/>
              </a:spcAft>
              <a:buSzPts val="3000"/>
              <a:buNone/>
              <a:defRPr>
                <a:latin typeface="Merriweather Light"/>
                <a:ea typeface="Merriweather Light"/>
                <a:cs typeface="Merriweather Light"/>
                <a:sym typeface="Merriweather Light"/>
              </a:defRPr>
            </a:lvl5pPr>
            <a:lvl6pPr lvl="5" rtl="0">
              <a:spcBef>
                <a:spcPts val="0"/>
              </a:spcBef>
              <a:spcAft>
                <a:spcPts val="0"/>
              </a:spcAft>
              <a:buSzPts val="3000"/>
              <a:buNone/>
              <a:defRPr>
                <a:latin typeface="Merriweather Light"/>
                <a:ea typeface="Merriweather Light"/>
                <a:cs typeface="Merriweather Light"/>
                <a:sym typeface="Merriweather Light"/>
              </a:defRPr>
            </a:lvl6pPr>
            <a:lvl7pPr lvl="6" rtl="0">
              <a:spcBef>
                <a:spcPts val="0"/>
              </a:spcBef>
              <a:spcAft>
                <a:spcPts val="0"/>
              </a:spcAft>
              <a:buSzPts val="3000"/>
              <a:buNone/>
              <a:defRPr>
                <a:latin typeface="Merriweather Light"/>
                <a:ea typeface="Merriweather Light"/>
                <a:cs typeface="Merriweather Light"/>
                <a:sym typeface="Merriweather Light"/>
              </a:defRPr>
            </a:lvl7pPr>
            <a:lvl8pPr lvl="7" rtl="0">
              <a:spcBef>
                <a:spcPts val="0"/>
              </a:spcBef>
              <a:spcAft>
                <a:spcPts val="0"/>
              </a:spcAft>
              <a:buSzPts val="3000"/>
              <a:buNone/>
              <a:defRPr>
                <a:latin typeface="Merriweather Light"/>
                <a:ea typeface="Merriweather Light"/>
                <a:cs typeface="Merriweather Light"/>
                <a:sym typeface="Merriweather Light"/>
              </a:defRPr>
            </a:lvl8pPr>
            <a:lvl9pPr lvl="8" rtl="0">
              <a:spcBef>
                <a:spcPts val="0"/>
              </a:spcBef>
              <a:spcAft>
                <a:spcPts val="0"/>
              </a:spcAft>
              <a:buSzPts val="3000"/>
              <a:buNone/>
              <a:defRPr>
                <a:latin typeface="Merriweather Light"/>
                <a:ea typeface="Merriweather Light"/>
                <a:cs typeface="Merriweather Light"/>
                <a:sym typeface="Merriweather Light"/>
              </a:defRPr>
            </a:lvl9pPr>
          </a:lstStyle>
          <a:p/>
        </p:txBody>
      </p:sp>
      <p:cxnSp>
        <p:nvCxnSpPr>
          <p:cNvPr id="433" name="Google Shape;433;p48"/>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434" name="Google Shape;434;p48"/>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4">
  <p:cSld name="CUSTOM_31">
    <p:spTree>
      <p:nvGrpSpPr>
        <p:cNvPr id="435" name="Shape 435"/>
        <p:cNvGrpSpPr/>
        <p:nvPr/>
      </p:nvGrpSpPr>
      <p:grpSpPr>
        <a:xfrm>
          <a:off x="0" y="0"/>
          <a:ext cx="0" cy="0"/>
          <a:chOff x="0" y="0"/>
          <a:chExt cx="0" cy="0"/>
        </a:xfrm>
      </p:grpSpPr>
      <p:sp>
        <p:nvSpPr>
          <p:cNvPr id="436" name="Google Shape;436;p49"/>
          <p:cNvSpPr txBox="1"/>
          <p:nvPr>
            <p:ph type="title"/>
          </p:nvPr>
        </p:nvSpPr>
        <p:spPr>
          <a:xfrm>
            <a:off x="1244250" y="445025"/>
            <a:ext cx="66555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000"/>
              <a:buNone/>
              <a:defRPr/>
            </a:lvl1pPr>
            <a:lvl2pPr lvl="1" rtl="0" algn="ctr">
              <a:spcBef>
                <a:spcPts val="0"/>
              </a:spcBef>
              <a:spcAft>
                <a:spcPts val="0"/>
              </a:spcAft>
              <a:buSzPts val="3000"/>
              <a:buNone/>
              <a:defRPr>
                <a:latin typeface="Merriweather Light"/>
                <a:ea typeface="Merriweather Light"/>
                <a:cs typeface="Merriweather Light"/>
                <a:sym typeface="Merriweather Light"/>
              </a:defRPr>
            </a:lvl2pPr>
            <a:lvl3pPr lvl="2" rtl="0" algn="ctr">
              <a:spcBef>
                <a:spcPts val="0"/>
              </a:spcBef>
              <a:spcAft>
                <a:spcPts val="0"/>
              </a:spcAft>
              <a:buSzPts val="3000"/>
              <a:buNone/>
              <a:defRPr>
                <a:latin typeface="Merriweather Light"/>
                <a:ea typeface="Merriweather Light"/>
                <a:cs typeface="Merriweather Light"/>
                <a:sym typeface="Merriweather Light"/>
              </a:defRPr>
            </a:lvl3pPr>
            <a:lvl4pPr lvl="3" rtl="0" algn="ctr">
              <a:spcBef>
                <a:spcPts val="0"/>
              </a:spcBef>
              <a:spcAft>
                <a:spcPts val="0"/>
              </a:spcAft>
              <a:buSzPts val="3000"/>
              <a:buNone/>
              <a:defRPr>
                <a:latin typeface="Merriweather Light"/>
                <a:ea typeface="Merriweather Light"/>
                <a:cs typeface="Merriweather Light"/>
                <a:sym typeface="Merriweather Light"/>
              </a:defRPr>
            </a:lvl4pPr>
            <a:lvl5pPr lvl="4" rtl="0" algn="ctr">
              <a:spcBef>
                <a:spcPts val="0"/>
              </a:spcBef>
              <a:spcAft>
                <a:spcPts val="0"/>
              </a:spcAft>
              <a:buSzPts val="3000"/>
              <a:buNone/>
              <a:defRPr>
                <a:latin typeface="Merriweather Light"/>
                <a:ea typeface="Merriweather Light"/>
                <a:cs typeface="Merriweather Light"/>
                <a:sym typeface="Merriweather Light"/>
              </a:defRPr>
            </a:lvl5pPr>
            <a:lvl6pPr lvl="5" rtl="0" algn="ctr">
              <a:spcBef>
                <a:spcPts val="0"/>
              </a:spcBef>
              <a:spcAft>
                <a:spcPts val="0"/>
              </a:spcAft>
              <a:buSzPts val="3000"/>
              <a:buNone/>
              <a:defRPr>
                <a:latin typeface="Merriweather Light"/>
                <a:ea typeface="Merriweather Light"/>
                <a:cs typeface="Merriweather Light"/>
                <a:sym typeface="Merriweather Light"/>
              </a:defRPr>
            </a:lvl6pPr>
            <a:lvl7pPr lvl="6" rtl="0" algn="ctr">
              <a:spcBef>
                <a:spcPts val="0"/>
              </a:spcBef>
              <a:spcAft>
                <a:spcPts val="0"/>
              </a:spcAft>
              <a:buSzPts val="3000"/>
              <a:buNone/>
              <a:defRPr>
                <a:latin typeface="Merriweather Light"/>
                <a:ea typeface="Merriweather Light"/>
                <a:cs typeface="Merriweather Light"/>
                <a:sym typeface="Merriweather Light"/>
              </a:defRPr>
            </a:lvl7pPr>
            <a:lvl8pPr lvl="7" rtl="0" algn="ctr">
              <a:spcBef>
                <a:spcPts val="0"/>
              </a:spcBef>
              <a:spcAft>
                <a:spcPts val="0"/>
              </a:spcAft>
              <a:buSzPts val="3000"/>
              <a:buNone/>
              <a:defRPr>
                <a:latin typeface="Merriweather Light"/>
                <a:ea typeface="Merriweather Light"/>
                <a:cs typeface="Merriweather Light"/>
                <a:sym typeface="Merriweather Light"/>
              </a:defRPr>
            </a:lvl8pPr>
            <a:lvl9pPr lvl="8" rtl="0" algn="ctr">
              <a:spcBef>
                <a:spcPts val="0"/>
              </a:spcBef>
              <a:spcAft>
                <a:spcPts val="0"/>
              </a:spcAft>
              <a:buSzPts val="3000"/>
              <a:buNone/>
              <a:defRPr>
                <a:latin typeface="Merriweather Light"/>
                <a:ea typeface="Merriweather Light"/>
                <a:cs typeface="Merriweather Light"/>
                <a:sym typeface="Merriweather Light"/>
              </a:defRPr>
            </a:lvl9pPr>
          </a:lstStyle>
          <a:p/>
        </p:txBody>
      </p:sp>
      <p:sp>
        <p:nvSpPr>
          <p:cNvPr id="437" name="Google Shape;437;p49"/>
          <p:cNvSpPr txBox="1"/>
          <p:nvPr>
            <p:ph idx="1" type="subTitle"/>
          </p:nvPr>
        </p:nvSpPr>
        <p:spPr>
          <a:xfrm>
            <a:off x="3509000" y="3398751"/>
            <a:ext cx="2126100" cy="4440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p:txBody>
      </p:sp>
      <p:sp>
        <p:nvSpPr>
          <p:cNvPr id="438" name="Google Shape;438;p49"/>
          <p:cNvSpPr txBox="1"/>
          <p:nvPr>
            <p:ph idx="2" type="subTitle"/>
          </p:nvPr>
        </p:nvSpPr>
        <p:spPr>
          <a:xfrm>
            <a:off x="3509025" y="3814950"/>
            <a:ext cx="2126100" cy="8862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solidFill>
                  <a:schemeClr val="dk1"/>
                </a:solidFill>
              </a:defRPr>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439" name="Google Shape;439;p49"/>
          <p:cNvSpPr txBox="1"/>
          <p:nvPr>
            <p:ph idx="3" type="subTitle"/>
          </p:nvPr>
        </p:nvSpPr>
        <p:spPr>
          <a:xfrm>
            <a:off x="953025" y="3398751"/>
            <a:ext cx="2126100" cy="4440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p:txBody>
      </p:sp>
      <p:sp>
        <p:nvSpPr>
          <p:cNvPr id="440" name="Google Shape;440;p49"/>
          <p:cNvSpPr txBox="1"/>
          <p:nvPr>
            <p:ph idx="4" type="subTitle"/>
          </p:nvPr>
        </p:nvSpPr>
        <p:spPr>
          <a:xfrm>
            <a:off x="953125" y="3814951"/>
            <a:ext cx="2126100" cy="8862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solidFill>
                  <a:schemeClr val="dk1"/>
                </a:solidFill>
              </a:defRPr>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441" name="Google Shape;441;p49"/>
          <p:cNvSpPr txBox="1"/>
          <p:nvPr>
            <p:ph idx="5" type="subTitle"/>
          </p:nvPr>
        </p:nvSpPr>
        <p:spPr>
          <a:xfrm>
            <a:off x="6064875" y="3398751"/>
            <a:ext cx="2126100" cy="4440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1pPr>
            <a:lvl2pPr lvl="1"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2pPr>
            <a:lvl3pPr lvl="2"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3pPr>
            <a:lvl4pPr lvl="3"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4pPr>
            <a:lvl5pPr lvl="4"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5pPr>
            <a:lvl6pPr lvl="5"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6pPr>
            <a:lvl7pPr lvl="6"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7pPr>
            <a:lvl8pPr lvl="7"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8pPr>
            <a:lvl9pPr lvl="8" rtl="0" algn="ctr">
              <a:spcBef>
                <a:spcPts val="0"/>
              </a:spcBef>
              <a:spcAft>
                <a:spcPts val="0"/>
              </a:spcAft>
              <a:buClr>
                <a:schemeClr val="dk1"/>
              </a:buClr>
              <a:buSzPts val="2400"/>
              <a:buFont typeface="Vidaloka"/>
              <a:buNone/>
              <a:defRPr sz="2400">
                <a:solidFill>
                  <a:schemeClr val="dk1"/>
                </a:solidFill>
                <a:latin typeface="Vidaloka"/>
                <a:ea typeface="Vidaloka"/>
                <a:cs typeface="Vidaloka"/>
                <a:sym typeface="Vidaloka"/>
              </a:defRPr>
            </a:lvl9pPr>
          </a:lstStyle>
          <a:p/>
        </p:txBody>
      </p:sp>
      <p:sp>
        <p:nvSpPr>
          <p:cNvPr id="442" name="Google Shape;442;p49"/>
          <p:cNvSpPr txBox="1"/>
          <p:nvPr>
            <p:ph idx="6" type="subTitle"/>
          </p:nvPr>
        </p:nvSpPr>
        <p:spPr>
          <a:xfrm>
            <a:off x="6064875" y="3814950"/>
            <a:ext cx="2126100" cy="8862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solidFill>
                  <a:schemeClr val="dk1"/>
                </a:solidFill>
              </a:defRPr>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cxnSp>
        <p:nvCxnSpPr>
          <p:cNvPr id="443" name="Google Shape;443;p49"/>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444" name="Google Shape;444;p49"/>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445" name="Google Shape;445;p49"/>
          <p:cNvCxnSpPr/>
          <p:nvPr/>
        </p:nvCxnSpPr>
        <p:spPr>
          <a:xfrm>
            <a:off x="-250225" y="4076450"/>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446" name="Google Shape;446;p49"/>
          <p:cNvCxnSpPr/>
          <p:nvPr/>
        </p:nvCxnSpPr>
        <p:spPr>
          <a:xfrm>
            <a:off x="7441150" y="-48375"/>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CUSTOM_1">
    <p:spTree>
      <p:nvGrpSpPr>
        <p:cNvPr id="447" name="Shape 447"/>
        <p:cNvGrpSpPr/>
        <p:nvPr/>
      </p:nvGrpSpPr>
      <p:grpSpPr>
        <a:xfrm>
          <a:off x="0" y="0"/>
          <a:ext cx="0" cy="0"/>
          <a:chOff x="0" y="0"/>
          <a:chExt cx="0" cy="0"/>
        </a:xfrm>
      </p:grpSpPr>
      <p:sp>
        <p:nvSpPr>
          <p:cNvPr id="448" name="Google Shape;448;p50"/>
          <p:cNvSpPr txBox="1"/>
          <p:nvPr>
            <p:ph type="title"/>
          </p:nvPr>
        </p:nvSpPr>
        <p:spPr>
          <a:xfrm>
            <a:off x="2832900" y="791200"/>
            <a:ext cx="3478200" cy="9228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5300"/>
              <a:buNone/>
              <a:defRPr sz="7000"/>
            </a:lvl1pPr>
            <a:lvl2pPr lvl="1" rtl="0" algn="ctr">
              <a:spcBef>
                <a:spcPts val="0"/>
              </a:spcBef>
              <a:spcAft>
                <a:spcPts val="0"/>
              </a:spcAft>
              <a:buSzPts val="3000"/>
              <a:buNone/>
              <a:defRPr>
                <a:latin typeface="Open Sans"/>
                <a:ea typeface="Open Sans"/>
                <a:cs typeface="Open Sans"/>
                <a:sym typeface="Open Sans"/>
              </a:defRPr>
            </a:lvl2pPr>
            <a:lvl3pPr lvl="2" rtl="0" algn="ctr">
              <a:spcBef>
                <a:spcPts val="0"/>
              </a:spcBef>
              <a:spcAft>
                <a:spcPts val="0"/>
              </a:spcAft>
              <a:buSzPts val="3000"/>
              <a:buNone/>
              <a:defRPr>
                <a:latin typeface="Open Sans"/>
                <a:ea typeface="Open Sans"/>
                <a:cs typeface="Open Sans"/>
                <a:sym typeface="Open Sans"/>
              </a:defRPr>
            </a:lvl3pPr>
            <a:lvl4pPr lvl="3" rtl="0" algn="ctr">
              <a:spcBef>
                <a:spcPts val="0"/>
              </a:spcBef>
              <a:spcAft>
                <a:spcPts val="0"/>
              </a:spcAft>
              <a:buSzPts val="3000"/>
              <a:buNone/>
              <a:defRPr>
                <a:latin typeface="Open Sans"/>
                <a:ea typeface="Open Sans"/>
                <a:cs typeface="Open Sans"/>
                <a:sym typeface="Open Sans"/>
              </a:defRPr>
            </a:lvl4pPr>
            <a:lvl5pPr lvl="4" rtl="0" algn="ctr">
              <a:spcBef>
                <a:spcPts val="0"/>
              </a:spcBef>
              <a:spcAft>
                <a:spcPts val="0"/>
              </a:spcAft>
              <a:buSzPts val="3000"/>
              <a:buNone/>
              <a:defRPr>
                <a:latin typeface="Open Sans"/>
                <a:ea typeface="Open Sans"/>
                <a:cs typeface="Open Sans"/>
                <a:sym typeface="Open Sans"/>
              </a:defRPr>
            </a:lvl5pPr>
            <a:lvl6pPr lvl="5" rtl="0" algn="ctr">
              <a:spcBef>
                <a:spcPts val="0"/>
              </a:spcBef>
              <a:spcAft>
                <a:spcPts val="0"/>
              </a:spcAft>
              <a:buSzPts val="3000"/>
              <a:buNone/>
              <a:defRPr>
                <a:latin typeface="Open Sans"/>
                <a:ea typeface="Open Sans"/>
                <a:cs typeface="Open Sans"/>
                <a:sym typeface="Open Sans"/>
              </a:defRPr>
            </a:lvl6pPr>
            <a:lvl7pPr lvl="6" rtl="0" algn="ctr">
              <a:spcBef>
                <a:spcPts val="0"/>
              </a:spcBef>
              <a:spcAft>
                <a:spcPts val="0"/>
              </a:spcAft>
              <a:buSzPts val="3000"/>
              <a:buNone/>
              <a:defRPr>
                <a:latin typeface="Open Sans"/>
                <a:ea typeface="Open Sans"/>
                <a:cs typeface="Open Sans"/>
                <a:sym typeface="Open Sans"/>
              </a:defRPr>
            </a:lvl7pPr>
            <a:lvl8pPr lvl="7" rtl="0" algn="ctr">
              <a:spcBef>
                <a:spcPts val="0"/>
              </a:spcBef>
              <a:spcAft>
                <a:spcPts val="0"/>
              </a:spcAft>
              <a:buSzPts val="3000"/>
              <a:buNone/>
              <a:defRPr>
                <a:latin typeface="Open Sans"/>
                <a:ea typeface="Open Sans"/>
                <a:cs typeface="Open Sans"/>
                <a:sym typeface="Open Sans"/>
              </a:defRPr>
            </a:lvl8pPr>
            <a:lvl9pPr lvl="8" rtl="0" algn="ctr">
              <a:spcBef>
                <a:spcPts val="0"/>
              </a:spcBef>
              <a:spcAft>
                <a:spcPts val="0"/>
              </a:spcAft>
              <a:buSzPts val="3000"/>
              <a:buNone/>
              <a:defRPr>
                <a:latin typeface="Open Sans"/>
                <a:ea typeface="Open Sans"/>
                <a:cs typeface="Open Sans"/>
                <a:sym typeface="Open Sans"/>
              </a:defRPr>
            </a:lvl9pPr>
          </a:lstStyle>
          <a:p/>
        </p:txBody>
      </p:sp>
      <p:sp>
        <p:nvSpPr>
          <p:cNvPr id="449" name="Google Shape;449;p50"/>
          <p:cNvSpPr txBox="1"/>
          <p:nvPr>
            <p:ph idx="1" type="subTitle"/>
          </p:nvPr>
        </p:nvSpPr>
        <p:spPr>
          <a:xfrm>
            <a:off x="2983350" y="1749425"/>
            <a:ext cx="3177300" cy="9228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spcBef>
                <a:spcPts val="0"/>
              </a:spcBef>
              <a:spcAft>
                <a:spcPts val="0"/>
              </a:spcAft>
              <a:buSzPts val="1400"/>
              <a:buNone/>
              <a:defRPr/>
            </a:lvl2pPr>
            <a:lvl3pPr lvl="2" rtl="0" algn="ctr">
              <a:spcBef>
                <a:spcPts val="0"/>
              </a:spcBef>
              <a:spcAft>
                <a:spcPts val="0"/>
              </a:spcAft>
              <a:buSzPts val="1400"/>
              <a:buNone/>
              <a:defRPr/>
            </a:lvl3pPr>
            <a:lvl4pPr lvl="3" rtl="0" algn="ctr">
              <a:spcBef>
                <a:spcPts val="0"/>
              </a:spcBef>
              <a:spcAft>
                <a:spcPts val="0"/>
              </a:spcAft>
              <a:buSzPts val="1400"/>
              <a:buNone/>
              <a:defRPr/>
            </a:lvl4pPr>
            <a:lvl5pPr lvl="4" rtl="0" algn="ctr">
              <a:spcBef>
                <a:spcPts val="0"/>
              </a:spcBef>
              <a:spcAft>
                <a:spcPts val="0"/>
              </a:spcAft>
              <a:buSzPts val="1400"/>
              <a:buNone/>
              <a:defRPr/>
            </a:lvl5pPr>
            <a:lvl6pPr lvl="5" rtl="0" algn="ctr">
              <a:spcBef>
                <a:spcPts val="0"/>
              </a:spcBef>
              <a:spcAft>
                <a:spcPts val="0"/>
              </a:spcAft>
              <a:buSzPts val="1400"/>
              <a:buNone/>
              <a:defRPr/>
            </a:lvl6pPr>
            <a:lvl7pPr lvl="6" rtl="0" algn="ctr">
              <a:spcBef>
                <a:spcPts val="0"/>
              </a:spcBef>
              <a:spcAft>
                <a:spcPts val="0"/>
              </a:spcAft>
              <a:buSzPts val="1400"/>
              <a:buNone/>
              <a:defRPr/>
            </a:lvl7pPr>
            <a:lvl8pPr lvl="7" rtl="0" algn="ctr">
              <a:spcBef>
                <a:spcPts val="0"/>
              </a:spcBef>
              <a:spcAft>
                <a:spcPts val="0"/>
              </a:spcAft>
              <a:buSzPts val="1400"/>
              <a:buNone/>
              <a:defRPr/>
            </a:lvl8pPr>
            <a:lvl9pPr lvl="8" rtl="0" algn="ctr">
              <a:spcBef>
                <a:spcPts val="0"/>
              </a:spcBef>
              <a:spcAft>
                <a:spcPts val="0"/>
              </a:spcAft>
              <a:buSzPts val="1400"/>
              <a:buNone/>
              <a:defRPr/>
            </a:lvl9pPr>
          </a:lstStyle>
          <a:p/>
        </p:txBody>
      </p:sp>
      <p:sp>
        <p:nvSpPr>
          <p:cNvPr id="450" name="Google Shape;450;p50"/>
          <p:cNvSpPr txBox="1"/>
          <p:nvPr/>
        </p:nvSpPr>
        <p:spPr>
          <a:xfrm>
            <a:off x="2900450" y="3438275"/>
            <a:ext cx="3343200" cy="716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100">
                <a:solidFill>
                  <a:schemeClr val="dk2"/>
                </a:solidFill>
                <a:latin typeface="Montserrat"/>
                <a:ea typeface="Montserrat"/>
                <a:cs typeface="Montserrat"/>
                <a:sym typeface="Montserrat"/>
              </a:rPr>
              <a:t>CREDITS</a:t>
            </a:r>
            <a:r>
              <a:rPr lang="en" sz="1100">
                <a:solidFill>
                  <a:schemeClr val="dk2"/>
                </a:solidFill>
                <a:latin typeface="Montserrat"/>
                <a:ea typeface="Montserrat"/>
                <a:cs typeface="Montserrat"/>
                <a:sym typeface="Montserrat"/>
              </a:rPr>
              <a:t>: This presentation template was created by </a:t>
            </a:r>
            <a:r>
              <a:rPr b="1" lang="en" sz="1100">
                <a:solidFill>
                  <a:schemeClr val="dk2"/>
                </a:solidFill>
                <a:uFill>
                  <a:noFill/>
                </a:uFill>
                <a:latin typeface="Montserrat"/>
                <a:ea typeface="Montserrat"/>
                <a:cs typeface="Montserrat"/>
                <a:sym typeface="Montserrat"/>
                <a:hlinkClick r:id="rId2">
                  <a:extLst>
                    <a:ext uri="{A12FA001-AC4F-418D-AE19-62706E023703}">
                      <ahyp:hlinkClr val="tx"/>
                    </a:ext>
                  </a:extLst>
                </a:hlinkClick>
              </a:rPr>
              <a:t>Slidesgo</a:t>
            </a:r>
            <a:r>
              <a:rPr lang="en" sz="1100">
                <a:solidFill>
                  <a:schemeClr val="dk2"/>
                </a:solidFill>
                <a:latin typeface="Montserrat"/>
                <a:ea typeface="Montserrat"/>
                <a:cs typeface="Montserrat"/>
                <a:sym typeface="Montserrat"/>
              </a:rPr>
              <a:t>, including icons by </a:t>
            </a:r>
            <a:r>
              <a:rPr b="1" lang="en" sz="1100">
                <a:solidFill>
                  <a:schemeClr val="dk2"/>
                </a:solidFill>
                <a:uFill>
                  <a:noFill/>
                </a:uFill>
                <a:latin typeface="Montserrat"/>
                <a:ea typeface="Montserrat"/>
                <a:cs typeface="Montserrat"/>
                <a:sym typeface="Montserrat"/>
                <a:hlinkClick r:id="rId3">
                  <a:extLst>
                    <a:ext uri="{A12FA001-AC4F-418D-AE19-62706E023703}">
                      <ahyp:hlinkClr val="tx"/>
                    </a:ext>
                  </a:extLst>
                </a:hlinkClick>
              </a:rPr>
              <a:t>Flaticon</a:t>
            </a:r>
            <a:r>
              <a:rPr lang="en" sz="1100">
                <a:solidFill>
                  <a:schemeClr val="dk2"/>
                </a:solidFill>
                <a:latin typeface="Montserrat"/>
                <a:ea typeface="Montserrat"/>
                <a:cs typeface="Montserrat"/>
                <a:sym typeface="Montserrat"/>
              </a:rPr>
              <a:t>, infographics &amp; images by </a:t>
            </a:r>
            <a:r>
              <a:rPr b="1" lang="en" sz="1100">
                <a:solidFill>
                  <a:schemeClr val="dk2"/>
                </a:solidFill>
                <a:uFill>
                  <a:noFill/>
                </a:uFill>
                <a:latin typeface="Montserrat"/>
                <a:ea typeface="Montserrat"/>
                <a:cs typeface="Montserrat"/>
                <a:sym typeface="Montserrat"/>
                <a:hlinkClick r:id="rId4">
                  <a:extLst>
                    <a:ext uri="{A12FA001-AC4F-418D-AE19-62706E023703}">
                      <ahyp:hlinkClr val="tx"/>
                    </a:ext>
                  </a:extLst>
                </a:hlinkClick>
              </a:rPr>
              <a:t>Freepik</a:t>
            </a:r>
            <a:endParaRPr b="1" sz="1100">
              <a:solidFill>
                <a:schemeClr val="dk2"/>
              </a:solidFill>
              <a:latin typeface="Montserrat"/>
              <a:ea typeface="Montserrat"/>
              <a:cs typeface="Montserrat"/>
              <a:sym typeface="Montserrat"/>
            </a:endParaRPr>
          </a:p>
        </p:txBody>
      </p:sp>
      <p:cxnSp>
        <p:nvCxnSpPr>
          <p:cNvPr id="451" name="Google Shape;451;p50"/>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452" name="Google Shape;452;p50"/>
          <p:cNvCxnSpPr/>
          <p:nvPr/>
        </p:nvCxnSpPr>
        <p:spPr>
          <a:xfrm>
            <a:off x="-257975" y="3935375"/>
            <a:ext cx="3047400" cy="13464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453" name="Google Shape;453;p50"/>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454" name="Google Shape;454;p50"/>
          <p:cNvCxnSpPr/>
          <p:nvPr/>
        </p:nvCxnSpPr>
        <p:spPr>
          <a:xfrm>
            <a:off x="6467450" y="-72550"/>
            <a:ext cx="3047400" cy="1346400"/>
          </a:xfrm>
          <a:prstGeom prst="curvedConnector3">
            <a:avLst>
              <a:gd fmla="val 50000" name="adj1"/>
            </a:avLst>
          </a:prstGeom>
          <a:noFill/>
          <a:ln cap="flat" cmpd="sng" w="28575">
            <a:solidFill>
              <a:schemeClr val="accent2"/>
            </a:solidFill>
            <a:prstDash val="solid"/>
            <a:round/>
            <a:headEnd len="med" w="med" type="none"/>
            <a:tailEnd len="med" w="med" type="none"/>
          </a:ln>
        </p:spPr>
      </p:cxnSp>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CUSTOM_10">
    <p:spTree>
      <p:nvGrpSpPr>
        <p:cNvPr id="455" name="Shape 455"/>
        <p:cNvGrpSpPr/>
        <p:nvPr/>
      </p:nvGrpSpPr>
      <p:grpSpPr>
        <a:xfrm>
          <a:off x="0" y="0"/>
          <a:ext cx="0" cy="0"/>
          <a:chOff x="0" y="0"/>
          <a:chExt cx="0" cy="0"/>
        </a:xfrm>
      </p:grpSpPr>
      <p:cxnSp>
        <p:nvCxnSpPr>
          <p:cNvPr id="456" name="Google Shape;456;p51"/>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457" name="Google Shape;457;p51"/>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
  <p:cSld name="CUSTOM_10_1">
    <p:spTree>
      <p:nvGrpSpPr>
        <p:cNvPr id="458" name="Shape 458"/>
        <p:cNvGrpSpPr/>
        <p:nvPr/>
      </p:nvGrpSpPr>
      <p:grpSpPr>
        <a:xfrm>
          <a:off x="0" y="0"/>
          <a:ext cx="0" cy="0"/>
          <a:chOff x="0" y="0"/>
          <a:chExt cx="0" cy="0"/>
        </a:xfrm>
      </p:grpSpPr>
      <p:cxnSp>
        <p:nvCxnSpPr>
          <p:cNvPr id="459" name="Google Shape;459;p52"/>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460" name="Google Shape;460;p52"/>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461" name="Google Shape;461;p52"/>
          <p:cNvCxnSpPr/>
          <p:nvPr/>
        </p:nvCxnSpPr>
        <p:spPr>
          <a:xfrm>
            <a:off x="7434175" y="-125600"/>
            <a:ext cx="1993200" cy="13302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462" name="Google Shape;462;p52"/>
          <p:cNvCxnSpPr/>
          <p:nvPr/>
        </p:nvCxnSpPr>
        <p:spPr>
          <a:xfrm>
            <a:off x="-147275" y="3943475"/>
            <a:ext cx="1993200" cy="1330200"/>
          </a:xfrm>
          <a:prstGeom prst="curvedConnector3">
            <a:avLst>
              <a:gd fmla="val 50000" name="adj1"/>
            </a:avLst>
          </a:prstGeom>
          <a:noFill/>
          <a:ln cap="flat" cmpd="sng" w="28575">
            <a:solidFill>
              <a:schemeClr val="accent2"/>
            </a:solidFill>
            <a:prstDash val="solid"/>
            <a:round/>
            <a:headEnd len="med" w="med" type="none"/>
            <a:tailEnd len="med" w="med" type="none"/>
          </a:ln>
        </p:spPr>
      </p:cxnSp>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2">
  <p:cSld name="CUSTOM_10_1_1">
    <p:spTree>
      <p:nvGrpSpPr>
        <p:cNvPr id="463" name="Shape 463"/>
        <p:cNvGrpSpPr/>
        <p:nvPr/>
      </p:nvGrpSpPr>
      <p:grpSpPr>
        <a:xfrm>
          <a:off x="0" y="0"/>
          <a:ext cx="0" cy="0"/>
          <a:chOff x="0" y="0"/>
          <a:chExt cx="0" cy="0"/>
        </a:xfrm>
      </p:grpSpPr>
      <p:cxnSp>
        <p:nvCxnSpPr>
          <p:cNvPr id="464" name="Google Shape;464;p53"/>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465" name="Google Shape;465;p53"/>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466" name="Google Shape;466;p53"/>
          <p:cNvCxnSpPr/>
          <p:nvPr/>
        </p:nvCxnSpPr>
        <p:spPr>
          <a:xfrm flipH="1">
            <a:off x="6772150" y="3663450"/>
            <a:ext cx="2823300" cy="1633200"/>
          </a:xfrm>
          <a:prstGeom prst="curvedConnector3">
            <a:avLst>
              <a:gd fmla="val 50000" name="adj1"/>
            </a:avLst>
          </a:prstGeom>
          <a:noFill/>
          <a:ln cap="flat" cmpd="sng" w="28575">
            <a:solidFill>
              <a:schemeClr val="accent2"/>
            </a:solidFill>
            <a:prstDash val="solid"/>
            <a:round/>
            <a:headEnd len="med" w="med" type="none"/>
            <a:tailEnd len="med" w="med" type="none"/>
          </a:ln>
        </p:spPr>
      </p:cxnSp>
    </p:spTree>
  </p:cSld>
  <p:clrMapOvr>
    <a:masterClrMapping/>
  </p:clrMapOvr>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3">
  <p:cSld name="CUSTOM_30">
    <p:spTree>
      <p:nvGrpSpPr>
        <p:cNvPr id="467" name="Shape 467"/>
        <p:cNvGrpSpPr/>
        <p:nvPr/>
      </p:nvGrpSpPr>
      <p:grpSpPr>
        <a:xfrm>
          <a:off x="0" y="0"/>
          <a:ext cx="0" cy="0"/>
          <a:chOff x="0" y="0"/>
          <a:chExt cx="0" cy="0"/>
        </a:xfrm>
      </p:grpSpPr>
      <p:cxnSp>
        <p:nvCxnSpPr>
          <p:cNvPr id="468" name="Google Shape;468;p54"/>
          <p:cNvCxnSpPr/>
          <p:nvPr/>
        </p:nvCxnSpPr>
        <p:spPr>
          <a:xfrm>
            <a:off x="-72550" y="27410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469" name="Google Shape;469;p54"/>
          <p:cNvCxnSpPr/>
          <p:nvPr/>
        </p:nvCxnSpPr>
        <p:spPr>
          <a:xfrm>
            <a:off x="-72550" y="4877450"/>
            <a:ext cx="9287400" cy="0"/>
          </a:xfrm>
          <a:prstGeom prst="straightConnector1">
            <a:avLst/>
          </a:prstGeom>
          <a:noFill/>
          <a:ln cap="flat" cmpd="sng" w="28575">
            <a:solidFill>
              <a:schemeClr val="accent1"/>
            </a:solidFill>
            <a:prstDash val="solid"/>
            <a:round/>
            <a:headEnd len="med" w="med" type="none"/>
            <a:tailEnd len="med" w="med" type="none"/>
          </a:ln>
        </p:spPr>
      </p:cxnSp>
      <p:cxnSp>
        <p:nvCxnSpPr>
          <p:cNvPr id="470" name="Google Shape;470;p54"/>
          <p:cNvCxnSpPr/>
          <p:nvPr/>
        </p:nvCxnSpPr>
        <p:spPr>
          <a:xfrm>
            <a:off x="-250225" y="4076450"/>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471" name="Google Shape;471;p54"/>
          <p:cNvCxnSpPr/>
          <p:nvPr/>
        </p:nvCxnSpPr>
        <p:spPr>
          <a:xfrm>
            <a:off x="7441150" y="-48375"/>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472" name="Google Shape;472;p54"/>
          <p:cNvCxnSpPr/>
          <p:nvPr/>
        </p:nvCxnSpPr>
        <p:spPr>
          <a:xfrm flipH="1">
            <a:off x="7454238" y="4053663"/>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cxnSp>
        <p:nvCxnSpPr>
          <p:cNvPr id="473" name="Google Shape;473;p54"/>
          <p:cNvCxnSpPr/>
          <p:nvPr/>
        </p:nvCxnSpPr>
        <p:spPr>
          <a:xfrm flipH="1">
            <a:off x="-237137" y="-71162"/>
            <a:ext cx="1926900" cy="1161000"/>
          </a:xfrm>
          <a:prstGeom prst="curvedConnector3">
            <a:avLst>
              <a:gd fmla="val 50000" name="adj1"/>
            </a:avLst>
          </a:prstGeom>
          <a:noFill/>
          <a:ln cap="flat" cmpd="sng" w="28575">
            <a:solidFill>
              <a:schemeClr val="accent2"/>
            </a:solidFill>
            <a:prstDash val="solid"/>
            <a:round/>
            <a:headEnd len="med" w="med" type="none"/>
            <a:tailEnd len="med" w="med" type="none"/>
          </a:ln>
        </p:spPr>
      </p:cxnSp>
    </p:spTree>
  </p:cSld>
  <p:clrMapOvr>
    <a:masterClrMapping/>
  </p:clrMapOvr>
</p:sldLayout>
</file>

<file path=ppt/slideMasters/_rels/slideMaster1.xml.rels><?xml version="1.0" encoding="UTF-8" standalone="yes"?><Relationships xmlns="http://schemas.openxmlformats.org/package/2006/relationships"><Relationship Id="rId40" Type="http://schemas.openxmlformats.org/officeDocument/2006/relationships/slideLayout" Target="../slideLayouts/slideLayout40.xml"/><Relationship Id="rId42" Type="http://schemas.openxmlformats.org/officeDocument/2006/relationships/slideLayout" Target="../slideLayouts/slideLayout42.xml"/><Relationship Id="rId41" Type="http://schemas.openxmlformats.org/officeDocument/2006/relationships/slideLayout" Target="../slideLayouts/slideLayout41.xml"/><Relationship Id="rId44" Type="http://schemas.openxmlformats.org/officeDocument/2006/relationships/slideLayout" Target="../slideLayouts/slideLayout44.xml"/><Relationship Id="rId43" Type="http://schemas.openxmlformats.org/officeDocument/2006/relationships/slideLayout" Target="../slideLayouts/slideLayout43.xml"/><Relationship Id="rId46" Type="http://schemas.openxmlformats.org/officeDocument/2006/relationships/slideLayout" Target="../slideLayouts/slideLayout46.xml"/><Relationship Id="rId45" Type="http://schemas.openxmlformats.org/officeDocument/2006/relationships/slideLayout" Target="../slideLayouts/slideLayout45.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48" Type="http://schemas.openxmlformats.org/officeDocument/2006/relationships/slideLayout" Target="../slideLayouts/slideLayout48.xml"/><Relationship Id="rId47" Type="http://schemas.openxmlformats.org/officeDocument/2006/relationships/slideLayout" Target="../slideLayouts/slideLayout47.xml"/><Relationship Id="rId49" Type="http://schemas.openxmlformats.org/officeDocument/2006/relationships/slideLayout" Target="../slideLayouts/slideLayout4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31" Type="http://schemas.openxmlformats.org/officeDocument/2006/relationships/slideLayout" Target="../slideLayouts/slideLayout31.xml"/><Relationship Id="rId30" Type="http://schemas.openxmlformats.org/officeDocument/2006/relationships/slideLayout" Target="../slideLayouts/slideLayout30.xml"/><Relationship Id="rId33" Type="http://schemas.openxmlformats.org/officeDocument/2006/relationships/slideLayout" Target="../slideLayouts/slideLayout33.xml"/><Relationship Id="rId32" Type="http://schemas.openxmlformats.org/officeDocument/2006/relationships/slideLayout" Target="../slideLayouts/slideLayout32.xml"/><Relationship Id="rId35" Type="http://schemas.openxmlformats.org/officeDocument/2006/relationships/slideLayout" Target="../slideLayouts/slideLayout35.xml"/><Relationship Id="rId34" Type="http://schemas.openxmlformats.org/officeDocument/2006/relationships/slideLayout" Target="../slideLayouts/slideLayout34.xml"/><Relationship Id="rId37" Type="http://schemas.openxmlformats.org/officeDocument/2006/relationships/slideLayout" Target="../slideLayouts/slideLayout37.xml"/><Relationship Id="rId36" Type="http://schemas.openxmlformats.org/officeDocument/2006/relationships/slideLayout" Target="../slideLayouts/slideLayout36.xml"/><Relationship Id="rId39" Type="http://schemas.openxmlformats.org/officeDocument/2006/relationships/slideLayout" Target="../slideLayouts/slideLayout39.xml"/><Relationship Id="rId38" Type="http://schemas.openxmlformats.org/officeDocument/2006/relationships/slideLayout" Target="../slideLayouts/slideLayout38.xml"/><Relationship Id="rId20" Type="http://schemas.openxmlformats.org/officeDocument/2006/relationships/slideLayout" Target="../slideLayouts/slideLayout20.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29" Type="http://schemas.openxmlformats.org/officeDocument/2006/relationships/slideLayout" Target="../slideLayouts/slideLayout29.xml"/><Relationship Id="rId51" Type="http://schemas.openxmlformats.org/officeDocument/2006/relationships/slideLayout" Target="../slideLayouts/slideLayout51.xml"/><Relationship Id="rId50" Type="http://schemas.openxmlformats.org/officeDocument/2006/relationships/slideLayout" Target="../slideLayouts/slideLayout50.xml"/><Relationship Id="rId53" Type="http://schemas.openxmlformats.org/officeDocument/2006/relationships/slideLayout" Target="../slideLayouts/slideLayout53.xml"/><Relationship Id="rId52" Type="http://schemas.openxmlformats.org/officeDocument/2006/relationships/slideLayout" Target="../slideLayouts/slideLayout5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54" Type="http://schemas.openxmlformats.org/officeDocument/2006/relationships/theme" Target="../theme/theme2.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713225" y="445025"/>
            <a:ext cx="77175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3000"/>
              <a:buFont typeface="Vidaloka"/>
              <a:buNone/>
              <a:defRPr sz="3000">
                <a:solidFill>
                  <a:schemeClr val="dk1"/>
                </a:solidFill>
                <a:latin typeface="Vidaloka"/>
                <a:ea typeface="Vidaloka"/>
                <a:cs typeface="Vidaloka"/>
                <a:sym typeface="Vidaloka"/>
              </a:defRPr>
            </a:lvl1pPr>
            <a:lvl2pPr lvl="1">
              <a:spcBef>
                <a:spcPts val="0"/>
              </a:spcBef>
              <a:spcAft>
                <a:spcPts val="0"/>
              </a:spcAft>
              <a:buClr>
                <a:schemeClr val="dk1"/>
              </a:buClr>
              <a:buSzPts val="3000"/>
              <a:buNone/>
              <a:defRPr i="1" sz="3000">
                <a:solidFill>
                  <a:schemeClr val="dk1"/>
                </a:solidFill>
              </a:defRPr>
            </a:lvl2pPr>
            <a:lvl3pPr lvl="2">
              <a:spcBef>
                <a:spcPts val="0"/>
              </a:spcBef>
              <a:spcAft>
                <a:spcPts val="0"/>
              </a:spcAft>
              <a:buClr>
                <a:schemeClr val="dk1"/>
              </a:buClr>
              <a:buSzPts val="3000"/>
              <a:buNone/>
              <a:defRPr i="1" sz="3000">
                <a:solidFill>
                  <a:schemeClr val="dk1"/>
                </a:solidFill>
              </a:defRPr>
            </a:lvl3pPr>
            <a:lvl4pPr lvl="3">
              <a:spcBef>
                <a:spcPts val="0"/>
              </a:spcBef>
              <a:spcAft>
                <a:spcPts val="0"/>
              </a:spcAft>
              <a:buClr>
                <a:schemeClr val="dk1"/>
              </a:buClr>
              <a:buSzPts val="3000"/>
              <a:buNone/>
              <a:defRPr i="1" sz="3000">
                <a:solidFill>
                  <a:schemeClr val="dk1"/>
                </a:solidFill>
              </a:defRPr>
            </a:lvl4pPr>
            <a:lvl5pPr lvl="4">
              <a:spcBef>
                <a:spcPts val="0"/>
              </a:spcBef>
              <a:spcAft>
                <a:spcPts val="0"/>
              </a:spcAft>
              <a:buClr>
                <a:schemeClr val="dk1"/>
              </a:buClr>
              <a:buSzPts val="3000"/>
              <a:buNone/>
              <a:defRPr i="1" sz="3000">
                <a:solidFill>
                  <a:schemeClr val="dk1"/>
                </a:solidFill>
              </a:defRPr>
            </a:lvl5pPr>
            <a:lvl6pPr lvl="5">
              <a:spcBef>
                <a:spcPts val="0"/>
              </a:spcBef>
              <a:spcAft>
                <a:spcPts val="0"/>
              </a:spcAft>
              <a:buClr>
                <a:schemeClr val="dk1"/>
              </a:buClr>
              <a:buSzPts val="3000"/>
              <a:buNone/>
              <a:defRPr i="1" sz="3000">
                <a:solidFill>
                  <a:schemeClr val="dk1"/>
                </a:solidFill>
              </a:defRPr>
            </a:lvl6pPr>
            <a:lvl7pPr lvl="6">
              <a:spcBef>
                <a:spcPts val="0"/>
              </a:spcBef>
              <a:spcAft>
                <a:spcPts val="0"/>
              </a:spcAft>
              <a:buClr>
                <a:schemeClr val="dk1"/>
              </a:buClr>
              <a:buSzPts val="3000"/>
              <a:buNone/>
              <a:defRPr i="1" sz="3000">
                <a:solidFill>
                  <a:schemeClr val="dk1"/>
                </a:solidFill>
              </a:defRPr>
            </a:lvl7pPr>
            <a:lvl8pPr lvl="7">
              <a:spcBef>
                <a:spcPts val="0"/>
              </a:spcBef>
              <a:spcAft>
                <a:spcPts val="0"/>
              </a:spcAft>
              <a:buClr>
                <a:schemeClr val="dk1"/>
              </a:buClr>
              <a:buSzPts val="3000"/>
              <a:buNone/>
              <a:defRPr i="1" sz="3000">
                <a:solidFill>
                  <a:schemeClr val="dk1"/>
                </a:solidFill>
              </a:defRPr>
            </a:lvl8pPr>
            <a:lvl9pPr lvl="8">
              <a:spcBef>
                <a:spcPts val="0"/>
              </a:spcBef>
              <a:spcAft>
                <a:spcPts val="0"/>
              </a:spcAft>
              <a:buClr>
                <a:schemeClr val="dk1"/>
              </a:buClr>
              <a:buSzPts val="3000"/>
              <a:buNone/>
              <a:defRPr i="1" sz="3000">
                <a:solidFill>
                  <a:schemeClr val="dk1"/>
                </a:solidFill>
              </a:defRPr>
            </a:lvl9pPr>
          </a:lstStyle>
          <a:p/>
        </p:txBody>
      </p:sp>
      <p:sp>
        <p:nvSpPr>
          <p:cNvPr id="7" name="Google Shape;7;p1"/>
          <p:cNvSpPr txBox="1"/>
          <p:nvPr>
            <p:ph idx="1" type="body"/>
          </p:nvPr>
        </p:nvSpPr>
        <p:spPr>
          <a:xfrm>
            <a:off x="713250" y="1152475"/>
            <a:ext cx="7717500" cy="34164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dk2"/>
              </a:buClr>
              <a:buSzPts val="1800"/>
              <a:buFont typeface="Montserrat"/>
              <a:buChar char="●"/>
              <a:defRPr sz="1800">
                <a:solidFill>
                  <a:schemeClr val="dk2"/>
                </a:solidFill>
                <a:latin typeface="Montserrat"/>
                <a:ea typeface="Montserrat"/>
                <a:cs typeface="Montserrat"/>
                <a:sym typeface="Montserrat"/>
              </a:defRPr>
            </a:lvl1pPr>
            <a:lvl2pPr indent="-317500" lvl="1" marL="914400">
              <a:lnSpc>
                <a:spcPct val="115000"/>
              </a:lnSpc>
              <a:spcBef>
                <a:spcPts val="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2pPr>
            <a:lvl3pPr indent="-317500" lvl="2" marL="1371600">
              <a:lnSpc>
                <a:spcPct val="115000"/>
              </a:lnSpc>
              <a:spcBef>
                <a:spcPts val="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3pPr>
            <a:lvl4pPr indent="-317500" lvl="3" marL="1828800">
              <a:lnSpc>
                <a:spcPct val="115000"/>
              </a:lnSpc>
              <a:spcBef>
                <a:spcPts val="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4pPr>
            <a:lvl5pPr indent="-317500" lvl="4" marL="2286000">
              <a:lnSpc>
                <a:spcPct val="115000"/>
              </a:lnSpc>
              <a:spcBef>
                <a:spcPts val="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5pPr>
            <a:lvl6pPr indent="-317500" lvl="5" marL="2743200">
              <a:lnSpc>
                <a:spcPct val="115000"/>
              </a:lnSpc>
              <a:spcBef>
                <a:spcPts val="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6pPr>
            <a:lvl7pPr indent="-317500" lvl="6" marL="3200400">
              <a:lnSpc>
                <a:spcPct val="115000"/>
              </a:lnSpc>
              <a:spcBef>
                <a:spcPts val="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7pPr>
            <a:lvl8pPr indent="-317500" lvl="7" marL="3657600">
              <a:lnSpc>
                <a:spcPct val="115000"/>
              </a:lnSpc>
              <a:spcBef>
                <a:spcPts val="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8pPr>
            <a:lvl9pPr indent="-317500" lvl="8" marL="4114800">
              <a:lnSpc>
                <a:spcPct val="115000"/>
              </a:lnSpc>
              <a:spcBef>
                <a:spcPts val="0"/>
              </a:spcBef>
              <a:spcAft>
                <a:spcPts val="0"/>
              </a:spcAft>
              <a:buClr>
                <a:schemeClr val="dk2"/>
              </a:buClr>
              <a:buSzPts val="1400"/>
              <a:buFont typeface="Montserrat"/>
              <a:buChar char="■"/>
              <a:defRPr>
                <a:solidFill>
                  <a:schemeClr val="dk2"/>
                </a:solidFill>
                <a:latin typeface="Montserrat"/>
                <a:ea typeface="Montserrat"/>
                <a:cs typeface="Montserrat"/>
                <a:sym typeface="Montserrat"/>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 id="2147483678" r:id="rId31"/>
    <p:sldLayoutId id="2147483679" r:id="rId32"/>
    <p:sldLayoutId id="2147483680" r:id="rId33"/>
    <p:sldLayoutId id="2147483681" r:id="rId34"/>
    <p:sldLayoutId id="2147483682" r:id="rId35"/>
    <p:sldLayoutId id="2147483683" r:id="rId36"/>
    <p:sldLayoutId id="2147483684" r:id="rId37"/>
    <p:sldLayoutId id="2147483685" r:id="rId38"/>
    <p:sldLayoutId id="2147483686" r:id="rId39"/>
    <p:sldLayoutId id="2147483687" r:id="rId40"/>
    <p:sldLayoutId id="2147483688" r:id="rId41"/>
    <p:sldLayoutId id="2147483689" r:id="rId42"/>
    <p:sldLayoutId id="2147483690" r:id="rId43"/>
    <p:sldLayoutId id="2147483691" r:id="rId44"/>
    <p:sldLayoutId id="2147483692" r:id="rId45"/>
    <p:sldLayoutId id="2147483693" r:id="rId46"/>
    <p:sldLayoutId id="2147483694" r:id="rId47"/>
    <p:sldLayoutId id="2147483695" r:id="rId48"/>
    <p:sldLayoutId id="2147483696" r:id="rId49"/>
    <p:sldLayoutId id="2147483697" r:id="rId50"/>
    <p:sldLayoutId id="2147483698" r:id="rId51"/>
    <p:sldLayoutId id="2147483699" r:id="rId52"/>
    <p:sldLayoutId id="2147483700" r:id="rId5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xml"/><Relationship Id="rId3" Type="http://schemas.openxmlformats.org/officeDocument/2006/relationships/hyperlink" Target="https://en.wikipedia.org/wiki/Educational_inequality"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5.xml"/><Relationship Id="rId3" Type="http://schemas.openxmlformats.org/officeDocument/2006/relationships/image" Target="../media/image1.png"/><Relationship Id="rId4" Type="http://schemas.openxmlformats.org/officeDocument/2006/relationships/hyperlink" Target="https://www.statista.com/statistics/986919/pisa-student-performance-by-field-and-score-finland/?srsltid=AfmBOoqYLOKjOBk7sAaUtfS4YUdDBo7OHZXO7ns8GMmU9oqGVx65_Qe3" TargetMode="External"/><Relationship Id="rId5" Type="http://schemas.openxmlformats.org/officeDocument/2006/relationships/image" Target="../media/image2.png"/><Relationship Id="rId6" Type="http://schemas.openxmlformats.org/officeDocument/2006/relationships/hyperlink" Target="https://www.oecd.org/en/publications/pisa-2022-results-volume-i-and-ii-country-notes_ed6fbcc5-en/canada_901942bb-en.html" TargetMode="External"/><Relationship Id="rId7" Type="http://schemas.openxmlformats.org/officeDocument/2006/relationships/hyperlink" Target="https://www.oecd.org/en/publications/pisa-2022-results-volume-i-and-ii-country-notes_ed6fbcc5-en/canada_901942bb-en.html"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6.xml"/><Relationship Id="rId3" Type="http://schemas.openxmlformats.org/officeDocument/2006/relationships/hyperlink" Target="https://en.wikipedia.org/wiki/Educational_inequality" TargetMode="External"/><Relationship Id="rId4" Type="http://schemas.openxmlformats.org/officeDocument/2006/relationships/hyperlink" Target="https://www.statista.com/statistics/986919/pisa-student-performance-by-field-and-score-finland/?srsltid=AfmBOoqYLOKjOBk7sAaUtfS4YUdDBo7OHZXO7ns8GMmU9oqGVx65_Qe3" TargetMode="External"/><Relationship Id="rId9" Type="http://schemas.openxmlformats.org/officeDocument/2006/relationships/hyperlink" Target="https://www.smithsonianmag.com/innovation/why-are-finlands-schools-successful-49859555/" TargetMode="External"/><Relationship Id="rId5" Type="http://schemas.openxmlformats.org/officeDocument/2006/relationships/hyperlink" Target="https://op.europa.eu/webpub/eac/education-and-training-monitor/en/country-reports/finland.ht" TargetMode="External"/><Relationship Id="rId6" Type="http://schemas.openxmlformats.org/officeDocument/2006/relationships/hyperlink" Target="https://yle.fi/a/74-20012522" TargetMode="External"/><Relationship Id="rId7" Type="http://schemas.openxmlformats.org/officeDocument/2006/relationships/hyperlink" Target="https://www.oecd.org/en/publications/education-at-a-glance-2025_1a3543e2-en/finland_d8f44a5b-en.htm" TargetMode="External"/><Relationship Id="rId8" Type="http://schemas.openxmlformats.org/officeDocument/2006/relationships/hyperlink" Target="https://www.oecd.org/en/publications/pisa-2022-results-volume-i-and-ii-country-notes_ed6fbcc5-en/canada_901942bb-en.html"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7" name="Shape 477"/>
        <p:cNvGrpSpPr/>
        <p:nvPr/>
      </p:nvGrpSpPr>
      <p:grpSpPr>
        <a:xfrm>
          <a:off x="0" y="0"/>
          <a:ext cx="0" cy="0"/>
          <a:chOff x="0" y="0"/>
          <a:chExt cx="0" cy="0"/>
        </a:xfrm>
      </p:grpSpPr>
      <p:sp>
        <p:nvSpPr>
          <p:cNvPr id="478" name="Google Shape;478;p55"/>
          <p:cNvSpPr txBox="1"/>
          <p:nvPr>
            <p:ph type="ctrTitle"/>
          </p:nvPr>
        </p:nvSpPr>
        <p:spPr>
          <a:xfrm>
            <a:off x="1172550" y="1324500"/>
            <a:ext cx="7064100" cy="20526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      The Finland Education System </a:t>
            </a:r>
            <a:endParaRPr/>
          </a:p>
        </p:txBody>
      </p:sp>
      <p:sp>
        <p:nvSpPr>
          <p:cNvPr id="479" name="Google Shape;479;p55"/>
          <p:cNvSpPr txBox="1"/>
          <p:nvPr>
            <p:ph idx="1" type="subTitle"/>
          </p:nvPr>
        </p:nvSpPr>
        <p:spPr>
          <a:xfrm>
            <a:off x="1040000" y="3377100"/>
            <a:ext cx="7064100" cy="4419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
                <a:solidFill>
                  <a:schemeClr val="dk1"/>
                </a:solidFill>
              </a:rPr>
              <a:t>By Natalia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478"/>
                                        </p:tgtEl>
                                        <p:attrNameLst>
                                          <p:attrName>style.visibility</p:attrName>
                                        </p:attrNameLst>
                                      </p:cBhvr>
                                      <p:to>
                                        <p:strVal val="visible"/>
                                      </p:to>
                                    </p:set>
                                    <p:anim calcmode="lin" valueType="num">
                                      <p:cBhvr additive="base">
                                        <p:cTn dur="1000"/>
                                        <p:tgtEl>
                                          <p:spTgt spid="478"/>
                                        </p:tgtEl>
                                        <p:attrNameLst>
                                          <p:attrName>ppt_x</p:attrName>
                                        </p:attrNameLst>
                                      </p:cBhvr>
                                      <p:tavLst>
                                        <p:tav fmla="" tm="0">
                                          <p:val>
                                            <p:strVal val="#ppt_x-1"/>
                                          </p:val>
                                        </p:tav>
                                        <p:tav fmla="" tm="100000">
                                          <p:val>
                                            <p:strVal val="#ppt_x"/>
                                          </p:val>
                                        </p:tav>
                                      </p:tavLst>
                                    </p:anim>
                                  </p:childTnLst>
                                </p:cTn>
                              </p:par>
                              <p:par>
                                <p:cTn fill="hold" nodeType="withEffect" presetClass="entr" presetID="2" presetSubtype="4">
                                  <p:stCondLst>
                                    <p:cond delay="0"/>
                                  </p:stCondLst>
                                  <p:childTnLst>
                                    <p:set>
                                      <p:cBhvr>
                                        <p:cTn dur="1" fill="hold">
                                          <p:stCondLst>
                                            <p:cond delay="0"/>
                                          </p:stCondLst>
                                        </p:cTn>
                                        <p:tgtEl>
                                          <p:spTgt spid="479"/>
                                        </p:tgtEl>
                                        <p:attrNameLst>
                                          <p:attrName>style.visibility</p:attrName>
                                        </p:attrNameLst>
                                      </p:cBhvr>
                                      <p:to>
                                        <p:strVal val="visible"/>
                                      </p:to>
                                    </p:set>
                                    <p:anim calcmode="lin" valueType="num">
                                      <p:cBhvr additive="base">
                                        <p:cTn dur="1000"/>
                                        <p:tgtEl>
                                          <p:spTgt spid="479"/>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3" name="Shape 483"/>
        <p:cNvGrpSpPr/>
        <p:nvPr/>
      </p:nvGrpSpPr>
      <p:grpSpPr>
        <a:xfrm>
          <a:off x="0" y="0"/>
          <a:ext cx="0" cy="0"/>
          <a:chOff x="0" y="0"/>
          <a:chExt cx="0" cy="0"/>
        </a:xfrm>
      </p:grpSpPr>
      <p:sp>
        <p:nvSpPr>
          <p:cNvPr id="484" name="Google Shape;484;p56"/>
          <p:cNvSpPr txBox="1"/>
          <p:nvPr>
            <p:ph type="title"/>
          </p:nvPr>
        </p:nvSpPr>
        <p:spPr>
          <a:xfrm>
            <a:off x="3306900" y="436175"/>
            <a:ext cx="25302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About Finland</a:t>
            </a:r>
            <a:endParaRPr/>
          </a:p>
        </p:txBody>
      </p:sp>
      <p:sp>
        <p:nvSpPr>
          <p:cNvPr id="485" name="Google Shape;485;p56"/>
          <p:cNvSpPr txBox="1"/>
          <p:nvPr>
            <p:ph idx="1" type="body"/>
          </p:nvPr>
        </p:nvSpPr>
        <p:spPr>
          <a:xfrm>
            <a:off x="571825" y="1167950"/>
            <a:ext cx="5066700" cy="32421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lang="en" sz="1300"/>
              <a:t>- </a:t>
            </a:r>
            <a:r>
              <a:rPr lang="en" sz="1300"/>
              <a:t>Finland is a country in Northern Europe, located near Sweden and Russia. It has a cold climate with long winters and many forests, and its capital city is Helsinki. </a:t>
            </a:r>
            <a:endParaRPr sz="1300"/>
          </a:p>
          <a:p>
            <a:pPr indent="0" lvl="0" marL="0" rtl="0" algn="l">
              <a:lnSpc>
                <a:spcPct val="115000"/>
              </a:lnSpc>
              <a:spcBef>
                <a:spcPts val="1200"/>
              </a:spcBef>
              <a:spcAft>
                <a:spcPts val="0"/>
              </a:spcAft>
              <a:buNone/>
            </a:pPr>
            <a:r>
              <a:rPr lang="en" sz="1300"/>
              <a:t>- </a:t>
            </a:r>
            <a:r>
              <a:rPr lang="en" sz="1300"/>
              <a:t>Finland has a population of about 5.5 million people and is known for valuing equality, education, and strong community connections. The main languages spoken are Finnish and Swedish, and the country is a democratic republic. </a:t>
            </a:r>
            <a:endParaRPr sz="1300"/>
          </a:p>
          <a:p>
            <a:pPr indent="0" lvl="0" marL="0" rtl="0" algn="l">
              <a:lnSpc>
                <a:spcPct val="115000"/>
              </a:lnSpc>
              <a:spcBef>
                <a:spcPts val="1200"/>
              </a:spcBef>
              <a:spcAft>
                <a:spcPts val="1200"/>
              </a:spcAft>
              <a:buNone/>
            </a:pPr>
            <a:r>
              <a:rPr lang="en" sz="1300"/>
              <a:t>- </a:t>
            </a:r>
            <a:r>
              <a:rPr lang="en" sz="1300"/>
              <a:t>Finland also has a high GDP and strong infrastructure, including well funded schools and healthcare systems. These factors help support its successful education system and lower levels of inequality compared to many other countries.</a:t>
            </a:r>
            <a:endParaRPr sz="1300"/>
          </a:p>
        </p:txBody>
      </p:sp>
      <p:pic>
        <p:nvPicPr>
          <p:cNvPr id="486" name="Google Shape;486;p56" title="Screenshot 2026-06-02 at 1.24.55 PM.png"/>
          <p:cNvPicPr preferRelativeResize="0"/>
          <p:nvPr/>
        </p:nvPicPr>
        <p:blipFill>
          <a:blip r:embed="rId3">
            <a:alphaModFix/>
          </a:blip>
          <a:stretch>
            <a:fillRect/>
          </a:stretch>
        </p:blipFill>
        <p:spPr>
          <a:xfrm>
            <a:off x="5837100" y="1492375"/>
            <a:ext cx="2866026" cy="2369075"/>
          </a:xfrm>
          <a:prstGeom prst="rect">
            <a:avLst/>
          </a:prstGeom>
          <a:noFill/>
          <a:ln cap="flat" cmpd="sng" w="9525">
            <a:solidFill>
              <a:schemeClr val="dk1"/>
            </a:solidFill>
            <a:prstDash val="solid"/>
            <a:round/>
            <a:headEnd len="sm" w="sm" type="none"/>
            <a:tailEnd len="sm" w="sm" type="none"/>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484"/>
                                        </p:tgtEl>
                                        <p:attrNameLst>
                                          <p:attrName>style.visibility</p:attrName>
                                        </p:attrNameLst>
                                      </p:cBhvr>
                                      <p:to>
                                        <p:strVal val="visible"/>
                                      </p:to>
                                    </p:set>
                                    <p:anim calcmode="lin" valueType="num">
                                      <p:cBhvr additive="base">
                                        <p:cTn dur="1000"/>
                                        <p:tgtEl>
                                          <p:spTgt spid="484"/>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0" name="Shape 490"/>
        <p:cNvGrpSpPr/>
        <p:nvPr/>
      </p:nvGrpSpPr>
      <p:grpSpPr>
        <a:xfrm>
          <a:off x="0" y="0"/>
          <a:ext cx="0" cy="0"/>
          <a:chOff x="0" y="0"/>
          <a:chExt cx="0" cy="0"/>
        </a:xfrm>
      </p:grpSpPr>
      <p:sp>
        <p:nvSpPr>
          <p:cNvPr id="491" name="Google Shape;491;p57"/>
          <p:cNvSpPr txBox="1"/>
          <p:nvPr>
            <p:ph idx="21" type="title"/>
          </p:nvPr>
        </p:nvSpPr>
        <p:spPr>
          <a:xfrm>
            <a:off x="2332350" y="554300"/>
            <a:ext cx="44793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The </a:t>
            </a:r>
            <a:r>
              <a:rPr lang="en"/>
              <a:t>Global</a:t>
            </a:r>
            <a:r>
              <a:rPr lang="en"/>
              <a:t> Issue </a:t>
            </a:r>
            <a:endParaRPr/>
          </a:p>
        </p:txBody>
      </p:sp>
      <p:sp>
        <p:nvSpPr>
          <p:cNvPr id="492" name="Google Shape;492;p57"/>
          <p:cNvSpPr txBox="1"/>
          <p:nvPr/>
        </p:nvSpPr>
        <p:spPr>
          <a:xfrm>
            <a:off x="544675" y="1200475"/>
            <a:ext cx="8351700" cy="3252300"/>
          </a:xfrm>
          <a:prstGeom prst="rect">
            <a:avLst/>
          </a:prstGeom>
          <a:noFill/>
          <a:ln>
            <a:noFill/>
          </a:ln>
        </p:spPr>
        <p:txBody>
          <a:bodyPr anchorCtr="0" anchor="t" bIns="91425" lIns="91425" spcFirstLastPara="1" rIns="91425" wrap="square" tIns="91425">
            <a:noAutofit/>
          </a:bodyPr>
          <a:lstStyle/>
          <a:p>
            <a:pPr indent="-323850" lvl="0" marL="457200" rtl="0" algn="l">
              <a:spcBef>
                <a:spcPts val="0"/>
              </a:spcBef>
              <a:spcAft>
                <a:spcPts val="0"/>
              </a:spcAft>
              <a:buClr>
                <a:schemeClr val="dk2"/>
              </a:buClr>
              <a:buSzPts val="1500"/>
              <a:buFont typeface="Montserrat"/>
              <a:buChar char="●"/>
            </a:pPr>
            <a:r>
              <a:rPr lang="en" sz="1500">
                <a:solidFill>
                  <a:schemeClr val="dk2"/>
                </a:solidFill>
                <a:latin typeface="Montserrat"/>
                <a:ea typeface="Montserrat"/>
                <a:cs typeface="Montserrat"/>
                <a:sym typeface="Montserrat"/>
              </a:rPr>
              <a:t>The </a:t>
            </a:r>
            <a:r>
              <a:rPr lang="en" sz="1500">
                <a:solidFill>
                  <a:schemeClr val="dk2"/>
                </a:solidFill>
                <a:latin typeface="Montserrat"/>
                <a:ea typeface="Montserrat"/>
                <a:cs typeface="Montserrat"/>
                <a:sym typeface="Montserrat"/>
              </a:rPr>
              <a:t>Global</a:t>
            </a:r>
            <a:r>
              <a:rPr lang="en" sz="1500">
                <a:solidFill>
                  <a:schemeClr val="dk2"/>
                </a:solidFill>
                <a:latin typeface="Montserrat"/>
                <a:ea typeface="Montserrat"/>
                <a:cs typeface="Montserrat"/>
                <a:sym typeface="Montserrat"/>
              </a:rPr>
              <a:t> </a:t>
            </a:r>
            <a:r>
              <a:rPr lang="en" sz="1500">
                <a:solidFill>
                  <a:schemeClr val="dk1"/>
                </a:solidFill>
                <a:latin typeface="Montserrat"/>
                <a:ea typeface="Montserrat"/>
                <a:cs typeface="Montserrat"/>
                <a:sym typeface="Montserrat"/>
              </a:rPr>
              <a:t>issue is </a:t>
            </a:r>
            <a:r>
              <a:rPr lang="en" sz="1500" u="sng">
                <a:solidFill>
                  <a:schemeClr val="dk1"/>
                </a:solidFill>
                <a:latin typeface="Montserrat"/>
                <a:ea typeface="Montserrat"/>
                <a:cs typeface="Montserrat"/>
                <a:sym typeface="Montserrat"/>
                <a:hlinkClick r:id="rId3">
                  <a:extLst>
                    <a:ext uri="{A12FA001-AC4F-418D-AE19-62706E023703}">
                      <ahyp:hlinkClr val="tx"/>
                    </a:ext>
                  </a:extLst>
                </a:hlinkClick>
              </a:rPr>
              <a:t>education inequality and how systems affect students success</a:t>
            </a:r>
            <a:r>
              <a:rPr lang="en" sz="1500" u="sng">
                <a:solidFill>
                  <a:schemeClr val="dk1"/>
                </a:solidFill>
                <a:latin typeface="Montserrat"/>
                <a:ea typeface="Montserrat"/>
                <a:cs typeface="Montserrat"/>
                <a:sym typeface="Montserrat"/>
              </a:rPr>
              <a:t>.</a:t>
            </a:r>
            <a:endParaRPr sz="1500" u="sng">
              <a:solidFill>
                <a:schemeClr val="dk1"/>
              </a:solidFill>
              <a:latin typeface="Montserrat"/>
              <a:ea typeface="Montserrat"/>
              <a:cs typeface="Montserrat"/>
              <a:sym typeface="Montserrat"/>
            </a:endParaRPr>
          </a:p>
          <a:p>
            <a:pPr indent="-323850" lvl="0" marL="457200" rtl="0" algn="l">
              <a:spcBef>
                <a:spcPts val="0"/>
              </a:spcBef>
              <a:spcAft>
                <a:spcPts val="0"/>
              </a:spcAft>
              <a:buClr>
                <a:schemeClr val="dk2"/>
              </a:buClr>
              <a:buSzPts val="1500"/>
              <a:buFont typeface="Montserrat"/>
              <a:buChar char="●"/>
            </a:pPr>
            <a:r>
              <a:rPr lang="en" sz="1500">
                <a:solidFill>
                  <a:schemeClr val="dk2"/>
                </a:solidFill>
                <a:latin typeface="Montserrat"/>
                <a:ea typeface="Montserrat"/>
                <a:cs typeface="Montserrat"/>
                <a:sym typeface="Montserrat"/>
              </a:rPr>
              <a:t>Not all students around the world have equal access to good </a:t>
            </a:r>
            <a:r>
              <a:rPr lang="en" sz="1500">
                <a:solidFill>
                  <a:schemeClr val="dk2"/>
                </a:solidFill>
                <a:latin typeface="Montserrat"/>
                <a:ea typeface="Montserrat"/>
                <a:cs typeface="Montserrat"/>
                <a:sym typeface="Montserrat"/>
              </a:rPr>
              <a:t>education</a:t>
            </a:r>
            <a:r>
              <a:rPr lang="en" sz="1500">
                <a:solidFill>
                  <a:schemeClr val="dk2"/>
                </a:solidFill>
                <a:latin typeface="Montserrat"/>
                <a:ea typeface="Montserrat"/>
                <a:cs typeface="Montserrat"/>
                <a:sym typeface="Montserrat"/>
              </a:rPr>
              <a:t>.</a:t>
            </a:r>
            <a:endParaRPr sz="1500">
              <a:solidFill>
                <a:schemeClr val="dk2"/>
              </a:solidFill>
              <a:latin typeface="Montserrat"/>
              <a:ea typeface="Montserrat"/>
              <a:cs typeface="Montserrat"/>
              <a:sym typeface="Montserrat"/>
            </a:endParaRPr>
          </a:p>
          <a:p>
            <a:pPr indent="-323850" lvl="0" marL="457200" rtl="0" algn="l">
              <a:spcBef>
                <a:spcPts val="0"/>
              </a:spcBef>
              <a:spcAft>
                <a:spcPts val="0"/>
              </a:spcAft>
              <a:buClr>
                <a:schemeClr val="dk2"/>
              </a:buClr>
              <a:buSzPts val="1500"/>
              <a:buFont typeface="Montserrat"/>
              <a:buChar char="●"/>
            </a:pPr>
            <a:r>
              <a:rPr lang="en" sz="1500">
                <a:solidFill>
                  <a:schemeClr val="dk2"/>
                </a:solidFill>
                <a:latin typeface="Montserrat"/>
                <a:ea typeface="Montserrat"/>
                <a:cs typeface="Montserrat"/>
                <a:sym typeface="Montserrat"/>
              </a:rPr>
              <a:t>Some </a:t>
            </a:r>
            <a:r>
              <a:rPr lang="en" sz="1500">
                <a:solidFill>
                  <a:schemeClr val="dk2"/>
                </a:solidFill>
                <a:latin typeface="Montserrat"/>
                <a:ea typeface="Montserrat"/>
                <a:cs typeface="Montserrat"/>
                <a:sym typeface="Montserrat"/>
              </a:rPr>
              <a:t>countries</a:t>
            </a:r>
            <a:r>
              <a:rPr lang="en" sz="1500">
                <a:solidFill>
                  <a:schemeClr val="dk2"/>
                </a:solidFill>
                <a:latin typeface="Montserrat"/>
                <a:ea typeface="Montserrat"/>
                <a:cs typeface="Montserrat"/>
                <a:sym typeface="Montserrat"/>
              </a:rPr>
              <a:t> use more </a:t>
            </a:r>
            <a:r>
              <a:rPr lang="en" sz="1500">
                <a:solidFill>
                  <a:schemeClr val="dk2"/>
                </a:solidFill>
                <a:latin typeface="Montserrat"/>
                <a:ea typeface="Montserrat"/>
                <a:cs typeface="Montserrat"/>
                <a:sym typeface="Montserrat"/>
              </a:rPr>
              <a:t>testing</a:t>
            </a:r>
            <a:r>
              <a:rPr lang="en" sz="1500">
                <a:solidFill>
                  <a:schemeClr val="dk2"/>
                </a:solidFill>
                <a:latin typeface="Montserrat"/>
                <a:ea typeface="Montserrat"/>
                <a:cs typeface="Montserrat"/>
                <a:sym typeface="Montserrat"/>
              </a:rPr>
              <a:t>, longer school days, and strict grading.</a:t>
            </a:r>
            <a:endParaRPr sz="1500">
              <a:solidFill>
                <a:schemeClr val="dk2"/>
              </a:solidFill>
              <a:latin typeface="Montserrat"/>
              <a:ea typeface="Montserrat"/>
              <a:cs typeface="Montserrat"/>
              <a:sym typeface="Montserrat"/>
            </a:endParaRPr>
          </a:p>
          <a:p>
            <a:pPr indent="-323850" lvl="0" marL="457200" rtl="0" algn="l">
              <a:spcBef>
                <a:spcPts val="0"/>
              </a:spcBef>
              <a:spcAft>
                <a:spcPts val="0"/>
              </a:spcAft>
              <a:buClr>
                <a:schemeClr val="dk2"/>
              </a:buClr>
              <a:buSzPts val="1500"/>
              <a:buFont typeface="Montserrat"/>
              <a:buChar char="●"/>
            </a:pPr>
            <a:r>
              <a:rPr lang="en" sz="1500">
                <a:solidFill>
                  <a:schemeClr val="dk2"/>
                </a:solidFill>
                <a:latin typeface="Montserrat"/>
                <a:ea typeface="Montserrat"/>
                <a:cs typeface="Montserrat"/>
                <a:sym typeface="Montserrat"/>
              </a:rPr>
              <a:t>This can </a:t>
            </a:r>
            <a:r>
              <a:rPr lang="en" sz="1500">
                <a:solidFill>
                  <a:schemeClr val="dk2"/>
                </a:solidFill>
                <a:latin typeface="Montserrat"/>
                <a:ea typeface="Montserrat"/>
                <a:cs typeface="Montserrat"/>
                <a:sym typeface="Montserrat"/>
              </a:rPr>
              <a:t>increase</a:t>
            </a:r>
            <a:r>
              <a:rPr lang="en" sz="1500">
                <a:solidFill>
                  <a:schemeClr val="dk2"/>
                </a:solidFill>
                <a:latin typeface="Montserrat"/>
                <a:ea typeface="Montserrat"/>
                <a:cs typeface="Montserrat"/>
                <a:sym typeface="Montserrat"/>
              </a:rPr>
              <a:t> the poverty cycle, </a:t>
            </a:r>
            <a:r>
              <a:rPr lang="en" sz="1500">
                <a:solidFill>
                  <a:schemeClr val="dk2"/>
                </a:solidFill>
                <a:latin typeface="Montserrat"/>
                <a:ea typeface="Montserrat"/>
                <a:cs typeface="Montserrat"/>
                <a:sym typeface="Montserrat"/>
              </a:rPr>
              <a:t>because</a:t>
            </a:r>
            <a:r>
              <a:rPr lang="en" sz="1500">
                <a:solidFill>
                  <a:schemeClr val="dk2"/>
                </a:solidFill>
                <a:latin typeface="Montserrat"/>
                <a:ea typeface="Montserrat"/>
                <a:cs typeface="Montserrat"/>
                <a:sym typeface="Montserrat"/>
              </a:rPr>
              <a:t> students with less education may have fewer opportunities.</a:t>
            </a:r>
            <a:endParaRPr sz="1500">
              <a:solidFill>
                <a:schemeClr val="dk2"/>
              </a:solidFill>
              <a:latin typeface="Montserrat"/>
              <a:ea typeface="Montserrat"/>
              <a:cs typeface="Montserrat"/>
              <a:sym typeface="Montserrat"/>
            </a:endParaRPr>
          </a:p>
          <a:p>
            <a:pPr indent="-323850" lvl="0" marL="457200" rtl="0" algn="l">
              <a:spcBef>
                <a:spcPts val="0"/>
              </a:spcBef>
              <a:spcAft>
                <a:spcPts val="0"/>
              </a:spcAft>
              <a:buClr>
                <a:schemeClr val="dk2"/>
              </a:buClr>
              <a:buSzPts val="1500"/>
              <a:buFont typeface="Montserrat"/>
              <a:buChar char="●"/>
            </a:pPr>
            <a:r>
              <a:rPr lang="en" sz="1500">
                <a:solidFill>
                  <a:schemeClr val="dk2"/>
                </a:solidFill>
                <a:latin typeface="Montserrat"/>
                <a:ea typeface="Montserrat"/>
                <a:cs typeface="Montserrat"/>
                <a:sym typeface="Montserrat"/>
              </a:rPr>
              <a:t>Education affects a </a:t>
            </a:r>
            <a:r>
              <a:rPr lang="en" sz="1500">
                <a:solidFill>
                  <a:schemeClr val="dk2"/>
                </a:solidFill>
                <a:latin typeface="Montserrat"/>
                <a:ea typeface="Montserrat"/>
                <a:cs typeface="Montserrat"/>
                <a:sym typeface="Montserrat"/>
              </a:rPr>
              <a:t>countries</a:t>
            </a:r>
            <a:r>
              <a:rPr lang="en" sz="1500">
                <a:solidFill>
                  <a:schemeClr val="dk2"/>
                </a:solidFill>
                <a:latin typeface="Montserrat"/>
                <a:ea typeface="Montserrat"/>
                <a:cs typeface="Montserrat"/>
                <a:sym typeface="Montserrat"/>
              </a:rPr>
              <a:t> GDP, development, and </a:t>
            </a:r>
            <a:r>
              <a:rPr lang="en" sz="1500">
                <a:solidFill>
                  <a:schemeClr val="dk2"/>
                </a:solidFill>
                <a:latin typeface="Montserrat"/>
                <a:ea typeface="Montserrat"/>
                <a:cs typeface="Montserrat"/>
                <a:sym typeface="Montserrat"/>
              </a:rPr>
              <a:t>future</a:t>
            </a:r>
            <a:r>
              <a:rPr lang="en" sz="1500">
                <a:solidFill>
                  <a:schemeClr val="dk2"/>
                </a:solidFill>
                <a:latin typeface="Montserrat"/>
                <a:ea typeface="Montserrat"/>
                <a:cs typeface="Montserrat"/>
                <a:sym typeface="Montserrat"/>
              </a:rPr>
              <a:t> success.</a:t>
            </a:r>
            <a:endParaRPr sz="1500">
              <a:solidFill>
                <a:schemeClr val="dk2"/>
              </a:solidFill>
              <a:latin typeface="Montserrat"/>
              <a:ea typeface="Montserrat"/>
              <a:cs typeface="Montserrat"/>
              <a:sym typeface="Montserrat"/>
            </a:endParaRPr>
          </a:p>
          <a:p>
            <a:pPr indent="-323850" lvl="0" marL="457200" rtl="0" algn="l">
              <a:spcBef>
                <a:spcPts val="0"/>
              </a:spcBef>
              <a:spcAft>
                <a:spcPts val="0"/>
              </a:spcAft>
              <a:buClr>
                <a:schemeClr val="dk2"/>
              </a:buClr>
              <a:buSzPts val="1500"/>
              <a:buFont typeface="Montserrat"/>
              <a:buChar char="●"/>
            </a:pPr>
            <a:r>
              <a:rPr lang="en" sz="1500">
                <a:solidFill>
                  <a:schemeClr val="dk2"/>
                </a:solidFill>
                <a:latin typeface="Montserrat"/>
                <a:ea typeface="Montserrat"/>
                <a:cs typeface="Montserrat"/>
                <a:sym typeface="Montserrat"/>
              </a:rPr>
              <a:t>Finland</a:t>
            </a:r>
            <a:r>
              <a:rPr lang="en" sz="1500">
                <a:solidFill>
                  <a:schemeClr val="dk2"/>
                </a:solidFill>
                <a:latin typeface="Montserrat"/>
                <a:ea typeface="Montserrat"/>
                <a:cs typeface="Montserrat"/>
                <a:sym typeface="Montserrat"/>
              </a:rPr>
              <a:t> use a </a:t>
            </a:r>
            <a:r>
              <a:rPr lang="en" sz="1500">
                <a:solidFill>
                  <a:schemeClr val="dk2"/>
                </a:solidFill>
                <a:latin typeface="Montserrat"/>
                <a:ea typeface="Montserrat"/>
                <a:cs typeface="Montserrat"/>
                <a:sym typeface="Montserrat"/>
              </a:rPr>
              <a:t>different</a:t>
            </a:r>
            <a:r>
              <a:rPr lang="en" sz="1500">
                <a:solidFill>
                  <a:schemeClr val="dk2"/>
                </a:solidFill>
                <a:latin typeface="Montserrat"/>
                <a:ea typeface="Montserrat"/>
                <a:cs typeface="Montserrat"/>
                <a:sym typeface="Montserrat"/>
              </a:rPr>
              <a:t> system with:</a:t>
            </a:r>
            <a:endParaRPr sz="1500">
              <a:solidFill>
                <a:schemeClr val="dk2"/>
              </a:solidFill>
              <a:latin typeface="Montserrat"/>
              <a:ea typeface="Montserrat"/>
              <a:cs typeface="Montserrat"/>
              <a:sym typeface="Montserrat"/>
            </a:endParaRPr>
          </a:p>
          <a:p>
            <a:pPr indent="-323850" lvl="0" marL="457200" rtl="0" algn="l">
              <a:spcBef>
                <a:spcPts val="0"/>
              </a:spcBef>
              <a:spcAft>
                <a:spcPts val="0"/>
              </a:spcAft>
              <a:buClr>
                <a:schemeClr val="dk2"/>
              </a:buClr>
              <a:buSzPts val="1500"/>
              <a:buFont typeface="Montserrat"/>
              <a:buChar char="-"/>
            </a:pPr>
            <a:r>
              <a:rPr lang="en" sz="1500">
                <a:solidFill>
                  <a:schemeClr val="dk2"/>
                </a:solidFill>
                <a:latin typeface="Montserrat"/>
                <a:ea typeface="Montserrat"/>
                <a:cs typeface="Montserrat"/>
                <a:sym typeface="Montserrat"/>
              </a:rPr>
              <a:t>Less testing and homework.</a:t>
            </a:r>
            <a:endParaRPr sz="1500">
              <a:solidFill>
                <a:schemeClr val="dk2"/>
              </a:solidFill>
              <a:latin typeface="Montserrat"/>
              <a:ea typeface="Montserrat"/>
              <a:cs typeface="Montserrat"/>
              <a:sym typeface="Montserrat"/>
            </a:endParaRPr>
          </a:p>
          <a:p>
            <a:pPr indent="-323850" lvl="0" marL="457200" rtl="0" algn="l">
              <a:spcBef>
                <a:spcPts val="0"/>
              </a:spcBef>
              <a:spcAft>
                <a:spcPts val="0"/>
              </a:spcAft>
              <a:buClr>
                <a:schemeClr val="dk2"/>
              </a:buClr>
              <a:buSzPts val="1500"/>
              <a:buFont typeface="Montserrat"/>
              <a:buChar char="-"/>
            </a:pPr>
            <a:r>
              <a:rPr lang="en" sz="1500">
                <a:solidFill>
                  <a:schemeClr val="dk2"/>
                </a:solidFill>
                <a:latin typeface="Montserrat"/>
                <a:ea typeface="Montserrat"/>
                <a:cs typeface="Montserrat"/>
                <a:sym typeface="Montserrat"/>
              </a:rPr>
              <a:t>Play-based </a:t>
            </a:r>
            <a:r>
              <a:rPr lang="en" sz="1500">
                <a:solidFill>
                  <a:schemeClr val="dk2"/>
                </a:solidFill>
                <a:latin typeface="Montserrat"/>
                <a:ea typeface="Montserrat"/>
                <a:cs typeface="Montserrat"/>
                <a:sym typeface="Montserrat"/>
              </a:rPr>
              <a:t>learning</a:t>
            </a:r>
            <a:r>
              <a:rPr lang="en" sz="1500">
                <a:solidFill>
                  <a:schemeClr val="dk2"/>
                </a:solidFill>
                <a:latin typeface="Montserrat"/>
                <a:ea typeface="Montserrat"/>
                <a:cs typeface="Montserrat"/>
                <a:sym typeface="Montserrat"/>
              </a:rPr>
              <a:t> in </a:t>
            </a:r>
            <a:r>
              <a:rPr lang="en" sz="1500">
                <a:solidFill>
                  <a:schemeClr val="dk2"/>
                </a:solidFill>
                <a:latin typeface="Montserrat"/>
                <a:ea typeface="Montserrat"/>
                <a:cs typeface="Montserrat"/>
                <a:sym typeface="Montserrat"/>
              </a:rPr>
              <a:t>early</a:t>
            </a:r>
            <a:r>
              <a:rPr lang="en" sz="1500">
                <a:solidFill>
                  <a:schemeClr val="dk2"/>
                </a:solidFill>
                <a:latin typeface="Montserrat"/>
                <a:ea typeface="Montserrat"/>
                <a:cs typeface="Montserrat"/>
                <a:sym typeface="Montserrat"/>
              </a:rPr>
              <a:t> years. </a:t>
            </a:r>
            <a:endParaRPr sz="1500">
              <a:solidFill>
                <a:schemeClr val="dk2"/>
              </a:solidFill>
              <a:latin typeface="Montserrat"/>
              <a:ea typeface="Montserrat"/>
              <a:cs typeface="Montserrat"/>
              <a:sym typeface="Montserrat"/>
            </a:endParaRPr>
          </a:p>
          <a:p>
            <a:pPr indent="-323850" lvl="0" marL="457200" rtl="0" algn="l">
              <a:spcBef>
                <a:spcPts val="0"/>
              </a:spcBef>
              <a:spcAft>
                <a:spcPts val="0"/>
              </a:spcAft>
              <a:buClr>
                <a:schemeClr val="dk2"/>
              </a:buClr>
              <a:buSzPts val="1500"/>
              <a:buFont typeface="Montserrat"/>
              <a:buChar char="-"/>
            </a:pPr>
            <a:r>
              <a:rPr lang="en" sz="1500">
                <a:solidFill>
                  <a:schemeClr val="dk2"/>
                </a:solidFill>
                <a:latin typeface="Montserrat"/>
                <a:ea typeface="Montserrat"/>
                <a:cs typeface="Montserrat"/>
                <a:sym typeface="Montserrat"/>
              </a:rPr>
              <a:t>More focus on </a:t>
            </a:r>
            <a:r>
              <a:rPr lang="en" sz="1500">
                <a:solidFill>
                  <a:schemeClr val="dk2"/>
                </a:solidFill>
                <a:latin typeface="Montserrat"/>
                <a:ea typeface="Montserrat"/>
                <a:cs typeface="Montserrat"/>
                <a:sym typeface="Montserrat"/>
              </a:rPr>
              <a:t>quality.</a:t>
            </a:r>
            <a:r>
              <a:rPr lang="en" sz="1500">
                <a:solidFill>
                  <a:schemeClr val="dk2"/>
                </a:solidFill>
                <a:latin typeface="Montserrat"/>
                <a:ea typeface="Montserrat"/>
                <a:cs typeface="Montserrat"/>
                <a:sym typeface="Montserrat"/>
              </a:rPr>
              <a:t> </a:t>
            </a:r>
            <a:endParaRPr sz="1500">
              <a:solidFill>
                <a:schemeClr val="dk2"/>
              </a:solidFill>
              <a:latin typeface="Montserrat"/>
              <a:ea typeface="Montserrat"/>
              <a:cs typeface="Montserrat"/>
              <a:sym typeface="Montserrat"/>
            </a:endParaRPr>
          </a:p>
          <a:p>
            <a:pPr indent="0" lvl="0" marL="0" rtl="0" algn="l">
              <a:spcBef>
                <a:spcPts val="0"/>
              </a:spcBef>
              <a:spcAft>
                <a:spcPts val="0"/>
              </a:spcAft>
              <a:buNone/>
            </a:pPr>
            <a:r>
              <a:rPr lang="en" sz="1500">
                <a:solidFill>
                  <a:schemeClr val="dk2"/>
                </a:solidFill>
                <a:latin typeface="Montserrat"/>
                <a:ea typeface="Montserrat"/>
                <a:cs typeface="Montserrat"/>
                <a:sym typeface="Montserrat"/>
              </a:rPr>
              <a:t>Big question:</a:t>
            </a:r>
            <a:endParaRPr sz="1500">
              <a:solidFill>
                <a:schemeClr val="dk2"/>
              </a:solidFill>
              <a:latin typeface="Montserrat"/>
              <a:ea typeface="Montserrat"/>
              <a:cs typeface="Montserrat"/>
              <a:sym typeface="Montserrat"/>
            </a:endParaRPr>
          </a:p>
          <a:p>
            <a:pPr indent="0" lvl="0" marL="0" rtl="0" algn="l">
              <a:spcBef>
                <a:spcPts val="0"/>
              </a:spcBef>
              <a:spcAft>
                <a:spcPts val="0"/>
              </a:spcAft>
              <a:buNone/>
            </a:pPr>
            <a:r>
              <a:rPr lang="en" sz="1500">
                <a:solidFill>
                  <a:schemeClr val="dk2"/>
                </a:solidFill>
                <a:latin typeface="Montserrat"/>
                <a:ea typeface="Montserrat"/>
                <a:cs typeface="Montserrat"/>
                <a:sym typeface="Montserrat"/>
              </a:rPr>
              <a:t>Can Finland’s education system work in other </a:t>
            </a:r>
            <a:r>
              <a:rPr lang="en" sz="1500">
                <a:solidFill>
                  <a:schemeClr val="dk2"/>
                </a:solidFill>
                <a:latin typeface="Montserrat"/>
                <a:ea typeface="Montserrat"/>
                <a:cs typeface="Montserrat"/>
                <a:sym typeface="Montserrat"/>
              </a:rPr>
              <a:t>countries</a:t>
            </a:r>
            <a:r>
              <a:rPr lang="en" sz="1500">
                <a:solidFill>
                  <a:schemeClr val="dk2"/>
                </a:solidFill>
                <a:latin typeface="Montserrat"/>
                <a:ea typeface="Montserrat"/>
                <a:cs typeface="Montserrat"/>
                <a:sym typeface="Montserrat"/>
              </a:rPr>
              <a:t> like Canada, or does it depend on Finland’s strong </a:t>
            </a:r>
            <a:r>
              <a:rPr lang="en" sz="1500">
                <a:solidFill>
                  <a:schemeClr val="dk2"/>
                </a:solidFill>
                <a:latin typeface="Montserrat"/>
                <a:ea typeface="Montserrat"/>
                <a:cs typeface="Montserrat"/>
                <a:sym typeface="Montserrat"/>
              </a:rPr>
              <a:t>infrastructure</a:t>
            </a:r>
            <a:r>
              <a:rPr lang="en" sz="1500">
                <a:solidFill>
                  <a:schemeClr val="dk2"/>
                </a:solidFill>
                <a:latin typeface="Montserrat"/>
                <a:ea typeface="Montserrat"/>
                <a:cs typeface="Montserrat"/>
                <a:sym typeface="Montserrat"/>
              </a:rPr>
              <a:t> and </a:t>
            </a:r>
            <a:r>
              <a:rPr lang="en" sz="1500">
                <a:solidFill>
                  <a:schemeClr val="dk2"/>
                </a:solidFill>
                <a:latin typeface="Montserrat"/>
                <a:ea typeface="Montserrat"/>
                <a:cs typeface="Montserrat"/>
                <a:sym typeface="Montserrat"/>
              </a:rPr>
              <a:t>society?</a:t>
            </a:r>
            <a:endParaRPr sz="1500">
              <a:solidFill>
                <a:schemeClr val="dk2"/>
              </a:solidFill>
              <a:latin typeface="Montserrat"/>
              <a:ea typeface="Montserrat"/>
              <a:cs typeface="Montserrat"/>
              <a:sym typeface="Montserrat"/>
            </a:endParaRPr>
          </a:p>
          <a:p>
            <a:pPr indent="0" lvl="0" marL="0" rtl="0" algn="l">
              <a:spcBef>
                <a:spcPts val="0"/>
              </a:spcBef>
              <a:spcAft>
                <a:spcPts val="0"/>
              </a:spcAft>
              <a:buNone/>
            </a:pPr>
            <a:r>
              <a:t/>
            </a:r>
            <a:endParaRPr sz="1600">
              <a:solidFill>
                <a:schemeClr val="dk2"/>
              </a:solidFill>
              <a:latin typeface="Montserrat"/>
              <a:ea typeface="Montserrat"/>
              <a:cs typeface="Montserrat"/>
              <a:sym typeface="Montserrat"/>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xit" presetID="2" presetSubtype="8">
                                  <p:stCondLst>
                                    <p:cond delay="0"/>
                                  </p:stCondLst>
                                  <p:childTnLst>
                                    <p:anim calcmode="lin" valueType="num">
                                      <p:cBhvr additive="base">
                                        <p:cTn dur="1000"/>
                                        <p:tgtEl>
                                          <p:spTgt spid="491"/>
                                        </p:tgtEl>
                                        <p:attrNameLst>
                                          <p:attrName>ppt_x</p:attrName>
                                        </p:attrNameLst>
                                      </p:cBhvr>
                                      <p:tavLst>
                                        <p:tav fmla="" tm="0">
                                          <p:val>
                                            <p:strVal val="#ppt_x"/>
                                          </p:val>
                                        </p:tav>
                                        <p:tav fmla="" tm="100000">
                                          <p:val>
                                            <p:strVal val="#ppt_x-1"/>
                                          </p:val>
                                        </p:tav>
                                      </p:tavLst>
                                    </p:anim>
                                    <p:set>
                                      <p:cBhvr>
                                        <p:cTn dur="1" fill="hold">
                                          <p:stCondLst>
                                            <p:cond delay="1000"/>
                                          </p:stCondLst>
                                        </p:cTn>
                                        <p:tgtEl>
                                          <p:spTgt spid="491"/>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6" name="Shape 496"/>
        <p:cNvGrpSpPr/>
        <p:nvPr/>
      </p:nvGrpSpPr>
      <p:grpSpPr>
        <a:xfrm>
          <a:off x="0" y="0"/>
          <a:ext cx="0" cy="0"/>
          <a:chOff x="0" y="0"/>
          <a:chExt cx="0" cy="0"/>
        </a:xfrm>
      </p:grpSpPr>
      <p:sp>
        <p:nvSpPr>
          <p:cNvPr id="497" name="Google Shape;497;p58"/>
          <p:cNvSpPr txBox="1"/>
          <p:nvPr>
            <p:ph type="title"/>
          </p:nvPr>
        </p:nvSpPr>
        <p:spPr>
          <a:xfrm>
            <a:off x="1171500" y="486825"/>
            <a:ext cx="6801000" cy="497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Challenges and </a:t>
            </a:r>
            <a:r>
              <a:rPr lang="en"/>
              <a:t>criticisms</a:t>
            </a:r>
            <a:r>
              <a:rPr lang="en"/>
              <a:t> of F</a:t>
            </a:r>
            <a:r>
              <a:rPr lang="en"/>
              <a:t>inland's</a:t>
            </a:r>
            <a:r>
              <a:rPr lang="en"/>
              <a:t> </a:t>
            </a:r>
            <a:r>
              <a:rPr lang="en"/>
              <a:t>education</a:t>
            </a:r>
            <a:r>
              <a:rPr lang="en"/>
              <a:t> system</a:t>
            </a:r>
            <a:endParaRPr/>
          </a:p>
        </p:txBody>
      </p:sp>
      <p:sp>
        <p:nvSpPr>
          <p:cNvPr id="498" name="Google Shape;498;p58"/>
          <p:cNvSpPr txBox="1"/>
          <p:nvPr/>
        </p:nvSpPr>
        <p:spPr>
          <a:xfrm>
            <a:off x="693975" y="1618425"/>
            <a:ext cx="8049900" cy="2661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2"/>
                </a:solidFill>
                <a:latin typeface="Montserrat"/>
                <a:ea typeface="Montserrat"/>
                <a:cs typeface="Montserrat"/>
                <a:sym typeface="Montserrat"/>
              </a:rPr>
              <a:t>Although Finland’s </a:t>
            </a:r>
            <a:r>
              <a:rPr lang="en">
                <a:solidFill>
                  <a:schemeClr val="dk2"/>
                </a:solidFill>
                <a:latin typeface="Montserrat"/>
                <a:ea typeface="Montserrat"/>
                <a:cs typeface="Montserrat"/>
                <a:sym typeface="Montserrat"/>
              </a:rPr>
              <a:t>education</a:t>
            </a:r>
            <a:r>
              <a:rPr lang="en">
                <a:solidFill>
                  <a:schemeClr val="dk2"/>
                </a:solidFill>
                <a:latin typeface="Montserrat"/>
                <a:ea typeface="Montserrat"/>
                <a:cs typeface="Montserrat"/>
                <a:sym typeface="Montserrat"/>
              </a:rPr>
              <a:t> system works well, it has some downsides. One issue is that with less </a:t>
            </a:r>
            <a:r>
              <a:rPr lang="en">
                <a:solidFill>
                  <a:schemeClr val="dk2"/>
                </a:solidFill>
                <a:latin typeface="Montserrat"/>
                <a:ea typeface="Montserrat"/>
                <a:cs typeface="Montserrat"/>
                <a:sym typeface="Montserrat"/>
              </a:rPr>
              <a:t>testing</a:t>
            </a:r>
            <a:r>
              <a:rPr lang="en">
                <a:solidFill>
                  <a:schemeClr val="dk2"/>
                </a:solidFill>
                <a:latin typeface="Montserrat"/>
                <a:ea typeface="Montserrat"/>
                <a:cs typeface="Montserrat"/>
                <a:sym typeface="Montserrat"/>
              </a:rPr>
              <a:t> and fewer </a:t>
            </a:r>
            <a:r>
              <a:rPr lang="en">
                <a:solidFill>
                  <a:schemeClr val="dk2"/>
                </a:solidFill>
                <a:latin typeface="Montserrat"/>
                <a:ea typeface="Montserrat"/>
                <a:cs typeface="Montserrat"/>
                <a:sym typeface="Montserrat"/>
              </a:rPr>
              <a:t>grades</a:t>
            </a:r>
            <a:r>
              <a:rPr lang="en">
                <a:solidFill>
                  <a:schemeClr val="dk2"/>
                </a:solidFill>
                <a:latin typeface="Montserrat"/>
                <a:ea typeface="Montserrat"/>
                <a:cs typeface="Montserrat"/>
                <a:sym typeface="Montserrat"/>
              </a:rPr>
              <a:t> in the </a:t>
            </a:r>
            <a:r>
              <a:rPr lang="en">
                <a:solidFill>
                  <a:schemeClr val="dk2"/>
                </a:solidFill>
                <a:latin typeface="Montserrat"/>
                <a:ea typeface="Montserrat"/>
                <a:cs typeface="Montserrat"/>
                <a:sym typeface="Montserrat"/>
              </a:rPr>
              <a:t>early</a:t>
            </a:r>
            <a:r>
              <a:rPr lang="en">
                <a:solidFill>
                  <a:schemeClr val="dk2"/>
                </a:solidFill>
                <a:latin typeface="Montserrat"/>
                <a:ea typeface="Montserrat"/>
                <a:cs typeface="Montserrat"/>
                <a:sym typeface="Montserrat"/>
              </a:rPr>
              <a:t> years, it </a:t>
            </a:r>
            <a:r>
              <a:rPr lang="en">
                <a:solidFill>
                  <a:schemeClr val="dk2"/>
                </a:solidFill>
                <a:latin typeface="Montserrat"/>
                <a:ea typeface="Montserrat"/>
                <a:cs typeface="Montserrat"/>
                <a:sym typeface="Montserrat"/>
              </a:rPr>
              <a:t>can be</a:t>
            </a:r>
            <a:r>
              <a:rPr lang="en">
                <a:solidFill>
                  <a:schemeClr val="dk2"/>
                </a:solidFill>
                <a:latin typeface="Montserrat"/>
                <a:ea typeface="Montserrat"/>
                <a:cs typeface="Montserrat"/>
                <a:sym typeface="Montserrat"/>
              </a:rPr>
              <a:t> harder to clearly track student progress. Some students might also struggle without structure or competition, especially if they are used to more </a:t>
            </a:r>
            <a:r>
              <a:rPr lang="en">
                <a:solidFill>
                  <a:schemeClr val="dk2"/>
                </a:solidFill>
                <a:latin typeface="Montserrat"/>
                <a:ea typeface="Montserrat"/>
                <a:cs typeface="Montserrat"/>
                <a:sym typeface="Montserrat"/>
              </a:rPr>
              <a:t>traditional</a:t>
            </a:r>
            <a:r>
              <a:rPr lang="en">
                <a:solidFill>
                  <a:schemeClr val="dk2"/>
                </a:solidFill>
                <a:latin typeface="Montserrat"/>
                <a:ea typeface="Montserrat"/>
                <a:cs typeface="Montserrat"/>
                <a:sym typeface="Montserrat"/>
              </a:rPr>
              <a:t> school systems.</a:t>
            </a:r>
            <a:endParaRPr>
              <a:solidFill>
                <a:schemeClr val="dk2"/>
              </a:solidFill>
              <a:latin typeface="Montserrat"/>
              <a:ea typeface="Montserrat"/>
              <a:cs typeface="Montserrat"/>
              <a:sym typeface="Montserrat"/>
            </a:endParaRPr>
          </a:p>
          <a:p>
            <a:pPr indent="0" lvl="0" marL="0" rtl="0" algn="l">
              <a:spcBef>
                <a:spcPts val="0"/>
              </a:spcBef>
              <a:spcAft>
                <a:spcPts val="0"/>
              </a:spcAft>
              <a:buNone/>
            </a:pPr>
            <a:r>
              <a:t/>
            </a:r>
            <a:endParaRPr>
              <a:solidFill>
                <a:schemeClr val="dk2"/>
              </a:solidFill>
              <a:latin typeface="Montserrat"/>
              <a:ea typeface="Montserrat"/>
              <a:cs typeface="Montserrat"/>
              <a:sym typeface="Montserrat"/>
            </a:endParaRPr>
          </a:p>
          <a:p>
            <a:pPr indent="0" lvl="0" marL="0" rtl="0" algn="l">
              <a:spcBef>
                <a:spcPts val="0"/>
              </a:spcBef>
              <a:spcAft>
                <a:spcPts val="0"/>
              </a:spcAft>
              <a:buNone/>
            </a:pPr>
            <a:r>
              <a:rPr lang="en">
                <a:solidFill>
                  <a:schemeClr val="dk2"/>
                </a:solidFill>
                <a:latin typeface="Montserrat"/>
                <a:ea typeface="Montserrat"/>
                <a:cs typeface="Montserrat"/>
                <a:sym typeface="Montserrat"/>
              </a:rPr>
              <a:t>Another problem is that Finland’s system might </a:t>
            </a:r>
            <a:r>
              <a:rPr lang="en">
                <a:solidFill>
                  <a:schemeClr val="dk2"/>
                </a:solidFill>
                <a:latin typeface="Montserrat"/>
                <a:ea typeface="Montserrat"/>
                <a:cs typeface="Montserrat"/>
                <a:sym typeface="Montserrat"/>
              </a:rPr>
              <a:t>not</a:t>
            </a:r>
            <a:r>
              <a:rPr lang="en">
                <a:solidFill>
                  <a:schemeClr val="dk2"/>
                </a:solidFill>
                <a:latin typeface="Montserrat"/>
                <a:ea typeface="Montserrat"/>
                <a:cs typeface="Montserrat"/>
                <a:sym typeface="Montserrat"/>
              </a:rPr>
              <a:t> work well in other countries. It depends on strong government funding, highly trained teachers, and a culture that values </a:t>
            </a:r>
            <a:r>
              <a:rPr lang="en">
                <a:solidFill>
                  <a:schemeClr val="dk2"/>
                </a:solidFill>
                <a:latin typeface="Montserrat"/>
                <a:ea typeface="Montserrat"/>
                <a:cs typeface="Montserrat"/>
                <a:sym typeface="Montserrat"/>
              </a:rPr>
              <a:t>equality</a:t>
            </a:r>
            <a:r>
              <a:rPr lang="en">
                <a:solidFill>
                  <a:schemeClr val="dk2"/>
                </a:solidFill>
                <a:latin typeface="Montserrat"/>
                <a:ea typeface="Montserrat"/>
                <a:cs typeface="Montserrat"/>
                <a:sym typeface="Montserrat"/>
              </a:rPr>
              <a:t> and trust. </a:t>
            </a:r>
            <a:r>
              <a:rPr lang="en">
                <a:solidFill>
                  <a:schemeClr val="dk2"/>
                </a:solidFill>
                <a:latin typeface="Montserrat"/>
                <a:ea typeface="Montserrat"/>
                <a:cs typeface="Montserrat"/>
                <a:sym typeface="Montserrat"/>
              </a:rPr>
              <a:t>Countries</a:t>
            </a:r>
            <a:r>
              <a:rPr lang="en">
                <a:solidFill>
                  <a:schemeClr val="dk2"/>
                </a:solidFill>
                <a:latin typeface="Montserrat"/>
                <a:ea typeface="Montserrat"/>
                <a:cs typeface="Montserrat"/>
                <a:sym typeface="Montserrat"/>
              </a:rPr>
              <a:t> that </a:t>
            </a:r>
            <a:r>
              <a:rPr lang="en">
                <a:solidFill>
                  <a:schemeClr val="dk2"/>
                </a:solidFill>
                <a:latin typeface="Montserrat"/>
                <a:ea typeface="Montserrat"/>
                <a:cs typeface="Montserrat"/>
                <a:sym typeface="Montserrat"/>
              </a:rPr>
              <a:t>don't</a:t>
            </a:r>
            <a:r>
              <a:rPr lang="en">
                <a:solidFill>
                  <a:schemeClr val="dk2"/>
                </a:solidFill>
                <a:latin typeface="Montserrat"/>
                <a:ea typeface="Montserrat"/>
                <a:cs typeface="Montserrat"/>
                <a:sym typeface="Montserrat"/>
              </a:rPr>
              <a:t> have have the same level of infrastructure or resources </a:t>
            </a:r>
            <a:r>
              <a:rPr lang="en">
                <a:solidFill>
                  <a:schemeClr val="dk2"/>
                </a:solidFill>
                <a:latin typeface="Montserrat"/>
                <a:ea typeface="Montserrat"/>
                <a:cs typeface="Montserrat"/>
                <a:sym typeface="Montserrat"/>
              </a:rPr>
              <a:t>could</a:t>
            </a:r>
            <a:r>
              <a:rPr lang="en">
                <a:solidFill>
                  <a:schemeClr val="dk2"/>
                </a:solidFill>
                <a:latin typeface="Montserrat"/>
                <a:ea typeface="Montserrat"/>
                <a:cs typeface="Montserrat"/>
                <a:sym typeface="Montserrat"/>
              </a:rPr>
              <a:t> find it difficult to copy this system.</a:t>
            </a:r>
            <a:endParaRPr>
              <a:solidFill>
                <a:schemeClr val="dk2"/>
              </a:solidFill>
              <a:latin typeface="Montserrat"/>
              <a:ea typeface="Montserrat"/>
              <a:cs typeface="Montserrat"/>
              <a:sym typeface="Montserrat"/>
            </a:endParaRPr>
          </a:p>
          <a:p>
            <a:pPr indent="0" lvl="0" marL="0" rtl="0" algn="l">
              <a:spcBef>
                <a:spcPts val="0"/>
              </a:spcBef>
              <a:spcAft>
                <a:spcPts val="0"/>
              </a:spcAft>
              <a:buNone/>
            </a:pPr>
            <a:r>
              <a:t/>
            </a:r>
            <a:endParaRPr>
              <a:solidFill>
                <a:schemeClr val="dk2"/>
              </a:solidFill>
              <a:latin typeface="Montserrat"/>
              <a:ea typeface="Montserrat"/>
              <a:cs typeface="Montserrat"/>
              <a:sym typeface="Montserrat"/>
            </a:endParaRPr>
          </a:p>
          <a:p>
            <a:pPr indent="0" lvl="0" marL="0" rtl="0" algn="l">
              <a:spcBef>
                <a:spcPts val="0"/>
              </a:spcBef>
              <a:spcAft>
                <a:spcPts val="0"/>
              </a:spcAft>
              <a:buNone/>
            </a:pPr>
            <a:r>
              <a:rPr lang="en">
                <a:solidFill>
                  <a:schemeClr val="dk2"/>
                </a:solidFill>
                <a:latin typeface="Montserrat"/>
                <a:ea typeface="Montserrat"/>
                <a:cs typeface="Montserrat"/>
                <a:sym typeface="Montserrat"/>
              </a:rPr>
              <a:t>There is also a concern that students may not be fully prepared for more </a:t>
            </a:r>
            <a:r>
              <a:rPr lang="en">
                <a:solidFill>
                  <a:schemeClr val="dk2"/>
                </a:solidFill>
                <a:latin typeface="Montserrat"/>
                <a:ea typeface="Montserrat"/>
                <a:cs typeface="Montserrat"/>
                <a:sym typeface="Montserrat"/>
              </a:rPr>
              <a:t>competitive</a:t>
            </a:r>
            <a:r>
              <a:rPr lang="en">
                <a:solidFill>
                  <a:schemeClr val="dk2"/>
                </a:solidFill>
                <a:latin typeface="Montserrat"/>
                <a:ea typeface="Montserrat"/>
                <a:cs typeface="Montserrat"/>
                <a:sym typeface="Montserrat"/>
              </a:rPr>
              <a:t> environments later on, like university or jobs in places that focus more on exams and </a:t>
            </a:r>
            <a:r>
              <a:rPr lang="en">
                <a:solidFill>
                  <a:schemeClr val="dk2"/>
                </a:solidFill>
                <a:latin typeface="Montserrat"/>
                <a:ea typeface="Montserrat"/>
                <a:cs typeface="Montserrat"/>
                <a:sym typeface="Montserrat"/>
              </a:rPr>
              <a:t>performance.</a:t>
            </a:r>
            <a:endParaRPr>
              <a:solidFill>
                <a:schemeClr val="dk2"/>
              </a:solidFill>
              <a:latin typeface="Montserrat"/>
              <a:ea typeface="Montserrat"/>
              <a:cs typeface="Montserrat"/>
              <a:sym typeface="Montserrat"/>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497"/>
                                        </p:tgtEl>
                                        <p:attrNameLst>
                                          <p:attrName>style.visibility</p:attrName>
                                        </p:attrNameLst>
                                      </p:cBhvr>
                                      <p:to>
                                        <p:strVal val="visible"/>
                                      </p:to>
                                    </p:set>
                                    <p:anim calcmode="lin" valueType="num">
                                      <p:cBhvr additive="base">
                                        <p:cTn dur="1000"/>
                                        <p:tgtEl>
                                          <p:spTgt spid="497"/>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2" name="Shape 502"/>
        <p:cNvGrpSpPr/>
        <p:nvPr/>
      </p:nvGrpSpPr>
      <p:grpSpPr>
        <a:xfrm>
          <a:off x="0" y="0"/>
          <a:ext cx="0" cy="0"/>
          <a:chOff x="0" y="0"/>
          <a:chExt cx="0" cy="0"/>
        </a:xfrm>
      </p:grpSpPr>
      <p:sp>
        <p:nvSpPr>
          <p:cNvPr id="503" name="Google Shape;503;p59"/>
          <p:cNvSpPr txBox="1"/>
          <p:nvPr>
            <p:ph idx="1" type="subTitle"/>
          </p:nvPr>
        </p:nvSpPr>
        <p:spPr>
          <a:xfrm>
            <a:off x="604150" y="1075175"/>
            <a:ext cx="4563300" cy="3587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300"/>
              <a:t>Both Canada and Finland have strong education systems, but when you look at the data, y</a:t>
            </a:r>
            <a:r>
              <a:rPr lang="en" sz="1300"/>
              <a:t>ou can see that both countries PISA scores have gone down over time. In Canada, scores dropped from around 534 to below 500, which is a pretty noticeable change. Finland has also seen its scores decline, especially in recent years.</a:t>
            </a:r>
            <a:endParaRPr sz="1300"/>
          </a:p>
          <a:p>
            <a:pPr indent="0" lvl="0" marL="0" rtl="0" algn="l">
              <a:spcBef>
                <a:spcPts val="1000"/>
              </a:spcBef>
              <a:spcAft>
                <a:spcPts val="1000"/>
              </a:spcAft>
              <a:buClr>
                <a:schemeClr val="dk1"/>
              </a:buClr>
              <a:buSzPts val="1100"/>
              <a:buFont typeface="Arial"/>
              <a:buNone/>
            </a:pPr>
            <a:r>
              <a:rPr lang="en" sz="1300"/>
              <a:t>This shows that even countries that do really well in education are starting to face challenges. Canada should care about this because it scores are also going down, not just Finland’s. Instead of copying Finland completely, Canada can learn from what works, like focussing on students well-being, well improving its own system. This is important because systems need to keep changing to meet students needs.</a:t>
            </a:r>
            <a:endParaRPr sz="1300"/>
          </a:p>
        </p:txBody>
      </p:sp>
      <p:sp>
        <p:nvSpPr>
          <p:cNvPr id="504" name="Google Shape;504;p59"/>
          <p:cNvSpPr txBox="1"/>
          <p:nvPr>
            <p:ph type="title"/>
          </p:nvPr>
        </p:nvSpPr>
        <p:spPr>
          <a:xfrm>
            <a:off x="1732050" y="445025"/>
            <a:ext cx="56799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Canada &amp; Finland Reflection  </a:t>
            </a:r>
            <a:endParaRPr/>
          </a:p>
        </p:txBody>
      </p:sp>
      <p:pic>
        <p:nvPicPr>
          <p:cNvPr id="505" name="Google Shape;505;p59" title="Screenshot 2026-06-05 at 12.43.37 PM.png"/>
          <p:cNvPicPr preferRelativeResize="0"/>
          <p:nvPr/>
        </p:nvPicPr>
        <p:blipFill>
          <a:blip r:embed="rId3">
            <a:alphaModFix/>
          </a:blip>
          <a:stretch>
            <a:fillRect/>
          </a:stretch>
        </p:blipFill>
        <p:spPr>
          <a:xfrm>
            <a:off x="5958725" y="3366800"/>
            <a:ext cx="2287727" cy="1418651"/>
          </a:xfrm>
          <a:prstGeom prst="rect">
            <a:avLst/>
          </a:prstGeom>
          <a:noFill/>
          <a:ln cap="flat" cmpd="sng" w="9525">
            <a:solidFill>
              <a:schemeClr val="dk1"/>
            </a:solidFill>
            <a:prstDash val="solid"/>
            <a:round/>
            <a:headEnd len="sm" w="sm" type="none"/>
            <a:tailEnd len="sm" w="sm" type="none"/>
          </a:ln>
        </p:spPr>
      </p:pic>
      <p:sp>
        <p:nvSpPr>
          <p:cNvPr id="506" name="Google Shape;506;p59"/>
          <p:cNvSpPr txBox="1"/>
          <p:nvPr/>
        </p:nvSpPr>
        <p:spPr>
          <a:xfrm>
            <a:off x="5819325" y="2903350"/>
            <a:ext cx="2566500" cy="316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900" u="sng">
                <a:solidFill>
                  <a:schemeClr val="dk1"/>
                </a:solidFill>
                <a:latin typeface="Montserrat"/>
                <a:ea typeface="Montserrat"/>
                <a:cs typeface="Montserrat"/>
                <a:sym typeface="Montserrat"/>
                <a:hlinkClick r:id="rId4">
                  <a:extLst>
                    <a:ext uri="{A12FA001-AC4F-418D-AE19-62706E023703}">
                      <ahyp:hlinkClr val="tx"/>
                    </a:ext>
                  </a:extLst>
                </a:hlinkClick>
              </a:rPr>
              <a:t>PISA student performance in Finland from 2000 to 2022, by subject and score</a:t>
            </a:r>
            <a:endParaRPr sz="1200">
              <a:solidFill>
                <a:schemeClr val="dk1"/>
              </a:solidFill>
              <a:latin typeface="Montserrat"/>
              <a:ea typeface="Montserrat"/>
              <a:cs typeface="Montserrat"/>
              <a:sym typeface="Montserrat"/>
            </a:endParaRPr>
          </a:p>
          <a:p>
            <a:pPr indent="0" lvl="0" marL="0" rtl="0" algn="l">
              <a:spcBef>
                <a:spcPts val="0"/>
              </a:spcBef>
              <a:spcAft>
                <a:spcPts val="0"/>
              </a:spcAft>
              <a:buNone/>
            </a:pPr>
            <a:r>
              <a:t/>
            </a:r>
            <a:endParaRPr b="1" sz="650">
              <a:solidFill>
                <a:schemeClr val="dk1"/>
              </a:solidFill>
              <a:latin typeface="Montserrat"/>
              <a:ea typeface="Montserrat"/>
              <a:cs typeface="Montserrat"/>
              <a:sym typeface="Montserrat"/>
            </a:endParaRPr>
          </a:p>
        </p:txBody>
      </p:sp>
      <p:pic>
        <p:nvPicPr>
          <p:cNvPr id="507" name="Google Shape;507;p59" title="Screenshot 2026-06-06 at 3.12.45 PM.png"/>
          <p:cNvPicPr preferRelativeResize="0"/>
          <p:nvPr/>
        </p:nvPicPr>
        <p:blipFill>
          <a:blip r:embed="rId5">
            <a:alphaModFix/>
          </a:blip>
          <a:stretch>
            <a:fillRect/>
          </a:stretch>
        </p:blipFill>
        <p:spPr>
          <a:xfrm>
            <a:off x="5754525" y="1514288"/>
            <a:ext cx="2566500" cy="1323762"/>
          </a:xfrm>
          <a:prstGeom prst="rect">
            <a:avLst/>
          </a:prstGeom>
          <a:noFill/>
          <a:ln cap="flat" cmpd="sng" w="9525">
            <a:solidFill>
              <a:schemeClr val="dk1"/>
            </a:solidFill>
            <a:prstDash val="solid"/>
            <a:round/>
            <a:headEnd len="sm" w="sm" type="none"/>
            <a:tailEnd len="sm" w="sm" type="none"/>
          </a:ln>
        </p:spPr>
      </p:pic>
      <p:sp>
        <p:nvSpPr>
          <p:cNvPr id="508" name="Google Shape;508;p59"/>
          <p:cNvSpPr txBox="1"/>
          <p:nvPr/>
        </p:nvSpPr>
        <p:spPr>
          <a:xfrm>
            <a:off x="6022875" y="1017713"/>
            <a:ext cx="2029800" cy="316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000" u="sng">
                <a:solidFill>
                  <a:schemeClr val="hlink"/>
                </a:solidFill>
                <a:latin typeface="Montserrat"/>
                <a:ea typeface="Montserrat"/>
                <a:cs typeface="Montserrat"/>
                <a:sym typeface="Montserrat"/>
                <a:hlinkClick r:id="rId6"/>
              </a:rPr>
              <a:t>P</a:t>
            </a:r>
            <a:r>
              <a:rPr lang="en" sz="900" u="sng">
                <a:solidFill>
                  <a:schemeClr val="hlink"/>
                </a:solidFill>
                <a:latin typeface="Montserrat"/>
                <a:ea typeface="Montserrat"/>
                <a:cs typeface="Montserrat"/>
                <a:sym typeface="Montserrat"/>
                <a:hlinkClick r:id="rId7"/>
              </a:rPr>
              <a:t>ISA 2022 Results (Volume I and II) ‑ Country Notes: Canada</a:t>
            </a:r>
            <a:endParaRPr sz="900">
              <a:solidFill>
                <a:schemeClr val="dk2"/>
              </a:solidFill>
              <a:latin typeface="Montserrat"/>
              <a:ea typeface="Montserrat"/>
              <a:cs typeface="Montserrat"/>
              <a:sym typeface="Montserrat"/>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xit" presetID="2" presetSubtype="8">
                                  <p:stCondLst>
                                    <p:cond delay="0"/>
                                  </p:stCondLst>
                                  <p:childTnLst>
                                    <p:anim calcmode="lin" valueType="num">
                                      <p:cBhvr additive="base">
                                        <p:cTn dur="1000"/>
                                        <p:tgtEl>
                                          <p:spTgt spid="503"/>
                                        </p:tgtEl>
                                        <p:attrNameLst>
                                          <p:attrName>ppt_x</p:attrName>
                                        </p:attrNameLst>
                                      </p:cBhvr>
                                      <p:tavLst>
                                        <p:tav fmla="" tm="0">
                                          <p:val>
                                            <p:strVal val="#ppt_x"/>
                                          </p:val>
                                        </p:tav>
                                        <p:tav fmla="" tm="100000">
                                          <p:val>
                                            <p:strVal val="#ppt_x-1"/>
                                          </p:val>
                                        </p:tav>
                                      </p:tavLst>
                                    </p:anim>
                                    <p:set>
                                      <p:cBhvr>
                                        <p:cTn dur="1" fill="hold">
                                          <p:stCondLst>
                                            <p:cond delay="1000"/>
                                          </p:stCondLst>
                                        </p:cTn>
                                        <p:tgtEl>
                                          <p:spTgt spid="503"/>
                                        </p:tgtEl>
                                        <p:attrNameLst>
                                          <p:attrName>style.visibility</p:attrName>
                                        </p:attrNameLst>
                                      </p:cBhvr>
                                      <p:to>
                                        <p:strVal val="hidden"/>
                                      </p:to>
                                    </p:set>
                                  </p:childTnLst>
                                </p:cTn>
                              </p:par>
                              <p:par>
                                <p:cTn fill="hold" nodeType="withEffect" presetClass="entr" presetID="2" presetSubtype="1">
                                  <p:stCondLst>
                                    <p:cond delay="0"/>
                                  </p:stCondLst>
                                  <p:childTnLst>
                                    <p:set>
                                      <p:cBhvr>
                                        <p:cTn dur="1" fill="hold">
                                          <p:stCondLst>
                                            <p:cond delay="0"/>
                                          </p:stCondLst>
                                        </p:cTn>
                                        <p:tgtEl>
                                          <p:spTgt spid="504"/>
                                        </p:tgtEl>
                                        <p:attrNameLst>
                                          <p:attrName>style.visibility</p:attrName>
                                        </p:attrNameLst>
                                      </p:cBhvr>
                                      <p:to>
                                        <p:strVal val="visible"/>
                                      </p:to>
                                    </p:set>
                                    <p:anim calcmode="lin" valueType="num">
                                      <p:cBhvr additive="base">
                                        <p:cTn dur="1000"/>
                                        <p:tgtEl>
                                          <p:spTgt spid="504"/>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2" name="Shape 512"/>
        <p:cNvGrpSpPr/>
        <p:nvPr/>
      </p:nvGrpSpPr>
      <p:grpSpPr>
        <a:xfrm>
          <a:off x="0" y="0"/>
          <a:ext cx="0" cy="0"/>
          <a:chOff x="0" y="0"/>
          <a:chExt cx="0" cy="0"/>
        </a:xfrm>
      </p:grpSpPr>
      <p:sp>
        <p:nvSpPr>
          <p:cNvPr id="513" name="Google Shape;513;p60"/>
          <p:cNvSpPr txBox="1"/>
          <p:nvPr>
            <p:ph type="title"/>
          </p:nvPr>
        </p:nvSpPr>
        <p:spPr>
          <a:xfrm>
            <a:off x="919000" y="315350"/>
            <a:ext cx="7452900" cy="12912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6300"/>
              <a:t>Thank you</a:t>
            </a:r>
            <a:endParaRPr sz="6300"/>
          </a:p>
        </p:txBody>
      </p:sp>
      <p:sp>
        <p:nvSpPr>
          <p:cNvPr id="514" name="Google Shape;514;p60"/>
          <p:cNvSpPr txBox="1"/>
          <p:nvPr>
            <p:ph idx="1" type="subTitle"/>
          </p:nvPr>
        </p:nvSpPr>
        <p:spPr>
          <a:xfrm>
            <a:off x="628600" y="1359575"/>
            <a:ext cx="8262300" cy="3261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Sources:</a:t>
            </a:r>
            <a:endParaRPr/>
          </a:p>
          <a:p>
            <a:pPr indent="0" lvl="0" marL="0" rtl="0" algn="l">
              <a:spcBef>
                <a:spcPts val="0"/>
              </a:spcBef>
              <a:spcAft>
                <a:spcPts val="0"/>
              </a:spcAft>
              <a:buNone/>
            </a:pPr>
            <a:r>
              <a:rPr lang="en" sz="900"/>
              <a:t>Wikipedia. (August 2021). Educational inequality. Retrieved from </a:t>
            </a:r>
            <a:r>
              <a:rPr lang="en" sz="900" u="sng">
                <a:solidFill>
                  <a:schemeClr val="hlink"/>
                </a:solidFill>
                <a:hlinkClick r:id="rId3"/>
              </a:rPr>
              <a:t>https://en.wikipedia.org/wiki/Educational_inequality</a:t>
            </a:r>
            <a:endParaRPr sz="900"/>
          </a:p>
          <a:p>
            <a:pPr indent="0" lvl="0" marL="0" rtl="0" algn="l">
              <a:spcBef>
                <a:spcPts val="0"/>
              </a:spcBef>
              <a:spcAft>
                <a:spcPts val="0"/>
              </a:spcAft>
              <a:buNone/>
            </a:pPr>
            <a:r>
              <a:t/>
            </a:r>
            <a:endParaRPr sz="900"/>
          </a:p>
          <a:p>
            <a:pPr indent="0" lvl="0" marL="0" rtl="0" algn="l">
              <a:spcBef>
                <a:spcPts val="0"/>
              </a:spcBef>
              <a:spcAft>
                <a:spcPts val="0"/>
              </a:spcAft>
              <a:buNone/>
            </a:pPr>
            <a:r>
              <a:rPr lang="en" sz="900"/>
              <a:t>Statista. (2000-2022). PISA student performance in Finland from 2000 to 2022, by subject and score. Retrieved from </a:t>
            </a:r>
            <a:r>
              <a:rPr lang="en" sz="900" u="sng">
                <a:solidFill>
                  <a:schemeClr val="hlink"/>
                </a:solidFill>
                <a:hlinkClick r:id="rId4"/>
              </a:rPr>
              <a:t>https://www.statista.com/statistics/986919/pisa-student-performance-by-field-and-score-finland/?srsltid=AfmBOoqYLOKjOBk7sAaUtfS4YUdDBo7OHZXO7ns8GMmU9oqGVx65_Qe3</a:t>
            </a:r>
            <a:endParaRPr sz="900"/>
          </a:p>
          <a:p>
            <a:pPr indent="0" lvl="0" marL="0" rtl="0" algn="l">
              <a:spcBef>
                <a:spcPts val="0"/>
              </a:spcBef>
              <a:spcAft>
                <a:spcPts val="0"/>
              </a:spcAft>
              <a:buNone/>
            </a:pPr>
            <a:r>
              <a:t/>
            </a:r>
            <a:endParaRPr b="1" sz="1300">
              <a:latin typeface="Arial"/>
              <a:ea typeface="Arial"/>
              <a:cs typeface="Arial"/>
              <a:sym typeface="Arial"/>
            </a:endParaRPr>
          </a:p>
          <a:p>
            <a:pPr indent="0" lvl="0" marL="0" rtl="0" algn="l">
              <a:spcBef>
                <a:spcPts val="0"/>
              </a:spcBef>
              <a:spcAft>
                <a:spcPts val="0"/>
              </a:spcAft>
              <a:buNone/>
            </a:pPr>
            <a:r>
              <a:rPr lang="en" sz="900"/>
              <a:t>europa. (2023). Finland snapshot. </a:t>
            </a:r>
            <a:r>
              <a:rPr lang="en" sz="900" u="sng">
                <a:solidFill>
                  <a:schemeClr val="hlink"/>
                </a:solidFill>
                <a:hlinkClick r:id="rId5"/>
              </a:rPr>
              <a:t>https://op.europa.eu/webpub/eac/education-and-training-monitor/en/country-reports/finland.ht</a:t>
            </a:r>
            <a:endParaRPr sz="900"/>
          </a:p>
          <a:p>
            <a:pPr indent="0" lvl="0" marL="0" rtl="0" algn="l">
              <a:spcBef>
                <a:spcPts val="0"/>
              </a:spcBef>
              <a:spcAft>
                <a:spcPts val="0"/>
              </a:spcAft>
              <a:buClr>
                <a:schemeClr val="dk1"/>
              </a:buClr>
              <a:buSzPts val="1100"/>
              <a:buFont typeface="Arial"/>
              <a:buNone/>
            </a:pPr>
            <a:r>
              <a:rPr lang="en" sz="900"/>
              <a:t>l</a:t>
            </a:r>
            <a:endParaRPr sz="900"/>
          </a:p>
          <a:p>
            <a:pPr indent="0" lvl="0" marL="0" rtl="0" algn="l">
              <a:spcBef>
                <a:spcPts val="0"/>
              </a:spcBef>
              <a:spcAft>
                <a:spcPts val="0"/>
              </a:spcAft>
              <a:buClr>
                <a:schemeClr val="dk1"/>
              </a:buClr>
              <a:buSzPts val="1100"/>
              <a:buFont typeface="Arial"/>
              <a:buNone/>
            </a:pPr>
            <a:r>
              <a:t/>
            </a:r>
            <a:endParaRPr sz="900"/>
          </a:p>
          <a:p>
            <a:pPr indent="0" lvl="0" marL="0" rtl="0" algn="l">
              <a:spcBef>
                <a:spcPts val="0"/>
              </a:spcBef>
              <a:spcAft>
                <a:spcPts val="0"/>
              </a:spcAft>
              <a:buNone/>
            </a:pPr>
            <a:r>
              <a:rPr lang="en" sz="900"/>
              <a:t>Kyle. (2023). Ministry report: Finnish education levels stagnant, learning outcomes in 'rapid decline'. </a:t>
            </a:r>
            <a:r>
              <a:rPr lang="en" sz="900" u="sng">
                <a:solidFill>
                  <a:schemeClr val="hlink"/>
                </a:solidFill>
                <a:hlinkClick r:id="rId6"/>
              </a:rPr>
              <a:t>https://yle.fi/a/74-20012522</a:t>
            </a:r>
            <a:endParaRPr sz="900"/>
          </a:p>
          <a:p>
            <a:pPr indent="0" lvl="0" marL="0" rtl="0" algn="l">
              <a:spcBef>
                <a:spcPts val="0"/>
              </a:spcBef>
              <a:spcAft>
                <a:spcPts val="0"/>
              </a:spcAft>
              <a:buClr>
                <a:schemeClr val="dk1"/>
              </a:buClr>
              <a:buSzPts val="1100"/>
              <a:buFont typeface="Arial"/>
              <a:buNone/>
            </a:pPr>
            <a:r>
              <a:t/>
            </a:r>
            <a:endParaRPr sz="900"/>
          </a:p>
          <a:p>
            <a:pPr indent="0" lvl="0" marL="0" rtl="0" algn="l">
              <a:spcBef>
                <a:spcPts val="0"/>
              </a:spcBef>
              <a:spcAft>
                <a:spcPts val="0"/>
              </a:spcAft>
              <a:buClr>
                <a:schemeClr val="dk1"/>
              </a:buClr>
              <a:buSzPts val="1100"/>
              <a:buFont typeface="Arial"/>
              <a:buNone/>
            </a:pPr>
            <a:r>
              <a:t/>
            </a:r>
            <a:endParaRPr sz="900"/>
          </a:p>
          <a:p>
            <a:pPr indent="0" lvl="0" marL="0" rtl="0" algn="l">
              <a:spcBef>
                <a:spcPts val="0"/>
              </a:spcBef>
              <a:spcAft>
                <a:spcPts val="0"/>
              </a:spcAft>
              <a:buNone/>
            </a:pPr>
            <a:r>
              <a:rPr lang="en" sz="900"/>
              <a:t>OECD. (2025). Education at a Glance 2025: Finland. </a:t>
            </a:r>
            <a:r>
              <a:rPr lang="en" sz="900" u="sng">
                <a:solidFill>
                  <a:schemeClr val="hlink"/>
                </a:solidFill>
                <a:hlinkClick r:id="rId7"/>
              </a:rPr>
              <a:t>https://www.oecd.org/en/publications/education-at-a-glance-2025_1a3543e2-en/finland_d8f44a5b-en.htm</a:t>
            </a:r>
            <a:endParaRPr sz="900"/>
          </a:p>
          <a:p>
            <a:pPr indent="0" lvl="0" marL="0" rtl="0" algn="l">
              <a:spcBef>
                <a:spcPts val="0"/>
              </a:spcBef>
              <a:spcAft>
                <a:spcPts val="0"/>
              </a:spcAft>
              <a:buClr>
                <a:schemeClr val="dk1"/>
              </a:buClr>
              <a:buSzPts val="1100"/>
              <a:buFont typeface="Arial"/>
              <a:buNone/>
            </a:pPr>
            <a:r>
              <a:rPr lang="en" sz="900"/>
              <a:t>l</a:t>
            </a:r>
            <a:endParaRPr sz="900"/>
          </a:p>
          <a:p>
            <a:pPr indent="0" lvl="0" marL="0" rtl="0" algn="l">
              <a:spcBef>
                <a:spcPts val="0"/>
              </a:spcBef>
              <a:spcAft>
                <a:spcPts val="0"/>
              </a:spcAft>
              <a:buClr>
                <a:schemeClr val="dk1"/>
              </a:buClr>
              <a:buSzPts val="1100"/>
              <a:buFont typeface="Arial"/>
              <a:buNone/>
            </a:pPr>
            <a:r>
              <a:t/>
            </a:r>
            <a:endParaRPr sz="900"/>
          </a:p>
          <a:p>
            <a:pPr indent="0" lvl="0" marL="0" rtl="0" algn="l">
              <a:spcBef>
                <a:spcPts val="0"/>
              </a:spcBef>
              <a:spcAft>
                <a:spcPts val="0"/>
              </a:spcAft>
              <a:buNone/>
            </a:pPr>
            <a:r>
              <a:rPr lang="en" sz="900"/>
              <a:t>OECD. (2022). PISA 2022 Results (Volume I and II) ‑ Country Notes: Canada. </a:t>
            </a:r>
            <a:r>
              <a:rPr lang="en" sz="900" u="sng">
                <a:solidFill>
                  <a:schemeClr val="hlink"/>
                </a:solidFill>
                <a:hlinkClick r:id="rId8"/>
              </a:rPr>
              <a:t>https://www.oecd.org/en/publications/pisa-2022-results-volume-i-and-ii-country-notes_ed6fbcc5-en/canada_901942bb-en.html</a:t>
            </a:r>
            <a:endParaRPr sz="900"/>
          </a:p>
          <a:p>
            <a:pPr indent="0" lvl="0" marL="0" rtl="0" algn="l">
              <a:spcBef>
                <a:spcPts val="0"/>
              </a:spcBef>
              <a:spcAft>
                <a:spcPts val="0"/>
              </a:spcAft>
              <a:buClr>
                <a:schemeClr val="dk1"/>
              </a:buClr>
              <a:buSzPts val="1100"/>
              <a:buFont typeface="Arial"/>
              <a:buNone/>
            </a:pPr>
            <a:r>
              <a:t/>
            </a:r>
            <a:endParaRPr sz="900"/>
          </a:p>
          <a:p>
            <a:pPr indent="0" lvl="0" marL="0" rtl="0" algn="l">
              <a:spcBef>
                <a:spcPts val="0"/>
              </a:spcBef>
              <a:spcAft>
                <a:spcPts val="0"/>
              </a:spcAft>
              <a:buClr>
                <a:schemeClr val="dk1"/>
              </a:buClr>
              <a:buSzPts val="1100"/>
              <a:buFont typeface="Arial"/>
              <a:buNone/>
            </a:pPr>
            <a:r>
              <a:t/>
            </a:r>
            <a:endParaRPr sz="900"/>
          </a:p>
          <a:p>
            <a:pPr indent="0" lvl="0" marL="0" rtl="0" algn="l">
              <a:spcBef>
                <a:spcPts val="0"/>
              </a:spcBef>
              <a:spcAft>
                <a:spcPts val="0"/>
              </a:spcAft>
              <a:buNone/>
            </a:pPr>
            <a:r>
              <a:rPr lang="en" sz="900"/>
              <a:t>Smithsonian magazine. (2011). Why Are Finland’s Schools Successful?. </a:t>
            </a:r>
            <a:r>
              <a:rPr lang="en" sz="900" u="sng">
                <a:solidFill>
                  <a:schemeClr val="hlink"/>
                </a:solidFill>
                <a:hlinkClick r:id="rId9"/>
              </a:rPr>
              <a:t>https://www.smithsonianmag.com/innovation/why-are-finlands-schools-successful-49859555/</a:t>
            </a:r>
            <a:endParaRPr sz="900"/>
          </a:p>
          <a:p>
            <a:pPr indent="0" lvl="0" marL="0" rtl="0" algn="l">
              <a:spcBef>
                <a:spcPts val="0"/>
              </a:spcBef>
              <a:spcAft>
                <a:spcPts val="0"/>
              </a:spcAft>
              <a:buClr>
                <a:schemeClr val="dk1"/>
              </a:buClr>
              <a:buSzPts val="1100"/>
              <a:buFont typeface="Arial"/>
              <a:buNone/>
            </a:pPr>
            <a:r>
              <a:t/>
            </a:r>
            <a:endParaRPr sz="900"/>
          </a:p>
          <a:p>
            <a:pPr indent="0" lvl="0" marL="0" rtl="0" algn="l">
              <a:spcBef>
                <a:spcPts val="0"/>
              </a:spcBef>
              <a:spcAft>
                <a:spcPts val="0"/>
              </a:spcAft>
              <a:buNone/>
            </a:pPr>
            <a:r>
              <a:t/>
            </a:r>
            <a:endParaRPr sz="900"/>
          </a:p>
          <a:p>
            <a:pPr indent="0" lvl="0" marL="0" rtl="0" algn="l">
              <a:spcBef>
                <a:spcPts val="0"/>
              </a:spcBef>
              <a:spcAft>
                <a:spcPts val="0"/>
              </a:spcAft>
              <a:buNone/>
            </a:pPr>
            <a:r>
              <a:t/>
            </a:r>
            <a:endParaRPr b="1" sz="1300">
              <a:latin typeface="Arial"/>
              <a:ea typeface="Arial"/>
              <a:cs typeface="Arial"/>
              <a:sym typeface="Arial"/>
            </a:endParaRPr>
          </a:p>
          <a:p>
            <a:pPr indent="0" lvl="0" marL="0" rtl="0" algn="l">
              <a:spcBef>
                <a:spcPts val="0"/>
              </a:spcBef>
              <a:spcAft>
                <a:spcPts val="0"/>
              </a:spcAft>
              <a:buNone/>
            </a:pPr>
            <a:r>
              <a:t/>
            </a:r>
            <a:endParaRPr/>
          </a:p>
          <a:p>
            <a:pPr indent="0" lvl="0" marL="0" rtl="0" algn="ctr">
              <a:spcBef>
                <a:spcPts val="0"/>
              </a:spcBef>
              <a:spcAft>
                <a:spcPts val="0"/>
              </a:spcAft>
              <a:buNone/>
            </a:pPr>
            <a:r>
              <a:t/>
            </a:r>
            <a:endParaRPr/>
          </a:p>
          <a:p>
            <a:pPr indent="0" lvl="0" marL="0" rtl="0" algn="ctr">
              <a:spcBef>
                <a:spcPts val="0"/>
              </a:spcBef>
              <a:spcAft>
                <a:spcPts val="0"/>
              </a:spcAft>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Minimalist Business Slides XL by Slidesgo">
  <a:themeElements>
    <a:clrScheme name="Simple Light">
      <a:dk1>
        <a:srgbClr val="000000"/>
      </a:dk1>
      <a:lt1>
        <a:srgbClr val="F5F2EE"/>
      </a:lt1>
      <a:dk2>
        <a:srgbClr val="000000"/>
      </a:dk2>
      <a:lt2>
        <a:srgbClr val="EEEEEE"/>
      </a:lt2>
      <a:accent1>
        <a:srgbClr val="3F3533"/>
      </a:accent1>
      <a:accent2>
        <a:srgbClr val="3F3533"/>
      </a:accent2>
      <a:accent3>
        <a:srgbClr val="3F3533"/>
      </a:accent3>
      <a:accent4>
        <a:srgbClr val="3F3533"/>
      </a:accent4>
      <a:accent5>
        <a:srgbClr val="3F3533"/>
      </a:accent5>
      <a:accent6>
        <a:srgbClr val="3F3533"/>
      </a:accent6>
      <a:hlink>
        <a:srgbClr val="000000"/>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